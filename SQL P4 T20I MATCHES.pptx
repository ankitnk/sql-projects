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0" r:id="rId3"/>
    <p:sldId id="261" r:id="rId4"/>
    <p:sldId id="295" r:id="rId5"/>
    <p:sldId id="262" r:id="rId6"/>
    <p:sldId id="267" r:id="rId7"/>
    <p:sldId id="286" r:id="rId8"/>
    <p:sldId id="292" r:id="rId9"/>
    <p:sldId id="294" r:id="rId10"/>
    <p:sldId id="293" r:id="rId11"/>
    <p:sldId id="289"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29" userDrawn="1">
          <p15:clr>
            <a:srgbClr val="A4A3A4"/>
          </p15:clr>
        </p15:guide>
        <p15:guide id="3" pos="7129" userDrawn="1">
          <p15:clr>
            <a:srgbClr val="A4A3A4"/>
          </p15:clr>
        </p15:guide>
        <p15:guide id="4" orient="horz" pos="1207" userDrawn="1">
          <p15:clr>
            <a:srgbClr val="A4A3A4"/>
          </p15:clr>
        </p15:guide>
        <p15:guide id="5" orient="horz" pos="3952" userDrawn="1">
          <p15:clr>
            <a:srgbClr val="A4A3A4"/>
          </p15:clr>
        </p15:guide>
        <p15:guide id="6" orient="horz" pos="14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1F"/>
    <a:srgbClr val="072EAE"/>
    <a:srgbClr val="FFEC3E"/>
    <a:srgbClr val="10054B"/>
    <a:srgbClr val="FF02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A3698-BE15-47E4-898F-4B9C5B7B9100}" v="18" dt="2025-02-14T06:24:43.328"/>
  </p1510:revLst>
</p1510:revInfo>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63" autoAdjust="0"/>
    <p:restoredTop sz="96201" autoAdjust="0"/>
  </p:normalViewPr>
  <p:slideViewPr>
    <p:cSldViewPr snapToGrid="0">
      <p:cViewPr varScale="1">
        <p:scale>
          <a:sx n="82" d="100"/>
          <a:sy n="82" d="100"/>
        </p:scale>
        <p:origin x="734" y="48"/>
      </p:cViewPr>
      <p:guideLst>
        <p:guide orient="horz" pos="2160"/>
        <p:guide pos="529"/>
        <p:guide pos="7129"/>
        <p:guide orient="horz" pos="1207"/>
        <p:guide orient="horz" pos="3952"/>
        <p:guide orient="horz" pos="1412"/>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hrivas" userId="e4b473bf617c932d" providerId="LiveId" clId="{265A3698-BE15-47E4-898F-4B9C5B7B9100}"/>
    <pc:docChg chg="undo custSel addSld delSld modSld sldOrd">
      <pc:chgData name="ankit shrivas" userId="e4b473bf617c932d" providerId="LiveId" clId="{265A3698-BE15-47E4-898F-4B9C5B7B9100}" dt="2025-02-14T06:25:34.061" v="374" actId="1076"/>
      <pc:docMkLst>
        <pc:docMk/>
      </pc:docMkLst>
      <pc:sldChg chg="addSp delSp modSp mod">
        <pc:chgData name="ankit shrivas" userId="e4b473bf617c932d" providerId="LiveId" clId="{265A3698-BE15-47E4-898F-4B9C5B7B9100}" dt="2025-02-14T06:25:34.061" v="374" actId="1076"/>
        <pc:sldMkLst>
          <pc:docMk/>
          <pc:sldMk cId="2806319075" sldId="257"/>
        </pc:sldMkLst>
        <pc:spChg chg="add mod">
          <ac:chgData name="ankit shrivas" userId="e4b473bf617c932d" providerId="LiveId" clId="{265A3698-BE15-47E4-898F-4B9C5B7B9100}" dt="2025-02-14T06:25:34.061" v="374" actId="1076"/>
          <ac:spMkLst>
            <pc:docMk/>
            <pc:sldMk cId="2806319075" sldId="257"/>
            <ac:spMk id="2" creationId="{46D02872-F4DE-7F34-F6BC-C89E85AF104C}"/>
          </ac:spMkLst>
        </pc:spChg>
        <pc:spChg chg="mod topLvl">
          <ac:chgData name="ankit shrivas" userId="e4b473bf617c932d" providerId="LiveId" clId="{265A3698-BE15-47E4-898F-4B9C5B7B9100}" dt="2025-02-13T08:33:17.851" v="43" actId="1076"/>
          <ac:spMkLst>
            <pc:docMk/>
            <pc:sldMk cId="2806319075" sldId="257"/>
            <ac:spMk id="19" creationId="{0DCBBEDF-AA19-B2F5-8922-671AF0E7E076}"/>
          </ac:spMkLst>
        </pc:spChg>
        <pc:grpChg chg="del">
          <ac:chgData name="ankit shrivas" userId="e4b473bf617c932d" providerId="LiveId" clId="{265A3698-BE15-47E4-898F-4B9C5B7B9100}" dt="2025-02-13T08:32:40.489" v="0" actId="478"/>
          <ac:grpSpMkLst>
            <pc:docMk/>
            <pc:sldMk cId="2806319075" sldId="257"/>
            <ac:grpSpMk id="20" creationId="{29EEA464-41B6-BF87-5D38-F329D5C73B0A}"/>
          </ac:grpSpMkLst>
        </pc:grpChg>
        <pc:picChg chg="del topLvl">
          <ac:chgData name="ankit shrivas" userId="e4b473bf617c932d" providerId="LiveId" clId="{265A3698-BE15-47E4-898F-4B9C5B7B9100}" dt="2025-02-13T08:32:40.489" v="0" actId="478"/>
          <ac:picMkLst>
            <pc:docMk/>
            <pc:sldMk cId="2806319075" sldId="257"/>
            <ac:picMk id="15" creationId="{61BC76F6-0AC3-8EFF-7AA6-DECE03FF4030}"/>
          </ac:picMkLst>
        </pc:picChg>
      </pc:sldChg>
      <pc:sldChg chg="delSp del mod">
        <pc:chgData name="ankit shrivas" userId="e4b473bf617c932d" providerId="LiveId" clId="{265A3698-BE15-47E4-898F-4B9C5B7B9100}" dt="2025-02-13T08:40:30.097" v="142" actId="47"/>
        <pc:sldMkLst>
          <pc:docMk/>
          <pc:sldMk cId="3170131999" sldId="258"/>
        </pc:sldMkLst>
        <pc:grpChg chg="del">
          <ac:chgData name="ankit shrivas" userId="e4b473bf617c932d" providerId="LiveId" clId="{265A3698-BE15-47E4-898F-4B9C5B7B9100}" dt="2025-02-13T08:38:28.943" v="108" actId="21"/>
          <ac:grpSpMkLst>
            <pc:docMk/>
            <pc:sldMk cId="3170131999" sldId="258"/>
            <ac:grpSpMk id="3093" creationId="{48D44D61-75D4-871C-6F96-47FDB76CE5DE}"/>
          </ac:grpSpMkLst>
        </pc:grpChg>
      </pc:sldChg>
      <pc:sldChg chg="del">
        <pc:chgData name="ankit shrivas" userId="e4b473bf617c932d" providerId="LiveId" clId="{265A3698-BE15-47E4-898F-4B9C5B7B9100}" dt="2025-02-13T08:40:28.439" v="141" actId="47"/>
        <pc:sldMkLst>
          <pc:docMk/>
          <pc:sldMk cId="1780552705" sldId="259"/>
        </pc:sldMkLst>
      </pc:sldChg>
      <pc:sldChg chg="addSp modSp mod">
        <pc:chgData name="ankit shrivas" userId="e4b473bf617c932d" providerId="LiveId" clId="{265A3698-BE15-47E4-898F-4B9C5B7B9100}" dt="2025-02-14T06:04:23.879" v="154" actId="403"/>
        <pc:sldMkLst>
          <pc:docMk/>
          <pc:sldMk cId="2508980094" sldId="260"/>
        </pc:sldMkLst>
        <pc:spChg chg="mod">
          <ac:chgData name="ankit shrivas" userId="e4b473bf617c932d" providerId="LiveId" clId="{265A3698-BE15-47E4-898F-4B9C5B7B9100}" dt="2025-02-14T06:04:02.943" v="147" actId="20577"/>
          <ac:spMkLst>
            <pc:docMk/>
            <pc:sldMk cId="2508980094" sldId="260"/>
            <ac:spMk id="9" creationId="{4EACE8AC-31C2-ABEB-9237-3122E19DEF0E}"/>
          </ac:spMkLst>
        </pc:spChg>
        <pc:spChg chg="add mod">
          <ac:chgData name="ankit shrivas" userId="e4b473bf617c932d" providerId="LiveId" clId="{265A3698-BE15-47E4-898F-4B9C5B7B9100}" dt="2025-02-14T06:04:23.879" v="154" actId="403"/>
          <ac:spMkLst>
            <pc:docMk/>
            <pc:sldMk cId="2508980094" sldId="260"/>
            <ac:spMk id="11" creationId="{A4BE76A8-F104-DD45-9BCF-4E6F246CCEE7}"/>
          </ac:spMkLst>
        </pc:spChg>
      </pc:sldChg>
      <pc:sldChg chg="addSp delSp modSp mod">
        <pc:chgData name="ankit shrivas" userId="e4b473bf617c932d" providerId="LiveId" clId="{265A3698-BE15-47E4-898F-4B9C5B7B9100}" dt="2025-02-14T06:06:58.544" v="165" actId="1076"/>
        <pc:sldMkLst>
          <pc:docMk/>
          <pc:sldMk cId="892323856" sldId="261"/>
        </pc:sldMkLst>
        <pc:spChg chg="add mod">
          <ac:chgData name="ankit shrivas" userId="e4b473bf617c932d" providerId="LiveId" clId="{265A3698-BE15-47E4-898F-4B9C5B7B9100}" dt="2025-02-13T08:36:55.734" v="90"/>
          <ac:spMkLst>
            <pc:docMk/>
            <pc:sldMk cId="892323856" sldId="261"/>
            <ac:spMk id="2" creationId="{9012C1E1-ACF9-48B9-D9E4-B6948E59CDEB}"/>
          </ac:spMkLst>
        </pc:spChg>
        <pc:spChg chg="mod">
          <ac:chgData name="ankit shrivas" userId="e4b473bf617c932d" providerId="LiveId" clId="{265A3698-BE15-47E4-898F-4B9C5B7B9100}" dt="2025-02-14T06:06:58.544" v="165" actId="1076"/>
          <ac:spMkLst>
            <pc:docMk/>
            <pc:sldMk cId="892323856" sldId="261"/>
            <ac:spMk id="11" creationId="{A13A99F5-CDB6-7ECF-2725-DD74E5CDF55F}"/>
          </ac:spMkLst>
        </pc:spChg>
        <pc:spChg chg="del">
          <ac:chgData name="ankit shrivas" userId="e4b473bf617c932d" providerId="LiveId" clId="{265A3698-BE15-47E4-898F-4B9C5B7B9100}" dt="2025-02-13T08:33:45.659" v="66" actId="478"/>
          <ac:spMkLst>
            <pc:docMk/>
            <pc:sldMk cId="892323856" sldId="261"/>
            <ac:spMk id="17" creationId="{75B56C4B-193D-8582-DE4A-AC4BC67B822A}"/>
          </ac:spMkLst>
        </pc:spChg>
        <pc:spChg chg="mod">
          <ac:chgData name="ankit shrivas" userId="e4b473bf617c932d" providerId="LiveId" clId="{265A3698-BE15-47E4-898F-4B9C5B7B9100}" dt="2025-02-13T08:33:39.788" v="65" actId="20577"/>
          <ac:spMkLst>
            <pc:docMk/>
            <pc:sldMk cId="892323856" sldId="261"/>
            <ac:spMk id="19" creationId="{567E96D5-5AC4-6B30-D1D8-59AE2C268107}"/>
          </ac:spMkLst>
        </pc:spChg>
        <pc:grpChg chg="del">
          <ac:chgData name="ankit shrivas" userId="e4b473bf617c932d" providerId="LiveId" clId="{265A3698-BE15-47E4-898F-4B9C5B7B9100}" dt="2025-02-13T08:33:47.971" v="67" actId="478"/>
          <ac:grpSpMkLst>
            <pc:docMk/>
            <pc:sldMk cId="892323856" sldId="261"/>
            <ac:grpSpMk id="18" creationId="{A86785DF-A6EE-A39C-0BA5-9188CD3EFBEE}"/>
          </ac:grpSpMkLst>
        </pc:grpChg>
        <pc:picChg chg="mod">
          <ac:chgData name="ankit shrivas" userId="e4b473bf617c932d" providerId="LiveId" clId="{265A3698-BE15-47E4-898F-4B9C5B7B9100}" dt="2025-02-13T08:34:09.338" v="73" actId="1076"/>
          <ac:picMkLst>
            <pc:docMk/>
            <pc:sldMk cId="892323856" sldId="261"/>
            <ac:picMk id="14" creationId="{ADBF88F5-83D7-C7E2-24C1-139BDDB8E2BD}"/>
          </ac:picMkLst>
        </pc:picChg>
        <pc:picChg chg="del">
          <ac:chgData name="ankit shrivas" userId="e4b473bf617c932d" providerId="LiveId" clId="{265A3698-BE15-47E4-898F-4B9C5B7B9100}" dt="2025-02-13T08:34:12.322" v="74" actId="478"/>
          <ac:picMkLst>
            <pc:docMk/>
            <pc:sldMk cId="892323856" sldId="261"/>
            <ac:picMk id="20" creationId="{18AC1192-F9CB-1CC6-765B-FB7423EDF911}"/>
          </ac:picMkLst>
        </pc:picChg>
        <pc:picChg chg="add mod">
          <ac:chgData name="ankit shrivas" userId="e4b473bf617c932d" providerId="LiveId" clId="{265A3698-BE15-47E4-898F-4B9C5B7B9100}" dt="2025-02-13T08:37:45.045" v="102" actId="1076"/>
          <ac:picMkLst>
            <pc:docMk/>
            <pc:sldMk cId="892323856" sldId="261"/>
            <ac:picMk id="26" creationId="{94423F6B-B528-E718-2871-070E43EE7638}"/>
          </ac:picMkLst>
        </pc:picChg>
      </pc:sldChg>
      <pc:sldChg chg="addSp delSp modSp mod">
        <pc:chgData name="ankit shrivas" userId="e4b473bf617c932d" providerId="LiveId" clId="{265A3698-BE15-47E4-898F-4B9C5B7B9100}" dt="2025-02-14T06:10:47.475" v="254" actId="1076"/>
        <pc:sldMkLst>
          <pc:docMk/>
          <pc:sldMk cId="3437772225" sldId="262"/>
        </pc:sldMkLst>
        <pc:spChg chg="add mod">
          <ac:chgData name="ankit shrivas" userId="e4b473bf617c932d" providerId="LiveId" clId="{265A3698-BE15-47E4-898F-4B9C5B7B9100}" dt="2025-02-14T06:10:47.475" v="254" actId="1076"/>
          <ac:spMkLst>
            <pc:docMk/>
            <pc:sldMk cId="3437772225" sldId="262"/>
            <ac:spMk id="5" creationId="{47AFFF7B-7DC5-8295-4ACC-F6A12F392A53}"/>
          </ac:spMkLst>
        </pc:spChg>
        <pc:spChg chg="add mod">
          <ac:chgData name="ankit shrivas" userId="e4b473bf617c932d" providerId="LiveId" clId="{265A3698-BE15-47E4-898F-4B9C5B7B9100}" dt="2025-02-14T06:10:36.263" v="249" actId="1076"/>
          <ac:spMkLst>
            <pc:docMk/>
            <pc:sldMk cId="3437772225" sldId="262"/>
            <ac:spMk id="6" creationId="{48C547B1-9B5D-7642-7FB3-895C112EEB5B}"/>
          </ac:spMkLst>
        </pc:spChg>
        <pc:spChg chg="del">
          <ac:chgData name="ankit shrivas" userId="e4b473bf617c932d" providerId="LiveId" clId="{265A3698-BE15-47E4-898F-4B9C5B7B9100}" dt="2025-02-13T08:34:27.789" v="75" actId="478"/>
          <ac:spMkLst>
            <pc:docMk/>
            <pc:sldMk cId="3437772225" sldId="262"/>
            <ac:spMk id="63" creationId="{9F42D663-E798-B7FF-E0F9-B633B5FF8824}"/>
          </ac:spMkLst>
        </pc:spChg>
        <pc:spChg chg="del">
          <ac:chgData name="ankit shrivas" userId="e4b473bf617c932d" providerId="LiveId" clId="{265A3698-BE15-47E4-898F-4B9C5B7B9100}" dt="2025-02-13T08:35:01.439" v="76" actId="478"/>
          <ac:spMkLst>
            <pc:docMk/>
            <pc:sldMk cId="3437772225" sldId="262"/>
            <ac:spMk id="7168" creationId="{86438893-A94B-9C72-B6C3-A03FDCE1B2E2}"/>
          </ac:spMkLst>
        </pc:spChg>
        <pc:spChg chg="del">
          <ac:chgData name="ankit shrivas" userId="e4b473bf617c932d" providerId="LiveId" clId="{265A3698-BE15-47E4-898F-4B9C5B7B9100}" dt="2025-02-13T08:35:18.341" v="77" actId="478"/>
          <ac:spMkLst>
            <pc:docMk/>
            <pc:sldMk cId="3437772225" sldId="262"/>
            <ac:spMk id="7169" creationId="{5619F3D1-87C6-8ADA-D0CB-470F9A82A773}"/>
          </ac:spMkLst>
        </pc:spChg>
        <pc:spChg chg="del">
          <ac:chgData name="ankit shrivas" userId="e4b473bf617c932d" providerId="LiveId" clId="{265A3698-BE15-47E4-898F-4B9C5B7B9100}" dt="2025-02-13T08:35:18.341" v="77" actId="478"/>
          <ac:spMkLst>
            <pc:docMk/>
            <pc:sldMk cId="3437772225" sldId="262"/>
            <ac:spMk id="7170" creationId="{0A184746-F677-6970-D0A0-3CFA2E6D1580}"/>
          </ac:spMkLst>
        </pc:spChg>
        <pc:spChg chg="del">
          <ac:chgData name="ankit shrivas" userId="e4b473bf617c932d" providerId="LiveId" clId="{265A3698-BE15-47E4-898F-4B9C5B7B9100}" dt="2025-02-13T08:35:18.341" v="77" actId="478"/>
          <ac:spMkLst>
            <pc:docMk/>
            <pc:sldMk cId="3437772225" sldId="262"/>
            <ac:spMk id="7171" creationId="{DF2084DD-CFFA-D535-BC7D-A6134683BC45}"/>
          </ac:spMkLst>
        </pc:spChg>
        <pc:spChg chg="del">
          <ac:chgData name="ankit shrivas" userId="e4b473bf617c932d" providerId="LiveId" clId="{265A3698-BE15-47E4-898F-4B9C5B7B9100}" dt="2025-02-13T08:35:18.341" v="77" actId="478"/>
          <ac:spMkLst>
            <pc:docMk/>
            <pc:sldMk cId="3437772225" sldId="262"/>
            <ac:spMk id="7173" creationId="{F5938C0B-8841-D601-7065-8551B597B42C}"/>
          </ac:spMkLst>
        </pc:spChg>
        <pc:spChg chg="del">
          <ac:chgData name="ankit shrivas" userId="e4b473bf617c932d" providerId="LiveId" clId="{265A3698-BE15-47E4-898F-4B9C5B7B9100}" dt="2025-02-13T08:35:18.341" v="77" actId="478"/>
          <ac:spMkLst>
            <pc:docMk/>
            <pc:sldMk cId="3437772225" sldId="262"/>
            <ac:spMk id="7174" creationId="{373D61D6-4935-9EF2-0775-1C38AB6D22CC}"/>
          </ac:spMkLst>
        </pc:spChg>
        <pc:spChg chg="del">
          <ac:chgData name="ankit shrivas" userId="e4b473bf617c932d" providerId="LiveId" clId="{265A3698-BE15-47E4-898F-4B9C5B7B9100}" dt="2025-02-13T08:35:18.341" v="77" actId="478"/>
          <ac:spMkLst>
            <pc:docMk/>
            <pc:sldMk cId="3437772225" sldId="262"/>
            <ac:spMk id="7175" creationId="{A735DE50-20B1-FE30-A680-943FC1EDB08E}"/>
          </ac:spMkLst>
        </pc:spChg>
        <pc:grpChg chg="del">
          <ac:chgData name="ankit shrivas" userId="e4b473bf617c932d" providerId="LiveId" clId="{265A3698-BE15-47E4-898F-4B9C5B7B9100}" dt="2025-02-13T08:35:21.461" v="78" actId="478"/>
          <ac:grpSpMkLst>
            <pc:docMk/>
            <pc:sldMk cId="3437772225" sldId="262"/>
            <ac:grpSpMk id="6183" creationId="{E1440111-54D7-A365-B9CA-4FA262643342}"/>
          </ac:grpSpMkLst>
        </pc:grpChg>
      </pc:sldChg>
      <pc:sldChg chg="del">
        <pc:chgData name="ankit shrivas" userId="e4b473bf617c932d" providerId="LiveId" clId="{265A3698-BE15-47E4-898F-4B9C5B7B9100}" dt="2025-02-13T08:40:34.138" v="144" actId="47"/>
        <pc:sldMkLst>
          <pc:docMk/>
          <pc:sldMk cId="2167845990" sldId="264"/>
        </pc:sldMkLst>
      </pc:sldChg>
      <pc:sldChg chg="del">
        <pc:chgData name="ankit shrivas" userId="e4b473bf617c932d" providerId="LiveId" clId="{265A3698-BE15-47E4-898F-4B9C5B7B9100}" dt="2025-02-13T08:40:31.812" v="143" actId="47"/>
        <pc:sldMkLst>
          <pc:docMk/>
          <pc:sldMk cId="43971514" sldId="266"/>
        </pc:sldMkLst>
      </pc:sldChg>
      <pc:sldChg chg="addSp delSp modSp mod">
        <pc:chgData name="ankit shrivas" userId="e4b473bf617c932d" providerId="LiveId" clId="{265A3698-BE15-47E4-898F-4B9C5B7B9100}" dt="2025-02-14T06:16:49.668" v="319" actId="1076"/>
        <pc:sldMkLst>
          <pc:docMk/>
          <pc:sldMk cId="3758507822" sldId="267"/>
        </pc:sldMkLst>
        <pc:spChg chg="add mod">
          <ac:chgData name="ankit shrivas" userId="e4b473bf617c932d" providerId="LiveId" clId="{265A3698-BE15-47E4-898F-4B9C5B7B9100}" dt="2025-02-14T06:16:49.668" v="319" actId="1076"/>
          <ac:spMkLst>
            <pc:docMk/>
            <pc:sldMk cId="3758507822" sldId="267"/>
            <ac:spMk id="4" creationId="{9181543B-CAE2-FCE9-3B5B-AA33D4A7E3E0}"/>
          </ac:spMkLst>
        </pc:spChg>
        <pc:spChg chg="del mod">
          <ac:chgData name="ankit shrivas" userId="e4b473bf617c932d" providerId="LiveId" clId="{265A3698-BE15-47E4-898F-4B9C5B7B9100}" dt="2025-02-13T08:35:53.122" v="79" actId="478"/>
          <ac:spMkLst>
            <pc:docMk/>
            <pc:sldMk cId="3758507822" sldId="267"/>
            <ac:spMk id="11" creationId="{10D206BB-3964-2726-6A5A-901FF51A566E}"/>
          </ac:spMkLst>
        </pc:spChg>
        <pc:spChg chg="mod">
          <ac:chgData name="ankit shrivas" userId="e4b473bf617c932d" providerId="LiveId" clId="{265A3698-BE15-47E4-898F-4B9C5B7B9100}" dt="2025-02-13T08:35:53.122" v="79" actId="478"/>
          <ac:spMkLst>
            <pc:docMk/>
            <pc:sldMk cId="3758507822" sldId="267"/>
            <ac:spMk id="23" creationId="{66A218AD-583B-2F54-3FCF-D950E654AACE}"/>
          </ac:spMkLst>
        </pc:spChg>
        <pc:spChg chg="mod">
          <ac:chgData name="ankit shrivas" userId="e4b473bf617c932d" providerId="LiveId" clId="{265A3698-BE15-47E4-898F-4B9C5B7B9100}" dt="2025-02-13T08:35:53.122" v="79" actId="478"/>
          <ac:spMkLst>
            <pc:docMk/>
            <pc:sldMk cId="3758507822" sldId="267"/>
            <ac:spMk id="31" creationId="{C419B808-1C69-CA8A-FFDF-13592E706E31}"/>
          </ac:spMkLst>
        </pc:spChg>
        <pc:spChg chg="mod">
          <ac:chgData name="ankit shrivas" userId="e4b473bf617c932d" providerId="LiveId" clId="{265A3698-BE15-47E4-898F-4B9C5B7B9100}" dt="2025-02-13T08:35:53.122" v="79" actId="478"/>
          <ac:spMkLst>
            <pc:docMk/>
            <pc:sldMk cId="3758507822" sldId="267"/>
            <ac:spMk id="32" creationId="{E75FDA4B-DA31-7C28-A8E0-C72DC5F81411}"/>
          </ac:spMkLst>
        </pc:spChg>
        <pc:spChg chg="mod">
          <ac:chgData name="ankit shrivas" userId="e4b473bf617c932d" providerId="LiveId" clId="{265A3698-BE15-47E4-898F-4B9C5B7B9100}" dt="2025-02-13T08:35:53.122" v="79" actId="478"/>
          <ac:spMkLst>
            <pc:docMk/>
            <pc:sldMk cId="3758507822" sldId="267"/>
            <ac:spMk id="33" creationId="{6F1AE9E4-18A6-D73F-7334-FC11CEBA0E9E}"/>
          </ac:spMkLst>
        </pc:spChg>
        <pc:spChg chg="mod">
          <ac:chgData name="ankit shrivas" userId="e4b473bf617c932d" providerId="LiveId" clId="{265A3698-BE15-47E4-898F-4B9C5B7B9100}" dt="2025-02-13T08:35:53.122" v="79" actId="478"/>
          <ac:spMkLst>
            <pc:docMk/>
            <pc:sldMk cId="3758507822" sldId="267"/>
            <ac:spMk id="35" creationId="{B6B9F736-D187-6789-27FE-12B236171F77}"/>
          </ac:spMkLst>
        </pc:spChg>
        <pc:spChg chg="mod">
          <ac:chgData name="ankit shrivas" userId="e4b473bf617c932d" providerId="LiveId" clId="{265A3698-BE15-47E4-898F-4B9C5B7B9100}" dt="2025-02-13T08:35:53.122" v="79" actId="478"/>
          <ac:spMkLst>
            <pc:docMk/>
            <pc:sldMk cId="3758507822" sldId="267"/>
            <ac:spMk id="41" creationId="{BCD1E54C-A440-13AC-A4D5-B86D6D07ACFB}"/>
          </ac:spMkLst>
        </pc:spChg>
        <pc:spChg chg="mod">
          <ac:chgData name="ankit shrivas" userId="e4b473bf617c932d" providerId="LiveId" clId="{265A3698-BE15-47E4-898F-4B9C5B7B9100}" dt="2025-02-13T08:35:53.122" v="79" actId="478"/>
          <ac:spMkLst>
            <pc:docMk/>
            <pc:sldMk cId="3758507822" sldId="267"/>
            <ac:spMk id="43" creationId="{86C1638F-E631-0DFA-0204-4C1770B09ED6}"/>
          </ac:spMkLst>
        </pc:spChg>
        <pc:spChg chg="mod">
          <ac:chgData name="ankit shrivas" userId="e4b473bf617c932d" providerId="LiveId" clId="{265A3698-BE15-47E4-898F-4B9C5B7B9100}" dt="2025-02-13T08:35:53.122" v="79" actId="478"/>
          <ac:spMkLst>
            <pc:docMk/>
            <pc:sldMk cId="3758507822" sldId="267"/>
            <ac:spMk id="54" creationId="{BA529BC8-31AE-85A3-4066-1BB4A9D3A4B8}"/>
          </ac:spMkLst>
        </pc:spChg>
        <pc:spChg chg="mod">
          <ac:chgData name="ankit shrivas" userId="e4b473bf617c932d" providerId="LiveId" clId="{265A3698-BE15-47E4-898F-4B9C5B7B9100}" dt="2025-02-13T08:35:53.122" v="79" actId="478"/>
          <ac:spMkLst>
            <pc:docMk/>
            <pc:sldMk cId="3758507822" sldId="267"/>
            <ac:spMk id="55" creationId="{CB49864B-7182-7A73-1D67-785E1E27422C}"/>
          </ac:spMkLst>
        </pc:spChg>
        <pc:spChg chg="mod">
          <ac:chgData name="ankit shrivas" userId="e4b473bf617c932d" providerId="LiveId" clId="{265A3698-BE15-47E4-898F-4B9C5B7B9100}" dt="2025-02-14T06:10:57.796" v="270" actId="20577"/>
          <ac:spMkLst>
            <pc:docMk/>
            <pc:sldMk cId="3758507822" sldId="267"/>
            <ac:spMk id="7181" creationId="{C5D08967-213D-6ECA-62F1-3F3C828F609F}"/>
          </ac:spMkLst>
        </pc:spChg>
        <pc:grpChg chg="del">
          <ac:chgData name="ankit shrivas" userId="e4b473bf617c932d" providerId="LiveId" clId="{265A3698-BE15-47E4-898F-4B9C5B7B9100}" dt="2025-02-13T08:35:56.120" v="80" actId="478"/>
          <ac:grpSpMkLst>
            <pc:docMk/>
            <pc:sldMk cId="3758507822" sldId="267"/>
            <ac:grpSpMk id="7177" creationId="{B1CA006D-FFE4-5395-2B61-B00E9ABE496E}"/>
          </ac:grpSpMkLst>
        </pc:grpChg>
        <pc:picChg chg="add mod">
          <ac:chgData name="ankit shrivas" userId="e4b473bf617c932d" providerId="LiveId" clId="{265A3698-BE15-47E4-898F-4B9C5B7B9100}" dt="2025-02-13T08:38:17.831" v="107" actId="1076"/>
          <ac:picMkLst>
            <pc:docMk/>
            <pc:sldMk cId="3758507822" sldId="267"/>
            <ac:picMk id="7170" creationId="{BAB716F0-5413-109A-9DB7-22C3C11AD140}"/>
          </ac:picMkLst>
        </pc:picChg>
      </pc:sldChg>
      <pc:sldChg chg="del">
        <pc:chgData name="ankit shrivas" userId="e4b473bf617c932d" providerId="LiveId" clId="{265A3698-BE15-47E4-898F-4B9C5B7B9100}" dt="2025-02-13T08:40:27.288" v="140" actId="47"/>
        <pc:sldMkLst>
          <pc:docMk/>
          <pc:sldMk cId="546514873" sldId="269"/>
        </pc:sldMkLst>
      </pc:sldChg>
      <pc:sldChg chg="del">
        <pc:chgData name="ankit shrivas" userId="e4b473bf617c932d" providerId="LiveId" clId="{265A3698-BE15-47E4-898F-4B9C5B7B9100}" dt="2025-02-13T08:40:26.031" v="139" actId="47"/>
        <pc:sldMkLst>
          <pc:docMk/>
          <pc:sldMk cId="2808510849" sldId="270"/>
        </pc:sldMkLst>
      </pc:sldChg>
      <pc:sldChg chg="del">
        <pc:chgData name="ankit shrivas" userId="e4b473bf617c932d" providerId="LiveId" clId="{265A3698-BE15-47E4-898F-4B9C5B7B9100}" dt="2025-02-13T08:40:25.020" v="138" actId="47"/>
        <pc:sldMkLst>
          <pc:docMk/>
          <pc:sldMk cId="2967766219" sldId="271"/>
        </pc:sldMkLst>
      </pc:sldChg>
      <pc:sldChg chg="addSp delSp modSp del mod">
        <pc:chgData name="ankit shrivas" userId="e4b473bf617c932d" providerId="LiveId" clId="{265A3698-BE15-47E4-898F-4B9C5B7B9100}" dt="2025-02-14T06:15:34.079" v="297" actId="47"/>
        <pc:sldMkLst>
          <pc:docMk/>
          <pc:sldMk cId="4004669238" sldId="272"/>
        </pc:sldMkLst>
        <pc:spChg chg="add mod">
          <ac:chgData name="ankit shrivas" userId="e4b473bf617c932d" providerId="LiveId" clId="{265A3698-BE15-47E4-898F-4B9C5B7B9100}" dt="2025-02-14T06:04:56.908" v="160" actId="1076"/>
          <ac:spMkLst>
            <pc:docMk/>
            <pc:sldMk cId="4004669238" sldId="272"/>
            <ac:spMk id="3" creationId="{E93D8FD8-6E49-20D1-68A2-F0CD63BFB806}"/>
          </ac:spMkLst>
        </pc:spChg>
        <pc:spChg chg="mod">
          <ac:chgData name="ankit shrivas" userId="e4b473bf617c932d" providerId="LiveId" clId="{265A3698-BE15-47E4-898F-4B9C5B7B9100}" dt="2025-02-14T06:04:43.855" v="155" actId="20577"/>
          <ac:spMkLst>
            <pc:docMk/>
            <pc:sldMk cId="4004669238" sldId="272"/>
            <ac:spMk id="9" creationId="{F45A68A2-19A2-4AF3-52A6-232690916AD6}"/>
          </ac:spMkLst>
        </pc:spChg>
        <pc:grpChg chg="mod">
          <ac:chgData name="ankit shrivas" userId="e4b473bf617c932d" providerId="LiveId" clId="{265A3698-BE15-47E4-898F-4B9C5B7B9100}" dt="2025-02-14T06:04:54.237" v="159" actId="1076"/>
          <ac:grpSpMkLst>
            <pc:docMk/>
            <pc:sldMk cId="4004669238" sldId="272"/>
            <ac:grpSpMk id="10" creationId="{F4D74407-0408-564B-F964-A2C86566C970}"/>
          </ac:grpSpMkLst>
        </pc:grpChg>
        <pc:picChg chg="del">
          <ac:chgData name="ankit shrivas" userId="e4b473bf617c932d" providerId="LiveId" clId="{265A3698-BE15-47E4-898F-4B9C5B7B9100}" dt="2025-02-13T08:38:02.541" v="103" actId="21"/>
          <ac:picMkLst>
            <pc:docMk/>
            <pc:sldMk cId="4004669238" sldId="272"/>
            <ac:picMk id="7170" creationId="{BAB716F0-5413-109A-9DB7-22C3C11AD140}"/>
          </ac:picMkLst>
        </pc:picChg>
      </pc:sldChg>
      <pc:sldChg chg="del">
        <pc:chgData name="ankit shrivas" userId="e4b473bf617c932d" providerId="LiveId" clId="{265A3698-BE15-47E4-898F-4B9C5B7B9100}" dt="2025-02-13T08:40:00.459" v="129" actId="47"/>
        <pc:sldMkLst>
          <pc:docMk/>
          <pc:sldMk cId="1511855155" sldId="273"/>
        </pc:sldMkLst>
      </pc:sldChg>
      <pc:sldChg chg="del">
        <pc:chgData name="ankit shrivas" userId="e4b473bf617c932d" providerId="LiveId" clId="{265A3698-BE15-47E4-898F-4B9C5B7B9100}" dt="2025-02-13T08:40:39.358" v="145" actId="47"/>
        <pc:sldMkLst>
          <pc:docMk/>
          <pc:sldMk cId="1998803847" sldId="274"/>
        </pc:sldMkLst>
      </pc:sldChg>
      <pc:sldChg chg="del">
        <pc:chgData name="ankit shrivas" userId="e4b473bf617c932d" providerId="LiveId" clId="{265A3698-BE15-47E4-898F-4B9C5B7B9100}" dt="2025-02-13T08:39:58.626" v="128" actId="47"/>
        <pc:sldMkLst>
          <pc:docMk/>
          <pc:sldMk cId="2265775417" sldId="275"/>
        </pc:sldMkLst>
      </pc:sldChg>
      <pc:sldChg chg="del">
        <pc:chgData name="ankit shrivas" userId="e4b473bf617c932d" providerId="LiveId" clId="{265A3698-BE15-47E4-898F-4B9C5B7B9100}" dt="2025-02-13T08:39:58.092" v="127" actId="47"/>
        <pc:sldMkLst>
          <pc:docMk/>
          <pc:sldMk cId="2071406326" sldId="276"/>
        </pc:sldMkLst>
      </pc:sldChg>
      <pc:sldChg chg="del">
        <pc:chgData name="ankit shrivas" userId="e4b473bf617c932d" providerId="LiveId" clId="{265A3698-BE15-47E4-898F-4B9C5B7B9100}" dt="2025-02-13T08:39:57.324" v="126" actId="47"/>
        <pc:sldMkLst>
          <pc:docMk/>
          <pc:sldMk cId="4058423068" sldId="277"/>
        </pc:sldMkLst>
      </pc:sldChg>
      <pc:sldChg chg="del">
        <pc:chgData name="ankit shrivas" userId="e4b473bf617c932d" providerId="LiveId" clId="{265A3698-BE15-47E4-898F-4B9C5B7B9100}" dt="2025-02-13T08:39:56.789" v="125" actId="47"/>
        <pc:sldMkLst>
          <pc:docMk/>
          <pc:sldMk cId="3045882380" sldId="278"/>
        </pc:sldMkLst>
      </pc:sldChg>
      <pc:sldChg chg="del">
        <pc:chgData name="ankit shrivas" userId="e4b473bf617c932d" providerId="LiveId" clId="{265A3698-BE15-47E4-898F-4B9C5B7B9100}" dt="2025-02-13T08:40:24.109" v="137" actId="47"/>
        <pc:sldMkLst>
          <pc:docMk/>
          <pc:sldMk cId="3879206063" sldId="279"/>
        </pc:sldMkLst>
      </pc:sldChg>
      <pc:sldChg chg="del">
        <pc:chgData name="ankit shrivas" userId="e4b473bf617c932d" providerId="LiveId" clId="{265A3698-BE15-47E4-898F-4B9C5B7B9100}" dt="2025-02-13T08:40:23.130" v="136" actId="47"/>
        <pc:sldMkLst>
          <pc:docMk/>
          <pc:sldMk cId="1683749321" sldId="280"/>
        </pc:sldMkLst>
      </pc:sldChg>
      <pc:sldChg chg="del">
        <pc:chgData name="ankit shrivas" userId="e4b473bf617c932d" providerId="LiveId" clId="{265A3698-BE15-47E4-898F-4B9C5B7B9100}" dt="2025-02-13T08:40:21.735" v="135" actId="47"/>
        <pc:sldMkLst>
          <pc:docMk/>
          <pc:sldMk cId="2521026954" sldId="281"/>
        </pc:sldMkLst>
      </pc:sldChg>
      <pc:sldChg chg="del">
        <pc:chgData name="ankit shrivas" userId="e4b473bf617c932d" providerId="LiveId" clId="{265A3698-BE15-47E4-898F-4B9C5B7B9100}" dt="2025-02-13T08:40:19.421" v="134" actId="47"/>
        <pc:sldMkLst>
          <pc:docMk/>
          <pc:sldMk cId="265083372" sldId="282"/>
        </pc:sldMkLst>
      </pc:sldChg>
      <pc:sldChg chg="delSp del mod">
        <pc:chgData name="ankit shrivas" userId="e4b473bf617c932d" providerId="LiveId" clId="{265A3698-BE15-47E4-898F-4B9C5B7B9100}" dt="2025-02-13T08:40:17.128" v="133" actId="47"/>
        <pc:sldMkLst>
          <pc:docMk/>
          <pc:sldMk cId="3782702686" sldId="283"/>
        </pc:sldMkLst>
        <pc:picChg chg="del">
          <ac:chgData name="ankit shrivas" userId="e4b473bf617c932d" providerId="LiveId" clId="{265A3698-BE15-47E4-898F-4B9C5B7B9100}" dt="2025-02-13T08:39:43.551" v="121" actId="21"/>
          <ac:picMkLst>
            <pc:docMk/>
            <pc:sldMk cId="3782702686" sldId="283"/>
            <ac:picMk id="12" creationId="{9D3407FD-11EC-4C06-E1FC-11540003C14E}"/>
          </ac:picMkLst>
        </pc:picChg>
        <pc:picChg chg="del">
          <ac:chgData name="ankit shrivas" userId="e4b473bf617c932d" providerId="LiveId" clId="{265A3698-BE15-47E4-898F-4B9C5B7B9100}" dt="2025-02-13T08:37:13.862" v="91" actId="21"/>
          <ac:picMkLst>
            <pc:docMk/>
            <pc:sldMk cId="3782702686" sldId="283"/>
            <ac:picMk id="26" creationId="{94423F6B-B528-E718-2871-070E43EE7638}"/>
          </ac:picMkLst>
        </pc:picChg>
      </pc:sldChg>
      <pc:sldChg chg="del ord">
        <pc:chgData name="ankit shrivas" userId="e4b473bf617c932d" providerId="LiveId" clId="{265A3698-BE15-47E4-898F-4B9C5B7B9100}" dt="2025-02-14T06:15:39.247" v="301" actId="47"/>
        <pc:sldMkLst>
          <pc:docMk/>
          <pc:sldMk cId="4258215480" sldId="284"/>
        </pc:sldMkLst>
      </pc:sldChg>
      <pc:sldChg chg="add del">
        <pc:chgData name="ankit shrivas" userId="e4b473bf617c932d" providerId="LiveId" clId="{265A3698-BE15-47E4-898F-4B9C5B7B9100}" dt="2025-02-13T08:40:14.091" v="132" actId="47"/>
        <pc:sldMkLst>
          <pc:docMk/>
          <pc:sldMk cId="1966729000" sldId="285"/>
        </pc:sldMkLst>
      </pc:sldChg>
      <pc:sldChg chg="addSp delSp modSp add mod">
        <pc:chgData name="ankit shrivas" userId="e4b473bf617c932d" providerId="LiveId" clId="{265A3698-BE15-47E4-898F-4B9C5B7B9100}" dt="2025-02-14T06:16:38.107" v="316" actId="113"/>
        <pc:sldMkLst>
          <pc:docMk/>
          <pc:sldMk cId="1091973170" sldId="286"/>
        </pc:sldMkLst>
        <pc:spChg chg="add mod">
          <ac:chgData name="ankit shrivas" userId="e4b473bf617c932d" providerId="LiveId" clId="{265A3698-BE15-47E4-898F-4B9C5B7B9100}" dt="2025-02-14T06:16:38.107" v="316" actId="113"/>
          <ac:spMkLst>
            <pc:docMk/>
            <pc:sldMk cId="1091973170" sldId="286"/>
            <ac:spMk id="4" creationId="{72A4B424-558A-A15E-B936-218929F91E5A}"/>
          </ac:spMkLst>
        </pc:spChg>
        <pc:spChg chg="mod">
          <ac:chgData name="ankit shrivas" userId="e4b473bf617c932d" providerId="LiveId" clId="{265A3698-BE15-47E4-898F-4B9C5B7B9100}" dt="2025-02-13T08:39:21.263" v="119" actId="14100"/>
          <ac:spMkLst>
            <pc:docMk/>
            <pc:sldMk cId="1091973170" sldId="286"/>
            <ac:spMk id="24" creationId="{6B579A6B-E836-9600-7CFE-2C271F989F57}"/>
          </ac:spMkLst>
        </pc:spChg>
        <pc:spChg chg="mod">
          <ac:chgData name="ankit shrivas" userId="e4b473bf617c932d" providerId="LiveId" clId="{265A3698-BE15-47E4-898F-4B9C5B7B9100}" dt="2025-02-13T08:38:34.727" v="109"/>
          <ac:spMkLst>
            <pc:docMk/>
            <pc:sldMk cId="1091973170" sldId="286"/>
            <ac:spMk id="2061" creationId="{A63CFDC9-CD8E-6658-7124-D3AF0A2EDEFC}"/>
          </ac:spMkLst>
        </pc:spChg>
        <pc:spChg chg="mod">
          <ac:chgData name="ankit shrivas" userId="e4b473bf617c932d" providerId="LiveId" clId="{265A3698-BE15-47E4-898F-4B9C5B7B9100}" dt="2025-02-13T08:38:34.727" v="109"/>
          <ac:spMkLst>
            <pc:docMk/>
            <pc:sldMk cId="1091973170" sldId="286"/>
            <ac:spMk id="2225" creationId="{3007C84F-C76C-CD89-FA1F-5B55AAE0B557}"/>
          </ac:spMkLst>
        </pc:spChg>
        <pc:spChg chg="mod">
          <ac:chgData name="ankit shrivas" userId="e4b473bf617c932d" providerId="LiveId" clId="{265A3698-BE15-47E4-898F-4B9C5B7B9100}" dt="2025-02-13T08:38:34.727" v="109"/>
          <ac:spMkLst>
            <pc:docMk/>
            <pc:sldMk cId="1091973170" sldId="286"/>
            <ac:spMk id="2273" creationId="{A2680805-BFA6-08E1-4A11-0CD22AE2A5F0}"/>
          </ac:spMkLst>
        </pc:spChg>
        <pc:spChg chg="mod">
          <ac:chgData name="ankit shrivas" userId="e4b473bf617c932d" providerId="LiveId" clId="{265A3698-BE15-47E4-898F-4B9C5B7B9100}" dt="2025-02-13T08:38:34.727" v="109"/>
          <ac:spMkLst>
            <pc:docMk/>
            <pc:sldMk cId="1091973170" sldId="286"/>
            <ac:spMk id="2304" creationId="{4EAE41BB-A158-52C8-D1AB-C3BC5A780C49}"/>
          </ac:spMkLst>
        </pc:spChg>
        <pc:spChg chg="mod">
          <ac:chgData name="ankit shrivas" userId="e4b473bf617c932d" providerId="LiveId" clId="{265A3698-BE15-47E4-898F-4B9C5B7B9100}" dt="2025-02-13T08:38:34.727" v="109"/>
          <ac:spMkLst>
            <pc:docMk/>
            <pc:sldMk cId="1091973170" sldId="286"/>
            <ac:spMk id="2404" creationId="{1553F58A-B9BD-CF83-605C-7807EFC6EF64}"/>
          </ac:spMkLst>
        </pc:spChg>
        <pc:spChg chg="mod">
          <ac:chgData name="ankit shrivas" userId="e4b473bf617c932d" providerId="LiveId" clId="{265A3698-BE15-47E4-898F-4B9C5B7B9100}" dt="2025-02-13T08:38:34.727" v="109"/>
          <ac:spMkLst>
            <pc:docMk/>
            <pc:sldMk cId="1091973170" sldId="286"/>
            <ac:spMk id="2477" creationId="{EE3FEFD0-7DFD-7950-D2EB-0A7B20A34B2A}"/>
          </ac:spMkLst>
        </pc:spChg>
        <pc:spChg chg="mod">
          <ac:chgData name="ankit shrivas" userId="e4b473bf617c932d" providerId="LiveId" clId="{265A3698-BE15-47E4-898F-4B9C5B7B9100}" dt="2025-02-13T08:38:34.727" v="109"/>
          <ac:spMkLst>
            <pc:docMk/>
            <pc:sldMk cId="1091973170" sldId="286"/>
            <ac:spMk id="2679" creationId="{9021E51D-4D28-A7FD-5BE6-CEB03B6B1836}"/>
          </ac:spMkLst>
        </pc:spChg>
        <pc:spChg chg="mod">
          <ac:chgData name="ankit shrivas" userId="e4b473bf617c932d" providerId="LiveId" clId="{265A3698-BE15-47E4-898F-4B9C5B7B9100}" dt="2025-02-13T08:38:34.727" v="109"/>
          <ac:spMkLst>
            <pc:docMk/>
            <pc:sldMk cId="1091973170" sldId="286"/>
            <ac:spMk id="2716" creationId="{F0DB4BEA-4702-1B02-7B0B-5CEE1C5F82EB}"/>
          </ac:spMkLst>
        </pc:spChg>
        <pc:spChg chg="mod">
          <ac:chgData name="ankit shrivas" userId="e4b473bf617c932d" providerId="LiveId" clId="{265A3698-BE15-47E4-898F-4B9C5B7B9100}" dt="2025-02-13T08:38:34.727" v="109"/>
          <ac:spMkLst>
            <pc:docMk/>
            <pc:sldMk cId="1091973170" sldId="286"/>
            <ac:spMk id="2787" creationId="{882958DF-2C16-A7E7-10A6-6497ADE1CA9F}"/>
          </ac:spMkLst>
        </pc:spChg>
        <pc:spChg chg="mod">
          <ac:chgData name="ankit shrivas" userId="e4b473bf617c932d" providerId="LiveId" clId="{265A3698-BE15-47E4-898F-4B9C5B7B9100}" dt="2025-02-13T08:38:34.727" v="109"/>
          <ac:spMkLst>
            <pc:docMk/>
            <pc:sldMk cId="1091973170" sldId="286"/>
            <ac:spMk id="2941" creationId="{ED418CFD-CEB5-84B4-1B6F-16FFF7FFDE2B}"/>
          </ac:spMkLst>
        </pc:spChg>
        <pc:spChg chg="del">
          <ac:chgData name="ankit shrivas" userId="e4b473bf617c932d" providerId="LiveId" clId="{265A3698-BE15-47E4-898F-4B9C5B7B9100}" dt="2025-02-14T06:16:32.984" v="314" actId="478"/>
          <ac:spMkLst>
            <pc:docMk/>
            <pc:sldMk cId="1091973170" sldId="286"/>
            <ac:spMk id="7181" creationId="{B16608C7-515A-130B-4078-F13A7823D5A6}"/>
          </ac:spMkLst>
        </pc:spChg>
        <pc:grpChg chg="mod">
          <ac:chgData name="ankit shrivas" userId="e4b473bf617c932d" providerId="LiveId" clId="{265A3698-BE15-47E4-898F-4B9C5B7B9100}" dt="2025-02-13T08:39:27.884" v="120" actId="14100"/>
          <ac:grpSpMkLst>
            <pc:docMk/>
            <pc:sldMk cId="1091973170" sldId="286"/>
            <ac:grpSpMk id="3093" creationId="{48D44D61-75D4-871C-6F96-47FDB76CE5DE}"/>
          </ac:grpSpMkLst>
        </pc:grpChg>
      </pc:sldChg>
      <pc:sldChg chg="add del">
        <pc:chgData name="ankit shrivas" userId="e4b473bf617c932d" providerId="LiveId" clId="{265A3698-BE15-47E4-898F-4B9C5B7B9100}" dt="2025-02-14T06:15:35.665" v="298" actId="47"/>
        <pc:sldMkLst>
          <pc:docMk/>
          <pc:sldMk cId="697598027" sldId="287"/>
        </pc:sldMkLst>
      </pc:sldChg>
      <pc:sldChg chg="add del">
        <pc:chgData name="ankit shrivas" userId="e4b473bf617c932d" providerId="LiveId" clId="{265A3698-BE15-47E4-898F-4B9C5B7B9100}" dt="2025-02-14T06:15:33.022" v="296" actId="47"/>
        <pc:sldMkLst>
          <pc:docMk/>
          <pc:sldMk cId="1128083093" sldId="288"/>
        </pc:sldMkLst>
      </pc:sldChg>
      <pc:sldChg chg="addSp delSp modSp add mod">
        <pc:chgData name="ankit shrivas" userId="e4b473bf617c932d" providerId="LiveId" clId="{265A3698-BE15-47E4-898F-4B9C5B7B9100}" dt="2025-02-14T06:15:27.439" v="295" actId="207"/>
        <pc:sldMkLst>
          <pc:docMk/>
          <pc:sldMk cId="2302373332" sldId="289"/>
        </pc:sldMkLst>
        <pc:spChg chg="add mod">
          <ac:chgData name="ankit shrivas" userId="e4b473bf617c932d" providerId="LiveId" clId="{265A3698-BE15-47E4-898F-4B9C5B7B9100}" dt="2025-02-14T06:15:27.439" v="295" actId="207"/>
          <ac:spMkLst>
            <pc:docMk/>
            <pc:sldMk cId="2302373332" sldId="289"/>
            <ac:spMk id="4" creationId="{D07D0378-9AFD-DC44-5404-C07BD360015B}"/>
          </ac:spMkLst>
        </pc:spChg>
        <pc:spChg chg="del">
          <ac:chgData name="ankit shrivas" userId="e4b473bf617c932d" providerId="LiveId" clId="{265A3698-BE15-47E4-898F-4B9C5B7B9100}" dt="2025-02-14T06:14:55.516" v="291" actId="478"/>
          <ac:spMkLst>
            <pc:docMk/>
            <pc:sldMk cId="2302373332" sldId="289"/>
            <ac:spMk id="7181" creationId="{89554EA3-276F-E2B1-0EB1-7EA832E10793}"/>
          </ac:spMkLst>
        </pc:spChg>
      </pc:sldChg>
      <pc:sldChg chg="add del">
        <pc:chgData name="ankit shrivas" userId="e4b473bf617c932d" providerId="LiveId" clId="{265A3698-BE15-47E4-898F-4B9C5B7B9100}" dt="2025-02-14T06:15:36.415" v="299" actId="47"/>
        <pc:sldMkLst>
          <pc:docMk/>
          <pc:sldMk cId="2195209504" sldId="290"/>
        </pc:sldMkLst>
      </pc:sldChg>
      <pc:sldChg chg="add del">
        <pc:chgData name="ankit shrivas" userId="e4b473bf617c932d" providerId="LiveId" clId="{265A3698-BE15-47E4-898F-4B9C5B7B9100}" dt="2025-02-14T06:15:37.173" v="300" actId="47"/>
        <pc:sldMkLst>
          <pc:docMk/>
          <pc:sldMk cId="3108135768" sldId="291"/>
        </pc:sldMkLst>
      </pc:sldChg>
      <pc:sldChg chg="addSp delSp modSp add mod">
        <pc:chgData name="ankit shrivas" userId="e4b473bf617c932d" providerId="LiveId" clId="{265A3698-BE15-47E4-898F-4B9C5B7B9100}" dt="2025-02-14T06:16:27.332" v="313" actId="113"/>
        <pc:sldMkLst>
          <pc:docMk/>
          <pc:sldMk cId="401579425" sldId="292"/>
        </pc:sldMkLst>
        <pc:spChg chg="add mod">
          <ac:chgData name="ankit shrivas" userId="e4b473bf617c932d" providerId="LiveId" clId="{265A3698-BE15-47E4-898F-4B9C5B7B9100}" dt="2025-02-14T06:16:27.332" v="313" actId="113"/>
          <ac:spMkLst>
            <pc:docMk/>
            <pc:sldMk cId="401579425" sldId="292"/>
            <ac:spMk id="4" creationId="{9DAA8BC5-56AF-FD60-191A-7C74484817B5}"/>
          </ac:spMkLst>
        </pc:spChg>
        <pc:spChg chg="del">
          <ac:chgData name="ankit shrivas" userId="e4b473bf617c932d" providerId="LiveId" clId="{265A3698-BE15-47E4-898F-4B9C5B7B9100}" dt="2025-02-14T06:16:17.146" v="311" actId="478"/>
          <ac:spMkLst>
            <pc:docMk/>
            <pc:sldMk cId="401579425" sldId="292"/>
            <ac:spMk id="7181" creationId="{1B887252-CA1D-7DF4-CA59-30C98ABEB9EE}"/>
          </ac:spMkLst>
        </pc:spChg>
        <pc:picChg chg="add mod">
          <ac:chgData name="ankit shrivas" userId="e4b473bf617c932d" providerId="LiveId" clId="{265A3698-BE15-47E4-898F-4B9C5B7B9100}" dt="2025-02-13T08:39:52.179" v="124" actId="1076"/>
          <ac:picMkLst>
            <pc:docMk/>
            <pc:sldMk cId="401579425" sldId="292"/>
            <ac:picMk id="12" creationId="{9D3407FD-11EC-4C06-E1FC-11540003C14E}"/>
          </ac:picMkLst>
        </pc:picChg>
      </pc:sldChg>
      <pc:sldChg chg="addSp delSp modSp add mod">
        <pc:chgData name="ankit shrivas" userId="e4b473bf617c932d" providerId="LiveId" clId="{265A3698-BE15-47E4-898F-4B9C5B7B9100}" dt="2025-02-14T06:15:54.887" v="305" actId="1076"/>
        <pc:sldMkLst>
          <pc:docMk/>
          <pc:sldMk cId="4151459399" sldId="293"/>
        </pc:sldMkLst>
        <pc:spChg chg="add mod">
          <ac:chgData name="ankit shrivas" userId="e4b473bf617c932d" providerId="LiveId" clId="{265A3698-BE15-47E4-898F-4B9C5B7B9100}" dt="2025-02-14T06:15:54.887" v="305" actId="1076"/>
          <ac:spMkLst>
            <pc:docMk/>
            <pc:sldMk cId="4151459399" sldId="293"/>
            <ac:spMk id="4" creationId="{13F5ED43-CBF0-4527-77ED-7EA4CDB8CE38}"/>
          </ac:spMkLst>
        </pc:spChg>
        <pc:spChg chg="del">
          <ac:chgData name="ankit shrivas" userId="e4b473bf617c932d" providerId="LiveId" clId="{265A3698-BE15-47E4-898F-4B9C5B7B9100}" dt="2025-02-14T06:15:45.765" v="302" actId="478"/>
          <ac:spMkLst>
            <pc:docMk/>
            <pc:sldMk cId="4151459399" sldId="293"/>
            <ac:spMk id="7181" creationId="{DB8F05E1-27AB-3C34-0E11-744E88079415}"/>
          </ac:spMkLst>
        </pc:spChg>
      </pc:sldChg>
      <pc:sldChg chg="addSp delSp modSp add mod">
        <pc:chgData name="ankit shrivas" userId="e4b473bf617c932d" providerId="LiveId" clId="{265A3698-BE15-47E4-898F-4B9C5B7B9100}" dt="2025-02-14T06:16:10.996" v="310" actId="1076"/>
        <pc:sldMkLst>
          <pc:docMk/>
          <pc:sldMk cId="781410949" sldId="294"/>
        </pc:sldMkLst>
        <pc:spChg chg="add mod">
          <ac:chgData name="ankit shrivas" userId="e4b473bf617c932d" providerId="LiveId" clId="{265A3698-BE15-47E4-898F-4B9C5B7B9100}" dt="2025-02-14T06:16:10.996" v="310" actId="1076"/>
          <ac:spMkLst>
            <pc:docMk/>
            <pc:sldMk cId="781410949" sldId="294"/>
            <ac:spMk id="4" creationId="{3197D842-276A-8D6B-697B-58D4A9216D94}"/>
          </ac:spMkLst>
        </pc:spChg>
        <pc:spChg chg="del mod">
          <ac:chgData name="ankit shrivas" userId="e4b473bf617c932d" providerId="LiveId" clId="{265A3698-BE15-47E4-898F-4B9C5B7B9100}" dt="2025-02-14T06:16:02.872" v="307" actId="478"/>
          <ac:spMkLst>
            <pc:docMk/>
            <pc:sldMk cId="781410949" sldId="294"/>
            <ac:spMk id="7181" creationId="{AB35133C-70E2-7271-241C-00F1EC991940}"/>
          </ac:spMkLst>
        </pc:spChg>
      </pc:sldChg>
      <pc:sldChg chg="modSp add mod">
        <pc:chgData name="ankit shrivas" userId="e4b473bf617c932d" providerId="LiveId" clId="{265A3698-BE15-47E4-898F-4B9C5B7B9100}" dt="2025-02-14T06:08:36.951" v="199" actId="20577"/>
        <pc:sldMkLst>
          <pc:docMk/>
          <pc:sldMk cId="23307421" sldId="295"/>
        </pc:sldMkLst>
        <pc:spChg chg="mod">
          <ac:chgData name="ankit shrivas" userId="e4b473bf617c932d" providerId="LiveId" clId="{265A3698-BE15-47E4-898F-4B9C5B7B9100}" dt="2025-02-14T06:08:27.683" v="169" actId="207"/>
          <ac:spMkLst>
            <pc:docMk/>
            <pc:sldMk cId="23307421" sldId="295"/>
            <ac:spMk id="11" creationId="{3676E685-C166-441F-82FC-031A68850059}"/>
          </ac:spMkLst>
        </pc:spChg>
        <pc:spChg chg="mod">
          <ac:chgData name="ankit shrivas" userId="e4b473bf617c932d" providerId="LiveId" clId="{265A3698-BE15-47E4-898F-4B9C5B7B9100}" dt="2025-02-14T06:08:36.951" v="199" actId="20577"/>
          <ac:spMkLst>
            <pc:docMk/>
            <pc:sldMk cId="23307421" sldId="295"/>
            <ac:spMk id="19" creationId="{CF6902FF-1015-0E38-70B1-C5404C39946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F2E34-DD8A-4841-B444-CBBF013A9380}" type="datetimeFigureOut">
              <a:rPr lang="en-IN" smtClean="0"/>
              <a:t>14-02-2025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8D389-3E57-4CBA-8CC2-ECAC53644C42}" type="slidenum">
              <a:rPr lang="en-IN" smtClean="0"/>
              <a:t>‹#›</a:t>
            </a:fld>
            <a:endParaRPr lang="en-IN"/>
          </a:p>
        </p:txBody>
      </p:sp>
    </p:spTree>
    <p:extLst>
      <p:ext uri="{BB962C8B-B14F-4D97-AF65-F5344CB8AC3E}">
        <p14:creationId xmlns:p14="http://schemas.microsoft.com/office/powerpoint/2010/main" val="2647058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E8D389-3E57-4CBA-8CC2-ECAC53644C42}" type="slidenum">
              <a:rPr lang="en-IN" smtClean="0"/>
              <a:t>6</a:t>
            </a:fld>
            <a:endParaRPr lang="en-IN" dirty="0"/>
          </a:p>
        </p:txBody>
      </p:sp>
    </p:spTree>
    <p:extLst>
      <p:ext uri="{BB962C8B-B14F-4D97-AF65-F5344CB8AC3E}">
        <p14:creationId xmlns:p14="http://schemas.microsoft.com/office/powerpoint/2010/main" val="1564870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8C1D-9C30-10BC-33A0-13A369A9E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350CC-9B08-706B-C1AF-7EBC98C28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AD8B8-6AC0-31F9-805A-1F840CFC2D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CE4F3B-66BB-8047-E0F9-C854015C1A44}"/>
              </a:ext>
            </a:extLst>
          </p:cNvPr>
          <p:cNvSpPr>
            <a:spLocks noGrp="1"/>
          </p:cNvSpPr>
          <p:nvPr>
            <p:ph type="sldNum" sz="quarter" idx="5"/>
          </p:nvPr>
        </p:nvSpPr>
        <p:spPr/>
        <p:txBody>
          <a:bodyPr/>
          <a:lstStyle/>
          <a:p>
            <a:fld id="{F9E8D389-3E57-4CBA-8CC2-ECAC53644C42}" type="slidenum">
              <a:rPr lang="en-IN" smtClean="0"/>
              <a:t>7</a:t>
            </a:fld>
            <a:endParaRPr lang="en-IN" dirty="0"/>
          </a:p>
        </p:txBody>
      </p:sp>
    </p:spTree>
    <p:extLst>
      <p:ext uri="{BB962C8B-B14F-4D97-AF65-F5344CB8AC3E}">
        <p14:creationId xmlns:p14="http://schemas.microsoft.com/office/powerpoint/2010/main" val="167552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8C00A-2D99-4408-48C6-5AAB3F141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04774-5F26-9547-2901-DB7D61040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1250E-462F-389D-2866-0D817156CE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BA24D8-D29C-566B-C895-37749330E7B8}"/>
              </a:ext>
            </a:extLst>
          </p:cNvPr>
          <p:cNvSpPr>
            <a:spLocks noGrp="1"/>
          </p:cNvSpPr>
          <p:nvPr>
            <p:ph type="sldNum" sz="quarter" idx="5"/>
          </p:nvPr>
        </p:nvSpPr>
        <p:spPr/>
        <p:txBody>
          <a:bodyPr/>
          <a:lstStyle/>
          <a:p>
            <a:fld id="{F9E8D389-3E57-4CBA-8CC2-ECAC53644C42}" type="slidenum">
              <a:rPr lang="en-IN" smtClean="0"/>
              <a:t>8</a:t>
            </a:fld>
            <a:endParaRPr lang="en-IN" dirty="0"/>
          </a:p>
        </p:txBody>
      </p:sp>
    </p:spTree>
    <p:extLst>
      <p:ext uri="{BB962C8B-B14F-4D97-AF65-F5344CB8AC3E}">
        <p14:creationId xmlns:p14="http://schemas.microsoft.com/office/powerpoint/2010/main" val="918500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BBDF8-F766-2E63-2DCE-387B0D3B4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12650-8BCF-5376-0F66-B439C4B1E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D521B-AC19-5A40-9317-27FA1FF05B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D535F3-3B5D-01AB-E0FD-6C02B06C0C40}"/>
              </a:ext>
            </a:extLst>
          </p:cNvPr>
          <p:cNvSpPr>
            <a:spLocks noGrp="1"/>
          </p:cNvSpPr>
          <p:nvPr>
            <p:ph type="sldNum" sz="quarter" idx="5"/>
          </p:nvPr>
        </p:nvSpPr>
        <p:spPr/>
        <p:txBody>
          <a:bodyPr/>
          <a:lstStyle/>
          <a:p>
            <a:fld id="{F9E8D389-3E57-4CBA-8CC2-ECAC53644C42}" type="slidenum">
              <a:rPr lang="en-IN" smtClean="0"/>
              <a:t>9</a:t>
            </a:fld>
            <a:endParaRPr lang="en-IN" dirty="0"/>
          </a:p>
        </p:txBody>
      </p:sp>
    </p:spTree>
    <p:extLst>
      <p:ext uri="{BB962C8B-B14F-4D97-AF65-F5344CB8AC3E}">
        <p14:creationId xmlns:p14="http://schemas.microsoft.com/office/powerpoint/2010/main" val="4151005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0F100-6001-FDA8-9792-FBFC2C629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09315-B8CC-9103-22F6-1EEBB1F27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83708-89DD-8A2A-9736-F07749F0D5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B70C95-ECFD-2861-5A6E-5366166B2AED}"/>
              </a:ext>
            </a:extLst>
          </p:cNvPr>
          <p:cNvSpPr>
            <a:spLocks noGrp="1"/>
          </p:cNvSpPr>
          <p:nvPr>
            <p:ph type="sldNum" sz="quarter" idx="5"/>
          </p:nvPr>
        </p:nvSpPr>
        <p:spPr/>
        <p:txBody>
          <a:bodyPr/>
          <a:lstStyle/>
          <a:p>
            <a:fld id="{F9E8D389-3E57-4CBA-8CC2-ECAC53644C42}" type="slidenum">
              <a:rPr lang="en-IN" smtClean="0"/>
              <a:t>10</a:t>
            </a:fld>
            <a:endParaRPr lang="en-IN" dirty="0"/>
          </a:p>
        </p:txBody>
      </p:sp>
    </p:spTree>
    <p:extLst>
      <p:ext uri="{BB962C8B-B14F-4D97-AF65-F5344CB8AC3E}">
        <p14:creationId xmlns:p14="http://schemas.microsoft.com/office/powerpoint/2010/main" val="466338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EE3E-E63D-A701-0437-02C34E65C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0F544-3440-55CE-E327-225375E2B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EAB06-63C0-37B4-98F9-2B1A5231A5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41A4AF-DD81-3C53-C4BC-EF6F42C55519}"/>
              </a:ext>
            </a:extLst>
          </p:cNvPr>
          <p:cNvSpPr>
            <a:spLocks noGrp="1"/>
          </p:cNvSpPr>
          <p:nvPr>
            <p:ph type="sldNum" sz="quarter" idx="5"/>
          </p:nvPr>
        </p:nvSpPr>
        <p:spPr/>
        <p:txBody>
          <a:bodyPr/>
          <a:lstStyle/>
          <a:p>
            <a:fld id="{F9E8D389-3E57-4CBA-8CC2-ECAC53644C42}" type="slidenum">
              <a:rPr lang="en-IN" smtClean="0"/>
              <a:t>11</a:t>
            </a:fld>
            <a:endParaRPr lang="en-IN" dirty="0"/>
          </a:p>
        </p:txBody>
      </p:sp>
    </p:spTree>
    <p:extLst>
      <p:ext uri="{BB962C8B-B14F-4D97-AF65-F5344CB8AC3E}">
        <p14:creationId xmlns:p14="http://schemas.microsoft.com/office/powerpoint/2010/main" val="3074819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82896-2BA8-F463-F4CA-E07743398B6B}"/>
              </a:ext>
            </a:extLst>
          </p:cNvPr>
          <p:cNvSpPr>
            <a:spLocks noGrp="1"/>
          </p:cNvSpPr>
          <p:nvPr>
            <p:ph type="dt" sz="half" idx="10"/>
          </p:nvPr>
        </p:nvSpPr>
        <p:spPr/>
        <p:txBody>
          <a:bodyPr/>
          <a:lstStyle/>
          <a:p>
            <a:fld id="{C82C82D6-12C6-44FC-860A-750A75068099}" type="datetimeFigureOut">
              <a:rPr lang="en-IN" smtClean="0"/>
              <a:t>14-02-2025</a:t>
            </a:fld>
            <a:endParaRPr lang="en-IN"/>
          </a:p>
        </p:txBody>
      </p:sp>
      <p:sp>
        <p:nvSpPr>
          <p:cNvPr id="3" name="Footer Placeholder 2">
            <a:extLst>
              <a:ext uri="{FF2B5EF4-FFF2-40B4-BE49-F238E27FC236}">
                <a16:creationId xmlns:a16="http://schemas.microsoft.com/office/drawing/2014/main" id="{6410C92C-8C80-1E64-CEFF-9346204CC2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33E68A-3BED-9169-C18A-AA01CB4FC593}"/>
              </a:ext>
            </a:extLst>
          </p:cNvPr>
          <p:cNvSpPr>
            <a:spLocks noGrp="1"/>
          </p:cNvSpPr>
          <p:nvPr>
            <p:ph type="sldNum" sz="quarter" idx="12"/>
          </p:nvPr>
        </p:nvSpPr>
        <p:spPr/>
        <p:txBody>
          <a:bodyPr/>
          <a:lstStyle/>
          <a:p>
            <a:fld id="{B82C47AB-2A45-4292-9BD1-093C70F0E3D3}" type="slidenum">
              <a:rPr lang="en-IN" smtClean="0"/>
              <a:t>‹#›</a:t>
            </a:fld>
            <a:endParaRPr lang="en-IN"/>
          </a:p>
        </p:txBody>
      </p:sp>
    </p:spTree>
    <p:extLst>
      <p:ext uri="{BB962C8B-B14F-4D97-AF65-F5344CB8AC3E}">
        <p14:creationId xmlns:p14="http://schemas.microsoft.com/office/powerpoint/2010/main" val="157539918"/>
      </p:ext>
    </p:extLst>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634FC4-2460-F2CF-54FA-18BAE7A920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DAC864-67CE-D4B0-1D62-40F5FDF2F5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67A23-E761-2838-F9F2-E3DF278FD6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2C82D6-12C6-44FC-860A-750A75068099}" type="datetimeFigureOut">
              <a:rPr lang="en-IN" smtClean="0"/>
              <a:t>14-02-2025</a:t>
            </a:fld>
            <a:endParaRPr lang="en-IN"/>
          </a:p>
        </p:txBody>
      </p:sp>
      <p:sp>
        <p:nvSpPr>
          <p:cNvPr id="5" name="Footer Placeholder 4">
            <a:extLst>
              <a:ext uri="{FF2B5EF4-FFF2-40B4-BE49-F238E27FC236}">
                <a16:creationId xmlns:a16="http://schemas.microsoft.com/office/drawing/2014/main" id="{F7B50528-F7C0-CCCE-FA27-6532A5FEB4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B25B9C-2D37-78A4-6CD2-9756AB8093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2C47AB-2A45-4292-9BD1-093C70F0E3D3}" type="slidenum">
              <a:rPr lang="en-IN" smtClean="0"/>
              <a:t>‹#›</a:t>
            </a:fld>
            <a:endParaRPr lang="en-IN"/>
          </a:p>
        </p:txBody>
      </p:sp>
    </p:spTree>
    <p:extLst>
      <p:ext uri="{BB962C8B-B14F-4D97-AF65-F5344CB8AC3E}">
        <p14:creationId xmlns:p14="http://schemas.microsoft.com/office/powerpoint/2010/main" val="1700800869"/>
      </p:ext>
    </p:extLst>
  </p:cSld>
  <p:clrMap bg1="lt1" tx1="dk1" bg2="lt2" tx2="dk2" accent1="accent1" accent2="accent2" accent3="accent3" accent4="accent4" accent5="accent5" accent6="accent6" hlink="hlink" folHlink="folHlink"/>
  <p:sldLayoutIdLst>
    <p:sldLayoutId id="2147483655" r:id="rId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gs>
            <a:gs pos="38000">
              <a:schemeClr val="accent2"/>
            </a:gs>
            <a:gs pos="100000">
              <a:schemeClr val="accent2"/>
            </a:gs>
          </a:gsLst>
          <a:lin ang="8100000" scaled="1"/>
        </a:gradFill>
        <a:effectLst/>
      </p:bgPr>
    </p:bg>
    <p:spTree>
      <p:nvGrpSpPr>
        <p:cNvPr id="1" name=""/>
        <p:cNvGrpSpPr/>
        <p:nvPr/>
      </p:nvGrpSpPr>
      <p:grpSpPr>
        <a:xfrm>
          <a:off x="0" y="0"/>
          <a:ext cx="0" cy="0"/>
          <a:chOff x="0" y="0"/>
          <a:chExt cx="0" cy="0"/>
        </a:xfrm>
      </p:grpSpPr>
      <p:pic>
        <p:nvPicPr>
          <p:cNvPr id="1029" name="Picture 1028" descr="A stadium with a green field and a large crowd of people&#10;&#10;Description automatically generated">
            <a:extLst>
              <a:ext uri="{FF2B5EF4-FFF2-40B4-BE49-F238E27FC236}">
                <a16:creationId xmlns:a16="http://schemas.microsoft.com/office/drawing/2014/main" id="{0DFC6234-E1B0-AE04-CB16-5C84D7A88E39}"/>
              </a:ext>
            </a:extLst>
          </p:cNvPr>
          <p:cNvPicPr>
            <a:picLocks noChangeAspect="1"/>
          </p:cNvPicPr>
          <p:nvPr/>
        </p:nvPicPr>
        <p:blipFill>
          <a:blip r:embed="rId2" cstate="screen">
            <a:alphaModFix amt="22000"/>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63" name="Group 62">
            <a:extLst>
              <a:ext uri="{FF2B5EF4-FFF2-40B4-BE49-F238E27FC236}">
                <a16:creationId xmlns:a16="http://schemas.microsoft.com/office/drawing/2014/main" id="{C91ADB62-75D3-717B-9F10-24BB9AD07020}"/>
              </a:ext>
            </a:extLst>
          </p:cNvPr>
          <p:cNvGrpSpPr/>
          <p:nvPr/>
        </p:nvGrpSpPr>
        <p:grpSpPr>
          <a:xfrm>
            <a:off x="513502" y="656874"/>
            <a:ext cx="4453790" cy="6772200"/>
            <a:chOff x="7104288" y="650627"/>
            <a:chExt cx="4453790" cy="6772200"/>
          </a:xfrm>
        </p:grpSpPr>
        <p:sp>
          <p:nvSpPr>
            <p:cNvPr id="47" name="Freeform: Shape 46">
              <a:extLst>
                <a:ext uri="{FF2B5EF4-FFF2-40B4-BE49-F238E27FC236}">
                  <a16:creationId xmlns:a16="http://schemas.microsoft.com/office/drawing/2014/main" id="{0C5F6016-6520-0AE1-7743-66A176C84060}"/>
                </a:ext>
              </a:extLst>
            </p:cNvPr>
            <p:cNvSpPr/>
            <p:nvPr/>
          </p:nvSpPr>
          <p:spPr>
            <a:xfrm rot="20470118" flipH="1">
              <a:off x="7104288" y="4720982"/>
              <a:ext cx="4453790" cy="2701845"/>
            </a:xfrm>
            <a:custGeom>
              <a:avLst/>
              <a:gdLst>
                <a:gd name="connsiteX0" fmla="*/ 2495511 w 5272123"/>
                <a:gd name="connsiteY0" fmla="*/ 186102 h 3198278"/>
                <a:gd name="connsiteX1" fmla="*/ 2871647 w 5272123"/>
                <a:gd name="connsiteY1" fmla="*/ 1350586 h 3198278"/>
                <a:gd name="connsiteX2" fmla="*/ 3485466 w 5272123"/>
                <a:gd name="connsiteY2" fmla="*/ 0 h 3198278"/>
                <a:gd name="connsiteX3" fmla="*/ 3647406 w 5272123"/>
                <a:gd name="connsiteY3" fmla="*/ 1403405 h 3198278"/>
                <a:gd name="connsiteX4" fmla="*/ 4315393 w 5272123"/>
                <a:gd name="connsiteY4" fmla="*/ 68329 h 3198278"/>
                <a:gd name="connsiteX5" fmla="*/ 4128730 w 5272123"/>
                <a:gd name="connsiteY5" fmla="*/ 1624344 h 3198278"/>
                <a:gd name="connsiteX6" fmla="*/ 5107933 w 5272123"/>
                <a:gd name="connsiteY6" fmla="*/ 1618487 h 3198278"/>
                <a:gd name="connsiteX7" fmla="*/ 5247244 w 5272123"/>
                <a:gd name="connsiteY7" fmla="*/ 1603971 h 3198278"/>
                <a:gd name="connsiteX8" fmla="*/ 5272123 w 5272123"/>
                <a:gd name="connsiteY8" fmla="*/ 1676920 h 3198278"/>
                <a:gd name="connsiteX9" fmla="*/ 811170 w 5272123"/>
                <a:gd name="connsiteY9" fmla="*/ 3198278 h 3198278"/>
                <a:gd name="connsiteX10" fmla="*/ 401647 w 5272123"/>
                <a:gd name="connsiteY10" fmla="*/ 3163393 h 3198278"/>
                <a:gd name="connsiteX11" fmla="*/ 1599843 w 5272123"/>
                <a:gd name="connsiteY11" fmla="*/ 2736348 h 3198278"/>
                <a:gd name="connsiteX12" fmla="*/ 0 w 5272123"/>
                <a:gd name="connsiteY12" fmla="*/ 2210745 h 3198278"/>
                <a:gd name="connsiteX13" fmla="*/ 1679295 w 5272123"/>
                <a:gd name="connsiteY13" fmla="*/ 2228164 h 3198278"/>
                <a:gd name="connsiteX14" fmla="*/ 1668956 w 5272123"/>
                <a:gd name="connsiteY14" fmla="*/ 2189729 h 3198278"/>
                <a:gd name="connsiteX15" fmla="*/ 567632 w 5272123"/>
                <a:gd name="connsiteY15" fmla="*/ 1460494 h 3198278"/>
                <a:gd name="connsiteX16" fmla="*/ 1851686 w 5272123"/>
                <a:gd name="connsiteY16" fmla="*/ 1935975 h 3198278"/>
                <a:gd name="connsiteX17" fmla="*/ 1318556 w 5272123"/>
                <a:gd name="connsiteY17" fmla="*/ 855215 h 3198278"/>
                <a:gd name="connsiteX18" fmla="*/ 2453593 w 5272123"/>
                <a:gd name="connsiteY18" fmla="*/ 1596137 h 3198278"/>
                <a:gd name="connsiteX19" fmla="*/ 2495511 w 5272123"/>
                <a:gd name="connsiteY19" fmla="*/ 186102 h 3198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72123" h="3198278">
                  <a:moveTo>
                    <a:pt x="2495511" y="186102"/>
                  </a:moveTo>
                  <a:cubicBezTo>
                    <a:pt x="2620848" y="574263"/>
                    <a:pt x="2746231" y="962426"/>
                    <a:pt x="2871647" y="1350586"/>
                  </a:cubicBezTo>
                  <a:cubicBezTo>
                    <a:pt x="3076325" y="900391"/>
                    <a:pt x="3280935" y="450196"/>
                    <a:pt x="3485466" y="0"/>
                  </a:cubicBezTo>
                  <a:cubicBezTo>
                    <a:pt x="3539488" y="468177"/>
                    <a:pt x="3593464" y="935982"/>
                    <a:pt x="3647406" y="1403405"/>
                  </a:cubicBezTo>
                  <a:cubicBezTo>
                    <a:pt x="3870222" y="958458"/>
                    <a:pt x="4092881" y="513432"/>
                    <a:pt x="4315393" y="68329"/>
                  </a:cubicBezTo>
                  <a:lnTo>
                    <a:pt x="4128730" y="1624344"/>
                  </a:lnTo>
                  <a:cubicBezTo>
                    <a:pt x="4447890" y="1670420"/>
                    <a:pt x="4790140" y="1649683"/>
                    <a:pt x="5107933" y="1618487"/>
                  </a:cubicBezTo>
                  <a:lnTo>
                    <a:pt x="5247244" y="1603971"/>
                  </a:lnTo>
                  <a:lnTo>
                    <a:pt x="5272123" y="1676920"/>
                  </a:lnTo>
                  <a:lnTo>
                    <a:pt x="811170" y="3198278"/>
                  </a:lnTo>
                  <a:lnTo>
                    <a:pt x="401647" y="3163393"/>
                  </a:lnTo>
                  <a:lnTo>
                    <a:pt x="1599843" y="2736348"/>
                  </a:lnTo>
                  <a:lnTo>
                    <a:pt x="0" y="2210745"/>
                  </a:lnTo>
                  <a:cubicBezTo>
                    <a:pt x="470872" y="2222321"/>
                    <a:pt x="1208422" y="2216927"/>
                    <a:pt x="1679295" y="2228164"/>
                  </a:cubicBezTo>
                  <a:lnTo>
                    <a:pt x="1668956" y="2189729"/>
                  </a:lnTo>
                  <a:lnTo>
                    <a:pt x="567632" y="1460494"/>
                  </a:lnTo>
                  <a:lnTo>
                    <a:pt x="1851686" y="1935975"/>
                  </a:lnTo>
                  <a:cubicBezTo>
                    <a:pt x="1673979" y="1575763"/>
                    <a:pt x="1496261" y="1215506"/>
                    <a:pt x="1318556" y="855215"/>
                  </a:cubicBezTo>
                  <a:lnTo>
                    <a:pt x="2453593" y="1596137"/>
                  </a:lnTo>
                  <a:cubicBezTo>
                    <a:pt x="2467528" y="1126084"/>
                    <a:pt x="2481497" y="656077"/>
                    <a:pt x="2495511" y="186102"/>
                  </a:cubicBezTo>
                  <a:close/>
                </a:path>
              </a:pathLst>
            </a:custGeom>
            <a:solidFill>
              <a:schemeClr val="accent1"/>
            </a:solidFill>
            <a:ln w="8269" cap="flat">
              <a:noFill/>
              <a:prstDash val="solid"/>
              <a:miter/>
            </a:ln>
          </p:spPr>
          <p:txBody>
            <a:bodyPr rtlCol="0" anchor="ctr"/>
            <a:lstStyle/>
            <a:p>
              <a:endParaRPr lang="en-IN" dirty="0"/>
            </a:p>
          </p:txBody>
        </p:sp>
        <p:sp>
          <p:nvSpPr>
            <p:cNvPr id="62" name="Oval 61">
              <a:extLst>
                <a:ext uri="{FF2B5EF4-FFF2-40B4-BE49-F238E27FC236}">
                  <a16:creationId xmlns:a16="http://schemas.microsoft.com/office/drawing/2014/main" id="{6096411E-55F6-EE6E-CCB9-7048ECE10C89}"/>
                </a:ext>
              </a:extLst>
            </p:cNvPr>
            <p:cNvSpPr/>
            <p:nvPr/>
          </p:nvSpPr>
          <p:spPr>
            <a:xfrm>
              <a:off x="7327792" y="6192133"/>
              <a:ext cx="3977676" cy="867266"/>
            </a:xfrm>
            <a:prstGeom prst="ellipse">
              <a:avLst/>
            </a:prstGeom>
            <a:solidFill>
              <a:schemeClr val="tx1"/>
            </a:solidFill>
            <a:ln>
              <a:noFill/>
            </a:ln>
            <a:effectLst>
              <a:softEdge rad="355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1" name="Picture 10" descr="A silver trophy and a ball&#10;&#10;Description automatically generated">
              <a:extLst>
                <a:ext uri="{FF2B5EF4-FFF2-40B4-BE49-F238E27FC236}">
                  <a16:creationId xmlns:a16="http://schemas.microsoft.com/office/drawing/2014/main" id="{424D85EF-26E6-BC2D-3F72-ACA7E5BF3952}"/>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831915" y="650627"/>
              <a:ext cx="2847510" cy="6207373"/>
            </a:xfrm>
            <a:prstGeom prst="rect">
              <a:avLst/>
            </a:prstGeom>
          </p:spPr>
        </p:pic>
      </p:grpSp>
      <p:grpSp>
        <p:nvGrpSpPr>
          <p:cNvPr id="1024" name="Group 1023">
            <a:extLst>
              <a:ext uri="{FF2B5EF4-FFF2-40B4-BE49-F238E27FC236}">
                <a16:creationId xmlns:a16="http://schemas.microsoft.com/office/drawing/2014/main" id="{676D4637-00F2-BEBE-1D29-038CF4B60008}"/>
              </a:ext>
            </a:extLst>
          </p:cNvPr>
          <p:cNvGrpSpPr/>
          <p:nvPr/>
        </p:nvGrpSpPr>
        <p:grpSpPr>
          <a:xfrm flipH="1">
            <a:off x="10090025" y="0"/>
            <a:ext cx="2101975" cy="1364548"/>
            <a:chOff x="1" y="0"/>
            <a:chExt cx="2101975" cy="1364548"/>
          </a:xfrm>
        </p:grpSpPr>
        <p:sp>
          <p:nvSpPr>
            <p:cNvPr id="55" name="Freeform: Shape 54">
              <a:extLst>
                <a:ext uri="{FF2B5EF4-FFF2-40B4-BE49-F238E27FC236}">
                  <a16:creationId xmlns:a16="http://schemas.microsoft.com/office/drawing/2014/main" id="{8D062BC7-C039-31CF-C15E-99C0210A3E14}"/>
                </a:ext>
              </a:extLst>
            </p:cNvPr>
            <p:cNvSpPr/>
            <p:nvPr/>
          </p:nvSpPr>
          <p:spPr>
            <a:xfrm>
              <a:off x="1" y="0"/>
              <a:ext cx="2101975" cy="1364548"/>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072EAE"/>
            </a:solidFill>
            <a:ln w="7013" cap="flat">
              <a:noFill/>
              <a:prstDash val="solid"/>
              <a:miter/>
            </a:ln>
          </p:spPr>
          <p:txBody>
            <a:bodyPr rtlCol="0" anchor="ctr"/>
            <a:lstStyle/>
            <a:p>
              <a:endParaRPr lang="en-IN" dirty="0"/>
            </a:p>
          </p:txBody>
        </p:sp>
        <p:pic>
          <p:nvPicPr>
            <p:cNvPr id="17" name="Graphic 16">
              <a:extLst>
                <a:ext uri="{FF2B5EF4-FFF2-40B4-BE49-F238E27FC236}">
                  <a16:creationId xmlns:a16="http://schemas.microsoft.com/office/drawing/2014/main" id="{3DD53941-F5BB-F853-3454-2D7B4F139A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239712" y="149225"/>
              <a:ext cx="561975" cy="209550"/>
            </a:xfrm>
            <a:prstGeom prst="rect">
              <a:avLst/>
            </a:prstGeom>
          </p:spPr>
        </p:pic>
      </p:grpSp>
      <p:sp>
        <p:nvSpPr>
          <p:cNvPr id="19" name="TextBox 18">
            <a:extLst>
              <a:ext uri="{FF2B5EF4-FFF2-40B4-BE49-F238E27FC236}">
                <a16:creationId xmlns:a16="http://schemas.microsoft.com/office/drawing/2014/main" id="{0DCBBEDF-AA19-B2F5-8922-671AF0E7E076}"/>
              </a:ext>
            </a:extLst>
          </p:cNvPr>
          <p:cNvSpPr txBox="1"/>
          <p:nvPr/>
        </p:nvSpPr>
        <p:spPr>
          <a:xfrm>
            <a:off x="4429518" y="1740954"/>
            <a:ext cx="7762482" cy="1938992"/>
          </a:xfrm>
          <a:prstGeom prst="rect">
            <a:avLst/>
          </a:prstGeom>
          <a:noFill/>
        </p:spPr>
        <p:txBody>
          <a:bodyPr wrap="square">
            <a:spAutoFit/>
          </a:bodyPr>
          <a:lstStyle/>
          <a:p>
            <a:pPr algn="ctr"/>
            <a:r>
              <a:rPr lang="en-US" sz="6000" b="1">
                <a:solidFill>
                  <a:schemeClr val="bg1"/>
                </a:solidFill>
                <a:latin typeface="Montserrat" panose="00000500000000000000" pitchFamily="2" charset="0"/>
              </a:rPr>
              <a:t>International T20 Matches</a:t>
            </a:r>
            <a:endParaRPr lang="en-US" sz="6000" b="1" dirty="0">
              <a:solidFill>
                <a:schemeClr val="bg1"/>
              </a:solidFill>
              <a:latin typeface="Montserrat" panose="00000500000000000000" pitchFamily="2" charset="0"/>
            </a:endParaRPr>
          </a:p>
        </p:txBody>
      </p:sp>
      <p:sp>
        <p:nvSpPr>
          <p:cNvPr id="2" name="TextBox 1">
            <a:extLst>
              <a:ext uri="{FF2B5EF4-FFF2-40B4-BE49-F238E27FC236}">
                <a16:creationId xmlns:a16="http://schemas.microsoft.com/office/drawing/2014/main" id="{46D02872-F4DE-7F34-F6BC-C89E85AF104C}"/>
              </a:ext>
            </a:extLst>
          </p:cNvPr>
          <p:cNvSpPr txBox="1"/>
          <p:nvPr/>
        </p:nvSpPr>
        <p:spPr>
          <a:xfrm>
            <a:off x="5284149" y="4788408"/>
            <a:ext cx="5788025" cy="1200329"/>
          </a:xfrm>
          <a:prstGeom prst="rect">
            <a:avLst/>
          </a:prstGeom>
          <a:noFill/>
        </p:spPr>
        <p:txBody>
          <a:bodyPr wrap="square">
            <a:spAutoFit/>
          </a:bodyPr>
          <a:lstStyle/>
          <a:p>
            <a:pPr algn="ctr"/>
            <a:r>
              <a:rPr lang="en-IN" sz="3600" b="1" i="0">
                <a:solidFill>
                  <a:schemeClr val="bg1"/>
                </a:solidFill>
                <a:effectLst/>
                <a:latin typeface="Montserrat" panose="00000500000000000000" pitchFamily="2" charset="0"/>
              </a:rPr>
              <a:t>An analytical approach by Ankit Shrivas</a:t>
            </a:r>
            <a:endParaRPr lang="en-IN" sz="3600" b="1" i="0" dirty="0">
              <a:solidFill>
                <a:schemeClr val="bg1"/>
              </a:solidFill>
              <a:effectLst/>
              <a:latin typeface="Montserrat" panose="00000500000000000000" pitchFamily="2" charset="0"/>
            </a:endParaRPr>
          </a:p>
        </p:txBody>
      </p:sp>
    </p:spTree>
    <p:extLst>
      <p:ext uri="{BB962C8B-B14F-4D97-AF65-F5344CB8AC3E}">
        <p14:creationId xmlns:p14="http://schemas.microsoft.com/office/powerpoint/2010/main" val="280631907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p:cNvGrpSpPr/>
        <p:nvPr/>
      </p:nvGrpSpPr>
      <p:grpSpPr>
        <a:xfrm>
          <a:off x="0" y="0"/>
          <a:ext cx="0" cy="0"/>
          <a:chOff x="0" y="0"/>
          <a:chExt cx="0" cy="0"/>
        </a:xfrm>
      </p:grpSpPr>
      <p:pic>
        <p:nvPicPr>
          <p:cNvPr id="18" name="Picture 17" descr="A stadium with a green field and a large crowd of people&#10;&#10;Description automatically generated">
            <a:extLst>
              <a:ext uri="{FF2B5EF4-FFF2-40B4-BE49-F238E27FC236}">
                <a16:creationId xmlns:a16="http://schemas.microsoft.com/office/drawing/2014/main" id="{C8AB239F-B56F-BC55-59C3-B359A5FC0964}"/>
              </a:ext>
            </a:extLst>
          </p:cNvPr>
          <p:cNvPicPr>
            <a:picLocks noChangeAspect="1"/>
          </p:cNvPicPr>
          <p:nvPr/>
        </p:nvPicPr>
        <p:blipFill>
          <a:blip r:embed="rId2" cstate="screen">
            <a:alphaModFix amt="22000"/>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4" name="Freeform: Shape 3">
            <a:extLst>
              <a:ext uri="{FF2B5EF4-FFF2-40B4-BE49-F238E27FC236}">
                <a16:creationId xmlns:a16="http://schemas.microsoft.com/office/drawing/2014/main" id="{31AC9FF5-DB1E-D5F5-A109-EC39F34D48CA}"/>
              </a:ext>
            </a:extLst>
          </p:cNvPr>
          <p:cNvSpPr/>
          <p:nvPr/>
        </p:nvSpPr>
        <p:spPr>
          <a:xfrm>
            <a:off x="1" y="0"/>
            <a:ext cx="2101975" cy="1364548"/>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5" name="Freeform: Shape 4">
            <a:extLst>
              <a:ext uri="{FF2B5EF4-FFF2-40B4-BE49-F238E27FC236}">
                <a16:creationId xmlns:a16="http://schemas.microsoft.com/office/drawing/2014/main" id="{F8AC491B-96F4-BD3E-7D3F-7682A5A47128}"/>
              </a:ext>
            </a:extLst>
          </p:cNvPr>
          <p:cNvSpPr/>
          <p:nvPr/>
        </p:nvSpPr>
        <p:spPr>
          <a:xfrm flipH="1" flipV="1">
            <a:off x="10431301" y="5715000"/>
            <a:ext cx="1760698" cy="11430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 name="Graphic 6">
            <a:extLst>
              <a:ext uri="{FF2B5EF4-FFF2-40B4-BE49-F238E27FC236}">
                <a16:creationId xmlns:a16="http://schemas.microsoft.com/office/drawing/2014/main" id="{0378A045-5075-52D6-0DC1-CD5263D670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4" y="6572097"/>
            <a:ext cx="561975" cy="209550"/>
          </a:xfrm>
          <a:prstGeom prst="rect">
            <a:avLst/>
          </a:prstGeom>
        </p:spPr>
      </p:pic>
      <p:grpSp>
        <p:nvGrpSpPr>
          <p:cNvPr id="17" name="Group 16">
            <a:extLst>
              <a:ext uri="{FF2B5EF4-FFF2-40B4-BE49-F238E27FC236}">
                <a16:creationId xmlns:a16="http://schemas.microsoft.com/office/drawing/2014/main" id="{BE3E73F5-409F-F24E-B60C-1D223DAF085B}"/>
              </a:ext>
            </a:extLst>
          </p:cNvPr>
          <p:cNvGrpSpPr/>
          <p:nvPr/>
        </p:nvGrpSpPr>
        <p:grpSpPr>
          <a:xfrm>
            <a:off x="920114" y="994292"/>
            <a:ext cx="10351770" cy="3072930"/>
            <a:chOff x="920114" y="994292"/>
            <a:chExt cx="10351770" cy="3072930"/>
          </a:xfrm>
        </p:grpSpPr>
        <p:sp>
          <p:nvSpPr>
            <p:cNvPr id="2" name="TextBox 1">
              <a:extLst>
                <a:ext uri="{FF2B5EF4-FFF2-40B4-BE49-F238E27FC236}">
                  <a16:creationId xmlns:a16="http://schemas.microsoft.com/office/drawing/2014/main" id="{4A97AF95-F48E-61F8-EDCA-11FEC4DB200C}"/>
                </a:ext>
              </a:extLst>
            </p:cNvPr>
            <p:cNvSpPr txBox="1"/>
            <p:nvPr/>
          </p:nvSpPr>
          <p:spPr>
            <a:xfrm>
              <a:off x="3201986" y="994292"/>
              <a:ext cx="5788025" cy="646331"/>
            </a:xfrm>
            <a:prstGeom prst="rect">
              <a:avLst/>
            </a:prstGeom>
            <a:noFill/>
          </p:spPr>
          <p:txBody>
            <a:bodyPr wrap="square">
              <a:spAutoFit/>
            </a:bodyPr>
            <a:lstStyle/>
            <a:p>
              <a:pPr algn="ctr"/>
              <a:r>
                <a:rPr lang="en-US" sz="3600" b="1" dirty="0">
                  <a:solidFill>
                    <a:schemeClr val="bg1"/>
                  </a:solidFill>
                  <a:latin typeface="Montserrat" panose="00000500000000000000" pitchFamily="2" charset="0"/>
                </a:rPr>
                <a:t>Introduction</a:t>
              </a:r>
            </a:p>
          </p:txBody>
        </p:sp>
        <p:grpSp>
          <p:nvGrpSpPr>
            <p:cNvPr id="10" name="Group 9">
              <a:extLst>
                <a:ext uri="{FF2B5EF4-FFF2-40B4-BE49-F238E27FC236}">
                  <a16:creationId xmlns:a16="http://schemas.microsoft.com/office/drawing/2014/main" id="{93323382-5954-17F6-6C36-A26E42761CA6}"/>
                </a:ext>
              </a:extLst>
            </p:cNvPr>
            <p:cNvGrpSpPr/>
            <p:nvPr/>
          </p:nvGrpSpPr>
          <p:grpSpPr>
            <a:xfrm>
              <a:off x="920114" y="1891426"/>
              <a:ext cx="10351770" cy="2175796"/>
              <a:chOff x="920115" y="2910485"/>
              <a:chExt cx="10351770" cy="2175796"/>
            </a:xfrm>
          </p:grpSpPr>
          <p:sp>
            <p:nvSpPr>
              <p:cNvPr id="6" name="Rectangle: Rounded Corners 5">
                <a:extLst>
                  <a:ext uri="{FF2B5EF4-FFF2-40B4-BE49-F238E27FC236}">
                    <a16:creationId xmlns:a16="http://schemas.microsoft.com/office/drawing/2014/main" id="{CD92BCF1-6ABF-D2A1-51A7-B37E5776BC7B}"/>
                  </a:ext>
                </a:extLst>
              </p:cNvPr>
              <p:cNvSpPr/>
              <p:nvPr/>
            </p:nvSpPr>
            <p:spPr>
              <a:xfrm>
                <a:off x="920115" y="2910485"/>
                <a:ext cx="10351770" cy="2175796"/>
              </a:xfrm>
              <a:prstGeom prst="roundRect">
                <a:avLst>
                  <a:gd name="adj" fmla="val 5630"/>
                </a:avLst>
              </a:prstGeom>
              <a:solidFill>
                <a:srgbClr val="072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4EACE8AC-31C2-ABEB-9237-3122E19DEF0E}"/>
                  </a:ext>
                </a:extLst>
              </p:cNvPr>
              <p:cNvSpPr txBox="1"/>
              <p:nvPr/>
            </p:nvSpPr>
            <p:spPr>
              <a:xfrm>
                <a:off x="2021681" y="3352373"/>
                <a:ext cx="8148638" cy="461024"/>
              </a:xfrm>
              <a:prstGeom prst="rect">
                <a:avLst/>
              </a:prstGeom>
              <a:noFill/>
            </p:spPr>
            <p:txBody>
              <a:bodyPr wrap="square">
                <a:spAutoFit/>
              </a:bodyPr>
              <a:lstStyle/>
              <a:p>
                <a:pPr algn="ctr">
                  <a:lnSpc>
                    <a:spcPct val="150000"/>
                  </a:lnSpc>
                </a:pPr>
                <a:endParaRPr lang="en-IN" dirty="0">
                  <a:solidFill>
                    <a:schemeClr val="bg1"/>
                  </a:solidFill>
                  <a:latin typeface="Montserrat" panose="00000500000000000000" pitchFamily="2" charset="0"/>
                </a:endParaRPr>
              </a:p>
            </p:txBody>
          </p:sp>
        </p:grpSp>
      </p:grpSp>
      <p:pic>
        <p:nvPicPr>
          <p:cNvPr id="12" name="Graphic 11">
            <a:extLst>
              <a:ext uri="{FF2B5EF4-FFF2-40B4-BE49-F238E27FC236}">
                <a16:creationId xmlns:a16="http://schemas.microsoft.com/office/drawing/2014/main" id="{6AA1B833-7326-09D1-FBEA-B682A8A7B2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66988" y="3876137"/>
            <a:ext cx="7058025" cy="2981863"/>
          </a:xfrm>
          <a:prstGeom prst="rect">
            <a:avLst/>
          </a:prstGeom>
        </p:spPr>
      </p:pic>
      <p:pic>
        <p:nvPicPr>
          <p:cNvPr id="3" name="Picture 2" descr="A logo with white text and pink design&#10;&#10;Description automatically generated">
            <a:extLst>
              <a:ext uri="{FF2B5EF4-FFF2-40B4-BE49-F238E27FC236}">
                <a16:creationId xmlns:a16="http://schemas.microsoft.com/office/drawing/2014/main" id="{7F30F214-87CD-9CCD-D6F0-802BF2C6202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sp>
        <p:nvSpPr>
          <p:cNvPr id="11" name="TextBox 10">
            <a:extLst>
              <a:ext uri="{FF2B5EF4-FFF2-40B4-BE49-F238E27FC236}">
                <a16:creationId xmlns:a16="http://schemas.microsoft.com/office/drawing/2014/main" id="{A4BE76A8-F104-DD45-9BCF-4E6F246CCEE7}"/>
              </a:ext>
            </a:extLst>
          </p:cNvPr>
          <p:cNvSpPr txBox="1"/>
          <p:nvPr/>
        </p:nvSpPr>
        <p:spPr>
          <a:xfrm>
            <a:off x="1050988" y="2004960"/>
            <a:ext cx="10220896" cy="1938992"/>
          </a:xfrm>
          <a:prstGeom prst="rect">
            <a:avLst/>
          </a:prstGeom>
          <a:noFill/>
        </p:spPr>
        <p:txBody>
          <a:bodyPr wrap="square">
            <a:spAutoFit/>
          </a:bodyPr>
          <a:lstStyle/>
          <a:p>
            <a:r>
              <a:rPr lang="en-US" sz="2000">
                <a:solidFill>
                  <a:schemeClr val="bg1"/>
                </a:solidFill>
              </a:rPr>
              <a:t>This MySQL-based project analyzes T20 international cricket matches played in 2024, focusing on team performance metrics and match outcomes. The database encompasses detailed match information including teams, winners, margins of victory, venues, and dates. Through SQL queries, we explore various aspects like winning streaks, victory margins, and head-to-head statistics to gain insights into team performances across different venues and conditions.</a:t>
            </a:r>
            <a:endParaRPr lang="en-IN" sz="2000">
              <a:solidFill>
                <a:schemeClr val="bg1"/>
              </a:solidFill>
            </a:endParaRPr>
          </a:p>
        </p:txBody>
      </p:sp>
    </p:spTree>
    <p:extLst>
      <p:ext uri="{BB962C8B-B14F-4D97-AF65-F5344CB8AC3E}">
        <p14:creationId xmlns:p14="http://schemas.microsoft.com/office/powerpoint/2010/main" val="250898009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A5EDD00-62B4-151C-0869-6BA3C41B25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4" y="6572097"/>
            <a:ext cx="561975" cy="209550"/>
          </a:xfrm>
          <a:prstGeom prst="rect">
            <a:avLst/>
          </a:prstGeom>
        </p:spPr>
      </p:pic>
      <p:sp>
        <p:nvSpPr>
          <p:cNvPr id="11" name="TextBox 10">
            <a:extLst>
              <a:ext uri="{FF2B5EF4-FFF2-40B4-BE49-F238E27FC236}">
                <a16:creationId xmlns:a16="http://schemas.microsoft.com/office/drawing/2014/main" id="{A13A99F5-CDB6-7ECF-2725-DD74E5CDF55F}"/>
              </a:ext>
            </a:extLst>
          </p:cNvPr>
          <p:cNvSpPr txBox="1"/>
          <p:nvPr/>
        </p:nvSpPr>
        <p:spPr>
          <a:xfrm>
            <a:off x="785812" y="2490533"/>
            <a:ext cx="5205803" cy="2585323"/>
          </a:xfrm>
          <a:prstGeom prst="rect">
            <a:avLst/>
          </a:prstGeom>
          <a:noFill/>
        </p:spPr>
        <p:txBody>
          <a:bodyPr wrap="square">
            <a:spAutoFit/>
          </a:bodyPr>
          <a:lstStyle/>
          <a:p>
            <a:pPr algn="ctr"/>
            <a:r>
              <a:rPr lang="en-US">
                <a:solidFill>
                  <a:schemeClr val="bg1"/>
                </a:solidFill>
              </a:rPr>
              <a:t>The objective of this project is to analyze T20 International cricket matches by examining match outcomes, winning margins, and team performances over time. The dataset includes details such as competing teams, match results, venue locations, and match dates. Through this analysis, we aim to identify trends in team performances, dominant teams, frequently used venues, and winning patterns in T20 cricket.</a:t>
            </a:r>
            <a:endParaRPr lang="en-IN" dirty="0">
              <a:solidFill>
                <a:schemeClr val="bg1"/>
              </a:solidFill>
              <a:latin typeface="Montserrat" panose="00000500000000000000" pitchFamily="2" charset="0"/>
            </a:endParaRPr>
          </a:p>
        </p:txBody>
      </p:sp>
      <p:sp>
        <p:nvSpPr>
          <p:cNvPr id="12" name="Freeform: Shape 11">
            <a:extLst>
              <a:ext uri="{FF2B5EF4-FFF2-40B4-BE49-F238E27FC236}">
                <a16:creationId xmlns:a16="http://schemas.microsoft.com/office/drawing/2014/main" id="{81D14F5D-98A8-4660-6D03-F33B78514CC6}"/>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3" name="Freeform: Shape 12">
            <a:extLst>
              <a:ext uri="{FF2B5EF4-FFF2-40B4-BE49-F238E27FC236}">
                <a16:creationId xmlns:a16="http://schemas.microsoft.com/office/drawing/2014/main" id="{05919258-5128-53C5-D224-71DA42EA6874}"/>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14" name="Picture 13" descr="A silver trophy and a ball&#10;&#10;Description automatically generated">
            <a:extLst>
              <a:ext uri="{FF2B5EF4-FFF2-40B4-BE49-F238E27FC236}">
                <a16:creationId xmlns:a16="http://schemas.microsoft.com/office/drawing/2014/main" id="{ADBF88F5-83D7-C7E2-24C1-139BDDB8E2BD}"/>
              </a:ext>
            </a:extLst>
          </p:cNvPr>
          <p:cNvPicPr>
            <a:picLocks noChangeAspect="1"/>
          </p:cNvPicPr>
          <p:nvPr/>
        </p:nvPicPr>
        <p:blipFill>
          <a:blip r:embed="rId4" cstate="screen">
            <a:extLst>
              <a:ext uri="{28A0092B-C50C-407E-A947-70E740481C1C}">
                <a14:useLocalDpi xmlns:a14="http://schemas.microsoft.com/office/drawing/2010/main"/>
              </a:ext>
            </a:extLst>
          </a:blip>
          <a:srcRect r="54127"/>
          <a:stretch>
            <a:fillRect/>
          </a:stretch>
        </p:blipFill>
        <p:spPr>
          <a:xfrm rot="10800000" flipH="1" flipV="1">
            <a:off x="11196735" y="5217377"/>
            <a:ext cx="886408" cy="1137770"/>
          </a:xfrm>
          <a:prstGeom prst="rect">
            <a:avLst/>
          </a:prstGeom>
        </p:spPr>
      </p:pic>
      <p:sp>
        <p:nvSpPr>
          <p:cNvPr id="19" name="TextBox 18">
            <a:extLst>
              <a:ext uri="{FF2B5EF4-FFF2-40B4-BE49-F238E27FC236}">
                <a16:creationId xmlns:a16="http://schemas.microsoft.com/office/drawing/2014/main" id="{567E96D5-5AC4-6B30-D1D8-59AE2C268107}"/>
              </a:ext>
            </a:extLst>
          </p:cNvPr>
          <p:cNvSpPr txBox="1"/>
          <p:nvPr/>
        </p:nvSpPr>
        <p:spPr>
          <a:xfrm>
            <a:off x="3201988" y="816570"/>
            <a:ext cx="5788025" cy="646331"/>
          </a:xfrm>
          <a:prstGeom prst="rect">
            <a:avLst/>
          </a:prstGeom>
          <a:noFill/>
        </p:spPr>
        <p:txBody>
          <a:bodyPr wrap="square">
            <a:spAutoFit/>
          </a:bodyPr>
          <a:lstStyle/>
          <a:p>
            <a:pPr algn="ctr"/>
            <a:r>
              <a:rPr lang="en-IN" sz="3600" b="1" i="0">
                <a:solidFill>
                  <a:schemeClr val="bg1"/>
                </a:solidFill>
                <a:effectLst/>
                <a:latin typeface="Montserrat" panose="00000500000000000000" pitchFamily="2" charset="0"/>
              </a:rPr>
              <a:t>Project Objective</a:t>
            </a:r>
            <a:endParaRPr lang="en-IN" sz="3600" b="1" i="0" dirty="0">
              <a:solidFill>
                <a:schemeClr val="bg1"/>
              </a:solidFill>
              <a:effectLst/>
              <a:latin typeface="Montserrat" panose="00000500000000000000" pitchFamily="2" charset="0"/>
            </a:endParaRPr>
          </a:p>
        </p:txBody>
      </p:sp>
      <p:pic>
        <p:nvPicPr>
          <p:cNvPr id="26" name="Picture 25" descr="A group of men in blue uniforms celebrating&#10;&#10;Description automatically generated">
            <a:extLst>
              <a:ext uri="{FF2B5EF4-FFF2-40B4-BE49-F238E27FC236}">
                <a16:creationId xmlns:a16="http://schemas.microsoft.com/office/drawing/2014/main" id="{94423F6B-B528-E718-2871-070E43EE763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382138" y="2296401"/>
            <a:ext cx="5788025" cy="3723399"/>
          </a:xfrm>
          <a:prstGeom prst="rect">
            <a:avLst/>
          </a:prstGeom>
        </p:spPr>
      </p:pic>
    </p:spTree>
    <p:extLst>
      <p:ext uri="{BB962C8B-B14F-4D97-AF65-F5344CB8AC3E}">
        <p14:creationId xmlns:p14="http://schemas.microsoft.com/office/powerpoint/2010/main" val="89232385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9B706097-B8B5-9C2B-3401-6413424C21E6}"/>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EC81B2B5-6764-A462-3037-C88EE9264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4" y="6572097"/>
            <a:ext cx="561975" cy="209550"/>
          </a:xfrm>
          <a:prstGeom prst="rect">
            <a:avLst/>
          </a:prstGeom>
        </p:spPr>
      </p:pic>
      <p:sp>
        <p:nvSpPr>
          <p:cNvPr id="11" name="TextBox 10">
            <a:extLst>
              <a:ext uri="{FF2B5EF4-FFF2-40B4-BE49-F238E27FC236}">
                <a16:creationId xmlns:a16="http://schemas.microsoft.com/office/drawing/2014/main" id="{3676E685-C166-441F-82FC-031A68850059}"/>
              </a:ext>
            </a:extLst>
          </p:cNvPr>
          <p:cNvSpPr txBox="1"/>
          <p:nvPr/>
        </p:nvSpPr>
        <p:spPr>
          <a:xfrm>
            <a:off x="785812" y="2490533"/>
            <a:ext cx="5205803" cy="2862322"/>
          </a:xfrm>
          <a:prstGeom prst="rect">
            <a:avLst/>
          </a:prstGeom>
          <a:noFill/>
        </p:spPr>
        <p:txBody>
          <a:bodyPr wrap="square">
            <a:spAutoFit/>
          </a:bodyPr>
          <a:lstStyle/>
          <a:p>
            <a:pPr algn="ctr"/>
            <a:r>
              <a:rPr lang="en-US">
                <a:solidFill>
                  <a:schemeClr val="bg1"/>
                </a:solidFill>
              </a:rPr>
              <a:t>This dataset has been taken from a YouTube channel, where the creator provided an SQL script for analysis. The dataset contains records of T20 International cricket matches, including details such as match outcomes, winning margins, competing teams, venues, and match dates. The data is structured to facilitate SQL-based analysis and helps in identifying trends in team performances, frequently used venues, and match-winning patterns in T20 cricket.</a:t>
            </a:r>
            <a:endParaRPr lang="en-IN" dirty="0">
              <a:solidFill>
                <a:schemeClr val="bg1"/>
              </a:solidFill>
              <a:latin typeface="Montserrat" panose="00000500000000000000" pitchFamily="2" charset="0"/>
            </a:endParaRPr>
          </a:p>
        </p:txBody>
      </p:sp>
      <p:sp>
        <p:nvSpPr>
          <p:cNvPr id="12" name="Freeform: Shape 11">
            <a:extLst>
              <a:ext uri="{FF2B5EF4-FFF2-40B4-BE49-F238E27FC236}">
                <a16:creationId xmlns:a16="http://schemas.microsoft.com/office/drawing/2014/main" id="{17707DC9-07DA-5D30-34CE-47F795CFC3B6}"/>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3" name="Freeform: Shape 12">
            <a:extLst>
              <a:ext uri="{FF2B5EF4-FFF2-40B4-BE49-F238E27FC236}">
                <a16:creationId xmlns:a16="http://schemas.microsoft.com/office/drawing/2014/main" id="{680A8432-98ED-EE8B-CA32-019968F39BC9}"/>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14" name="Picture 13" descr="A silver trophy and a ball&#10;&#10;Description automatically generated">
            <a:extLst>
              <a:ext uri="{FF2B5EF4-FFF2-40B4-BE49-F238E27FC236}">
                <a16:creationId xmlns:a16="http://schemas.microsoft.com/office/drawing/2014/main" id="{1C7AB8BB-4FA2-370F-881A-11EA58527F08}"/>
              </a:ext>
            </a:extLst>
          </p:cNvPr>
          <p:cNvPicPr>
            <a:picLocks noChangeAspect="1"/>
          </p:cNvPicPr>
          <p:nvPr/>
        </p:nvPicPr>
        <p:blipFill>
          <a:blip r:embed="rId4" cstate="screen">
            <a:extLst>
              <a:ext uri="{28A0092B-C50C-407E-A947-70E740481C1C}">
                <a14:useLocalDpi xmlns:a14="http://schemas.microsoft.com/office/drawing/2010/main"/>
              </a:ext>
            </a:extLst>
          </a:blip>
          <a:srcRect r="54127"/>
          <a:stretch>
            <a:fillRect/>
          </a:stretch>
        </p:blipFill>
        <p:spPr>
          <a:xfrm rot="10800000" flipH="1" flipV="1">
            <a:off x="11196735" y="5217377"/>
            <a:ext cx="886408" cy="1137770"/>
          </a:xfrm>
          <a:prstGeom prst="rect">
            <a:avLst/>
          </a:prstGeom>
        </p:spPr>
      </p:pic>
      <p:sp>
        <p:nvSpPr>
          <p:cNvPr id="19" name="TextBox 18">
            <a:extLst>
              <a:ext uri="{FF2B5EF4-FFF2-40B4-BE49-F238E27FC236}">
                <a16:creationId xmlns:a16="http://schemas.microsoft.com/office/drawing/2014/main" id="{CF6902FF-1015-0E38-70B1-C5404C39946B}"/>
              </a:ext>
            </a:extLst>
          </p:cNvPr>
          <p:cNvSpPr txBox="1"/>
          <p:nvPr/>
        </p:nvSpPr>
        <p:spPr>
          <a:xfrm>
            <a:off x="3201988" y="816570"/>
            <a:ext cx="5788025" cy="646331"/>
          </a:xfrm>
          <a:prstGeom prst="rect">
            <a:avLst/>
          </a:prstGeom>
          <a:noFill/>
        </p:spPr>
        <p:txBody>
          <a:bodyPr wrap="square">
            <a:spAutoFit/>
          </a:bodyPr>
          <a:lstStyle/>
          <a:p>
            <a:pPr algn="ctr"/>
            <a:r>
              <a:rPr lang="en-IN" sz="3600" b="1">
                <a:solidFill>
                  <a:schemeClr val="bg1"/>
                </a:solidFill>
                <a:latin typeface="Montserrat" panose="00000500000000000000" pitchFamily="2" charset="0"/>
              </a:rPr>
              <a:t>About Dataset</a:t>
            </a:r>
            <a:endParaRPr lang="en-IN" sz="3600" b="1" i="0" dirty="0">
              <a:solidFill>
                <a:schemeClr val="bg1"/>
              </a:solidFill>
              <a:effectLst/>
              <a:latin typeface="Montserrat" panose="00000500000000000000" pitchFamily="2" charset="0"/>
            </a:endParaRPr>
          </a:p>
        </p:txBody>
      </p:sp>
      <p:pic>
        <p:nvPicPr>
          <p:cNvPr id="26" name="Picture 25" descr="A group of men in blue uniforms celebrating&#10;&#10;Description automatically generated">
            <a:extLst>
              <a:ext uri="{FF2B5EF4-FFF2-40B4-BE49-F238E27FC236}">
                <a16:creationId xmlns:a16="http://schemas.microsoft.com/office/drawing/2014/main" id="{9DAF8318-4010-3648-F5D0-0EC5F272315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382138" y="2296401"/>
            <a:ext cx="5788025" cy="3723399"/>
          </a:xfrm>
          <a:prstGeom prst="rect">
            <a:avLst/>
          </a:prstGeom>
        </p:spPr>
      </p:pic>
    </p:spTree>
    <p:extLst>
      <p:ext uri="{BB962C8B-B14F-4D97-AF65-F5344CB8AC3E}">
        <p14:creationId xmlns:p14="http://schemas.microsoft.com/office/powerpoint/2010/main" val="2330742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50069C3D-3C01-02D1-1DD1-84180927BCCB}"/>
              </a:ext>
            </a:extLst>
          </p:cNvPr>
          <p:cNvSpPr/>
          <p:nvPr/>
        </p:nvSpPr>
        <p:spPr>
          <a:xfrm>
            <a:off x="0"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3" name="Freeform: Shape 2">
            <a:extLst>
              <a:ext uri="{FF2B5EF4-FFF2-40B4-BE49-F238E27FC236}">
                <a16:creationId xmlns:a16="http://schemas.microsoft.com/office/drawing/2014/main" id="{AAA9012A-BAC9-6A5A-D7DB-36B14B41D6CF}"/>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 name="Graphic 6">
            <a:extLst>
              <a:ext uri="{FF2B5EF4-FFF2-40B4-BE49-F238E27FC236}">
                <a16:creationId xmlns:a16="http://schemas.microsoft.com/office/drawing/2014/main" id="{D2FC790C-709E-81D7-A6B5-029F9F372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4" y="6572097"/>
            <a:ext cx="561975" cy="209550"/>
          </a:xfrm>
          <a:prstGeom prst="rect">
            <a:avLst/>
          </a:prstGeom>
        </p:spPr>
      </p:pic>
      <p:grpSp>
        <p:nvGrpSpPr>
          <p:cNvPr id="60" name="Graphic 58">
            <a:extLst>
              <a:ext uri="{FF2B5EF4-FFF2-40B4-BE49-F238E27FC236}">
                <a16:creationId xmlns:a16="http://schemas.microsoft.com/office/drawing/2014/main" id="{DB8EAC80-5794-134C-0D91-5CBC15B4F2D6}"/>
              </a:ext>
            </a:extLst>
          </p:cNvPr>
          <p:cNvGrpSpPr/>
          <p:nvPr/>
        </p:nvGrpSpPr>
        <p:grpSpPr>
          <a:xfrm>
            <a:off x="5379235" y="1319484"/>
            <a:ext cx="6274152" cy="4219468"/>
            <a:chOff x="5379235" y="1319484"/>
            <a:chExt cx="6274152" cy="4219468"/>
          </a:xfrm>
          <a:solidFill>
            <a:schemeClr val="bg1"/>
          </a:solidFill>
        </p:grpSpPr>
        <p:sp>
          <p:nvSpPr>
            <p:cNvPr id="61" name="Freeform: Shape 60">
              <a:extLst>
                <a:ext uri="{FF2B5EF4-FFF2-40B4-BE49-F238E27FC236}">
                  <a16:creationId xmlns:a16="http://schemas.microsoft.com/office/drawing/2014/main" id="{55B87193-2A90-AB3C-B8C1-9ADE145EE364}"/>
                </a:ext>
              </a:extLst>
            </p:cNvPr>
            <p:cNvSpPr/>
            <p:nvPr/>
          </p:nvSpPr>
          <p:spPr>
            <a:xfrm>
              <a:off x="7395878" y="2767540"/>
              <a:ext cx="1189679" cy="2076588"/>
            </a:xfrm>
            <a:custGeom>
              <a:avLst/>
              <a:gdLst>
                <a:gd name="connsiteX0" fmla="*/ 21592 w 1189679"/>
                <a:gd name="connsiteY0" fmla="*/ 2075932 h 2076588"/>
                <a:gd name="connsiteX1" fmla="*/ 8909 w 1189679"/>
                <a:gd name="connsiteY1" fmla="*/ 2063288 h 2076588"/>
                <a:gd name="connsiteX2" fmla="*/ -502 w 1189679"/>
                <a:gd name="connsiteY2" fmla="*/ 14021 h 2076588"/>
                <a:gd name="connsiteX3" fmla="*/ 12181 w 1189679"/>
                <a:gd name="connsiteY3" fmla="*/ 1280 h 2076588"/>
                <a:gd name="connsiteX4" fmla="*/ 547603 w 1189679"/>
                <a:gd name="connsiteY4" fmla="*/ 1280 h 2076588"/>
                <a:gd name="connsiteX5" fmla="*/ 1176474 w 1189679"/>
                <a:gd name="connsiteY5" fmla="*/ -657 h 2076588"/>
                <a:gd name="connsiteX6" fmla="*/ 1176474 w 1189679"/>
                <a:gd name="connsiteY6" fmla="*/ -657 h 2076588"/>
                <a:gd name="connsiteX7" fmla="*/ 1189177 w 1189679"/>
                <a:gd name="connsiteY7" fmla="*/ 12046 h 2076588"/>
                <a:gd name="connsiteX8" fmla="*/ 1176474 w 1189679"/>
                <a:gd name="connsiteY8" fmla="*/ 24748 h 2076588"/>
                <a:gd name="connsiteX9" fmla="*/ 24845 w 1189679"/>
                <a:gd name="connsiteY9" fmla="*/ 26685 h 2076588"/>
                <a:gd name="connsiteX10" fmla="*/ 34159 w 1189679"/>
                <a:gd name="connsiteY10" fmla="*/ 2063191 h 2076588"/>
                <a:gd name="connsiteX11" fmla="*/ 21534 w 1189679"/>
                <a:gd name="connsiteY11" fmla="*/ 2075932 h 2076588"/>
                <a:gd name="connsiteX12" fmla="*/ 21534 w 1189679"/>
                <a:gd name="connsiteY12" fmla="*/ 2075932 h 207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9679" h="2076588">
                  <a:moveTo>
                    <a:pt x="21592" y="2075932"/>
                  </a:moveTo>
                  <a:cubicBezTo>
                    <a:pt x="14601" y="2075932"/>
                    <a:pt x="8928" y="2070278"/>
                    <a:pt x="8909" y="2063288"/>
                  </a:cubicBezTo>
                  <a:lnTo>
                    <a:pt x="-502" y="14021"/>
                  </a:lnTo>
                  <a:cubicBezTo>
                    <a:pt x="-521" y="7011"/>
                    <a:pt x="5171" y="1299"/>
                    <a:pt x="12181" y="1280"/>
                  </a:cubicBezTo>
                  <a:lnTo>
                    <a:pt x="547603" y="1280"/>
                  </a:lnTo>
                  <a:lnTo>
                    <a:pt x="1176474" y="-657"/>
                  </a:lnTo>
                  <a:lnTo>
                    <a:pt x="1176474" y="-657"/>
                  </a:lnTo>
                  <a:cubicBezTo>
                    <a:pt x="1183484" y="-657"/>
                    <a:pt x="1189177" y="5036"/>
                    <a:pt x="1189177" y="12046"/>
                  </a:cubicBezTo>
                  <a:cubicBezTo>
                    <a:pt x="1189177" y="19055"/>
                    <a:pt x="1183484" y="24748"/>
                    <a:pt x="1176474" y="24748"/>
                  </a:cubicBezTo>
                  <a:lnTo>
                    <a:pt x="24845" y="26685"/>
                  </a:lnTo>
                  <a:lnTo>
                    <a:pt x="34159" y="2063191"/>
                  </a:lnTo>
                  <a:cubicBezTo>
                    <a:pt x="34197" y="2070201"/>
                    <a:pt x="28543" y="2075893"/>
                    <a:pt x="21534" y="2075932"/>
                  </a:cubicBezTo>
                  <a:cubicBezTo>
                    <a:pt x="21534" y="2075932"/>
                    <a:pt x="21534" y="2075932"/>
                    <a:pt x="21534" y="2075932"/>
                  </a:cubicBezTo>
                  <a:close/>
                </a:path>
              </a:pathLst>
            </a:custGeom>
            <a:grpFill/>
            <a:ln w="1934" cap="flat">
              <a:noFill/>
              <a:prstDash val="solid"/>
              <a:miter/>
            </a:ln>
          </p:spPr>
          <p:txBody>
            <a:bodyPr rtlCol="0" anchor="ctr"/>
            <a:lstStyle/>
            <a:p>
              <a:endParaRPr lang="en-IN" dirty="0"/>
            </a:p>
          </p:txBody>
        </p:sp>
        <p:sp>
          <p:nvSpPr>
            <p:cNvPr id="62" name="Freeform: Shape 61">
              <a:extLst>
                <a:ext uri="{FF2B5EF4-FFF2-40B4-BE49-F238E27FC236}">
                  <a16:creationId xmlns:a16="http://schemas.microsoft.com/office/drawing/2014/main" id="{1D4931FF-93AB-2744-7847-557116041722}"/>
                </a:ext>
              </a:extLst>
            </p:cNvPr>
            <p:cNvSpPr/>
            <p:nvPr/>
          </p:nvSpPr>
          <p:spPr>
            <a:xfrm>
              <a:off x="6685680" y="2771955"/>
              <a:ext cx="635512" cy="1527786"/>
            </a:xfrm>
            <a:custGeom>
              <a:avLst/>
              <a:gdLst>
                <a:gd name="connsiteX0" fmla="*/ 376333 w 635512"/>
                <a:gd name="connsiteY0" fmla="*/ 1527071 h 1527786"/>
                <a:gd name="connsiteX1" fmla="*/ 363649 w 635512"/>
                <a:gd name="connsiteY1" fmla="*/ 1514427 h 1527786"/>
                <a:gd name="connsiteX2" fmla="*/ 358363 w 635512"/>
                <a:gd name="connsiteY2" fmla="*/ 383594 h 1527786"/>
                <a:gd name="connsiteX3" fmla="*/ 12181 w 635512"/>
                <a:gd name="connsiteY3" fmla="*/ 383594 h 1527786"/>
                <a:gd name="connsiteX4" fmla="*/ -502 w 635512"/>
                <a:gd name="connsiteY4" fmla="*/ 370892 h 1527786"/>
                <a:gd name="connsiteX5" fmla="*/ -502 w 635512"/>
                <a:gd name="connsiteY5" fmla="*/ 12046 h 1527786"/>
                <a:gd name="connsiteX6" fmla="*/ 12181 w 635512"/>
                <a:gd name="connsiteY6" fmla="*/ -657 h 1527786"/>
                <a:gd name="connsiteX7" fmla="*/ 622308 w 635512"/>
                <a:gd name="connsiteY7" fmla="*/ -657 h 1527786"/>
                <a:gd name="connsiteX8" fmla="*/ 635011 w 635512"/>
                <a:gd name="connsiteY8" fmla="*/ 12046 h 1527786"/>
                <a:gd name="connsiteX9" fmla="*/ 622308 w 635512"/>
                <a:gd name="connsiteY9" fmla="*/ 24748 h 1527786"/>
                <a:gd name="connsiteX10" fmla="*/ 24884 w 635512"/>
                <a:gd name="connsiteY10" fmla="*/ 24748 h 1527786"/>
                <a:gd name="connsiteX11" fmla="*/ 24884 w 635512"/>
                <a:gd name="connsiteY11" fmla="*/ 358170 h 1527786"/>
                <a:gd name="connsiteX12" fmla="*/ 371027 w 635512"/>
                <a:gd name="connsiteY12" fmla="*/ 358170 h 1527786"/>
                <a:gd name="connsiteX13" fmla="*/ 383691 w 635512"/>
                <a:gd name="connsiteY13" fmla="*/ 370814 h 1527786"/>
                <a:gd name="connsiteX14" fmla="*/ 389035 w 635512"/>
                <a:gd name="connsiteY14" fmla="*/ 1514388 h 1527786"/>
                <a:gd name="connsiteX15" fmla="*/ 376410 w 635512"/>
                <a:gd name="connsiteY15" fmla="*/ 1527130 h 152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5512" h="1527786">
                  <a:moveTo>
                    <a:pt x="376333" y="1527071"/>
                  </a:moveTo>
                  <a:cubicBezTo>
                    <a:pt x="369342" y="1527052"/>
                    <a:pt x="363688" y="1521417"/>
                    <a:pt x="363649" y="1514427"/>
                  </a:cubicBezTo>
                  <a:lnTo>
                    <a:pt x="358363" y="383594"/>
                  </a:lnTo>
                  <a:lnTo>
                    <a:pt x="12181" y="383594"/>
                  </a:lnTo>
                  <a:cubicBezTo>
                    <a:pt x="5171" y="383575"/>
                    <a:pt x="-502" y="377901"/>
                    <a:pt x="-502" y="370892"/>
                  </a:cubicBezTo>
                  <a:lnTo>
                    <a:pt x="-502" y="12046"/>
                  </a:lnTo>
                  <a:cubicBezTo>
                    <a:pt x="-502" y="5036"/>
                    <a:pt x="5171" y="-637"/>
                    <a:pt x="12181" y="-657"/>
                  </a:cubicBezTo>
                  <a:lnTo>
                    <a:pt x="622308" y="-657"/>
                  </a:lnTo>
                  <a:cubicBezTo>
                    <a:pt x="629318" y="-657"/>
                    <a:pt x="635011" y="5036"/>
                    <a:pt x="635011" y="12046"/>
                  </a:cubicBezTo>
                  <a:cubicBezTo>
                    <a:pt x="635011" y="19055"/>
                    <a:pt x="629318" y="24748"/>
                    <a:pt x="622308" y="24748"/>
                  </a:cubicBezTo>
                  <a:lnTo>
                    <a:pt x="24884" y="24748"/>
                  </a:lnTo>
                  <a:lnTo>
                    <a:pt x="24884" y="358170"/>
                  </a:lnTo>
                  <a:lnTo>
                    <a:pt x="371027" y="358170"/>
                  </a:lnTo>
                  <a:cubicBezTo>
                    <a:pt x="378017" y="358189"/>
                    <a:pt x="383671" y="363824"/>
                    <a:pt x="383691" y="370814"/>
                  </a:cubicBezTo>
                  <a:lnTo>
                    <a:pt x="389035" y="1514388"/>
                  </a:lnTo>
                  <a:cubicBezTo>
                    <a:pt x="389054" y="1521398"/>
                    <a:pt x="383420" y="1527091"/>
                    <a:pt x="376410" y="1527130"/>
                  </a:cubicBezTo>
                  <a:close/>
                </a:path>
              </a:pathLst>
            </a:custGeom>
            <a:grpFill/>
            <a:ln w="1934" cap="flat">
              <a:noFill/>
              <a:prstDash val="solid"/>
              <a:miter/>
            </a:ln>
          </p:spPr>
          <p:txBody>
            <a:bodyPr rtlCol="0" anchor="ctr"/>
            <a:lstStyle/>
            <a:p>
              <a:endParaRPr lang="en-IN" dirty="0"/>
            </a:p>
          </p:txBody>
        </p:sp>
        <p:sp>
          <p:nvSpPr>
            <p:cNvPr id="7176" name="Freeform: Shape 7175">
              <a:extLst>
                <a:ext uri="{FF2B5EF4-FFF2-40B4-BE49-F238E27FC236}">
                  <a16:creationId xmlns:a16="http://schemas.microsoft.com/office/drawing/2014/main" id="{4E3B4EBF-603B-4B64-FF99-71B938897679}"/>
                </a:ext>
              </a:extLst>
            </p:cNvPr>
            <p:cNvSpPr/>
            <p:nvPr/>
          </p:nvSpPr>
          <p:spPr>
            <a:xfrm>
              <a:off x="10866054" y="4949611"/>
              <a:ext cx="28895" cy="470370"/>
            </a:xfrm>
            <a:custGeom>
              <a:avLst/>
              <a:gdLst>
                <a:gd name="connsiteX0" fmla="*/ 13953 w 28895"/>
                <a:gd name="connsiteY0" fmla="*/ 469714 h 470370"/>
                <a:gd name="connsiteX1" fmla="*/ -492 w 28895"/>
                <a:gd name="connsiteY1" fmla="*/ 455308 h 470370"/>
                <a:gd name="connsiteX2" fmla="*/ -492 w 28895"/>
                <a:gd name="connsiteY2" fmla="*/ 455288 h 470370"/>
                <a:gd name="connsiteX3" fmla="*/ -492 w 28895"/>
                <a:gd name="connsiteY3" fmla="*/ 14321 h 470370"/>
                <a:gd name="connsiteX4" fmla="*/ 13411 w 28895"/>
                <a:gd name="connsiteY4" fmla="*/ -647 h 470370"/>
                <a:gd name="connsiteX5" fmla="*/ 28379 w 28895"/>
                <a:gd name="connsiteY5" fmla="*/ 13256 h 470370"/>
                <a:gd name="connsiteX6" fmla="*/ 28379 w 28895"/>
                <a:gd name="connsiteY6" fmla="*/ 14321 h 470370"/>
                <a:gd name="connsiteX7" fmla="*/ 28379 w 28895"/>
                <a:gd name="connsiteY7" fmla="*/ 455288 h 470370"/>
                <a:gd name="connsiteX8" fmla="*/ 13953 w 28895"/>
                <a:gd name="connsiteY8" fmla="*/ 469714 h 47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95" h="470370">
                  <a:moveTo>
                    <a:pt x="13953" y="469714"/>
                  </a:moveTo>
                  <a:cubicBezTo>
                    <a:pt x="5994" y="469733"/>
                    <a:pt x="-473" y="463266"/>
                    <a:pt x="-492" y="455308"/>
                  </a:cubicBezTo>
                  <a:cubicBezTo>
                    <a:pt x="-492" y="455308"/>
                    <a:pt x="-492" y="455288"/>
                    <a:pt x="-492" y="455288"/>
                  </a:cubicBezTo>
                  <a:lnTo>
                    <a:pt x="-492" y="14321"/>
                  </a:lnTo>
                  <a:cubicBezTo>
                    <a:pt x="-783" y="6343"/>
                    <a:pt x="5433" y="-356"/>
                    <a:pt x="13411" y="-647"/>
                  </a:cubicBezTo>
                  <a:cubicBezTo>
                    <a:pt x="21389" y="-937"/>
                    <a:pt x="28088" y="5298"/>
                    <a:pt x="28379" y="13256"/>
                  </a:cubicBezTo>
                  <a:cubicBezTo>
                    <a:pt x="28398" y="13624"/>
                    <a:pt x="28398" y="13972"/>
                    <a:pt x="28379" y="14321"/>
                  </a:cubicBezTo>
                  <a:lnTo>
                    <a:pt x="28379" y="455288"/>
                  </a:lnTo>
                  <a:cubicBezTo>
                    <a:pt x="28379" y="463246"/>
                    <a:pt x="21912" y="469714"/>
                    <a:pt x="13953" y="469714"/>
                  </a:cubicBezTo>
                  <a:close/>
                </a:path>
              </a:pathLst>
            </a:custGeom>
            <a:grpFill/>
            <a:ln w="1934" cap="flat">
              <a:noFill/>
              <a:prstDash val="solid"/>
              <a:miter/>
            </a:ln>
          </p:spPr>
          <p:txBody>
            <a:bodyPr rtlCol="0" anchor="ctr"/>
            <a:lstStyle/>
            <a:p>
              <a:endParaRPr lang="en-IN" dirty="0"/>
            </a:p>
          </p:txBody>
        </p:sp>
        <p:sp>
          <p:nvSpPr>
            <p:cNvPr id="7177" name="Freeform: Shape 7176">
              <a:extLst>
                <a:ext uri="{FF2B5EF4-FFF2-40B4-BE49-F238E27FC236}">
                  <a16:creationId xmlns:a16="http://schemas.microsoft.com/office/drawing/2014/main" id="{5D2F5AF5-AD88-941D-50B0-010DE720D497}"/>
                </a:ext>
              </a:extLst>
            </p:cNvPr>
            <p:cNvSpPr/>
            <p:nvPr/>
          </p:nvSpPr>
          <p:spPr>
            <a:xfrm>
              <a:off x="7806676" y="2756076"/>
              <a:ext cx="3626540" cy="2082204"/>
            </a:xfrm>
            <a:custGeom>
              <a:avLst/>
              <a:gdLst>
                <a:gd name="connsiteX0" fmla="*/ 1739974 w 3626540"/>
                <a:gd name="connsiteY0" fmla="*/ 2081548 h 2082204"/>
                <a:gd name="connsiteX1" fmla="*/ 1004158 w 3626540"/>
                <a:gd name="connsiteY1" fmla="*/ 2081548 h 2082204"/>
                <a:gd name="connsiteX2" fmla="*/ 991456 w 3626540"/>
                <a:gd name="connsiteY2" fmla="*/ 2068845 h 2082204"/>
                <a:gd name="connsiteX3" fmla="*/ 1004158 w 3626540"/>
                <a:gd name="connsiteY3" fmla="*/ 2056143 h 2082204"/>
                <a:gd name="connsiteX4" fmla="*/ 1727291 w 3626540"/>
                <a:gd name="connsiteY4" fmla="*/ 2056143 h 2082204"/>
                <a:gd name="connsiteX5" fmla="*/ 1727291 w 3626540"/>
                <a:gd name="connsiteY5" fmla="*/ 1592947 h 2082204"/>
                <a:gd name="connsiteX6" fmla="*/ 300369 w 3626540"/>
                <a:gd name="connsiteY6" fmla="*/ 1592947 h 2082204"/>
                <a:gd name="connsiteX7" fmla="*/ 287686 w 3626540"/>
                <a:gd name="connsiteY7" fmla="*/ 1580244 h 2082204"/>
                <a:gd name="connsiteX8" fmla="*/ 672653 w 3626540"/>
                <a:gd name="connsiteY8" fmla="*/ 1285918 h 2082204"/>
                <a:gd name="connsiteX9" fmla="*/ 717926 w 3626540"/>
                <a:gd name="connsiteY9" fmla="*/ 1269091 h 2082204"/>
                <a:gd name="connsiteX10" fmla="*/ 871575 w 3626540"/>
                <a:gd name="connsiteY10" fmla="*/ 1212607 h 2082204"/>
                <a:gd name="connsiteX11" fmla="*/ 1128976 w 3626540"/>
                <a:gd name="connsiteY11" fmla="*/ 1112304 h 2082204"/>
                <a:gd name="connsiteX12" fmla="*/ 1328207 w 3626540"/>
                <a:gd name="connsiteY12" fmla="*/ 1013162 h 2082204"/>
                <a:gd name="connsiteX13" fmla="*/ 1693850 w 3626540"/>
                <a:gd name="connsiteY13" fmla="*/ 579418 h 2082204"/>
                <a:gd name="connsiteX14" fmla="*/ 1709767 w 3626540"/>
                <a:gd name="connsiteY14" fmla="*/ 571130 h 2082204"/>
                <a:gd name="connsiteX15" fmla="*/ 1718539 w 3626540"/>
                <a:gd name="connsiteY15" fmla="*/ 584743 h 2082204"/>
                <a:gd name="connsiteX16" fmla="*/ 1707133 w 3626540"/>
                <a:gd name="connsiteY16" fmla="*/ 790152 h 2082204"/>
                <a:gd name="connsiteX17" fmla="*/ 2035385 w 3626540"/>
                <a:gd name="connsiteY17" fmla="*/ 1725026 h 2082204"/>
                <a:gd name="connsiteX18" fmla="*/ 2472769 w 3626540"/>
                <a:gd name="connsiteY18" fmla="*/ 2029305 h 2082204"/>
                <a:gd name="connsiteX19" fmla="*/ 2480340 w 3626540"/>
                <a:gd name="connsiteY19" fmla="*/ 2045532 h 2082204"/>
                <a:gd name="connsiteX20" fmla="*/ 2464385 w 3626540"/>
                <a:gd name="connsiteY20" fmla="*/ 2053238 h 2082204"/>
                <a:gd name="connsiteX21" fmla="*/ 2464075 w 3626540"/>
                <a:gd name="connsiteY21" fmla="*/ 2053122 h 2082204"/>
                <a:gd name="connsiteX22" fmla="*/ 2016505 w 3626540"/>
                <a:gd name="connsiteY22" fmla="*/ 1741949 h 2082204"/>
                <a:gd name="connsiteX23" fmla="*/ 1681767 w 3626540"/>
                <a:gd name="connsiteY23" fmla="*/ 790152 h 2082204"/>
                <a:gd name="connsiteX24" fmla="*/ 1685640 w 3626540"/>
                <a:gd name="connsiteY24" fmla="*/ 668316 h 2082204"/>
                <a:gd name="connsiteX25" fmla="*/ 1341646 w 3626540"/>
                <a:gd name="connsiteY25" fmla="*/ 1034733 h 2082204"/>
                <a:gd name="connsiteX26" fmla="*/ 1138948 w 3626540"/>
                <a:gd name="connsiteY26" fmla="*/ 1135579 h 2082204"/>
                <a:gd name="connsiteX27" fmla="*/ 880173 w 3626540"/>
                <a:gd name="connsiteY27" fmla="*/ 1236482 h 2082204"/>
                <a:gd name="connsiteX28" fmla="*/ 726871 w 3626540"/>
                <a:gd name="connsiteY28" fmla="*/ 1292811 h 2082204"/>
                <a:gd name="connsiteX29" fmla="*/ 680825 w 3626540"/>
                <a:gd name="connsiteY29" fmla="*/ 1309870 h 2082204"/>
                <a:gd name="connsiteX30" fmla="*/ 313962 w 3626540"/>
                <a:gd name="connsiteY30" fmla="*/ 1567561 h 2082204"/>
                <a:gd name="connsiteX31" fmla="*/ 1740032 w 3626540"/>
                <a:gd name="connsiteY31" fmla="*/ 1567561 h 2082204"/>
                <a:gd name="connsiteX32" fmla="*/ 1752715 w 3626540"/>
                <a:gd name="connsiteY32" fmla="*/ 1580263 h 2082204"/>
                <a:gd name="connsiteX33" fmla="*/ 1752715 w 3626540"/>
                <a:gd name="connsiteY33" fmla="*/ 2068865 h 2082204"/>
                <a:gd name="connsiteX34" fmla="*/ 1739974 w 3626540"/>
                <a:gd name="connsiteY34" fmla="*/ 2081548 h 2082204"/>
                <a:gd name="connsiteX35" fmla="*/ 3129524 w 3626540"/>
                <a:gd name="connsiteY35" fmla="*/ 2080696 h 2082204"/>
                <a:gd name="connsiteX36" fmla="*/ 3116879 w 3626540"/>
                <a:gd name="connsiteY36" fmla="*/ 2067935 h 2082204"/>
                <a:gd name="connsiteX37" fmla="*/ 3126252 w 3626540"/>
                <a:gd name="connsiteY37" fmla="*/ 2055736 h 2082204"/>
                <a:gd name="connsiteX38" fmla="*/ 3604338 w 3626540"/>
                <a:gd name="connsiteY38" fmla="*/ 1769968 h 2082204"/>
                <a:gd name="connsiteX39" fmla="*/ 3622249 w 3626540"/>
                <a:gd name="connsiteY39" fmla="*/ 1769833 h 2082204"/>
                <a:gd name="connsiteX40" fmla="*/ 3622405 w 3626540"/>
                <a:gd name="connsiteY40" fmla="*/ 1787744 h 2082204"/>
                <a:gd name="connsiteX41" fmla="*/ 3132796 w 3626540"/>
                <a:gd name="connsiteY41" fmla="*/ 2080250 h 2082204"/>
                <a:gd name="connsiteX42" fmla="*/ 3129524 w 3626540"/>
                <a:gd name="connsiteY42" fmla="*/ 2080696 h 2082204"/>
                <a:gd name="connsiteX43" fmla="*/ 2842052 w 3626540"/>
                <a:gd name="connsiteY43" fmla="*/ 1579741 h 2082204"/>
                <a:gd name="connsiteX44" fmla="*/ 2409450 w 3626540"/>
                <a:gd name="connsiteY44" fmla="*/ 1392940 h 2082204"/>
                <a:gd name="connsiteX45" fmla="*/ 2219958 w 3626540"/>
                <a:gd name="connsiteY45" fmla="*/ 790229 h 2082204"/>
                <a:gd name="connsiteX46" fmla="*/ 2409354 w 3626540"/>
                <a:gd name="connsiteY46" fmla="*/ 186086 h 2082204"/>
                <a:gd name="connsiteX47" fmla="*/ 2842052 w 3626540"/>
                <a:gd name="connsiteY47" fmla="*/ -657 h 2082204"/>
                <a:gd name="connsiteX48" fmla="*/ 3273105 w 3626540"/>
                <a:gd name="connsiteY48" fmla="*/ 185989 h 2082204"/>
                <a:gd name="connsiteX49" fmla="*/ 3273105 w 3626540"/>
                <a:gd name="connsiteY49" fmla="*/ 185989 h 2082204"/>
                <a:gd name="connsiteX50" fmla="*/ 3462403 w 3626540"/>
                <a:gd name="connsiteY50" fmla="*/ 790132 h 2082204"/>
                <a:gd name="connsiteX51" fmla="*/ 3273124 w 3626540"/>
                <a:gd name="connsiteY51" fmla="*/ 1392785 h 2082204"/>
                <a:gd name="connsiteX52" fmla="*/ 2842052 w 3626540"/>
                <a:gd name="connsiteY52" fmla="*/ 1579741 h 2082204"/>
                <a:gd name="connsiteX53" fmla="*/ 2842052 w 3626540"/>
                <a:gd name="connsiteY53" fmla="*/ 24845 h 2082204"/>
                <a:gd name="connsiteX54" fmla="*/ 2428368 w 3626540"/>
                <a:gd name="connsiteY54" fmla="*/ 202990 h 2082204"/>
                <a:gd name="connsiteX55" fmla="*/ 2245324 w 3626540"/>
                <a:gd name="connsiteY55" fmla="*/ 790345 h 2082204"/>
                <a:gd name="connsiteX56" fmla="*/ 2428465 w 3626540"/>
                <a:gd name="connsiteY56" fmla="*/ 1376268 h 2082204"/>
                <a:gd name="connsiteX57" fmla="*/ 2842052 w 3626540"/>
                <a:gd name="connsiteY57" fmla="*/ 1554413 h 2082204"/>
                <a:gd name="connsiteX58" fmla="*/ 3254206 w 3626540"/>
                <a:gd name="connsiteY58" fmla="*/ 1376133 h 2082204"/>
                <a:gd name="connsiteX59" fmla="*/ 3437115 w 3626540"/>
                <a:gd name="connsiteY59" fmla="*/ 790307 h 2082204"/>
                <a:gd name="connsiteX60" fmla="*/ 3254167 w 3626540"/>
                <a:gd name="connsiteY60" fmla="*/ 202951 h 2082204"/>
                <a:gd name="connsiteX61" fmla="*/ 2842052 w 3626540"/>
                <a:gd name="connsiteY61" fmla="*/ 24651 h 2082204"/>
                <a:gd name="connsiteX62" fmla="*/ 12181 w 3626540"/>
                <a:gd name="connsiteY62" fmla="*/ 1124696 h 2082204"/>
                <a:gd name="connsiteX63" fmla="*/ -502 w 3626540"/>
                <a:gd name="connsiteY63" fmla="*/ 1111975 h 2082204"/>
                <a:gd name="connsiteX64" fmla="*/ 4745 w 3626540"/>
                <a:gd name="connsiteY64" fmla="*/ 1101712 h 2082204"/>
                <a:gd name="connsiteX65" fmla="*/ 569775 w 3626540"/>
                <a:gd name="connsiteY65" fmla="*/ 821908 h 2082204"/>
                <a:gd name="connsiteX66" fmla="*/ 1047010 w 3626540"/>
                <a:gd name="connsiteY66" fmla="*/ 598433 h 2082204"/>
                <a:gd name="connsiteX67" fmla="*/ 1185556 w 3626540"/>
                <a:gd name="connsiteY67" fmla="*/ 366496 h 2082204"/>
                <a:gd name="connsiteX68" fmla="*/ 1049681 w 3626540"/>
                <a:gd name="connsiteY68" fmla="*/ 112252 h 2082204"/>
                <a:gd name="connsiteX69" fmla="*/ 822470 w 3626540"/>
                <a:gd name="connsiteY69" fmla="*/ 35282 h 2082204"/>
                <a:gd name="connsiteX70" fmla="*/ 707605 w 3626540"/>
                <a:gd name="connsiteY70" fmla="*/ 37218 h 2082204"/>
                <a:gd name="connsiteX71" fmla="*/ 694728 w 3626540"/>
                <a:gd name="connsiteY71" fmla="*/ 24710 h 2082204"/>
                <a:gd name="connsiteX72" fmla="*/ 707198 w 3626540"/>
                <a:gd name="connsiteY72" fmla="*/ 11794 h 2082204"/>
                <a:gd name="connsiteX73" fmla="*/ 823805 w 3626540"/>
                <a:gd name="connsiteY73" fmla="*/ 9974 h 2082204"/>
                <a:gd name="connsiteX74" fmla="*/ 1065076 w 3626540"/>
                <a:gd name="connsiteY74" fmla="*/ 92095 h 2082204"/>
                <a:gd name="connsiteX75" fmla="*/ 1210922 w 3626540"/>
                <a:gd name="connsiteY75" fmla="*/ 366496 h 2082204"/>
                <a:gd name="connsiteX76" fmla="*/ 1060893 w 3626540"/>
                <a:gd name="connsiteY76" fmla="*/ 619675 h 2082204"/>
                <a:gd name="connsiteX77" fmla="*/ 579011 w 3626540"/>
                <a:gd name="connsiteY77" fmla="*/ 845532 h 2082204"/>
                <a:gd name="connsiteX78" fmla="*/ 19636 w 3626540"/>
                <a:gd name="connsiteY78" fmla="*/ 1122257 h 2082204"/>
                <a:gd name="connsiteX79" fmla="*/ 12181 w 3626540"/>
                <a:gd name="connsiteY79" fmla="*/ 1124696 h 208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626540" h="2082204">
                  <a:moveTo>
                    <a:pt x="1739974" y="2081548"/>
                  </a:moveTo>
                  <a:lnTo>
                    <a:pt x="1004158" y="2081548"/>
                  </a:lnTo>
                  <a:cubicBezTo>
                    <a:pt x="997148" y="2081548"/>
                    <a:pt x="991456" y="2075855"/>
                    <a:pt x="991456" y="2068845"/>
                  </a:cubicBezTo>
                  <a:cubicBezTo>
                    <a:pt x="991456" y="2061836"/>
                    <a:pt x="997148" y="2056143"/>
                    <a:pt x="1004158" y="2056143"/>
                  </a:cubicBezTo>
                  <a:lnTo>
                    <a:pt x="1727291" y="2056143"/>
                  </a:lnTo>
                  <a:lnTo>
                    <a:pt x="1727291" y="1592947"/>
                  </a:lnTo>
                  <a:lnTo>
                    <a:pt x="300369" y="1592947"/>
                  </a:lnTo>
                  <a:cubicBezTo>
                    <a:pt x="293359" y="1592927"/>
                    <a:pt x="287686" y="1587253"/>
                    <a:pt x="287686" y="1580244"/>
                  </a:cubicBezTo>
                  <a:cubicBezTo>
                    <a:pt x="287686" y="1441872"/>
                    <a:pt x="539413" y="1327182"/>
                    <a:pt x="672653" y="1285918"/>
                  </a:cubicBezTo>
                  <a:cubicBezTo>
                    <a:pt x="684078" y="1281755"/>
                    <a:pt x="699336" y="1276042"/>
                    <a:pt x="717926" y="1269091"/>
                  </a:cubicBezTo>
                  <a:cubicBezTo>
                    <a:pt x="755471" y="1255052"/>
                    <a:pt x="806533" y="1235979"/>
                    <a:pt x="871575" y="1212607"/>
                  </a:cubicBezTo>
                  <a:cubicBezTo>
                    <a:pt x="967193" y="1178721"/>
                    <a:pt x="1053767" y="1144970"/>
                    <a:pt x="1128976" y="1112304"/>
                  </a:cubicBezTo>
                  <a:cubicBezTo>
                    <a:pt x="1197658" y="1084052"/>
                    <a:pt x="1264249" y="1050921"/>
                    <a:pt x="1328207" y="1013162"/>
                  </a:cubicBezTo>
                  <a:cubicBezTo>
                    <a:pt x="1518145" y="888344"/>
                    <a:pt x="1641316" y="742285"/>
                    <a:pt x="1693850" y="579418"/>
                  </a:cubicBezTo>
                  <a:cubicBezTo>
                    <a:pt x="1695960" y="572737"/>
                    <a:pt x="1703087" y="569039"/>
                    <a:pt x="1709767" y="571130"/>
                  </a:cubicBezTo>
                  <a:cubicBezTo>
                    <a:pt x="1715576" y="572970"/>
                    <a:pt x="1719255" y="578682"/>
                    <a:pt x="1718539" y="584743"/>
                  </a:cubicBezTo>
                  <a:cubicBezTo>
                    <a:pt x="1710813" y="652942"/>
                    <a:pt x="1707017" y="721527"/>
                    <a:pt x="1707133" y="790152"/>
                  </a:cubicBezTo>
                  <a:cubicBezTo>
                    <a:pt x="1707133" y="1167199"/>
                    <a:pt x="1817506" y="1481741"/>
                    <a:pt x="2035385" y="1725026"/>
                  </a:cubicBezTo>
                  <a:cubicBezTo>
                    <a:pt x="2163997" y="1868103"/>
                    <a:pt x="2311180" y="1970498"/>
                    <a:pt x="2472769" y="2029305"/>
                  </a:cubicBezTo>
                  <a:cubicBezTo>
                    <a:pt x="2479334" y="2031686"/>
                    <a:pt x="2482722" y="2038967"/>
                    <a:pt x="2480340" y="2045532"/>
                  </a:cubicBezTo>
                  <a:cubicBezTo>
                    <a:pt x="2478056" y="2052057"/>
                    <a:pt x="2470910" y="2055504"/>
                    <a:pt x="2464385" y="2053238"/>
                  </a:cubicBezTo>
                  <a:cubicBezTo>
                    <a:pt x="2464288" y="2053199"/>
                    <a:pt x="2464172" y="2053161"/>
                    <a:pt x="2464075" y="2053122"/>
                  </a:cubicBezTo>
                  <a:cubicBezTo>
                    <a:pt x="2298536" y="1992882"/>
                    <a:pt x="2147945" y="1888164"/>
                    <a:pt x="2016505" y="1741949"/>
                  </a:cubicBezTo>
                  <a:cubicBezTo>
                    <a:pt x="1794386" y="1493844"/>
                    <a:pt x="1681767" y="1173648"/>
                    <a:pt x="1681767" y="790152"/>
                  </a:cubicBezTo>
                  <a:cubicBezTo>
                    <a:pt x="1681767" y="748869"/>
                    <a:pt x="1683064" y="708108"/>
                    <a:pt x="1685640" y="668316"/>
                  </a:cubicBezTo>
                  <a:cubicBezTo>
                    <a:pt x="1620462" y="804345"/>
                    <a:pt x="1505133" y="927285"/>
                    <a:pt x="1341646" y="1034733"/>
                  </a:cubicBezTo>
                  <a:cubicBezTo>
                    <a:pt x="1276584" y="1073170"/>
                    <a:pt x="1208851" y="1106882"/>
                    <a:pt x="1138948" y="1135579"/>
                  </a:cubicBezTo>
                  <a:cubicBezTo>
                    <a:pt x="1063430" y="1168497"/>
                    <a:pt x="976294" y="1202383"/>
                    <a:pt x="880173" y="1236482"/>
                  </a:cubicBezTo>
                  <a:cubicBezTo>
                    <a:pt x="815305" y="1259719"/>
                    <a:pt x="764340" y="1278811"/>
                    <a:pt x="726871" y="1292811"/>
                  </a:cubicBezTo>
                  <a:cubicBezTo>
                    <a:pt x="708186" y="1299801"/>
                    <a:pt x="692830" y="1305494"/>
                    <a:pt x="680825" y="1309870"/>
                  </a:cubicBezTo>
                  <a:cubicBezTo>
                    <a:pt x="581528" y="1340697"/>
                    <a:pt x="330499" y="1444873"/>
                    <a:pt x="313962" y="1567561"/>
                  </a:cubicBezTo>
                  <a:lnTo>
                    <a:pt x="1740032" y="1567561"/>
                  </a:lnTo>
                  <a:cubicBezTo>
                    <a:pt x="1747042" y="1567580"/>
                    <a:pt x="1752715" y="1573254"/>
                    <a:pt x="1752715" y="1580263"/>
                  </a:cubicBezTo>
                  <a:lnTo>
                    <a:pt x="1752715" y="2068865"/>
                  </a:lnTo>
                  <a:cubicBezTo>
                    <a:pt x="1752696" y="2075874"/>
                    <a:pt x="1746984" y="2081567"/>
                    <a:pt x="1739974" y="2081548"/>
                  </a:cubicBezTo>
                  <a:close/>
                  <a:moveTo>
                    <a:pt x="3129524" y="2080696"/>
                  </a:moveTo>
                  <a:cubicBezTo>
                    <a:pt x="3122514" y="2080657"/>
                    <a:pt x="3116841" y="2074945"/>
                    <a:pt x="3116879" y="2067935"/>
                  </a:cubicBezTo>
                  <a:cubicBezTo>
                    <a:pt x="3116918" y="2062223"/>
                    <a:pt x="3120752" y="2057227"/>
                    <a:pt x="3126252" y="2055736"/>
                  </a:cubicBezTo>
                  <a:cubicBezTo>
                    <a:pt x="3303544" y="2008199"/>
                    <a:pt x="3464398" y="1912020"/>
                    <a:pt x="3604338" y="1769968"/>
                  </a:cubicBezTo>
                  <a:cubicBezTo>
                    <a:pt x="3609237" y="1764972"/>
                    <a:pt x="3617273" y="1764914"/>
                    <a:pt x="3622249" y="1769833"/>
                  </a:cubicBezTo>
                  <a:cubicBezTo>
                    <a:pt x="3627245" y="1774732"/>
                    <a:pt x="3627304" y="1782749"/>
                    <a:pt x="3622405" y="1787744"/>
                  </a:cubicBezTo>
                  <a:cubicBezTo>
                    <a:pt x="3479269" y="1933107"/>
                    <a:pt x="3314524" y="2031512"/>
                    <a:pt x="3132796" y="2080250"/>
                  </a:cubicBezTo>
                  <a:cubicBezTo>
                    <a:pt x="3131731" y="2080560"/>
                    <a:pt x="3130628" y="2080696"/>
                    <a:pt x="3129524" y="2080696"/>
                  </a:cubicBezTo>
                  <a:close/>
                  <a:moveTo>
                    <a:pt x="2842052" y="1579741"/>
                  </a:moveTo>
                  <a:cubicBezTo>
                    <a:pt x="2665747" y="1579741"/>
                    <a:pt x="2520191" y="1516867"/>
                    <a:pt x="2409450" y="1392940"/>
                  </a:cubicBezTo>
                  <a:cubicBezTo>
                    <a:pt x="2283684" y="1248817"/>
                    <a:pt x="2219958" y="1046080"/>
                    <a:pt x="2219958" y="790229"/>
                  </a:cubicBezTo>
                  <a:cubicBezTo>
                    <a:pt x="2219958" y="533042"/>
                    <a:pt x="2283684" y="329821"/>
                    <a:pt x="2409354" y="186086"/>
                  </a:cubicBezTo>
                  <a:cubicBezTo>
                    <a:pt x="2520249" y="62159"/>
                    <a:pt x="2665786" y="-657"/>
                    <a:pt x="2842052" y="-657"/>
                  </a:cubicBezTo>
                  <a:cubicBezTo>
                    <a:pt x="3017293" y="-657"/>
                    <a:pt x="3162306" y="62159"/>
                    <a:pt x="3273105" y="185989"/>
                  </a:cubicBezTo>
                  <a:cubicBezTo>
                    <a:pt x="3273105" y="185989"/>
                    <a:pt x="3273105" y="185989"/>
                    <a:pt x="3273105" y="185989"/>
                  </a:cubicBezTo>
                  <a:cubicBezTo>
                    <a:pt x="3398736" y="328466"/>
                    <a:pt x="3462403" y="531745"/>
                    <a:pt x="3462403" y="790132"/>
                  </a:cubicBezTo>
                  <a:cubicBezTo>
                    <a:pt x="3462403" y="1047358"/>
                    <a:pt x="3398736" y="1250095"/>
                    <a:pt x="3273124" y="1392785"/>
                  </a:cubicBezTo>
                  <a:cubicBezTo>
                    <a:pt x="3162152" y="1516770"/>
                    <a:pt x="3017118" y="1579741"/>
                    <a:pt x="2842052" y="1579741"/>
                  </a:cubicBezTo>
                  <a:close/>
                  <a:moveTo>
                    <a:pt x="2842052" y="24845"/>
                  </a:moveTo>
                  <a:cubicBezTo>
                    <a:pt x="2670917" y="24845"/>
                    <a:pt x="2535604" y="83110"/>
                    <a:pt x="2428368" y="202990"/>
                  </a:cubicBezTo>
                  <a:cubicBezTo>
                    <a:pt x="2306940" y="341846"/>
                    <a:pt x="2245324" y="539529"/>
                    <a:pt x="2245324" y="790345"/>
                  </a:cubicBezTo>
                  <a:cubicBezTo>
                    <a:pt x="2245324" y="1039845"/>
                    <a:pt x="2306940" y="1237025"/>
                    <a:pt x="2428465" y="1376268"/>
                  </a:cubicBezTo>
                  <a:cubicBezTo>
                    <a:pt x="2535585" y="1496129"/>
                    <a:pt x="2670897" y="1554413"/>
                    <a:pt x="2842052" y="1554413"/>
                  </a:cubicBezTo>
                  <a:cubicBezTo>
                    <a:pt x="3009605" y="1554413"/>
                    <a:pt x="3148268" y="1494386"/>
                    <a:pt x="3254206" y="1376133"/>
                  </a:cubicBezTo>
                  <a:cubicBezTo>
                    <a:pt x="3375538" y="1238264"/>
                    <a:pt x="3437115" y="1041143"/>
                    <a:pt x="3437115" y="790307"/>
                  </a:cubicBezTo>
                  <a:cubicBezTo>
                    <a:pt x="3437115" y="534708"/>
                    <a:pt x="3377281" y="342601"/>
                    <a:pt x="3254167" y="202951"/>
                  </a:cubicBezTo>
                  <a:cubicBezTo>
                    <a:pt x="3148384" y="84543"/>
                    <a:pt x="3009741" y="24651"/>
                    <a:pt x="2842052" y="24651"/>
                  </a:cubicBezTo>
                  <a:close/>
                  <a:moveTo>
                    <a:pt x="12181" y="1124696"/>
                  </a:moveTo>
                  <a:cubicBezTo>
                    <a:pt x="5171" y="1124677"/>
                    <a:pt x="-502" y="1118984"/>
                    <a:pt x="-502" y="1111975"/>
                  </a:cubicBezTo>
                  <a:cubicBezTo>
                    <a:pt x="-483" y="1107908"/>
                    <a:pt x="1453" y="1104094"/>
                    <a:pt x="4745" y="1101712"/>
                  </a:cubicBezTo>
                  <a:cubicBezTo>
                    <a:pt x="180044" y="974377"/>
                    <a:pt x="378153" y="896845"/>
                    <a:pt x="569775" y="821908"/>
                  </a:cubicBezTo>
                  <a:cubicBezTo>
                    <a:pt x="731770" y="758531"/>
                    <a:pt x="899304" y="692966"/>
                    <a:pt x="1047010" y="598433"/>
                  </a:cubicBezTo>
                  <a:cubicBezTo>
                    <a:pt x="1140206" y="536644"/>
                    <a:pt x="1185556" y="460758"/>
                    <a:pt x="1185556" y="366496"/>
                  </a:cubicBezTo>
                  <a:cubicBezTo>
                    <a:pt x="1185556" y="267142"/>
                    <a:pt x="1141116" y="183975"/>
                    <a:pt x="1049681" y="112252"/>
                  </a:cubicBezTo>
                  <a:cubicBezTo>
                    <a:pt x="999201" y="74784"/>
                    <a:pt x="916286" y="46648"/>
                    <a:pt x="822470" y="35282"/>
                  </a:cubicBezTo>
                  <a:lnTo>
                    <a:pt x="707605" y="37218"/>
                  </a:lnTo>
                  <a:cubicBezTo>
                    <a:pt x="701195" y="38206"/>
                    <a:pt x="694824" y="31758"/>
                    <a:pt x="694728" y="24710"/>
                  </a:cubicBezTo>
                  <a:cubicBezTo>
                    <a:pt x="694612" y="17700"/>
                    <a:pt x="700188" y="11929"/>
                    <a:pt x="707198" y="11794"/>
                  </a:cubicBezTo>
                  <a:lnTo>
                    <a:pt x="823805" y="9974"/>
                  </a:lnTo>
                  <a:cubicBezTo>
                    <a:pt x="923586" y="21979"/>
                    <a:pt x="1010896" y="51857"/>
                    <a:pt x="1065076" y="92095"/>
                  </a:cubicBezTo>
                  <a:cubicBezTo>
                    <a:pt x="1161894" y="168077"/>
                    <a:pt x="1210922" y="260345"/>
                    <a:pt x="1210922" y="366496"/>
                  </a:cubicBezTo>
                  <a:cubicBezTo>
                    <a:pt x="1210922" y="468445"/>
                    <a:pt x="1160442" y="553606"/>
                    <a:pt x="1060893" y="619675"/>
                  </a:cubicBezTo>
                  <a:cubicBezTo>
                    <a:pt x="910864" y="715699"/>
                    <a:pt x="742169" y="781709"/>
                    <a:pt x="579011" y="845532"/>
                  </a:cubicBezTo>
                  <a:cubicBezTo>
                    <a:pt x="388900" y="919868"/>
                    <a:pt x="192320" y="996800"/>
                    <a:pt x="19636" y="1122257"/>
                  </a:cubicBezTo>
                  <a:cubicBezTo>
                    <a:pt x="17487" y="1123845"/>
                    <a:pt x="14873" y="1124696"/>
                    <a:pt x="12181" y="1124696"/>
                  </a:cubicBezTo>
                  <a:close/>
                </a:path>
              </a:pathLst>
            </a:custGeom>
            <a:grpFill/>
            <a:ln w="1934" cap="flat">
              <a:noFill/>
              <a:prstDash val="solid"/>
              <a:miter/>
            </a:ln>
          </p:spPr>
          <p:txBody>
            <a:bodyPr rtlCol="0" anchor="ctr"/>
            <a:lstStyle/>
            <a:p>
              <a:endParaRPr lang="en-IN" dirty="0"/>
            </a:p>
          </p:txBody>
        </p:sp>
        <p:sp>
          <p:nvSpPr>
            <p:cNvPr id="7178" name="Freeform: Shape 7177">
              <a:extLst>
                <a:ext uri="{FF2B5EF4-FFF2-40B4-BE49-F238E27FC236}">
                  <a16:creationId xmlns:a16="http://schemas.microsoft.com/office/drawing/2014/main" id="{BD1B02AD-3133-9521-4575-06986D48BD4F}"/>
                </a:ext>
              </a:extLst>
            </p:cNvPr>
            <p:cNvSpPr/>
            <p:nvPr/>
          </p:nvSpPr>
          <p:spPr>
            <a:xfrm>
              <a:off x="7594142" y="3380649"/>
              <a:ext cx="1795313" cy="1299702"/>
            </a:xfrm>
            <a:custGeom>
              <a:avLst/>
              <a:gdLst>
                <a:gd name="connsiteX0" fmla="*/ 1404616 w 1795313"/>
                <a:gd name="connsiteY0" fmla="*/ -657 h 1299702"/>
                <a:gd name="connsiteX1" fmla="*/ 1669665 w 1795313"/>
                <a:gd name="connsiteY1" fmla="*/ 111323 h 1299702"/>
                <a:gd name="connsiteX2" fmla="*/ 1453954 w 1795313"/>
                <a:gd name="connsiteY2" fmla="*/ 301241 h 1299702"/>
                <a:gd name="connsiteX3" fmla="*/ 1274958 w 1795313"/>
                <a:gd name="connsiteY3" fmla="*/ 390100 h 1299702"/>
                <a:gd name="connsiteX4" fmla="*/ 1030241 w 1795313"/>
                <a:gd name="connsiteY4" fmla="*/ 485408 h 1299702"/>
                <a:gd name="connsiteX5" fmla="*/ 838212 w 1795313"/>
                <a:gd name="connsiteY5" fmla="*/ 556065 h 1299702"/>
                <a:gd name="connsiteX6" fmla="*/ 396432 w 1795313"/>
                <a:gd name="connsiteY6" fmla="*/ 936870 h 1299702"/>
                <a:gd name="connsiteX7" fmla="*/ 396432 w 1795313"/>
                <a:gd name="connsiteY7" fmla="*/ 1049430 h 1299702"/>
                <a:gd name="connsiteX8" fmla="*/ 1794812 w 1795313"/>
                <a:gd name="connsiteY8" fmla="*/ 1049430 h 1299702"/>
                <a:gd name="connsiteX9" fmla="*/ 1794812 w 1795313"/>
                <a:gd name="connsiteY9" fmla="*/ 1299046 h 1299702"/>
                <a:gd name="connsiteX10" fmla="*/ -502 w 1795313"/>
                <a:gd name="connsiteY10" fmla="*/ 1299046 h 1299702"/>
                <a:gd name="connsiteX11" fmla="*/ -502 w 1795313"/>
                <a:gd name="connsiteY11" fmla="*/ 1110542 h 1299702"/>
                <a:gd name="connsiteX12" fmla="*/ 73505 w 1795313"/>
                <a:gd name="connsiteY12" fmla="*/ 797413 h 1299702"/>
                <a:gd name="connsiteX13" fmla="*/ 294947 w 1795313"/>
                <a:gd name="connsiteY13" fmla="*/ 573009 h 1299702"/>
                <a:gd name="connsiteX14" fmla="*/ 1301738 w 1795313"/>
                <a:gd name="connsiteY14" fmla="*/ 87912 h 1299702"/>
                <a:gd name="connsiteX15" fmla="*/ 1404616 w 1795313"/>
                <a:gd name="connsiteY15" fmla="*/ -657 h 129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5312" h="1299702">
                  <a:moveTo>
                    <a:pt x="1404616" y="-657"/>
                  </a:moveTo>
                  <a:lnTo>
                    <a:pt x="1669665" y="111323"/>
                  </a:lnTo>
                  <a:cubicBezTo>
                    <a:pt x="1609812" y="186163"/>
                    <a:pt x="1533423" y="248804"/>
                    <a:pt x="1453954" y="301241"/>
                  </a:cubicBezTo>
                  <a:cubicBezTo>
                    <a:pt x="1396619" y="335166"/>
                    <a:pt x="1336205" y="364172"/>
                    <a:pt x="1274958" y="390100"/>
                  </a:cubicBezTo>
                  <a:cubicBezTo>
                    <a:pt x="1194231" y="424161"/>
                    <a:pt x="1112671" y="455917"/>
                    <a:pt x="1030241" y="485408"/>
                  </a:cubicBezTo>
                  <a:cubicBezTo>
                    <a:pt x="965915" y="508412"/>
                    <a:pt x="902267" y="532655"/>
                    <a:pt x="838212" y="556065"/>
                  </a:cubicBezTo>
                  <a:cubicBezTo>
                    <a:pt x="673389" y="607631"/>
                    <a:pt x="396432" y="737153"/>
                    <a:pt x="396432" y="936870"/>
                  </a:cubicBezTo>
                  <a:lnTo>
                    <a:pt x="396432" y="1049430"/>
                  </a:lnTo>
                  <a:lnTo>
                    <a:pt x="1794812" y="1049430"/>
                  </a:lnTo>
                  <a:lnTo>
                    <a:pt x="1794812" y="1299046"/>
                  </a:lnTo>
                  <a:lnTo>
                    <a:pt x="-502" y="1299046"/>
                  </a:lnTo>
                  <a:lnTo>
                    <a:pt x="-502" y="1110542"/>
                  </a:lnTo>
                  <a:cubicBezTo>
                    <a:pt x="-502" y="1005281"/>
                    <a:pt x="14989" y="887531"/>
                    <a:pt x="73505" y="797413"/>
                  </a:cubicBezTo>
                  <a:cubicBezTo>
                    <a:pt x="131248" y="708553"/>
                    <a:pt x="209593" y="634972"/>
                    <a:pt x="294947" y="573009"/>
                  </a:cubicBezTo>
                  <a:cubicBezTo>
                    <a:pt x="596012" y="354374"/>
                    <a:pt x="985801" y="291849"/>
                    <a:pt x="1301738" y="87912"/>
                  </a:cubicBezTo>
                  <a:cubicBezTo>
                    <a:pt x="1341394" y="62275"/>
                    <a:pt x="1376152" y="32687"/>
                    <a:pt x="1404616" y="-657"/>
                  </a:cubicBezTo>
                  <a:close/>
                </a:path>
              </a:pathLst>
            </a:custGeom>
            <a:solidFill>
              <a:schemeClr val="accent3"/>
            </a:solidFill>
            <a:ln w="1934" cap="flat">
              <a:noFill/>
              <a:prstDash val="solid"/>
              <a:miter/>
            </a:ln>
          </p:spPr>
          <p:txBody>
            <a:bodyPr rtlCol="0" anchor="ctr"/>
            <a:lstStyle/>
            <a:p>
              <a:endParaRPr lang="en-IN" dirty="0"/>
            </a:p>
          </p:txBody>
        </p:sp>
        <p:sp>
          <p:nvSpPr>
            <p:cNvPr id="7179" name="Freeform: Shape 7178">
              <a:extLst>
                <a:ext uri="{FF2B5EF4-FFF2-40B4-BE49-F238E27FC236}">
                  <a16:creationId xmlns:a16="http://schemas.microsoft.com/office/drawing/2014/main" id="{93D68B31-59E4-8620-F478-3E619A8A569E}"/>
                </a:ext>
              </a:extLst>
            </p:cNvPr>
            <p:cNvSpPr/>
            <p:nvPr/>
          </p:nvSpPr>
          <p:spPr>
            <a:xfrm>
              <a:off x="9634598" y="3636441"/>
              <a:ext cx="1738287" cy="1112805"/>
            </a:xfrm>
            <a:custGeom>
              <a:avLst/>
              <a:gdLst>
                <a:gd name="connsiteX0" fmla="*/ -347 w 1738287"/>
                <a:gd name="connsiteY0" fmla="*/ -657 h 1112805"/>
                <a:gd name="connsiteX1" fmla="*/ 309954 w 1738287"/>
                <a:gd name="connsiteY1" fmla="*/ 130396 h 1112805"/>
                <a:gd name="connsiteX2" fmla="*/ 504926 w 1738287"/>
                <a:gd name="connsiteY2" fmla="*/ 579321 h 1112805"/>
                <a:gd name="connsiteX3" fmla="*/ 1000266 w 1738287"/>
                <a:gd name="connsiteY3" fmla="*/ 794605 h 1112805"/>
                <a:gd name="connsiteX4" fmla="*/ 1459279 w 1738287"/>
                <a:gd name="connsiteY4" fmla="*/ 615899 h 1112805"/>
                <a:gd name="connsiteX5" fmla="*/ 1737786 w 1738287"/>
                <a:gd name="connsiteY5" fmla="*/ 733494 h 1112805"/>
                <a:gd name="connsiteX6" fmla="*/ 1707366 w 1738287"/>
                <a:gd name="connsiteY6" fmla="*/ 768833 h 1112805"/>
                <a:gd name="connsiteX7" fmla="*/ 291462 w 1738287"/>
                <a:gd name="connsiteY7" fmla="*/ 768833 h 1112805"/>
                <a:gd name="connsiteX8" fmla="*/ -502 w 1738287"/>
                <a:gd name="connsiteY8" fmla="*/ -657 h 111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8286" h="1112805">
                  <a:moveTo>
                    <a:pt x="-347" y="-657"/>
                  </a:moveTo>
                  <a:lnTo>
                    <a:pt x="309954" y="130396"/>
                  </a:lnTo>
                  <a:cubicBezTo>
                    <a:pt x="334062" y="294522"/>
                    <a:pt x="392095" y="451502"/>
                    <a:pt x="504926" y="579321"/>
                  </a:cubicBezTo>
                  <a:cubicBezTo>
                    <a:pt x="634991" y="726639"/>
                    <a:pt x="805294" y="794605"/>
                    <a:pt x="1000266" y="794605"/>
                  </a:cubicBezTo>
                  <a:cubicBezTo>
                    <a:pt x="1177985" y="794605"/>
                    <a:pt x="1334675" y="737154"/>
                    <a:pt x="1459279" y="615899"/>
                  </a:cubicBezTo>
                  <a:lnTo>
                    <a:pt x="1737786" y="733494"/>
                  </a:lnTo>
                  <a:cubicBezTo>
                    <a:pt x="1727968" y="745422"/>
                    <a:pt x="1717880" y="757195"/>
                    <a:pt x="1707366" y="768833"/>
                  </a:cubicBezTo>
                  <a:cubicBezTo>
                    <a:pt x="1296277" y="1227149"/>
                    <a:pt x="701292" y="1226026"/>
                    <a:pt x="291462" y="768833"/>
                  </a:cubicBezTo>
                  <a:cubicBezTo>
                    <a:pt x="95793" y="550585"/>
                    <a:pt x="11426" y="285827"/>
                    <a:pt x="-502" y="-657"/>
                  </a:cubicBezTo>
                  <a:close/>
                </a:path>
              </a:pathLst>
            </a:custGeom>
            <a:solidFill>
              <a:schemeClr val="accent4"/>
            </a:solidFill>
            <a:ln w="1934" cap="flat">
              <a:noFill/>
              <a:prstDash val="solid"/>
              <a:miter/>
            </a:ln>
          </p:spPr>
          <p:txBody>
            <a:bodyPr rtlCol="0" anchor="ctr"/>
            <a:lstStyle/>
            <a:p>
              <a:endParaRPr lang="en-IN" dirty="0"/>
            </a:p>
          </p:txBody>
        </p:sp>
        <p:sp>
          <p:nvSpPr>
            <p:cNvPr id="7180" name="Freeform: Shape 7179">
              <a:extLst>
                <a:ext uri="{FF2B5EF4-FFF2-40B4-BE49-F238E27FC236}">
                  <a16:creationId xmlns:a16="http://schemas.microsoft.com/office/drawing/2014/main" id="{C257C216-B2D0-CE0D-9167-E230544984D3}"/>
                </a:ext>
              </a:extLst>
            </p:cNvPr>
            <p:cNvSpPr/>
            <p:nvPr/>
          </p:nvSpPr>
          <p:spPr>
            <a:xfrm>
              <a:off x="11383426" y="2649774"/>
              <a:ext cx="269961" cy="270621"/>
            </a:xfrm>
            <a:custGeom>
              <a:avLst/>
              <a:gdLst>
                <a:gd name="connsiteX0" fmla="*/ 127911 w 269961"/>
                <a:gd name="connsiteY0" fmla="*/ 269964 h 270621"/>
                <a:gd name="connsiteX1" fmla="*/ 101479 w 269961"/>
                <a:gd name="connsiteY1" fmla="*/ 267331 h 270621"/>
                <a:gd name="connsiteX2" fmla="*/ 20152 w 269961"/>
                <a:gd name="connsiteY2" fmla="*/ 212339 h 270621"/>
                <a:gd name="connsiteX3" fmla="*/ 62462 w 269961"/>
                <a:gd name="connsiteY3" fmla="*/ 24105 h 270621"/>
                <a:gd name="connsiteX4" fmla="*/ 167471 w 269961"/>
                <a:gd name="connsiteY4" fmla="*/ 2011 h 270621"/>
                <a:gd name="connsiteX5" fmla="*/ 248798 w 269961"/>
                <a:gd name="connsiteY5" fmla="*/ 57004 h 270621"/>
                <a:gd name="connsiteX6" fmla="*/ 206450 w 269961"/>
                <a:gd name="connsiteY6" fmla="*/ 245199 h 270621"/>
                <a:gd name="connsiteX7" fmla="*/ 127911 w 269961"/>
                <a:gd name="connsiteY7" fmla="*/ 269964 h 270621"/>
                <a:gd name="connsiteX8" fmla="*/ 140981 w 269961"/>
                <a:gd name="connsiteY8" fmla="*/ 24744 h 270621"/>
                <a:gd name="connsiteX9" fmla="*/ 76694 w 269961"/>
                <a:gd name="connsiteY9" fmla="*/ 45037 h 270621"/>
                <a:gd name="connsiteX10" fmla="*/ 41375 w 269961"/>
                <a:gd name="connsiteY10" fmla="*/ 198552 h 270621"/>
                <a:gd name="connsiteX11" fmla="*/ 106475 w 269961"/>
                <a:gd name="connsiteY11" fmla="*/ 242468 h 270621"/>
                <a:gd name="connsiteX12" fmla="*/ 192179 w 269961"/>
                <a:gd name="connsiteY12" fmla="*/ 224247 h 270621"/>
                <a:gd name="connsiteX13" fmla="*/ 192179 w 269961"/>
                <a:gd name="connsiteY13" fmla="*/ 224247 h 270621"/>
                <a:gd name="connsiteX14" fmla="*/ 227517 w 269961"/>
                <a:gd name="connsiteY14" fmla="*/ 70791 h 270621"/>
                <a:gd name="connsiteX15" fmla="*/ 162436 w 269961"/>
                <a:gd name="connsiteY15" fmla="*/ 26874 h 270621"/>
                <a:gd name="connsiteX16" fmla="*/ 140923 w 269961"/>
                <a:gd name="connsiteY16" fmla="*/ 24744 h 270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9961" h="270621">
                  <a:moveTo>
                    <a:pt x="127911" y="269964"/>
                  </a:moveTo>
                  <a:cubicBezTo>
                    <a:pt x="119042" y="269964"/>
                    <a:pt x="110174" y="269093"/>
                    <a:pt x="101479" y="267331"/>
                  </a:cubicBezTo>
                  <a:cubicBezTo>
                    <a:pt x="68039" y="260806"/>
                    <a:pt x="38683" y="240939"/>
                    <a:pt x="20152" y="212339"/>
                  </a:cubicBezTo>
                  <a:cubicBezTo>
                    <a:pt x="-19407" y="151440"/>
                    <a:pt x="-431" y="66976"/>
                    <a:pt x="62462" y="24105"/>
                  </a:cubicBezTo>
                  <a:cubicBezTo>
                    <a:pt x="94025" y="2612"/>
                    <a:pt x="131416" y="-5327"/>
                    <a:pt x="167471" y="2011"/>
                  </a:cubicBezTo>
                  <a:cubicBezTo>
                    <a:pt x="200912" y="8556"/>
                    <a:pt x="230267" y="28404"/>
                    <a:pt x="248798" y="57004"/>
                  </a:cubicBezTo>
                  <a:cubicBezTo>
                    <a:pt x="288377" y="117844"/>
                    <a:pt x="269381" y="202231"/>
                    <a:pt x="206450" y="245199"/>
                  </a:cubicBezTo>
                  <a:cubicBezTo>
                    <a:pt x="183368" y="261193"/>
                    <a:pt x="155988" y="269829"/>
                    <a:pt x="127911" y="269964"/>
                  </a:cubicBezTo>
                  <a:close/>
                  <a:moveTo>
                    <a:pt x="140981" y="24744"/>
                  </a:moveTo>
                  <a:cubicBezTo>
                    <a:pt x="117997" y="24880"/>
                    <a:pt x="95593" y="31948"/>
                    <a:pt x="76694" y="45037"/>
                  </a:cubicBezTo>
                  <a:cubicBezTo>
                    <a:pt x="25110" y="80221"/>
                    <a:pt x="9270" y="149117"/>
                    <a:pt x="41375" y="198552"/>
                  </a:cubicBezTo>
                  <a:cubicBezTo>
                    <a:pt x="56246" y="221401"/>
                    <a:pt x="79734" y="237240"/>
                    <a:pt x="106475" y="242468"/>
                  </a:cubicBezTo>
                  <a:cubicBezTo>
                    <a:pt x="135869" y="248529"/>
                    <a:pt x="166329" y="241926"/>
                    <a:pt x="192179" y="224247"/>
                  </a:cubicBezTo>
                  <a:lnTo>
                    <a:pt x="192179" y="224247"/>
                  </a:lnTo>
                  <a:cubicBezTo>
                    <a:pt x="243802" y="189064"/>
                    <a:pt x="259661" y="120226"/>
                    <a:pt x="227517" y="70791"/>
                  </a:cubicBezTo>
                  <a:cubicBezTo>
                    <a:pt x="212665" y="47942"/>
                    <a:pt x="189177" y="32083"/>
                    <a:pt x="162436" y="26874"/>
                  </a:cubicBezTo>
                  <a:cubicBezTo>
                    <a:pt x="155349" y="25461"/>
                    <a:pt x="148146" y="24744"/>
                    <a:pt x="140923" y="24744"/>
                  </a:cubicBezTo>
                  <a:close/>
                </a:path>
              </a:pathLst>
            </a:custGeom>
            <a:grpFill/>
            <a:ln w="1934" cap="flat">
              <a:noFill/>
              <a:prstDash val="solid"/>
              <a:miter/>
            </a:ln>
          </p:spPr>
          <p:txBody>
            <a:bodyPr rtlCol="0" anchor="ctr"/>
            <a:lstStyle/>
            <a:p>
              <a:endParaRPr lang="en-IN" dirty="0"/>
            </a:p>
          </p:txBody>
        </p:sp>
        <p:sp>
          <p:nvSpPr>
            <p:cNvPr id="7181" name="Freeform: Shape 7180">
              <a:extLst>
                <a:ext uri="{FF2B5EF4-FFF2-40B4-BE49-F238E27FC236}">
                  <a16:creationId xmlns:a16="http://schemas.microsoft.com/office/drawing/2014/main" id="{AF58BA76-7AB6-EBB8-7F0F-4BA0D8FB0253}"/>
                </a:ext>
              </a:extLst>
            </p:cNvPr>
            <p:cNvSpPr/>
            <p:nvPr/>
          </p:nvSpPr>
          <p:spPr>
            <a:xfrm>
              <a:off x="6786661" y="2853649"/>
              <a:ext cx="517762" cy="200141"/>
            </a:xfrm>
            <a:custGeom>
              <a:avLst/>
              <a:gdLst>
                <a:gd name="connsiteX0" fmla="*/ 0 w 517762"/>
                <a:gd name="connsiteY0" fmla="*/ 0 h 200141"/>
                <a:gd name="connsiteX1" fmla="*/ 517763 w 517762"/>
                <a:gd name="connsiteY1" fmla="*/ 0 h 200141"/>
                <a:gd name="connsiteX2" fmla="*/ 517763 w 517762"/>
                <a:gd name="connsiteY2" fmla="*/ 200142 h 200141"/>
                <a:gd name="connsiteX3" fmla="*/ 0 w 517762"/>
                <a:gd name="connsiteY3" fmla="*/ 200142 h 200141"/>
              </a:gdLst>
              <a:ahLst/>
              <a:cxnLst>
                <a:cxn ang="0">
                  <a:pos x="connsiteX0" y="connsiteY0"/>
                </a:cxn>
                <a:cxn ang="0">
                  <a:pos x="connsiteX1" y="connsiteY1"/>
                </a:cxn>
                <a:cxn ang="0">
                  <a:pos x="connsiteX2" y="connsiteY2"/>
                </a:cxn>
                <a:cxn ang="0">
                  <a:pos x="connsiteX3" y="connsiteY3"/>
                </a:cxn>
              </a:cxnLst>
              <a:rect l="l" t="t" r="r" b="b"/>
              <a:pathLst>
                <a:path w="517761" h="200141">
                  <a:moveTo>
                    <a:pt x="0" y="0"/>
                  </a:moveTo>
                  <a:lnTo>
                    <a:pt x="517763" y="0"/>
                  </a:lnTo>
                  <a:lnTo>
                    <a:pt x="517763" y="200142"/>
                  </a:lnTo>
                  <a:lnTo>
                    <a:pt x="0" y="200142"/>
                  </a:lnTo>
                  <a:close/>
                </a:path>
              </a:pathLst>
            </a:custGeom>
            <a:solidFill>
              <a:schemeClr val="accent1"/>
            </a:solidFill>
            <a:ln w="1934" cap="flat">
              <a:noFill/>
              <a:prstDash val="solid"/>
              <a:miter/>
            </a:ln>
          </p:spPr>
          <p:txBody>
            <a:bodyPr rtlCol="0" anchor="ctr"/>
            <a:lstStyle/>
            <a:p>
              <a:endParaRPr lang="en-IN" dirty="0"/>
            </a:p>
          </p:txBody>
        </p:sp>
        <p:sp>
          <p:nvSpPr>
            <p:cNvPr id="7182" name="Freeform: Shape 7181">
              <a:extLst>
                <a:ext uri="{FF2B5EF4-FFF2-40B4-BE49-F238E27FC236}">
                  <a16:creationId xmlns:a16="http://schemas.microsoft.com/office/drawing/2014/main" id="{BFD2024B-62C0-811D-43A0-48A34DEB4664}"/>
                </a:ext>
              </a:extLst>
            </p:cNvPr>
            <p:cNvSpPr/>
            <p:nvPr/>
          </p:nvSpPr>
          <p:spPr>
            <a:xfrm>
              <a:off x="7579406" y="3130781"/>
              <a:ext cx="551126" cy="25405"/>
            </a:xfrm>
            <a:custGeom>
              <a:avLst/>
              <a:gdLst>
                <a:gd name="connsiteX0" fmla="*/ 537999 w 551126"/>
                <a:gd name="connsiteY0" fmla="*/ 24748 h 25405"/>
                <a:gd name="connsiteX1" fmla="*/ 12201 w 551126"/>
                <a:gd name="connsiteY1" fmla="*/ 24748 h 25405"/>
                <a:gd name="connsiteX2" fmla="*/ -502 w 551126"/>
                <a:gd name="connsiteY2" fmla="*/ 12046 h 25405"/>
                <a:gd name="connsiteX3" fmla="*/ 12201 w 551126"/>
                <a:gd name="connsiteY3" fmla="*/ -657 h 25405"/>
                <a:gd name="connsiteX4" fmla="*/ 537922 w 551126"/>
                <a:gd name="connsiteY4" fmla="*/ -657 h 25405"/>
                <a:gd name="connsiteX5" fmla="*/ 550624 w 551126"/>
                <a:gd name="connsiteY5" fmla="*/ 12046 h 25405"/>
                <a:gd name="connsiteX6" fmla="*/ 537922 w 551126"/>
                <a:gd name="connsiteY6" fmla="*/ 24748 h 2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126" h="25405">
                  <a:moveTo>
                    <a:pt x="537999" y="24748"/>
                  </a:moveTo>
                  <a:lnTo>
                    <a:pt x="12201" y="24748"/>
                  </a:lnTo>
                  <a:cubicBezTo>
                    <a:pt x="5191" y="24748"/>
                    <a:pt x="-502" y="19055"/>
                    <a:pt x="-502" y="12046"/>
                  </a:cubicBezTo>
                  <a:cubicBezTo>
                    <a:pt x="-502" y="5036"/>
                    <a:pt x="5191" y="-657"/>
                    <a:pt x="12201" y="-657"/>
                  </a:cubicBezTo>
                  <a:lnTo>
                    <a:pt x="537922" y="-657"/>
                  </a:lnTo>
                  <a:cubicBezTo>
                    <a:pt x="544931" y="-657"/>
                    <a:pt x="550624" y="5036"/>
                    <a:pt x="550624" y="12046"/>
                  </a:cubicBezTo>
                  <a:cubicBezTo>
                    <a:pt x="550624" y="19055"/>
                    <a:pt x="544931" y="24748"/>
                    <a:pt x="537922" y="24748"/>
                  </a:cubicBezTo>
                  <a:close/>
                </a:path>
              </a:pathLst>
            </a:custGeom>
            <a:grpFill/>
            <a:ln w="1934" cap="flat">
              <a:noFill/>
              <a:prstDash val="solid"/>
              <a:miter/>
            </a:ln>
          </p:spPr>
          <p:txBody>
            <a:bodyPr rtlCol="0" anchor="ctr"/>
            <a:lstStyle/>
            <a:p>
              <a:endParaRPr lang="en-IN" dirty="0"/>
            </a:p>
          </p:txBody>
        </p:sp>
        <p:sp>
          <p:nvSpPr>
            <p:cNvPr id="7183" name="Freeform: Shape 7182">
              <a:extLst>
                <a:ext uri="{FF2B5EF4-FFF2-40B4-BE49-F238E27FC236}">
                  <a16:creationId xmlns:a16="http://schemas.microsoft.com/office/drawing/2014/main" id="{DA7B5E92-8658-5142-7326-BAAC126F7151}"/>
                </a:ext>
              </a:extLst>
            </p:cNvPr>
            <p:cNvSpPr/>
            <p:nvPr/>
          </p:nvSpPr>
          <p:spPr>
            <a:xfrm>
              <a:off x="5729264" y="1944002"/>
              <a:ext cx="174493" cy="151854"/>
            </a:xfrm>
            <a:custGeom>
              <a:avLst/>
              <a:gdLst>
                <a:gd name="connsiteX0" fmla="*/ 37674 w 174493"/>
                <a:gd name="connsiteY0" fmla="*/ 151197 h 151854"/>
                <a:gd name="connsiteX1" fmla="*/ 35738 w 174493"/>
                <a:gd name="connsiteY1" fmla="*/ 150984 h 151854"/>
                <a:gd name="connsiteX2" fmla="*/ 29115 w 174493"/>
                <a:gd name="connsiteY2" fmla="*/ 146415 h 151854"/>
                <a:gd name="connsiteX3" fmla="*/ 1077 w 174493"/>
                <a:gd name="connsiteY3" fmla="*/ 102014 h 151854"/>
                <a:gd name="connsiteX4" fmla="*/ 4198 w 174493"/>
                <a:gd name="connsiteY4" fmla="*/ 88033 h 151854"/>
                <a:gd name="connsiteX5" fmla="*/ 4233 w 174493"/>
                <a:gd name="connsiteY5" fmla="*/ 88014 h 151854"/>
                <a:gd name="connsiteX6" fmla="*/ 142005 w 174493"/>
                <a:gd name="connsiteY6" fmla="*/ 878 h 151854"/>
                <a:gd name="connsiteX7" fmla="*/ 150602 w 174493"/>
                <a:gd name="connsiteY7" fmla="*/ -206 h 151854"/>
                <a:gd name="connsiteX8" fmla="*/ 156896 w 174493"/>
                <a:gd name="connsiteY8" fmla="*/ 5796 h 151854"/>
                <a:gd name="connsiteX9" fmla="*/ 173297 w 174493"/>
                <a:gd name="connsiteY9" fmla="*/ 47835 h 151854"/>
                <a:gd name="connsiteX10" fmla="*/ 169637 w 174493"/>
                <a:gd name="connsiteY10" fmla="*/ 59840 h 151854"/>
                <a:gd name="connsiteX11" fmla="*/ 43580 w 174493"/>
                <a:gd name="connsiteY11" fmla="*/ 149319 h 151854"/>
                <a:gd name="connsiteX12" fmla="*/ 37674 w 174493"/>
                <a:gd name="connsiteY12" fmla="*/ 151197 h 151854"/>
                <a:gd name="connsiteX13" fmla="*/ 23655 w 174493"/>
                <a:gd name="connsiteY13" fmla="*/ 99768 h 151854"/>
                <a:gd name="connsiteX14" fmla="*/ 40521 w 174493"/>
                <a:gd name="connsiteY14" fmla="*/ 126528 h 151854"/>
                <a:gd name="connsiteX15" fmla="*/ 151435 w 174493"/>
                <a:gd name="connsiteY15" fmla="*/ 47757 h 151854"/>
                <a:gd name="connsiteX16" fmla="*/ 142412 w 174493"/>
                <a:gd name="connsiteY16" fmla="*/ 24637 h 15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93" h="151854">
                  <a:moveTo>
                    <a:pt x="37674" y="151197"/>
                  </a:moveTo>
                  <a:cubicBezTo>
                    <a:pt x="37023" y="151178"/>
                    <a:pt x="36377" y="151100"/>
                    <a:pt x="35738" y="150984"/>
                  </a:cubicBezTo>
                  <a:cubicBezTo>
                    <a:pt x="32990" y="150462"/>
                    <a:pt x="30589" y="148796"/>
                    <a:pt x="29115" y="146415"/>
                  </a:cubicBezTo>
                  <a:lnTo>
                    <a:pt x="1077" y="102014"/>
                  </a:lnTo>
                  <a:cubicBezTo>
                    <a:pt x="-1921" y="97289"/>
                    <a:pt x="-524" y="91035"/>
                    <a:pt x="4198" y="88033"/>
                  </a:cubicBezTo>
                  <a:cubicBezTo>
                    <a:pt x="4210" y="88033"/>
                    <a:pt x="4222" y="88014"/>
                    <a:pt x="4233" y="88014"/>
                  </a:cubicBezTo>
                  <a:lnTo>
                    <a:pt x="142005" y="878"/>
                  </a:lnTo>
                  <a:cubicBezTo>
                    <a:pt x="144590" y="-679"/>
                    <a:pt x="147712" y="-1072"/>
                    <a:pt x="150602" y="-206"/>
                  </a:cubicBezTo>
                  <a:cubicBezTo>
                    <a:pt x="153482" y="770"/>
                    <a:pt x="155784" y="2965"/>
                    <a:pt x="156896" y="5796"/>
                  </a:cubicBezTo>
                  <a:lnTo>
                    <a:pt x="173297" y="47835"/>
                  </a:lnTo>
                  <a:cubicBezTo>
                    <a:pt x="175003" y="52191"/>
                    <a:pt x="173488" y="57168"/>
                    <a:pt x="169637" y="59840"/>
                  </a:cubicBezTo>
                  <a:cubicBezTo>
                    <a:pt x="161891" y="65301"/>
                    <a:pt x="43580" y="149319"/>
                    <a:pt x="43580" y="149319"/>
                  </a:cubicBezTo>
                  <a:cubicBezTo>
                    <a:pt x="41857" y="150558"/>
                    <a:pt x="39791" y="151197"/>
                    <a:pt x="37674" y="151197"/>
                  </a:cubicBezTo>
                  <a:close/>
                  <a:moveTo>
                    <a:pt x="23655" y="99768"/>
                  </a:moveTo>
                  <a:lnTo>
                    <a:pt x="40521" y="126528"/>
                  </a:lnTo>
                  <a:cubicBezTo>
                    <a:pt x="64338" y="109604"/>
                    <a:pt x="129903" y="62996"/>
                    <a:pt x="151435" y="47757"/>
                  </a:cubicBezTo>
                  <a:lnTo>
                    <a:pt x="142412" y="24637"/>
                  </a:lnTo>
                  <a:close/>
                </a:path>
              </a:pathLst>
            </a:custGeom>
            <a:grpFill/>
            <a:ln w="1934" cap="flat">
              <a:noFill/>
              <a:prstDash val="solid"/>
              <a:miter/>
            </a:ln>
          </p:spPr>
          <p:txBody>
            <a:bodyPr rtlCol="0" anchor="ctr"/>
            <a:lstStyle/>
            <a:p>
              <a:endParaRPr lang="en-IN" dirty="0"/>
            </a:p>
          </p:txBody>
        </p:sp>
        <p:sp>
          <p:nvSpPr>
            <p:cNvPr id="7184" name="Freeform: Shape 7183">
              <a:extLst>
                <a:ext uri="{FF2B5EF4-FFF2-40B4-BE49-F238E27FC236}">
                  <a16:creationId xmlns:a16="http://schemas.microsoft.com/office/drawing/2014/main" id="{42AD9C06-0CBC-EF72-C23C-8EB44BB3447C}"/>
                </a:ext>
              </a:extLst>
            </p:cNvPr>
            <p:cNvSpPr/>
            <p:nvPr/>
          </p:nvSpPr>
          <p:spPr>
            <a:xfrm>
              <a:off x="5883389" y="1831940"/>
              <a:ext cx="438178" cy="211885"/>
            </a:xfrm>
            <a:custGeom>
              <a:avLst/>
              <a:gdLst>
                <a:gd name="connsiteX0" fmla="*/ 9683 w 438178"/>
                <a:gd name="connsiteY0" fmla="*/ 211229 h 211885"/>
                <a:gd name="connsiteX1" fmla="*/ -502 w 438178"/>
                <a:gd name="connsiteY1" fmla="*/ 201082 h 211885"/>
                <a:gd name="connsiteX2" fmla="*/ 3777 w 438178"/>
                <a:gd name="connsiteY2" fmla="*/ 192775 h 211885"/>
                <a:gd name="connsiteX3" fmla="*/ 187731 w 438178"/>
                <a:gd name="connsiteY3" fmla="*/ 82093 h 211885"/>
                <a:gd name="connsiteX4" fmla="*/ 425903 w 438178"/>
                <a:gd name="connsiteY4" fmla="*/ -493 h 211885"/>
                <a:gd name="connsiteX5" fmla="*/ 437367 w 438178"/>
                <a:gd name="connsiteY5" fmla="*/ 9189 h 211885"/>
                <a:gd name="connsiteX6" fmla="*/ 338186 w 438178"/>
                <a:gd name="connsiteY6" fmla="*/ 76962 h 211885"/>
                <a:gd name="connsiteX7" fmla="*/ 324564 w 438178"/>
                <a:gd name="connsiteY7" fmla="*/ 72421 h 211885"/>
                <a:gd name="connsiteX8" fmla="*/ 329105 w 438178"/>
                <a:gd name="connsiteY8" fmla="*/ 58799 h 211885"/>
                <a:gd name="connsiteX9" fmla="*/ 388028 w 438178"/>
                <a:gd name="connsiteY9" fmla="*/ 27275 h 211885"/>
                <a:gd name="connsiteX10" fmla="*/ 196193 w 438178"/>
                <a:gd name="connsiteY10" fmla="*/ 100392 h 211885"/>
                <a:gd name="connsiteX11" fmla="*/ 15647 w 438178"/>
                <a:gd name="connsiteY11" fmla="*/ 209176 h 211885"/>
                <a:gd name="connsiteX12" fmla="*/ 9683 w 438178"/>
                <a:gd name="connsiteY12" fmla="*/ 211229 h 21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8178" h="211884">
                  <a:moveTo>
                    <a:pt x="9683" y="211229"/>
                  </a:moveTo>
                  <a:cubicBezTo>
                    <a:pt x="4070" y="211248"/>
                    <a:pt x="-490" y="206698"/>
                    <a:pt x="-502" y="201082"/>
                  </a:cubicBezTo>
                  <a:cubicBezTo>
                    <a:pt x="-508" y="197791"/>
                    <a:pt x="1088" y="194692"/>
                    <a:pt x="3777" y="192775"/>
                  </a:cubicBezTo>
                  <a:cubicBezTo>
                    <a:pt x="8018" y="189793"/>
                    <a:pt x="108205" y="118671"/>
                    <a:pt x="187731" y="82093"/>
                  </a:cubicBezTo>
                  <a:cubicBezTo>
                    <a:pt x="261313" y="48207"/>
                    <a:pt x="399162" y="-3959"/>
                    <a:pt x="425903" y="-493"/>
                  </a:cubicBezTo>
                  <a:cubicBezTo>
                    <a:pt x="433223" y="301"/>
                    <a:pt x="436631" y="5123"/>
                    <a:pt x="437367" y="9189"/>
                  </a:cubicBezTo>
                  <a:cubicBezTo>
                    <a:pt x="438683" y="16683"/>
                    <a:pt x="440349" y="25978"/>
                    <a:pt x="338186" y="76962"/>
                  </a:cubicBezTo>
                  <a:cubicBezTo>
                    <a:pt x="333171" y="79469"/>
                    <a:pt x="327072" y="77436"/>
                    <a:pt x="324564" y="72421"/>
                  </a:cubicBezTo>
                  <a:cubicBezTo>
                    <a:pt x="322057" y="67406"/>
                    <a:pt x="324090" y="61306"/>
                    <a:pt x="329105" y="58799"/>
                  </a:cubicBezTo>
                  <a:cubicBezTo>
                    <a:pt x="349166" y="48768"/>
                    <a:pt x="370969" y="37112"/>
                    <a:pt x="388028" y="27275"/>
                  </a:cubicBezTo>
                  <a:cubicBezTo>
                    <a:pt x="340878" y="41275"/>
                    <a:pt x="258428" y="71695"/>
                    <a:pt x="196193" y="100392"/>
                  </a:cubicBezTo>
                  <a:cubicBezTo>
                    <a:pt x="118468" y="136176"/>
                    <a:pt x="16654" y="208441"/>
                    <a:pt x="15647" y="209176"/>
                  </a:cubicBezTo>
                  <a:cubicBezTo>
                    <a:pt x="13918" y="210454"/>
                    <a:pt x="11835" y="211171"/>
                    <a:pt x="9683" y="211229"/>
                  </a:cubicBezTo>
                  <a:close/>
                </a:path>
              </a:pathLst>
            </a:custGeom>
            <a:grpFill/>
            <a:ln w="1934" cap="flat">
              <a:noFill/>
              <a:prstDash val="solid"/>
              <a:miter/>
            </a:ln>
          </p:spPr>
          <p:txBody>
            <a:bodyPr rtlCol="0" anchor="ctr"/>
            <a:lstStyle/>
            <a:p>
              <a:endParaRPr lang="en-IN" dirty="0"/>
            </a:p>
          </p:txBody>
        </p:sp>
        <p:sp>
          <p:nvSpPr>
            <p:cNvPr id="7185" name="Freeform: Shape 7184">
              <a:extLst>
                <a:ext uri="{FF2B5EF4-FFF2-40B4-BE49-F238E27FC236}">
                  <a16:creationId xmlns:a16="http://schemas.microsoft.com/office/drawing/2014/main" id="{F1480297-A47E-D86A-572D-4E1A3AD2162A}"/>
                </a:ext>
              </a:extLst>
            </p:cNvPr>
            <p:cNvSpPr/>
            <p:nvPr/>
          </p:nvSpPr>
          <p:spPr>
            <a:xfrm>
              <a:off x="5768059" y="1891385"/>
              <a:ext cx="590441" cy="300342"/>
            </a:xfrm>
            <a:custGeom>
              <a:avLst/>
              <a:gdLst>
                <a:gd name="connsiteX0" fmla="*/ 78212 w 590441"/>
                <a:gd name="connsiteY0" fmla="*/ 299683 h 300342"/>
                <a:gd name="connsiteX1" fmla="*/ 70563 w 590441"/>
                <a:gd name="connsiteY1" fmla="*/ 296217 h 300342"/>
                <a:gd name="connsiteX2" fmla="*/ 23587 w 590441"/>
                <a:gd name="connsiteY2" fmla="*/ 243103 h 300342"/>
                <a:gd name="connsiteX3" fmla="*/ 351 w 590441"/>
                <a:gd name="connsiteY3" fmla="*/ 196998 h 300342"/>
                <a:gd name="connsiteX4" fmla="*/ 5588 w 590441"/>
                <a:gd name="connsiteY4" fmla="*/ 183618 h 300342"/>
                <a:gd name="connsiteX5" fmla="*/ 18959 w 590441"/>
                <a:gd name="connsiteY5" fmla="*/ 188865 h 300342"/>
                <a:gd name="connsiteX6" fmla="*/ 38322 w 590441"/>
                <a:gd name="connsiteY6" fmla="*/ 229122 h 300342"/>
                <a:gd name="connsiteX7" fmla="*/ 80283 w 590441"/>
                <a:gd name="connsiteY7" fmla="*/ 276408 h 300342"/>
                <a:gd name="connsiteX8" fmla="*/ 230138 w 590441"/>
                <a:gd name="connsiteY8" fmla="*/ 183463 h 300342"/>
                <a:gd name="connsiteX9" fmla="*/ 422457 w 590441"/>
                <a:gd name="connsiteY9" fmla="*/ 95668 h 300342"/>
                <a:gd name="connsiteX10" fmla="*/ 513466 w 590441"/>
                <a:gd name="connsiteY10" fmla="*/ 57793 h 300342"/>
                <a:gd name="connsiteX11" fmla="*/ 437948 w 590441"/>
                <a:gd name="connsiteY11" fmla="*/ 17246 h 300342"/>
                <a:gd name="connsiteX12" fmla="*/ 436877 w 590441"/>
                <a:gd name="connsiteY12" fmla="*/ 2882 h 300342"/>
                <a:gd name="connsiteX13" fmla="*/ 450689 w 590441"/>
                <a:gd name="connsiteY13" fmla="*/ 1368 h 300342"/>
                <a:gd name="connsiteX14" fmla="*/ 522799 w 590441"/>
                <a:gd name="connsiteY14" fmla="*/ 38875 h 300342"/>
                <a:gd name="connsiteX15" fmla="*/ 571208 w 590441"/>
                <a:gd name="connsiteY15" fmla="*/ 33724 h 300342"/>
                <a:gd name="connsiteX16" fmla="*/ 575972 w 590441"/>
                <a:gd name="connsiteY16" fmla="*/ 31788 h 300342"/>
                <a:gd name="connsiteX17" fmla="*/ 589197 w 590441"/>
                <a:gd name="connsiteY17" fmla="*/ 37417 h 300342"/>
                <a:gd name="connsiteX18" fmla="*/ 584414 w 590441"/>
                <a:gd name="connsiteY18" fmla="*/ 50261 h 300342"/>
                <a:gd name="connsiteX19" fmla="*/ 578392 w 590441"/>
                <a:gd name="connsiteY19" fmla="*/ 52797 h 300342"/>
                <a:gd name="connsiteX20" fmla="*/ 430299 w 590441"/>
                <a:gd name="connsiteY20" fmla="*/ 114470 h 300342"/>
                <a:gd name="connsiteX21" fmla="*/ 242473 w 590441"/>
                <a:gd name="connsiteY21" fmla="*/ 199670 h 300342"/>
                <a:gd name="connsiteX22" fmla="*/ 83420 w 590441"/>
                <a:gd name="connsiteY22" fmla="*/ 298424 h 300342"/>
                <a:gd name="connsiteX23" fmla="*/ 78212 w 590441"/>
                <a:gd name="connsiteY23" fmla="*/ 299683 h 30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0441" h="300342">
                  <a:moveTo>
                    <a:pt x="78212" y="299683"/>
                  </a:moveTo>
                  <a:cubicBezTo>
                    <a:pt x="75278" y="299702"/>
                    <a:pt x="72484" y="298424"/>
                    <a:pt x="70563" y="296217"/>
                  </a:cubicBezTo>
                  <a:cubicBezTo>
                    <a:pt x="53891" y="277163"/>
                    <a:pt x="26395" y="245872"/>
                    <a:pt x="23587" y="243103"/>
                  </a:cubicBezTo>
                  <a:cubicBezTo>
                    <a:pt x="22193" y="241728"/>
                    <a:pt x="18223" y="237758"/>
                    <a:pt x="351" y="196998"/>
                  </a:cubicBezTo>
                  <a:cubicBezTo>
                    <a:pt x="-1896" y="191867"/>
                    <a:pt x="449" y="185864"/>
                    <a:pt x="5588" y="183618"/>
                  </a:cubicBezTo>
                  <a:cubicBezTo>
                    <a:pt x="10727" y="181391"/>
                    <a:pt x="16713" y="183734"/>
                    <a:pt x="18959" y="188865"/>
                  </a:cubicBezTo>
                  <a:cubicBezTo>
                    <a:pt x="26356" y="205634"/>
                    <a:pt x="35863" y="225850"/>
                    <a:pt x="38322" y="229122"/>
                  </a:cubicBezTo>
                  <a:cubicBezTo>
                    <a:pt x="41246" y="231891"/>
                    <a:pt x="67523" y="261866"/>
                    <a:pt x="80283" y="276408"/>
                  </a:cubicBezTo>
                  <a:cubicBezTo>
                    <a:pt x="108941" y="259194"/>
                    <a:pt x="213137" y="196359"/>
                    <a:pt x="230138" y="183463"/>
                  </a:cubicBezTo>
                  <a:cubicBezTo>
                    <a:pt x="250915" y="167565"/>
                    <a:pt x="404953" y="102949"/>
                    <a:pt x="422457" y="95668"/>
                  </a:cubicBezTo>
                  <a:lnTo>
                    <a:pt x="513466" y="57793"/>
                  </a:lnTo>
                  <a:cubicBezTo>
                    <a:pt x="478979" y="49893"/>
                    <a:pt x="439884" y="18640"/>
                    <a:pt x="437948" y="17246"/>
                  </a:cubicBezTo>
                  <a:cubicBezTo>
                    <a:pt x="433686" y="13575"/>
                    <a:pt x="433206" y="7144"/>
                    <a:pt x="436877" y="2882"/>
                  </a:cubicBezTo>
                  <a:cubicBezTo>
                    <a:pt x="440371" y="-1173"/>
                    <a:pt x="446402" y="-1833"/>
                    <a:pt x="450689" y="1368"/>
                  </a:cubicBezTo>
                  <a:cubicBezTo>
                    <a:pt x="451115" y="1716"/>
                    <a:pt x="492495" y="34712"/>
                    <a:pt x="522799" y="38875"/>
                  </a:cubicBezTo>
                  <a:cubicBezTo>
                    <a:pt x="539115" y="41119"/>
                    <a:pt x="555731" y="39351"/>
                    <a:pt x="571208" y="33724"/>
                  </a:cubicBezTo>
                  <a:lnTo>
                    <a:pt x="575972" y="31788"/>
                  </a:lnTo>
                  <a:cubicBezTo>
                    <a:pt x="581181" y="29689"/>
                    <a:pt x="587106" y="32210"/>
                    <a:pt x="589197" y="37417"/>
                  </a:cubicBezTo>
                  <a:cubicBezTo>
                    <a:pt x="591172" y="42293"/>
                    <a:pt x="589081" y="47860"/>
                    <a:pt x="584414" y="50261"/>
                  </a:cubicBezTo>
                  <a:cubicBezTo>
                    <a:pt x="584124" y="50396"/>
                    <a:pt x="582013" y="51442"/>
                    <a:pt x="578392" y="52797"/>
                  </a:cubicBezTo>
                  <a:lnTo>
                    <a:pt x="430299" y="114470"/>
                  </a:lnTo>
                  <a:cubicBezTo>
                    <a:pt x="362527" y="142761"/>
                    <a:pt x="256666" y="188827"/>
                    <a:pt x="242473" y="199670"/>
                  </a:cubicBezTo>
                  <a:cubicBezTo>
                    <a:pt x="221928" y="215393"/>
                    <a:pt x="89074" y="294997"/>
                    <a:pt x="83420" y="298424"/>
                  </a:cubicBezTo>
                  <a:cubicBezTo>
                    <a:pt x="81825" y="299296"/>
                    <a:pt x="80028" y="299722"/>
                    <a:pt x="78212" y="299683"/>
                  </a:cubicBezTo>
                  <a:close/>
                </a:path>
              </a:pathLst>
            </a:custGeom>
            <a:grpFill/>
            <a:ln w="1934" cap="flat">
              <a:noFill/>
              <a:prstDash val="solid"/>
              <a:miter/>
            </a:ln>
          </p:spPr>
          <p:txBody>
            <a:bodyPr rtlCol="0" anchor="ctr"/>
            <a:lstStyle/>
            <a:p>
              <a:endParaRPr lang="en-IN" dirty="0"/>
            </a:p>
          </p:txBody>
        </p:sp>
        <p:sp>
          <p:nvSpPr>
            <p:cNvPr id="7186" name="Freeform: Shape 7185">
              <a:extLst>
                <a:ext uri="{FF2B5EF4-FFF2-40B4-BE49-F238E27FC236}">
                  <a16:creationId xmlns:a16="http://schemas.microsoft.com/office/drawing/2014/main" id="{0F7F6FF6-EF1A-B82B-97A1-F957F60FFECB}"/>
                </a:ext>
              </a:extLst>
            </p:cNvPr>
            <p:cNvSpPr/>
            <p:nvPr/>
          </p:nvSpPr>
          <p:spPr>
            <a:xfrm>
              <a:off x="5900387" y="2132982"/>
              <a:ext cx="185767" cy="57368"/>
            </a:xfrm>
            <a:custGeom>
              <a:avLst/>
              <a:gdLst>
                <a:gd name="connsiteX0" fmla="*/ 175051 w 185767"/>
                <a:gd name="connsiteY0" fmla="*/ 56711 h 57368"/>
                <a:gd name="connsiteX1" fmla="*/ 172844 w 185767"/>
                <a:gd name="connsiteY1" fmla="*/ 56459 h 57368"/>
                <a:gd name="connsiteX2" fmla="*/ 7459 w 185767"/>
                <a:gd name="connsiteY2" fmla="*/ 19436 h 57368"/>
                <a:gd name="connsiteX3" fmla="*/ -257 w 185767"/>
                <a:gd name="connsiteY3" fmla="*/ 7315 h 57368"/>
                <a:gd name="connsiteX4" fmla="*/ 11874 w 185767"/>
                <a:gd name="connsiteY4" fmla="*/ -411 h 57368"/>
                <a:gd name="connsiteX5" fmla="*/ 177258 w 185767"/>
                <a:gd name="connsiteY5" fmla="*/ 36612 h 57368"/>
                <a:gd name="connsiteX6" fmla="*/ 185031 w 185767"/>
                <a:gd name="connsiteY6" fmla="*/ 48714 h 57368"/>
                <a:gd name="connsiteX7" fmla="*/ 175051 w 185767"/>
                <a:gd name="connsiteY7" fmla="*/ 56711 h 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767" h="57368">
                  <a:moveTo>
                    <a:pt x="175051" y="56711"/>
                  </a:moveTo>
                  <a:cubicBezTo>
                    <a:pt x="174309" y="56692"/>
                    <a:pt x="173570" y="56614"/>
                    <a:pt x="172844" y="56459"/>
                  </a:cubicBezTo>
                  <a:lnTo>
                    <a:pt x="7459" y="19436"/>
                  </a:lnTo>
                  <a:cubicBezTo>
                    <a:pt x="1979" y="18216"/>
                    <a:pt x="-1477" y="12794"/>
                    <a:pt x="-257" y="7315"/>
                  </a:cubicBezTo>
                  <a:cubicBezTo>
                    <a:pt x="963" y="1815"/>
                    <a:pt x="6394" y="-1631"/>
                    <a:pt x="11874" y="-411"/>
                  </a:cubicBezTo>
                  <a:lnTo>
                    <a:pt x="177258" y="36612"/>
                  </a:lnTo>
                  <a:cubicBezTo>
                    <a:pt x="182744" y="37812"/>
                    <a:pt x="186226" y="43214"/>
                    <a:pt x="185031" y="48714"/>
                  </a:cubicBezTo>
                  <a:cubicBezTo>
                    <a:pt x="184011" y="53400"/>
                    <a:pt x="179851" y="56730"/>
                    <a:pt x="175051" y="56711"/>
                  </a:cubicBezTo>
                  <a:close/>
                </a:path>
              </a:pathLst>
            </a:custGeom>
            <a:grpFill/>
            <a:ln w="1934" cap="flat">
              <a:noFill/>
              <a:prstDash val="solid"/>
              <a:miter/>
            </a:ln>
          </p:spPr>
          <p:txBody>
            <a:bodyPr rtlCol="0" anchor="ctr"/>
            <a:lstStyle/>
            <a:p>
              <a:endParaRPr lang="en-IN" dirty="0"/>
            </a:p>
          </p:txBody>
        </p:sp>
        <p:sp>
          <p:nvSpPr>
            <p:cNvPr id="7187" name="Freeform: Shape 7186">
              <a:extLst>
                <a:ext uri="{FF2B5EF4-FFF2-40B4-BE49-F238E27FC236}">
                  <a16:creationId xmlns:a16="http://schemas.microsoft.com/office/drawing/2014/main" id="{A6C117CC-0F03-93AE-5502-6BD64DA4843D}"/>
                </a:ext>
              </a:extLst>
            </p:cNvPr>
            <p:cNvSpPr/>
            <p:nvPr/>
          </p:nvSpPr>
          <p:spPr>
            <a:xfrm>
              <a:off x="5967638" y="2078649"/>
              <a:ext cx="39950" cy="159045"/>
            </a:xfrm>
            <a:custGeom>
              <a:avLst/>
              <a:gdLst>
                <a:gd name="connsiteX0" fmla="*/ 9704 w 39950"/>
                <a:gd name="connsiteY0" fmla="*/ 158388 h 159045"/>
                <a:gd name="connsiteX1" fmla="*/ 8252 w 39950"/>
                <a:gd name="connsiteY1" fmla="*/ 158388 h 159045"/>
                <a:gd name="connsiteX2" fmla="*/ -400 w 39950"/>
                <a:gd name="connsiteY2" fmla="*/ 146867 h 159045"/>
                <a:gd name="connsiteX3" fmla="*/ -384 w 39950"/>
                <a:gd name="connsiteY3" fmla="*/ 146770 h 159045"/>
                <a:gd name="connsiteX4" fmla="*/ 19231 w 39950"/>
                <a:gd name="connsiteY4" fmla="*/ 8049 h 159045"/>
                <a:gd name="connsiteX5" fmla="*/ 30694 w 39950"/>
                <a:gd name="connsiteY5" fmla="*/ -587 h 159045"/>
                <a:gd name="connsiteX6" fmla="*/ 39346 w 39950"/>
                <a:gd name="connsiteY6" fmla="*/ 10935 h 159045"/>
                <a:gd name="connsiteX7" fmla="*/ 39330 w 39950"/>
                <a:gd name="connsiteY7" fmla="*/ 11031 h 159045"/>
                <a:gd name="connsiteX8" fmla="*/ 19715 w 39950"/>
                <a:gd name="connsiteY8" fmla="*/ 149752 h 159045"/>
                <a:gd name="connsiteX9" fmla="*/ 9704 w 39950"/>
                <a:gd name="connsiteY9" fmla="*/ 158388 h 15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50" h="159045">
                  <a:moveTo>
                    <a:pt x="9704" y="158388"/>
                  </a:moveTo>
                  <a:cubicBezTo>
                    <a:pt x="9201" y="158388"/>
                    <a:pt x="8736" y="158388"/>
                    <a:pt x="8252" y="158388"/>
                  </a:cubicBezTo>
                  <a:cubicBezTo>
                    <a:pt x="2683" y="157594"/>
                    <a:pt x="-1190" y="152444"/>
                    <a:pt x="-400" y="146867"/>
                  </a:cubicBezTo>
                  <a:cubicBezTo>
                    <a:pt x="-394" y="146828"/>
                    <a:pt x="-390" y="146809"/>
                    <a:pt x="-384" y="146770"/>
                  </a:cubicBezTo>
                  <a:lnTo>
                    <a:pt x="19231" y="8049"/>
                  </a:lnTo>
                  <a:cubicBezTo>
                    <a:pt x="20135" y="2570"/>
                    <a:pt x="25181" y="-1226"/>
                    <a:pt x="30694" y="-587"/>
                  </a:cubicBezTo>
                  <a:cubicBezTo>
                    <a:pt x="36263" y="207"/>
                    <a:pt x="40136" y="5358"/>
                    <a:pt x="39346" y="10935"/>
                  </a:cubicBezTo>
                  <a:cubicBezTo>
                    <a:pt x="39340" y="10973"/>
                    <a:pt x="39336" y="10993"/>
                    <a:pt x="39330" y="11031"/>
                  </a:cubicBezTo>
                  <a:lnTo>
                    <a:pt x="19715" y="149752"/>
                  </a:lnTo>
                  <a:cubicBezTo>
                    <a:pt x="18970" y="154709"/>
                    <a:pt x="14715" y="158369"/>
                    <a:pt x="9704" y="158388"/>
                  </a:cubicBezTo>
                  <a:close/>
                </a:path>
              </a:pathLst>
            </a:custGeom>
            <a:grpFill/>
            <a:ln w="1934" cap="flat">
              <a:noFill/>
              <a:prstDash val="solid"/>
              <a:miter/>
            </a:ln>
          </p:spPr>
          <p:txBody>
            <a:bodyPr rtlCol="0" anchor="ctr"/>
            <a:lstStyle/>
            <a:p>
              <a:endParaRPr lang="en-IN" dirty="0"/>
            </a:p>
          </p:txBody>
        </p:sp>
        <p:sp>
          <p:nvSpPr>
            <p:cNvPr id="7188" name="Freeform: Shape 7187">
              <a:extLst>
                <a:ext uri="{FF2B5EF4-FFF2-40B4-BE49-F238E27FC236}">
                  <a16:creationId xmlns:a16="http://schemas.microsoft.com/office/drawing/2014/main" id="{A76CFB93-5597-38EF-A1D1-A3DB13070F0E}"/>
                </a:ext>
              </a:extLst>
            </p:cNvPr>
            <p:cNvSpPr/>
            <p:nvPr/>
          </p:nvSpPr>
          <p:spPr>
            <a:xfrm>
              <a:off x="6312571" y="1942393"/>
              <a:ext cx="50600" cy="246117"/>
            </a:xfrm>
            <a:custGeom>
              <a:avLst/>
              <a:gdLst>
                <a:gd name="connsiteX0" fmla="*/ 39921 w 50600"/>
                <a:gd name="connsiteY0" fmla="*/ 245461 h 246117"/>
                <a:gd name="connsiteX1" fmla="*/ 29871 w 50600"/>
                <a:gd name="connsiteY1" fmla="*/ 236631 h 246117"/>
                <a:gd name="connsiteX2" fmla="*/ -413 w 50600"/>
                <a:gd name="connsiteY2" fmla="*/ 10813 h 246117"/>
                <a:gd name="connsiteX3" fmla="*/ 8320 w 50600"/>
                <a:gd name="connsiteY3" fmla="*/ -611 h 246117"/>
                <a:gd name="connsiteX4" fmla="*/ 19744 w 50600"/>
                <a:gd name="connsiteY4" fmla="*/ 8122 h 246117"/>
                <a:gd name="connsiteX5" fmla="*/ 50009 w 50600"/>
                <a:gd name="connsiteY5" fmla="*/ 233940 h 246117"/>
                <a:gd name="connsiteX6" fmla="*/ 41276 w 50600"/>
                <a:gd name="connsiteY6" fmla="*/ 245364 h 246117"/>
                <a:gd name="connsiteX7" fmla="*/ 41276 w 50600"/>
                <a:gd name="connsiteY7" fmla="*/ 245364 h 246117"/>
                <a:gd name="connsiteX8" fmla="*/ 39921 w 50600"/>
                <a:gd name="connsiteY8" fmla="*/ 245461 h 24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600" h="246117">
                  <a:moveTo>
                    <a:pt x="39921" y="245461"/>
                  </a:moveTo>
                  <a:cubicBezTo>
                    <a:pt x="34828" y="245441"/>
                    <a:pt x="30549" y="241666"/>
                    <a:pt x="29871" y="236631"/>
                  </a:cubicBezTo>
                  <a:lnTo>
                    <a:pt x="-413" y="10813"/>
                  </a:lnTo>
                  <a:cubicBezTo>
                    <a:pt x="-1147" y="5250"/>
                    <a:pt x="2758" y="140"/>
                    <a:pt x="8320" y="-611"/>
                  </a:cubicBezTo>
                  <a:cubicBezTo>
                    <a:pt x="13821" y="-1119"/>
                    <a:pt x="18789" y="2680"/>
                    <a:pt x="19744" y="8122"/>
                  </a:cubicBezTo>
                  <a:lnTo>
                    <a:pt x="50009" y="233940"/>
                  </a:lnTo>
                  <a:cubicBezTo>
                    <a:pt x="50745" y="239497"/>
                    <a:pt x="46853" y="244628"/>
                    <a:pt x="41276" y="245364"/>
                  </a:cubicBezTo>
                  <a:cubicBezTo>
                    <a:pt x="41276" y="245364"/>
                    <a:pt x="41276" y="245364"/>
                    <a:pt x="41276" y="245364"/>
                  </a:cubicBezTo>
                  <a:cubicBezTo>
                    <a:pt x="40831" y="245403"/>
                    <a:pt x="40386" y="245461"/>
                    <a:pt x="39921" y="245461"/>
                  </a:cubicBezTo>
                  <a:close/>
                </a:path>
              </a:pathLst>
            </a:custGeom>
            <a:grpFill/>
            <a:ln w="1934" cap="flat">
              <a:noFill/>
              <a:prstDash val="solid"/>
              <a:miter/>
            </a:ln>
          </p:spPr>
          <p:txBody>
            <a:bodyPr rtlCol="0" anchor="ctr"/>
            <a:lstStyle/>
            <a:p>
              <a:endParaRPr lang="en-IN" dirty="0"/>
            </a:p>
          </p:txBody>
        </p:sp>
        <p:sp>
          <p:nvSpPr>
            <p:cNvPr id="7189" name="Freeform: Shape 7188">
              <a:extLst>
                <a:ext uri="{FF2B5EF4-FFF2-40B4-BE49-F238E27FC236}">
                  <a16:creationId xmlns:a16="http://schemas.microsoft.com/office/drawing/2014/main" id="{5EB93A67-D24F-3745-C07E-3CE917DFC773}"/>
                </a:ext>
              </a:extLst>
            </p:cNvPr>
            <p:cNvSpPr/>
            <p:nvPr/>
          </p:nvSpPr>
          <p:spPr>
            <a:xfrm>
              <a:off x="6286506" y="2009347"/>
              <a:ext cx="93066" cy="61297"/>
            </a:xfrm>
            <a:custGeom>
              <a:avLst/>
              <a:gdLst>
                <a:gd name="connsiteX0" fmla="*/ 82407 w 93066"/>
                <a:gd name="connsiteY0" fmla="*/ 60640 h 61297"/>
                <a:gd name="connsiteX1" fmla="*/ 77411 w 93066"/>
                <a:gd name="connsiteY1" fmla="*/ 59285 h 61297"/>
                <a:gd name="connsiteX2" fmla="*/ 4662 w 93066"/>
                <a:gd name="connsiteY2" fmla="*/ 18331 h 61297"/>
                <a:gd name="connsiteX3" fmla="*/ 809 w 93066"/>
                <a:gd name="connsiteY3" fmla="*/ 4505 h 61297"/>
                <a:gd name="connsiteX4" fmla="*/ 14634 w 93066"/>
                <a:gd name="connsiteY4" fmla="*/ 652 h 61297"/>
                <a:gd name="connsiteX5" fmla="*/ 87403 w 93066"/>
                <a:gd name="connsiteY5" fmla="*/ 41606 h 61297"/>
                <a:gd name="connsiteX6" fmla="*/ 91256 w 93066"/>
                <a:gd name="connsiteY6" fmla="*/ 55451 h 61297"/>
                <a:gd name="connsiteX7" fmla="*/ 82407 w 93066"/>
                <a:gd name="connsiteY7" fmla="*/ 60621 h 61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066" h="61297">
                  <a:moveTo>
                    <a:pt x="82407" y="60640"/>
                  </a:moveTo>
                  <a:cubicBezTo>
                    <a:pt x="80645" y="60621"/>
                    <a:pt x="78941" y="60156"/>
                    <a:pt x="77411" y="59285"/>
                  </a:cubicBezTo>
                  <a:lnTo>
                    <a:pt x="4662" y="18331"/>
                  </a:lnTo>
                  <a:cubicBezTo>
                    <a:pt x="-219" y="15581"/>
                    <a:pt x="-1945" y="9385"/>
                    <a:pt x="809" y="4505"/>
                  </a:cubicBezTo>
                  <a:cubicBezTo>
                    <a:pt x="3562" y="-374"/>
                    <a:pt x="9753" y="-2098"/>
                    <a:pt x="14634" y="652"/>
                  </a:cubicBezTo>
                  <a:lnTo>
                    <a:pt x="87403" y="41606"/>
                  </a:lnTo>
                  <a:cubicBezTo>
                    <a:pt x="92282" y="44375"/>
                    <a:pt x="94006" y="50571"/>
                    <a:pt x="91256" y="55451"/>
                  </a:cubicBezTo>
                  <a:cubicBezTo>
                    <a:pt x="89455" y="58646"/>
                    <a:pt x="86067" y="60621"/>
                    <a:pt x="82407" y="60621"/>
                  </a:cubicBezTo>
                  <a:close/>
                </a:path>
              </a:pathLst>
            </a:custGeom>
            <a:grpFill/>
            <a:ln w="1934" cap="flat">
              <a:noFill/>
              <a:prstDash val="solid"/>
              <a:miter/>
            </a:ln>
          </p:spPr>
          <p:txBody>
            <a:bodyPr rtlCol="0" anchor="ctr"/>
            <a:lstStyle/>
            <a:p>
              <a:endParaRPr lang="en-IN" dirty="0"/>
            </a:p>
          </p:txBody>
        </p:sp>
        <p:sp>
          <p:nvSpPr>
            <p:cNvPr id="7190" name="Freeform: Shape 7189">
              <a:extLst>
                <a:ext uri="{FF2B5EF4-FFF2-40B4-BE49-F238E27FC236}">
                  <a16:creationId xmlns:a16="http://schemas.microsoft.com/office/drawing/2014/main" id="{8FD12955-57F0-9A27-C6F0-9B02FE85550E}"/>
                </a:ext>
              </a:extLst>
            </p:cNvPr>
            <p:cNvSpPr/>
            <p:nvPr/>
          </p:nvSpPr>
          <p:spPr>
            <a:xfrm>
              <a:off x="6256512" y="1940799"/>
              <a:ext cx="69965" cy="159819"/>
            </a:xfrm>
            <a:custGeom>
              <a:avLst/>
              <a:gdLst>
                <a:gd name="connsiteX0" fmla="*/ 9657 w 69965"/>
                <a:gd name="connsiteY0" fmla="*/ 159163 h 159819"/>
                <a:gd name="connsiteX1" fmla="*/ 6268 w 69965"/>
                <a:gd name="connsiteY1" fmla="*/ 158563 h 159819"/>
                <a:gd name="connsiteX2" fmla="*/ 91 w 69965"/>
                <a:gd name="connsiteY2" fmla="*/ 145551 h 159819"/>
                <a:gd name="connsiteX3" fmla="*/ 49837 w 69965"/>
                <a:gd name="connsiteY3" fmla="*/ 5707 h 159819"/>
                <a:gd name="connsiteX4" fmla="*/ 63101 w 69965"/>
                <a:gd name="connsiteY4" fmla="*/ 91 h 159819"/>
                <a:gd name="connsiteX5" fmla="*/ 69007 w 69965"/>
                <a:gd name="connsiteY5" fmla="*/ 12542 h 159819"/>
                <a:gd name="connsiteX6" fmla="*/ 19242 w 69965"/>
                <a:gd name="connsiteY6" fmla="*/ 152405 h 159819"/>
                <a:gd name="connsiteX7" fmla="*/ 9657 w 69965"/>
                <a:gd name="connsiteY7" fmla="*/ 159163 h 15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65" h="159819">
                  <a:moveTo>
                    <a:pt x="9657" y="159163"/>
                  </a:moveTo>
                  <a:cubicBezTo>
                    <a:pt x="8503" y="159144"/>
                    <a:pt x="7357" y="158950"/>
                    <a:pt x="6268" y="158563"/>
                  </a:cubicBezTo>
                  <a:cubicBezTo>
                    <a:pt x="969" y="156685"/>
                    <a:pt x="-1796" y="150856"/>
                    <a:pt x="91" y="145551"/>
                  </a:cubicBezTo>
                  <a:lnTo>
                    <a:pt x="49837" y="5707"/>
                  </a:lnTo>
                  <a:cubicBezTo>
                    <a:pt x="51949" y="494"/>
                    <a:pt x="57888" y="-2021"/>
                    <a:pt x="63101" y="91"/>
                  </a:cubicBezTo>
                  <a:cubicBezTo>
                    <a:pt x="68003" y="2078"/>
                    <a:pt x="70569" y="7488"/>
                    <a:pt x="69007" y="12542"/>
                  </a:cubicBezTo>
                  <a:lnTo>
                    <a:pt x="19242" y="152405"/>
                  </a:lnTo>
                  <a:cubicBezTo>
                    <a:pt x="17780" y="156452"/>
                    <a:pt x="13954" y="159144"/>
                    <a:pt x="9657" y="159163"/>
                  </a:cubicBezTo>
                  <a:close/>
                </a:path>
              </a:pathLst>
            </a:custGeom>
            <a:grpFill/>
            <a:ln w="1934" cap="flat">
              <a:noFill/>
              <a:prstDash val="solid"/>
              <a:miter/>
            </a:ln>
          </p:spPr>
          <p:txBody>
            <a:bodyPr rtlCol="0" anchor="ctr"/>
            <a:lstStyle/>
            <a:p>
              <a:endParaRPr lang="en-IN" dirty="0"/>
            </a:p>
          </p:txBody>
        </p:sp>
        <p:sp>
          <p:nvSpPr>
            <p:cNvPr id="7191" name="Freeform: Shape 7190">
              <a:extLst>
                <a:ext uri="{FF2B5EF4-FFF2-40B4-BE49-F238E27FC236}">
                  <a16:creationId xmlns:a16="http://schemas.microsoft.com/office/drawing/2014/main" id="{9A54B699-E5AA-2EC5-C4EC-9BF9BD9BD71F}"/>
                </a:ext>
              </a:extLst>
            </p:cNvPr>
            <p:cNvSpPr/>
            <p:nvPr/>
          </p:nvSpPr>
          <p:spPr>
            <a:xfrm>
              <a:off x="6175167" y="1990885"/>
              <a:ext cx="113192" cy="240399"/>
            </a:xfrm>
            <a:custGeom>
              <a:avLst/>
              <a:gdLst>
                <a:gd name="connsiteX0" fmla="*/ 102485 w 113192"/>
                <a:gd name="connsiteY0" fmla="*/ 239743 h 240399"/>
                <a:gd name="connsiteX1" fmla="*/ 92396 w 113192"/>
                <a:gd name="connsiteY1" fmla="*/ 230816 h 240399"/>
                <a:gd name="connsiteX2" fmla="*/ 77370 w 113192"/>
                <a:gd name="connsiteY2" fmla="*/ 106889 h 240399"/>
                <a:gd name="connsiteX3" fmla="*/ 1852 w 113192"/>
                <a:gd name="connsiteY3" fmla="*/ 16016 h 240399"/>
                <a:gd name="connsiteX4" fmla="*/ 3159 w 113192"/>
                <a:gd name="connsiteY4" fmla="*/ 1706 h 240399"/>
                <a:gd name="connsiteX5" fmla="*/ 17479 w 113192"/>
                <a:gd name="connsiteY5" fmla="*/ 3003 h 240399"/>
                <a:gd name="connsiteX6" fmla="*/ 94933 w 113192"/>
                <a:gd name="connsiteY6" fmla="*/ 96220 h 240399"/>
                <a:gd name="connsiteX7" fmla="*/ 97218 w 113192"/>
                <a:gd name="connsiteY7" fmla="*/ 101467 h 240399"/>
                <a:gd name="connsiteX8" fmla="*/ 112612 w 113192"/>
                <a:gd name="connsiteY8" fmla="*/ 228337 h 240399"/>
                <a:gd name="connsiteX9" fmla="*/ 103813 w 113192"/>
                <a:gd name="connsiteY9" fmla="*/ 239646 h 240399"/>
                <a:gd name="connsiteX10" fmla="*/ 103744 w 113192"/>
                <a:gd name="connsiteY10" fmla="*/ 239646 h 240399"/>
                <a:gd name="connsiteX11" fmla="*/ 102485 w 113192"/>
                <a:gd name="connsiteY11" fmla="*/ 239743 h 24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191" h="240398">
                  <a:moveTo>
                    <a:pt x="102485" y="239743"/>
                  </a:moveTo>
                  <a:cubicBezTo>
                    <a:pt x="97354" y="239743"/>
                    <a:pt x="93030" y="235908"/>
                    <a:pt x="92396" y="230816"/>
                  </a:cubicBezTo>
                  <a:lnTo>
                    <a:pt x="77370" y="106889"/>
                  </a:lnTo>
                  <a:lnTo>
                    <a:pt x="1852" y="16016"/>
                  </a:lnTo>
                  <a:cubicBezTo>
                    <a:pt x="-1742" y="11698"/>
                    <a:pt x="-1155" y="5288"/>
                    <a:pt x="3159" y="1706"/>
                  </a:cubicBezTo>
                  <a:cubicBezTo>
                    <a:pt x="7474" y="-1896"/>
                    <a:pt x="13885" y="-1315"/>
                    <a:pt x="17479" y="3003"/>
                  </a:cubicBezTo>
                  <a:lnTo>
                    <a:pt x="94933" y="96220"/>
                  </a:lnTo>
                  <a:cubicBezTo>
                    <a:pt x="96176" y="97711"/>
                    <a:pt x="96968" y="99531"/>
                    <a:pt x="97218" y="101467"/>
                  </a:cubicBezTo>
                  <a:lnTo>
                    <a:pt x="112612" y="228337"/>
                  </a:lnTo>
                  <a:cubicBezTo>
                    <a:pt x="113303" y="233895"/>
                    <a:pt x="109363" y="238949"/>
                    <a:pt x="103813" y="239646"/>
                  </a:cubicBezTo>
                  <a:cubicBezTo>
                    <a:pt x="103790" y="239646"/>
                    <a:pt x="103767" y="239646"/>
                    <a:pt x="103744" y="239646"/>
                  </a:cubicBezTo>
                  <a:cubicBezTo>
                    <a:pt x="103327" y="239704"/>
                    <a:pt x="102907" y="239743"/>
                    <a:pt x="102485" y="239743"/>
                  </a:cubicBezTo>
                  <a:close/>
                </a:path>
              </a:pathLst>
            </a:custGeom>
            <a:grpFill/>
            <a:ln w="1934" cap="flat">
              <a:noFill/>
              <a:prstDash val="solid"/>
              <a:miter/>
            </a:ln>
          </p:spPr>
          <p:txBody>
            <a:bodyPr rtlCol="0" anchor="ctr"/>
            <a:lstStyle/>
            <a:p>
              <a:endParaRPr lang="en-IN" dirty="0"/>
            </a:p>
          </p:txBody>
        </p:sp>
        <p:sp>
          <p:nvSpPr>
            <p:cNvPr id="7192" name="Freeform: Shape 7191">
              <a:extLst>
                <a:ext uri="{FF2B5EF4-FFF2-40B4-BE49-F238E27FC236}">
                  <a16:creationId xmlns:a16="http://schemas.microsoft.com/office/drawing/2014/main" id="{3C60347E-5D3C-7A80-D229-1D809EBDCE02}"/>
                </a:ext>
              </a:extLst>
            </p:cNvPr>
            <p:cNvSpPr/>
            <p:nvPr/>
          </p:nvSpPr>
          <p:spPr>
            <a:xfrm>
              <a:off x="5837321" y="2050475"/>
              <a:ext cx="542262" cy="187355"/>
            </a:xfrm>
            <a:custGeom>
              <a:avLst/>
              <a:gdLst>
                <a:gd name="connsiteX0" fmla="*/ 93355 w 542262"/>
                <a:gd name="connsiteY0" fmla="*/ 186698 h 187355"/>
                <a:gd name="connsiteX1" fmla="*/ 3875 w 542262"/>
                <a:gd name="connsiteY1" fmla="*/ 139160 h 187355"/>
                <a:gd name="connsiteX2" fmla="*/ 1308 w 542262"/>
                <a:gd name="connsiteY2" fmla="*/ 125005 h 187355"/>
                <a:gd name="connsiteX3" fmla="*/ 14254 w 542262"/>
                <a:gd name="connsiteY3" fmla="*/ 121733 h 187355"/>
                <a:gd name="connsiteX4" fmla="*/ 93335 w 542262"/>
                <a:gd name="connsiteY4" fmla="*/ 165998 h 187355"/>
                <a:gd name="connsiteX5" fmla="*/ 138143 w 542262"/>
                <a:gd name="connsiteY5" fmla="*/ 160731 h 187355"/>
                <a:gd name="connsiteX6" fmla="*/ 421645 w 542262"/>
                <a:gd name="connsiteY6" fmla="*/ 39844 h 187355"/>
                <a:gd name="connsiteX7" fmla="*/ 528009 w 542262"/>
                <a:gd name="connsiteY7" fmla="*/ -6 h 187355"/>
                <a:gd name="connsiteX8" fmla="*/ 541118 w 542262"/>
                <a:gd name="connsiteY8" fmla="*/ 5939 h 187355"/>
                <a:gd name="connsiteX9" fmla="*/ 535154 w 542262"/>
                <a:gd name="connsiteY9" fmla="*/ 19048 h 187355"/>
                <a:gd name="connsiteX10" fmla="*/ 429196 w 542262"/>
                <a:gd name="connsiteY10" fmla="*/ 58704 h 187355"/>
                <a:gd name="connsiteX11" fmla="*/ 144668 w 542262"/>
                <a:gd name="connsiteY11" fmla="*/ 180037 h 187355"/>
                <a:gd name="connsiteX12" fmla="*/ 141647 w 542262"/>
                <a:gd name="connsiteY12" fmla="*/ 180831 h 187355"/>
                <a:gd name="connsiteX13" fmla="*/ 96259 w 542262"/>
                <a:gd name="connsiteY13" fmla="*/ 186098 h 187355"/>
                <a:gd name="connsiteX14" fmla="*/ 93355 w 542262"/>
                <a:gd name="connsiteY14" fmla="*/ 186698 h 18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2262" h="187355">
                  <a:moveTo>
                    <a:pt x="93355" y="186698"/>
                  </a:moveTo>
                  <a:cubicBezTo>
                    <a:pt x="87720" y="186698"/>
                    <a:pt x="72945" y="180114"/>
                    <a:pt x="3875" y="139160"/>
                  </a:cubicBezTo>
                  <a:cubicBezTo>
                    <a:pt x="-739" y="135965"/>
                    <a:pt x="-1889" y="129633"/>
                    <a:pt x="1308" y="125005"/>
                  </a:cubicBezTo>
                  <a:cubicBezTo>
                    <a:pt x="4199" y="120842"/>
                    <a:pt x="9725" y="119448"/>
                    <a:pt x="14254" y="121733"/>
                  </a:cubicBezTo>
                  <a:cubicBezTo>
                    <a:pt x="46901" y="141097"/>
                    <a:pt x="83963" y="162087"/>
                    <a:pt x="93335" y="165998"/>
                  </a:cubicBezTo>
                  <a:cubicBezTo>
                    <a:pt x="98350" y="165049"/>
                    <a:pt x="109910" y="163461"/>
                    <a:pt x="138143" y="160731"/>
                  </a:cubicBezTo>
                  <a:lnTo>
                    <a:pt x="421645" y="39844"/>
                  </a:lnTo>
                  <a:lnTo>
                    <a:pt x="528009" y="-6"/>
                  </a:lnTo>
                  <a:cubicBezTo>
                    <a:pt x="533276" y="-1981"/>
                    <a:pt x="539143" y="691"/>
                    <a:pt x="541118" y="5939"/>
                  </a:cubicBezTo>
                  <a:cubicBezTo>
                    <a:pt x="543074" y="11206"/>
                    <a:pt x="540421" y="17073"/>
                    <a:pt x="535154" y="19048"/>
                  </a:cubicBezTo>
                  <a:lnTo>
                    <a:pt x="429196" y="58704"/>
                  </a:lnTo>
                  <a:lnTo>
                    <a:pt x="144668" y="180037"/>
                  </a:lnTo>
                  <a:cubicBezTo>
                    <a:pt x="143715" y="180482"/>
                    <a:pt x="142693" y="180734"/>
                    <a:pt x="141647" y="180831"/>
                  </a:cubicBezTo>
                  <a:cubicBezTo>
                    <a:pt x="122090" y="182670"/>
                    <a:pt x="99783" y="185149"/>
                    <a:pt x="96259" y="186098"/>
                  </a:cubicBezTo>
                  <a:cubicBezTo>
                    <a:pt x="95347" y="186504"/>
                    <a:pt x="94356" y="186717"/>
                    <a:pt x="93355" y="186698"/>
                  </a:cubicBezTo>
                  <a:close/>
                </a:path>
              </a:pathLst>
            </a:custGeom>
            <a:grpFill/>
            <a:ln w="1934" cap="flat">
              <a:noFill/>
              <a:prstDash val="solid"/>
              <a:miter/>
            </a:ln>
          </p:spPr>
          <p:txBody>
            <a:bodyPr rtlCol="0" anchor="ctr"/>
            <a:lstStyle/>
            <a:p>
              <a:endParaRPr lang="en-IN" dirty="0"/>
            </a:p>
          </p:txBody>
        </p:sp>
        <p:sp>
          <p:nvSpPr>
            <p:cNvPr id="7193" name="Freeform: Shape 7192">
              <a:extLst>
                <a:ext uri="{FF2B5EF4-FFF2-40B4-BE49-F238E27FC236}">
                  <a16:creationId xmlns:a16="http://schemas.microsoft.com/office/drawing/2014/main" id="{278F89BC-DFC1-9B48-C919-5566DE30336B}"/>
                </a:ext>
              </a:extLst>
            </p:cNvPr>
            <p:cNvSpPr/>
            <p:nvPr/>
          </p:nvSpPr>
          <p:spPr>
            <a:xfrm>
              <a:off x="5967642" y="2217288"/>
              <a:ext cx="217379" cy="56580"/>
            </a:xfrm>
            <a:custGeom>
              <a:avLst/>
              <a:gdLst>
                <a:gd name="connsiteX0" fmla="*/ 206550 w 217379"/>
                <a:gd name="connsiteY0" fmla="*/ 55920 h 56580"/>
                <a:gd name="connsiteX1" fmla="*/ 204614 w 217379"/>
                <a:gd name="connsiteY1" fmla="*/ 55726 h 56580"/>
                <a:gd name="connsiteX2" fmla="*/ 7822 w 217379"/>
                <a:gd name="connsiteY2" fmla="*/ 19516 h 56580"/>
                <a:gd name="connsiteX3" fmla="*/ -338 w 217379"/>
                <a:gd name="connsiteY3" fmla="*/ 7743 h 56580"/>
                <a:gd name="connsiteX4" fmla="*/ -330 w 217379"/>
                <a:gd name="connsiteY4" fmla="*/ 7705 h 56580"/>
                <a:gd name="connsiteX5" fmla="*/ 10910 w 217379"/>
                <a:gd name="connsiteY5" fmla="*/ -544 h 56580"/>
                <a:gd name="connsiteX6" fmla="*/ 11501 w 217379"/>
                <a:gd name="connsiteY6" fmla="*/ -428 h 56580"/>
                <a:gd name="connsiteX7" fmla="*/ 208487 w 217379"/>
                <a:gd name="connsiteY7" fmla="*/ 35782 h 56580"/>
                <a:gd name="connsiteX8" fmla="*/ 216722 w 217379"/>
                <a:gd name="connsiteY8" fmla="*/ 47535 h 56580"/>
                <a:gd name="connsiteX9" fmla="*/ 206550 w 217379"/>
                <a:gd name="connsiteY9" fmla="*/ 55920 h 5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379" h="56580">
                  <a:moveTo>
                    <a:pt x="206550" y="55920"/>
                  </a:moveTo>
                  <a:cubicBezTo>
                    <a:pt x="205900" y="55939"/>
                    <a:pt x="205249" y="55881"/>
                    <a:pt x="204614" y="55726"/>
                  </a:cubicBezTo>
                  <a:lnTo>
                    <a:pt x="7822" y="19516"/>
                  </a:lnTo>
                  <a:cubicBezTo>
                    <a:pt x="2319" y="18529"/>
                    <a:pt x="-1335" y="13243"/>
                    <a:pt x="-338" y="7743"/>
                  </a:cubicBezTo>
                  <a:cubicBezTo>
                    <a:pt x="-336" y="7724"/>
                    <a:pt x="-332" y="7724"/>
                    <a:pt x="-330" y="7705"/>
                  </a:cubicBezTo>
                  <a:cubicBezTo>
                    <a:pt x="498" y="2322"/>
                    <a:pt x="5531" y="-1358"/>
                    <a:pt x="10910" y="-544"/>
                  </a:cubicBezTo>
                  <a:cubicBezTo>
                    <a:pt x="11108" y="-505"/>
                    <a:pt x="11305" y="-467"/>
                    <a:pt x="11501" y="-428"/>
                  </a:cubicBezTo>
                  <a:lnTo>
                    <a:pt x="208487" y="35782"/>
                  </a:lnTo>
                  <a:cubicBezTo>
                    <a:pt x="214005" y="36750"/>
                    <a:pt x="217694" y="42017"/>
                    <a:pt x="216722" y="47535"/>
                  </a:cubicBezTo>
                  <a:cubicBezTo>
                    <a:pt x="215858" y="52454"/>
                    <a:pt x="211542" y="56017"/>
                    <a:pt x="206550" y="55920"/>
                  </a:cubicBezTo>
                  <a:close/>
                </a:path>
              </a:pathLst>
            </a:custGeom>
            <a:grpFill/>
            <a:ln w="1934" cap="flat">
              <a:noFill/>
              <a:prstDash val="solid"/>
              <a:miter/>
            </a:ln>
          </p:spPr>
          <p:txBody>
            <a:bodyPr rtlCol="0" anchor="ctr"/>
            <a:lstStyle/>
            <a:p>
              <a:endParaRPr lang="en-IN" dirty="0"/>
            </a:p>
          </p:txBody>
        </p:sp>
        <p:sp>
          <p:nvSpPr>
            <p:cNvPr id="7194" name="Freeform: Shape 7193">
              <a:extLst>
                <a:ext uri="{FF2B5EF4-FFF2-40B4-BE49-F238E27FC236}">
                  <a16:creationId xmlns:a16="http://schemas.microsoft.com/office/drawing/2014/main" id="{0BE17001-9EC2-2E0C-E043-747DC6732637}"/>
                </a:ext>
              </a:extLst>
            </p:cNvPr>
            <p:cNvSpPr/>
            <p:nvPr/>
          </p:nvSpPr>
          <p:spPr>
            <a:xfrm>
              <a:off x="6253842" y="2094450"/>
              <a:ext cx="109350" cy="94060"/>
            </a:xfrm>
            <a:custGeom>
              <a:avLst/>
              <a:gdLst>
                <a:gd name="connsiteX0" fmla="*/ 98669 w 109350"/>
                <a:gd name="connsiteY0" fmla="*/ 93404 h 94060"/>
                <a:gd name="connsiteX1" fmla="*/ 89704 w 109350"/>
                <a:gd name="connsiteY1" fmla="*/ 88040 h 94060"/>
                <a:gd name="connsiteX2" fmla="*/ 5937 w 109350"/>
                <a:gd name="connsiteY2" fmla="*/ 18951 h 94060"/>
                <a:gd name="connsiteX3" fmla="*/ 205 w 109350"/>
                <a:gd name="connsiteY3" fmla="*/ 5783 h 94060"/>
                <a:gd name="connsiteX4" fmla="*/ 13373 w 109350"/>
                <a:gd name="connsiteY4" fmla="*/ 52 h 94060"/>
                <a:gd name="connsiteX5" fmla="*/ 107634 w 109350"/>
                <a:gd name="connsiteY5" fmla="*/ 78416 h 94060"/>
                <a:gd name="connsiteX6" fmla="*/ 103529 w 109350"/>
                <a:gd name="connsiteY6" fmla="*/ 92145 h 94060"/>
                <a:gd name="connsiteX7" fmla="*/ 103471 w 109350"/>
                <a:gd name="connsiteY7" fmla="*/ 92164 h 94060"/>
                <a:gd name="connsiteX8" fmla="*/ 98669 w 109350"/>
                <a:gd name="connsiteY8" fmla="*/ 93404 h 9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350" h="94060">
                  <a:moveTo>
                    <a:pt x="98669" y="93404"/>
                  </a:moveTo>
                  <a:cubicBezTo>
                    <a:pt x="94913" y="93404"/>
                    <a:pt x="91466" y="91351"/>
                    <a:pt x="89704" y="88040"/>
                  </a:cubicBezTo>
                  <a:cubicBezTo>
                    <a:pt x="65480" y="42981"/>
                    <a:pt x="6441" y="19202"/>
                    <a:pt x="5937" y="18951"/>
                  </a:cubicBezTo>
                  <a:cubicBezTo>
                    <a:pt x="719" y="16898"/>
                    <a:pt x="-1847" y="11012"/>
                    <a:pt x="205" y="5783"/>
                  </a:cubicBezTo>
                  <a:cubicBezTo>
                    <a:pt x="2258" y="555"/>
                    <a:pt x="8154" y="-2001"/>
                    <a:pt x="13373" y="52"/>
                  </a:cubicBezTo>
                  <a:cubicBezTo>
                    <a:pt x="16084" y="1136"/>
                    <a:pt x="79828" y="26696"/>
                    <a:pt x="107634" y="78416"/>
                  </a:cubicBezTo>
                  <a:cubicBezTo>
                    <a:pt x="110287" y="83335"/>
                    <a:pt x="108448" y="89473"/>
                    <a:pt x="103529" y="92145"/>
                  </a:cubicBezTo>
                  <a:cubicBezTo>
                    <a:pt x="103510" y="92145"/>
                    <a:pt x="103491" y="92164"/>
                    <a:pt x="103471" y="92164"/>
                  </a:cubicBezTo>
                  <a:cubicBezTo>
                    <a:pt x="102000" y="92978"/>
                    <a:pt x="100354" y="93404"/>
                    <a:pt x="98669" y="93404"/>
                  </a:cubicBezTo>
                  <a:close/>
                </a:path>
              </a:pathLst>
            </a:custGeom>
            <a:grpFill/>
            <a:ln w="1934" cap="flat">
              <a:noFill/>
              <a:prstDash val="solid"/>
              <a:miter/>
            </a:ln>
          </p:spPr>
          <p:txBody>
            <a:bodyPr rtlCol="0" anchor="ctr"/>
            <a:lstStyle/>
            <a:p>
              <a:endParaRPr lang="en-IN" dirty="0"/>
            </a:p>
          </p:txBody>
        </p:sp>
        <p:sp>
          <p:nvSpPr>
            <p:cNvPr id="7195" name="Freeform: Shape 7194">
              <a:extLst>
                <a:ext uri="{FF2B5EF4-FFF2-40B4-BE49-F238E27FC236}">
                  <a16:creationId xmlns:a16="http://schemas.microsoft.com/office/drawing/2014/main" id="{C4C2A9F2-6EBD-7EFC-D96C-F9677F47B019}"/>
                </a:ext>
              </a:extLst>
            </p:cNvPr>
            <p:cNvSpPr/>
            <p:nvPr/>
          </p:nvSpPr>
          <p:spPr>
            <a:xfrm>
              <a:off x="5715236" y="1662779"/>
              <a:ext cx="534350" cy="379420"/>
            </a:xfrm>
            <a:custGeom>
              <a:avLst/>
              <a:gdLst>
                <a:gd name="connsiteX0" fmla="*/ 19035 w 534350"/>
                <a:gd name="connsiteY0" fmla="*/ 378763 h 379420"/>
                <a:gd name="connsiteX1" fmla="*/ 8888 w 534350"/>
                <a:gd name="connsiteY1" fmla="*/ 368830 h 379420"/>
                <a:gd name="connsiteX2" fmla="*/ 7552 w 534350"/>
                <a:gd name="connsiteY2" fmla="*/ 362033 h 379420"/>
                <a:gd name="connsiteX3" fmla="*/ 100246 w 534350"/>
                <a:gd name="connsiteY3" fmla="*/ 64299 h 379420"/>
                <a:gd name="connsiteX4" fmla="*/ 312819 w 534350"/>
                <a:gd name="connsiteY4" fmla="*/ 4272 h 379420"/>
                <a:gd name="connsiteX5" fmla="*/ 532770 w 534350"/>
                <a:gd name="connsiteY5" fmla="*/ 185863 h 379420"/>
                <a:gd name="connsiteX6" fmla="*/ 528247 w 534350"/>
                <a:gd name="connsiteY6" fmla="*/ 199482 h 379420"/>
                <a:gd name="connsiteX7" fmla="*/ 514628 w 534350"/>
                <a:gd name="connsiteY7" fmla="*/ 194958 h 379420"/>
                <a:gd name="connsiteX8" fmla="*/ 514413 w 534350"/>
                <a:gd name="connsiteY8" fmla="*/ 194500 h 379420"/>
                <a:gd name="connsiteX9" fmla="*/ 308791 w 534350"/>
                <a:gd name="connsiteY9" fmla="*/ 24236 h 379420"/>
                <a:gd name="connsiteX10" fmla="*/ 113858 w 534350"/>
                <a:gd name="connsiteY10" fmla="*/ 79422 h 379420"/>
                <a:gd name="connsiteX11" fmla="*/ 27458 w 534350"/>
                <a:gd name="connsiteY11" fmla="*/ 357928 h 379420"/>
                <a:gd name="connsiteX12" fmla="*/ 29181 w 534350"/>
                <a:gd name="connsiteY12" fmla="*/ 368598 h 379420"/>
                <a:gd name="connsiteX13" fmla="*/ 19035 w 534350"/>
                <a:gd name="connsiteY13" fmla="*/ 378763 h 37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4350" h="379420">
                  <a:moveTo>
                    <a:pt x="19035" y="378763"/>
                  </a:moveTo>
                  <a:cubicBezTo>
                    <a:pt x="13512" y="378763"/>
                    <a:pt x="9004" y="374348"/>
                    <a:pt x="8888" y="368830"/>
                  </a:cubicBezTo>
                  <a:cubicBezTo>
                    <a:pt x="8733" y="367591"/>
                    <a:pt x="8210" y="365267"/>
                    <a:pt x="7552" y="362033"/>
                  </a:cubicBezTo>
                  <a:cubicBezTo>
                    <a:pt x="-23430" y="212934"/>
                    <a:pt x="40858" y="117800"/>
                    <a:pt x="100246" y="64299"/>
                  </a:cubicBezTo>
                  <a:cubicBezTo>
                    <a:pt x="160408" y="10081"/>
                    <a:pt x="235791" y="-11219"/>
                    <a:pt x="312819" y="4272"/>
                  </a:cubicBezTo>
                  <a:cubicBezTo>
                    <a:pt x="404467" y="22745"/>
                    <a:pt x="488737" y="92318"/>
                    <a:pt x="532770" y="185863"/>
                  </a:cubicBezTo>
                  <a:cubicBezTo>
                    <a:pt x="535281" y="190873"/>
                    <a:pt x="533256" y="196970"/>
                    <a:pt x="528247" y="199482"/>
                  </a:cubicBezTo>
                  <a:cubicBezTo>
                    <a:pt x="523237" y="201993"/>
                    <a:pt x="517140" y="199968"/>
                    <a:pt x="514628" y="194958"/>
                  </a:cubicBezTo>
                  <a:cubicBezTo>
                    <a:pt x="514553" y="194807"/>
                    <a:pt x="514481" y="194654"/>
                    <a:pt x="514413" y="194500"/>
                  </a:cubicBezTo>
                  <a:cubicBezTo>
                    <a:pt x="473053" y="106666"/>
                    <a:pt x="394359" y="41527"/>
                    <a:pt x="308791" y="24236"/>
                  </a:cubicBezTo>
                  <a:cubicBezTo>
                    <a:pt x="238521" y="10081"/>
                    <a:pt x="169199" y="29638"/>
                    <a:pt x="113858" y="79422"/>
                  </a:cubicBezTo>
                  <a:cubicBezTo>
                    <a:pt x="33209" y="152074"/>
                    <a:pt x="4144" y="245774"/>
                    <a:pt x="27458" y="357928"/>
                  </a:cubicBezTo>
                  <a:cubicBezTo>
                    <a:pt x="28356" y="361433"/>
                    <a:pt x="28933" y="364996"/>
                    <a:pt x="29181" y="368598"/>
                  </a:cubicBezTo>
                  <a:cubicBezTo>
                    <a:pt x="29181" y="374213"/>
                    <a:pt x="24642" y="378744"/>
                    <a:pt x="19035" y="378763"/>
                  </a:cubicBezTo>
                  <a:close/>
                </a:path>
              </a:pathLst>
            </a:custGeom>
            <a:grpFill/>
            <a:ln w="1934" cap="flat">
              <a:noFill/>
              <a:prstDash val="solid"/>
              <a:miter/>
            </a:ln>
          </p:spPr>
          <p:txBody>
            <a:bodyPr rtlCol="0" anchor="ctr"/>
            <a:lstStyle/>
            <a:p>
              <a:endParaRPr lang="en-IN" dirty="0"/>
            </a:p>
          </p:txBody>
        </p:sp>
        <p:sp>
          <p:nvSpPr>
            <p:cNvPr id="7196" name="Freeform: Shape 7195">
              <a:extLst>
                <a:ext uri="{FF2B5EF4-FFF2-40B4-BE49-F238E27FC236}">
                  <a16:creationId xmlns:a16="http://schemas.microsoft.com/office/drawing/2014/main" id="{75C9881C-95F1-7786-8907-44C362E01D5B}"/>
                </a:ext>
              </a:extLst>
            </p:cNvPr>
            <p:cNvSpPr/>
            <p:nvPr/>
          </p:nvSpPr>
          <p:spPr>
            <a:xfrm>
              <a:off x="5379235" y="2282695"/>
              <a:ext cx="1451680" cy="1380758"/>
            </a:xfrm>
            <a:custGeom>
              <a:avLst/>
              <a:gdLst>
                <a:gd name="connsiteX0" fmla="*/ 1075149 w 1451680"/>
                <a:gd name="connsiteY0" fmla="*/ 1380102 h 1380758"/>
                <a:gd name="connsiteX1" fmla="*/ 536706 w 1451680"/>
                <a:gd name="connsiteY1" fmla="*/ 1358802 h 1380758"/>
                <a:gd name="connsiteX2" fmla="*/ 9126 w 1451680"/>
                <a:gd name="connsiteY2" fmla="*/ 1334791 h 1380758"/>
                <a:gd name="connsiteX3" fmla="*/ -487 w 1451680"/>
                <a:gd name="connsiteY3" fmla="*/ 1324064 h 1380758"/>
                <a:gd name="connsiteX4" fmla="*/ 9397 w 1451680"/>
                <a:gd name="connsiteY4" fmla="*/ 1314440 h 1380758"/>
                <a:gd name="connsiteX5" fmla="*/ 9668 w 1451680"/>
                <a:gd name="connsiteY5" fmla="*/ 1314440 h 1380758"/>
                <a:gd name="connsiteX6" fmla="*/ 537829 w 1451680"/>
                <a:gd name="connsiteY6" fmla="*/ 1338509 h 1380758"/>
                <a:gd name="connsiteX7" fmla="*/ 1429231 w 1451680"/>
                <a:gd name="connsiteY7" fmla="*/ 1286440 h 1380758"/>
                <a:gd name="connsiteX8" fmla="*/ 567552 w 1451680"/>
                <a:gd name="connsiteY8" fmla="*/ 681019 h 1380758"/>
                <a:gd name="connsiteX9" fmla="*/ 290265 w 1451680"/>
                <a:gd name="connsiteY9" fmla="*/ 263288 h 1380758"/>
                <a:gd name="connsiteX10" fmla="*/ 713515 w 1451680"/>
                <a:gd name="connsiteY10" fmla="*/ -657 h 1380758"/>
                <a:gd name="connsiteX11" fmla="*/ 713979 w 1451680"/>
                <a:gd name="connsiteY11" fmla="*/ -657 h 1380758"/>
                <a:gd name="connsiteX12" fmla="*/ 724033 w 1451680"/>
                <a:gd name="connsiteY12" fmla="*/ 9664 h 1380758"/>
                <a:gd name="connsiteX13" fmla="*/ 714463 w 1451680"/>
                <a:gd name="connsiteY13" fmla="*/ 19694 h 1380758"/>
                <a:gd name="connsiteX14" fmla="*/ 310132 w 1451680"/>
                <a:gd name="connsiteY14" fmla="*/ 267800 h 1380758"/>
                <a:gd name="connsiteX15" fmla="*/ 576982 w 1451680"/>
                <a:gd name="connsiteY15" fmla="*/ 663146 h 1380758"/>
                <a:gd name="connsiteX16" fmla="*/ 1448827 w 1451680"/>
                <a:gd name="connsiteY16" fmla="*/ 1291959 h 1380758"/>
                <a:gd name="connsiteX17" fmla="*/ 1075149 w 1451680"/>
                <a:gd name="connsiteY17" fmla="*/ 1380102 h 138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1680" h="1380758">
                  <a:moveTo>
                    <a:pt x="1075149" y="1380102"/>
                  </a:moveTo>
                  <a:cubicBezTo>
                    <a:pt x="925139" y="1380102"/>
                    <a:pt x="739733" y="1369917"/>
                    <a:pt x="536706" y="1358802"/>
                  </a:cubicBezTo>
                  <a:cubicBezTo>
                    <a:pt x="364699" y="1349372"/>
                    <a:pt x="186825" y="1339593"/>
                    <a:pt x="9126" y="1334791"/>
                  </a:cubicBezTo>
                  <a:cubicBezTo>
                    <a:pt x="3508" y="1334481"/>
                    <a:pt x="-794" y="1329679"/>
                    <a:pt x="-487" y="1324064"/>
                  </a:cubicBezTo>
                  <a:cubicBezTo>
                    <a:pt x="-196" y="1318778"/>
                    <a:pt x="4101" y="1314595"/>
                    <a:pt x="9397" y="1314440"/>
                  </a:cubicBezTo>
                  <a:lnTo>
                    <a:pt x="9668" y="1314440"/>
                  </a:lnTo>
                  <a:cubicBezTo>
                    <a:pt x="187658" y="1319300"/>
                    <a:pt x="365667" y="1329079"/>
                    <a:pt x="537829" y="1338509"/>
                  </a:cubicBezTo>
                  <a:cubicBezTo>
                    <a:pt x="982029" y="1362868"/>
                    <a:pt x="1401793" y="1385853"/>
                    <a:pt x="1429231" y="1286440"/>
                  </a:cubicBezTo>
                  <a:cubicBezTo>
                    <a:pt x="1454036" y="1196574"/>
                    <a:pt x="1172160" y="998543"/>
                    <a:pt x="567552" y="681019"/>
                  </a:cubicBezTo>
                  <a:cubicBezTo>
                    <a:pt x="363150" y="573744"/>
                    <a:pt x="256825" y="413569"/>
                    <a:pt x="290265" y="263288"/>
                  </a:cubicBezTo>
                  <a:cubicBezTo>
                    <a:pt x="324210" y="110819"/>
                    <a:pt x="486399" y="9625"/>
                    <a:pt x="713515" y="-657"/>
                  </a:cubicBezTo>
                  <a:lnTo>
                    <a:pt x="713979" y="-657"/>
                  </a:lnTo>
                  <a:cubicBezTo>
                    <a:pt x="719604" y="-579"/>
                    <a:pt x="724105" y="4029"/>
                    <a:pt x="724033" y="9664"/>
                  </a:cubicBezTo>
                  <a:cubicBezTo>
                    <a:pt x="723965" y="14989"/>
                    <a:pt x="719790" y="19365"/>
                    <a:pt x="714463" y="19694"/>
                  </a:cubicBezTo>
                  <a:cubicBezTo>
                    <a:pt x="496914" y="29628"/>
                    <a:pt x="341986" y="124626"/>
                    <a:pt x="310132" y="267800"/>
                  </a:cubicBezTo>
                  <a:cubicBezTo>
                    <a:pt x="278725" y="408747"/>
                    <a:pt x="381003" y="560190"/>
                    <a:pt x="576982" y="663146"/>
                  </a:cubicBezTo>
                  <a:cubicBezTo>
                    <a:pt x="1386244" y="1088080"/>
                    <a:pt x="1468016" y="1222424"/>
                    <a:pt x="1448827" y="1291959"/>
                  </a:cubicBezTo>
                  <a:cubicBezTo>
                    <a:pt x="1430083" y="1359499"/>
                    <a:pt x="1288497" y="1380102"/>
                    <a:pt x="1075149" y="1380102"/>
                  </a:cubicBezTo>
                  <a:close/>
                </a:path>
              </a:pathLst>
            </a:custGeom>
            <a:grpFill/>
            <a:ln w="1934" cap="flat">
              <a:noFill/>
              <a:prstDash val="solid"/>
              <a:miter/>
            </a:ln>
          </p:spPr>
          <p:txBody>
            <a:bodyPr rtlCol="0" anchor="ctr"/>
            <a:lstStyle/>
            <a:p>
              <a:endParaRPr lang="en-IN" dirty="0"/>
            </a:p>
          </p:txBody>
        </p:sp>
        <p:sp>
          <p:nvSpPr>
            <p:cNvPr id="7197" name="Freeform: Shape 7196">
              <a:extLst>
                <a:ext uri="{FF2B5EF4-FFF2-40B4-BE49-F238E27FC236}">
                  <a16:creationId xmlns:a16="http://schemas.microsoft.com/office/drawing/2014/main" id="{12A4B4A6-E5A3-7208-5303-E18395E90E9B}"/>
                </a:ext>
              </a:extLst>
            </p:cNvPr>
            <p:cNvSpPr/>
            <p:nvPr/>
          </p:nvSpPr>
          <p:spPr>
            <a:xfrm>
              <a:off x="5954846" y="1998449"/>
              <a:ext cx="903620" cy="591914"/>
            </a:xfrm>
            <a:custGeom>
              <a:avLst/>
              <a:gdLst>
                <a:gd name="connsiteX0" fmla="*/ 55202 w 903620"/>
                <a:gd name="connsiteY0" fmla="*/ 591257 h 591914"/>
                <a:gd name="connsiteX1" fmla="*/ 52375 w 903620"/>
                <a:gd name="connsiteY1" fmla="*/ 590851 h 591914"/>
                <a:gd name="connsiteX2" fmla="*/ 4624 w 903620"/>
                <a:gd name="connsiteY2" fmla="*/ 430443 h 591914"/>
                <a:gd name="connsiteX3" fmla="*/ 158545 w 903620"/>
                <a:gd name="connsiteY3" fmla="*/ 280414 h 591914"/>
                <a:gd name="connsiteX4" fmla="*/ 205695 w 903620"/>
                <a:gd name="connsiteY4" fmla="*/ 263258 h 591914"/>
                <a:gd name="connsiteX5" fmla="*/ 321703 w 903620"/>
                <a:gd name="connsiteY5" fmla="*/ 211131 h 591914"/>
                <a:gd name="connsiteX6" fmla="*/ 563283 w 903620"/>
                <a:gd name="connsiteY6" fmla="*/ 108949 h 591914"/>
                <a:gd name="connsiteX7" fmla="*/ 890217 w 903620"/>
                <a:gd name="connsiteY7" fmla="*/ -281 h 591914"/>
                <a:gd name="connsiteX8" fmla="*/ 902746 w 903620"/>
                <a:gd name="connsiteY8" fmla="*/ 6787 h 591914"/>
                <a:gd name="connsiteX9" fmla="*/ 895775 w 903620"/>
                <a:gd name="connsiteY9" fmla="*/ 19276 h 591914"/>
                <a:gd name="connsiteX10" fmla="*/ 570118 w 903620"/>
                <a:gd name="connsiteY10" fmla="*/ 128100 h 591914"/>
                <a:gd name="connsiteX11" fmla="*/ 330803 w 903620"/>
                <a:gd name="connsiteY11" fmla="*/ 229294 h 591914"/>
                <a:gd name="connsiteX12" fmla="*/ 212899 w 903620"/>
                <a:gd name="connsiteY12" fmla="*/ 282215 h 591914"/>
                <a:gd name="connsiteX13" fmla="*/ 165380 w 903620"/>
                <a:gd name="connsiteY13" fmla="*/ 299642 h 591914"/>
                <a:gd name="connsiteX14" fmla="*/ 24568 w 903620"/>
                <a:gd name="connsiteY14" fmla="*/ 434374 h 591914"/>
                <a:gd name="connsiteX15" fmla="*/ 58474 w 903620"/>
                <a:gd name="connsiteY15" fmla="*/ 571564 h 591914"/>
                <a:gd name="connsiteX16" fmla="*/ 65280 w 903620"/>
                <a:gd name="connsiteY16" fmla="*/ 583667 h 591914"/>
                <a:gd name="connsiteX17" fmla="*/ 65193 w 903620"/>
                <a:gd name="connsiteY17" fmla="*/ 583957 h 591914"/>
                <a:gd name="connsiteX18" fmla="*/ 55202 w 903620"/>
                <a:gd name="connsiteY18" fmla="*/ 591257 h 59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3620" h="591914">
                  <a:moveTo>
                    <a:pt x="55202" y="591257"/>
                  </a:moveTo>
                  <a:cubicBezTo>
                    <a:pt x="54245" y="591238"/>
                    <a:pt x="53294" y="591102"/>
                    <a:pt x="52375" y="590851"/>
                  </a:cubicBezTo>
                  <a:cubicBezTo>
                    <a:pt x="40059" y="587385"/>
                    <a:pt x="-17838" y="545598"/>
                    <a:pt x="4624" y="430443"/>
                  </a:cubicBezTo>
                  <a:cubicBezTo>
                    <a:pt x="24549" y="328261"/>
                    <a:pt x="69318" y="312325"/>
                    <a:pt x="158545" y="280414"/>
                  </a:cubicBezTo>
                  <a:cubicBezTo>
                    <a:pt x="172913" y="275302"/>
                    <a:pt x="188597" y="269706"/>
                    <a:pt x="205695" y="263258"/>
                  </a:cubicBezTo>
                  <a:cubicBezTo>
                    <a:pt x="255324" y="244397"/>
                    <a:pt x="286093" y="229004"/>
                    <a:pt x="321703" y="211131"/>
                  </a:cubicBezTo>
                  <a:cubicBezTo>
                    <a:pt x="373016" y="185435"/>
                    <a:pt x="431184" y="156293"/>
                    <a:pt x="563283" y="108949"/>
                  </a:cubicBezTo>
                  <a:cubicBezTo>
                    <a:pt x="783079" y="30294"/>
                    <a:pt x="889172" y="10"/>
                    <a:pt x="890217" y="-281"/>
                  </a:cubicBezTo>
                  <a:cubicBezTo>
                    <a:pt x="895620" y="-1791"/>
                    <a:pt x="901235" y="1385"/>
                    <a:pt x="902746" y="6787"/>
                  </a:cubicBezTo>
                  <a:cubicBezTo>
                    <a:pt x="904236" y="12151"/>
                    <a:pt x="901119" y="17727"/>
                    <a:pt x="895775" y="19276"/>
                  </a:cubicBezTo>
                  <a:cubicBezTo>
                    <a:pt x="894729" y="19567"/>
                    <a:pt x="789159" y="49697"/>
                    <a:pt x="570118" y="128100"/>
                  </a:cubicBezTo>
                  <a:cubicBezTo>
                    <a:pt x="439201" y="174998"/>
                    <a:pt x="381613" y="203850"/>
                    <a:pt x="330803" y="229294"/>
                  </a:cubicBezTo>
                  <a:cubicBezTo>
                    <a:pt x="296201" y="246721"/>
                    <a:pt x="263515" y="263006"/>
                    <a:pt x="212899" y="282215"/>
                  </a:cubicBezTo>
                  <a:cubicBezTo>
                    <a:pt x="195665" y="288759"/>
                    <a:pt x="179864" y="294414"/>
                    <a:pt x="165380" y="299642"/>
                  </a:cubicBezTo>
                  <a:cubicBezTo>
                    <a:pt x="75785" y="331592"/>
                    <a:pt x="42267" y="343558"/>
                    <a:pt x="24568" y="434374"/>
                  </a:cubicBezTo>
                  <a:cubicBezTo>
                    <a:pt x="3501" y="542481"/>
                    <a:pt x="57893" y="571313"/>
                    <a:pt x="58474" y="571564"/>
                  </a:cubicBezTo>
                  <a:cubicBezTo>
                    <a:pt x="63694" y="573036"/>
                    <a:pt x="66742" y="578439"/>
                    <a:pt x="65280" y="583667"/>
                  </a:cubicBezTo>
                  <a:cubicBezTo>
                    <a:pt x="65253" y="583764"/>
                    <a:pt x="65224" y="583861"/>
                    <a:pt x="65193" y="583957"/>
                  </a:cubicBezTo>
                  <a:cubicBezTo>
                    <a:pt x="63853" y="588333"/>
                    <a:pt x="59783" y="591315"/>
                    <a:pt x="55202" y="591257"/>
                  </a:cubicBezTo>
                  <a:close/>
                </a:path>
              </a:pathLst>
            </a:custGeom>
            <a:grpFill/>
            <a:ln w="1934" cap="flat">
              <a:noFill/>
              <a:prstDash val="solid"/>
              <a:miter/>
            </a:ln>
          </p:spPr>
          <p:txBody>
            <a:bodyPr rtlCol="0" anchor="ctr"/>
            <a:lstStyle/>
            <a:p>
              <a:endParaRPr lang="en-IN" dirty="0"/>
            </a:p>
          </p:txBody>
        </p:sp>
        <p:sp>
          <p:nvSpPr>
            <p:cNvPr id="7198" name="Freeform: Shape 7197">
              <a:extLst>
                <a:ext uri="{FF2B5EF4-FFF2-40B4-BE49-F238E27FC236}">
                  <a16:creationId xmlns:a16="http://schemas.microsoft.com/office/drawing/2014/main" id="{4D64C881-23C2-454A-8A4E-3B7C6ADD2078}"/>
                </a:ext>
              </a:extLst>
            </p:cNvPr>
            <p:cNvSpPr/>
            <p:nvPr/>
          </p:nvSpPr>
          <p:spPr>
            <a:xfrm>
              <a:off x="5819475" y="2105878"/>
              <a:ext cx="1079364" cy="731990"/>
            </a:xfrm>
            <a:custGeom>
              <a:avLst/>
              <a:gdLst>
                <a:gd name="connsiteX0" fmla="*/ 9658 w 1079364"/>
                <a:gd name="connsiteY0" fmla="*/ 731334 h 731990"/>
                <a:gd name="connsiteX1" fmla="*/ 7315 w 1079364"/>
                <a:gd name="connsiteY1" fmla="*/ 731024 h 731990"/>
                <a:gd name="connsiteX2" fmla="*/ -241 w 1079364"/>
                <a:gd name="connsiteY2" fmla="*/ 718922 h 731990"/>
                <a:gd name="connsiteX3" fmla="*/ -217 w 1079364"/>
                <a:gd name="connsiteY3" fmla="*/ 718825 h 731990"/>
                <a:gd name="connsiteX4" fmla="*/ 530345 w 1079364"/>
                <a:gd name="connsiteY4" fmla="*/ 308085 h 731990"/>
                <a:gd name="connsiteX5" fmla="*/ 832688 w 1079364"/>
                <a:gd name="connsiteY5" fmla="*/ 155112 h 731990"/>
                <a:gd name="connsiteX6" fmla="*/ 1063889 w 1079364"/>
                <a:gd name="connsiteY6" fmla="*/ 552 h 731990"/>
                <a:gd name="connsiteX7" fmla="*/ 1077656 w 1079364"/>
                <a:gd name="connsiteY7" fmla="*/ 4696 h 731990"/>
                <a:gd name="connsiteX8" fmla="*/ 1073919 w 1079364"/>
                <a:gd name="connsiteY8" fmla="*/ 18231 h 731990"/>
                <a:gd name="connsiteX9" fmla="*/ 845681 w 1079364"/>
                <a:gd name="connsiteY9" fmla="*/ 170681 h 731990"/>
                <a:gd name="connsiteX10" fmla="*/ 538032 w 1079364"/>
                <a:gd name="connsiteY10" fmla="*/ 326867 h 731990"/>
                <a:gd name="connsiteX11" fmla="*/ 19534 w 1079364"/>
                <a:gd name="connsiteY11" fmla="*/ 723453 h 731990"/>
                <a:gd name="connsiteX12" fmla="*/ 9658 w 1079364"/>
                <a:gd name="connsiteY12" fmla="*/ 731334 h 731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9364" h="731990">
                  <a:moveTo>
                    <a:pt x="9658" y="731334"/>
                  </a:moveTo>
                  <a:cubicBezTo>
                    <a:pt x="8868" y="731314"/>
                    <a:pt x="8082" y="731218"/>
                    <a:pt x="7315" y="731024"/>
                  </a:cubicBezTo>
                  <a:cubicBezTo>
                    <a:pt x="1887" y="729765"/>
                    <a:pt x="-1495" y="724343"/>
                    <a:pt x="-241" y="718922"/>
                  </a:cubicBezTo>
                  <a:cubicBezTo>
                    <a:pt x="-233" y="718883"/>
                    <a:pt x="-225" y="718864"/>
                    <a:pt x="-217" y="718825"/>
                  </a:cubicBezTo>
                  <a:cubicBezTo>
                    <a:pt x="50689" y="504373"/>
                    <a:pt x="305476" y="400100"/>
                    <a:pt x="530345" y="308085"/>
                  </a:cubicBezTo>
                  <a:cubicBezTo>
                    <a:pt x="650263" y="258998"/>
                    <a:pt x="763579" y="212603"/>
                    <a:pt x="832688" y="155112"/>
                  </a:cubicBezTo>
                  <a:cubicBezTo>
                    <a:pt x="920385" y="82208"/>
                    <a:pt x="1062475" y="1346"/>
                    <a:pt x="1063889" y="552"/>
                  </a:cubicBezTo>
                  <a:cubicBezTo>
                    <a:pt x="1068827" y="-2101"/>
                    <a:pt x="1075004" y="-242"/>
                    <a:pt x="1077656" y="4696"/>
                  </a:cubicBezTo>
                  <a:cubicBezTo>
                    <a:pt x="1080212" y="9479"/>
                    <a:pt x="1078586" y="15443"/>
                    <a:pt x="1073919" y="18231"/>
                  </a:cubicBezTo>
                  <a:cubicBezTo>
                    <a:pt x="1072506" y="19025"/>
                    <a:pt x="931965" y="98977"/>
                    <a:pt x="845681" y="170681"/>
                  </a:cubicBezTo>
                  <a:cubicBezTo>
                    <a:pt x="774171" y="230243"/>
                    <a:pt x="659461" y="277180"/>
                    <a:pt x="538032" y="326867"/>
                  </a:cubicBezTo>
                  <a:cubicBezTo>
                    <a:pt x="317713" y="417063"/>
                    <a:pt x="68136" y="519264"/>
                    <a:pt x="19534" y="723453"/>
                  </a:cubicBezTo>
                  <a:cubicBezTo>
                    <a:pt x="18478" y="728061"/>
                    <a:pt x="14383" y="731334"/>
                    <a:pt x="9658" y="731334"/>
                  </a:cubicBezTo>
                  <a:close/>
                </a:path>
              </a:pathLst>
            </a:custGeom>
            <a:grpFill/>
            <a:ln w="1934" cap="flat">
              <a:noFill/>
              <a:prstDash val="solid"/>
              <a:miter/>
            </a:ln>
          </p:spPr>
          <p:txBody>
            <a:bodyPr rtlCol="0" anchor="ctr"/>
            <a:lstStyle/>
            <a:p>
              <a:endParaRPr lang="en-IN" dirty="0"/>
            </a:p>
          </p:txBody>
        </p:sp>
        <p:sp>
          <p:nvSpPr>
            <p:cNvPr id="7199" name="Freeform: Shape 7198">
              <a:extLst>
                <a:ext uri="{FF2B5EF4-FFF2-40B4-BE49-F238E27FC236}">
                  <a16:creationId xmlns:a16="http://schemas.microsoft.com/office/drawing/2014/main" id="{07AECB82-A9EA-1206-79E8-5663639692A9}"/>
                </a:ext>
              </a:extLst>
            </p:cNvPr>
            <p:cNvSpPr/>
            <p:nvPr/>
          </p:nvSpPr>
          <p:spPr>
            <a:xfrm>
              <a:off x="6840795" y="2009651"/>
              <a:ext cx="58205" cy="104213"/>
            </a:xfrm>
            <a:custGeom>
              <a:avLst/>
              <a:gdLst>
                <a:gd name="connsiteX0" fmla="*/ 47545 w 58205"/>
                <a:gd name="connsiteY0" fmla="*/ 103498 h 104213"/>
                <a:gd name="connsiteX1" fmla="*/ 37399 w 58205"/>
                <a:gd name="connsiteY1" fmla="*/ 93816 h 104213"/>
                <a:gd name="connsiteX2" fmla="*/ 2157 w 58205"/>
                <a:gd name="connsiteY2" fmla="*/ 16362 h 104213"/>
                <a:gd name="connsiteX3" fmla="*/ 2815 w 58205"/>
                <a:gd name="connsiteY3" fmla="*/ 1994 h 104213"/>
                <a:gd name="connsiteX4" fmla="*/ 16699 w 58205"/>
                <a:gd name="connsiteY4" fmla="*/ 2169 h 104213"/>
                <a:gd name="connsiteX5" fmla="*/ 57692 w 58205"/>
                <a:gd name="connsiteY5" fmla="*/ 92887 h 104213"/>
                <a:gd name="connsiteX6" fmla="*/ 48010 w 58205"/>
                <a:gd name="connsiteY6" fmla="*/ 103556 h 10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 h="104213">
                  <a:moveTo>
                    <a:pt x="47545" y="103498"/>
                  </a:moveTo>
                  <a:cubicBezTo>
                    <a:pt x="42123" y="103498"/>
                    <a:pt x="37650" y="99238"/>
                    <a:pt x="37399" y="93816"/>
                  </a:cubicBezTo>
                  <a:cubicBezTo>
                    <a:pt x="35462" y="50887"/>
                    <a:pt x="2544" y="16633"/>
                    <a:pt x="2157" y="16362"/>
                  </a:cubicBezTo>
                  <a:cubicBezTo>
                    <a:pt x="-1638" y="12218"/>
                    <a:pt x="-1329" y="5790"/>
                    <a:pt x="2815" y="1994"/>
                  </a:cubicBezTo>
                  <a:cubicBezTo>
                    <a:pt x="6766" y="-1607"/>
                    <a:pt x="12826" y="-1530"/>
                    <a:pt x="16699" y="2169"/>
                  </a:cubicBezTo>
                  <a:cubicBezTo>
                    <a:pt x="18267" y="3756"/>
                    <a:pt x="55310" y="42116"/>
                    <a:pt x="57692" y="92887"/>
                  </a:cubicBezTo>
                  <a:cubicBezTo>
                    <a:pt x="57963" y="98503"/>
                    <a:pt x="53625" y="103266"/>
                    <a:pt x="48010" y="103556"/>
                  </a:cubicBezTo>
                  <a:close/>
                </a:path>
              </a:pathLst>
            </a:custGeom>
            <a:grpFill/>
            <a:ln w="1934" cap="flat">
              <a:noFill/>
              <a:prstDash val="solid"/>
              <a:miter/>
            </a:ln>
          </p:spPr>
          <p:txBody>
            <a:bodyPr rtlCol="0" anchor="ctr"/>
            <a:lstStyle/>
            <a:p>
              <a:endParaRPr lang="en-IN" dirty="0"/>
            </a:p>
          </p:txBody>
        </p:sp>
        <p:sp>
          <p:nvSpPr>
            <p:cNvPr id="7200" name="Freeform: Shape 7199">
              <a:extLst>
                <a:ext uri="{FF2B5EF4-FFF2-40B4-BE49-F238E27FC236}">
                  <a16:creationId xmlns:a16="http://schemas.microsoft.com/office/drawing/2014/main" id="{A2C4551C-C11F-8B1A-364E-AB3FA0CA506A}"/>
                </a:ext>
              </a:extLst>
            </p:cNvPr>
            <p:cNvSpPr/>
            <p:nvPr/>
          </p:nvSpPr>
          <p:spPr>
            <a:xfrm>
              <a:off x="6838188" y="1871878"/>
              <a:ext cx="195917" cy="146891"/>
            </a:xfrm>
            <a:custGeom>
              <a:avLst/>
              <a:gdLst>
                <a:gd name="connsiteX0" fmla="*/ 9644 w 195917"/>
                <a:gd name="connsiteY0" fmla="*/ 146234 h 146891"/>
                <a:gd name="connsiteX1" fmla="*/ -502 w 195917"/>
                <a:gd name="connsiteY1" fmla="*/ 136049 h 146891"/>
                <a:gd name="connsiteX2" fmla="*/ 3719 w 195917"/>
                <a:gd name="connsiteY2" fmla="*/ 127819 h 146891"/>
                <a:gd name="connsiteX3" fmla="*/ 179328 w 195917"/>
                <a:gd name="connsiteY3" fmla="*/ 1259 h 146891"/>
                <a:gd name="connsiteX4" fmla="*/ 193502 w 195917"/>
                <a:gd name="connsiteY4" fmla="*/ 3563 h 146891"/>
                <a:gd name="connsiteX5" fmla="*/ 191197 w 195917"/>
                <a:gd name="connsiteY5" fmla="*/ 17738 h 146891"/>
                <a:gd name="connsiteX6" fmla="*/ 15667 w 195917"/>
                <a:gd name="connsiteY6" fmla="*/ 144298 h 146891"/>
                <a:gd name="connsiteX7" fmla="*/ 9644 w 195917"/>
                <a:gd name="connsiteY7" fmla="*/ 146234 h 14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917" h="146891">
                  <a:moveTo>
                    <a:pt x="9644" y="146234"/>
                  </a:moveTo>
                  <a:cubicBezTo>
                    <a:pt x="4029" y="146234"/>
                    <a:pt x="-521" y="141664"/>
                    <a:pt x="-502" y="136049"/>
                  </a:cubicBezTo>
                  <a:cubicBezTo>
                    <a:pt x="-502" y="132796"/>
                    <a:pt x="1066" y="129717"/>
                    <a:pt x="3719" y="127819"/>
                  </a:cubicBezTo>
                  <a:lnTo>
                    <a:pt x="179328" y="1259"/>
                  </a:lnTo>
                  <a:cubicBezTo>
                    <a:pt x="183878" y="-2019"/>
                    <a:pt x="190229" y="-987"/>
                    <a:pt x="193502" y="3563"/>
                  </a:cubicBezTo>
                  <a:cubicBezTo>
                    <a:pt x="196774" y="8114"/>
                    <a:pt x="195748" y="14459"/>
                    <a:pt x="191197" y="17738"/>
                  </a:cubicBezTo>
                  <a:lnTo>
                    <a:pt x="15667" y="144298"/>
                  </a:lnTo>
                  <a:cubicBezTo>
                    <a:pt x="13924" y="145576"/>
                    <a:pt x="11813" y="146254"/>
                    <a:pt x="9644" y="146234"/>
                  </a:cubicBezTo>
                  <a:close/>
                </a:path>
              </a:pathLst>
            </a:custGeom>
            <a:grpFill/>
            <a:ln w="1934" cap="flat">
              <a:noFill/>
              <a:prstDash val="solid"/>
              <a:miter/>
            </a:ln>
          </p:spPr>
          <p:txBody>
            <a:bodyPr rtlCol="0" anchor="ctr"/>
            <a:lstStyle/>
            <a:p>
              <a:endParaRPr lang="en-IN" dirty="0"/>
            </a:p>
          </p:txBody>
        </p:sp>
        <p:sp>
          <p:nvSpPr>
            <p:cNvPr id="7201" name="Freeform: Shape 7200">
              <a:extLst>
                <a:ext uri="{FF2B5EF4-FFF2-40B4-BE49-F238E27FC236}">
                  <a16:creationId xmlns:a16="http://schemas.microsoft.com/office/drawing/2014/main" id="{D4BC0F92-B6E5-34F7-2DC0-782FFFDFE0C1}"/>
                </a:ext>
              </a:extLst>
            </p:cNvPr>
            <p:cNvSpPr/>
            <p:nvPr/>
          </p:nvSpPr>
          <p:spPr>
            <a:xfrm>
              <a:off x="6607741" y="2297449"/>
              <a:ext cx="82663" cy="102124"/>
            </a:xfrm>
            <a:custGeom>
              <a:avLst/>
              <a:gdLst>
                <a:gd name="connsiteX0" fmla="*/ 71841 w 82663"/>
                <a:gd name="connsiteY0" fmla="*/ 101467 h 102124"/>
                <a:gd name="connsiteX1" fmla="*/ 63166 w 82663"/>
                <a:gd name="connsiteY1" fmla="*/ 96568 h 102124"/>
                <a:gd name="connsiteX2" fmla="*/ 3584 w 82663"/>
                <a:gd name="connsiteY2" fmla="*/ 17797 h 102124"/>
                <a:gd name="connsiteX3" fmla="*/ 1474 w 82663"/>
                <a:gd name="connsiteY3" fmla="*/ 3604 h 102124"/>
                <a:gd name="connsiteX4" fmla="*/ 15512 w 82663"/>
                <a:gd name="connsiteY4" fmla="*/ 1183 h 102124"/>
                <a:gd name="connsiteX5" fmla="*/ 15687 w 82663"/>
                <a:gd name="connsiteY5" fmla="*/ 1319 h 102124"/>
                <a:gd name="connsiteX6" fmla="*/ 80652 w 82663"/>
                <a:gd name="connsiteY6" fmla="*/ 85976 h 102124"/>
                <a:gd name="connsiteX7" fmla="*/ 77321 w 82663"/>
                <a:gd name="connsiteY7" fmla="*/ 99957 h 102124"/>
                <a:gd name="connsiteX8" fmla="*/ 71957 w 82663"/>
                <a:gd name="connsiteY8" fmla="*/ 101467 h 10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663" h="102123">
                  <a:moveTo>
                    <a:pt x="71841" y="101467"/>
                  </a:moveTo>
                  <a:cubicBezTo>
                    <a:pt x="68278" y="101487"/>
                    <a:pt x="64986" y="99608"/>
                    <a:pt x="63166" y="96568"/>
                  </a:cubicBezTo>
                  <a:cubicBezTo>
                    <a:pt x="25581" y="34721"/>
                    <a:pt x="3797" y="17952"/>
                    <a:pt x="3584" y="17797"/>
                  </a:cubicBezTo>
                  <a:cubicBezTo>
                    <a:pt x="-889" y="14447"/>
                    <a:pt x="-1837" y="8116"/>
                    <a:pt x="1474" y="3604"/>
                  </a:cubicBezTo>
                  <a:cubicBezTo>
                    <a:pt x="4688" y="-947"/>
                    <a:pt x="10962" y="-2012"/>
                    <a:pt x="15512" y="1183"/>
                  </a:cubicBezTo>
                  <a:cubicBezTo>
                    <a:pt x="15570" y="1241"/>
                    <a:pt x="15629" y="1280"/>
                    <a:pt x="15687" y="1319"/>
                  </a:cubicBezTo>
                  <a:cubicBezTo>
                    <a:pt x="16674" y="2055"/>
                    <a:pt x="40395" y="19676"/>
                    <a:pt x="80652" y="85976"/>
                  </a:cubicBezTo>
                  <a:cubicBezTo>
                    <a:pt x="83595" y="90759"/>
                    <a:pt x="82104" y="97014"/>
                    <a:pt x="77321" y="99957"/>
                  </a:cubicBezTo>
                  <a:cubicBezTo>
                    <a:pt x="75714" y="100944"/>
                    <a:pt x="73855" y="101467"/>
                    <a:pt x="71957" y="101467"/>
                  </a:cubicBezTo>
                  <a:close/>
                </a:path>
              </a:pathLst>
            </a:custGeom>
            <a:grpFill/>
            <a:ln w="1934" cap="flat">
              <a:noFill/>
              <a:prstDash val="solid"/>
              <a:miter/>
            </a:ln>
          </p:spPr>
          <p:txBody>
            <a:bodyPr rtlCol="0" anchor="ctr"/>
            <a:lstStyle/>
            <a:p>
              <a:endParaRPr lang="en-IN" dirty="0"/>
            </a:p>
          </p:txBody>
        </p:sp>
        <p:sp>
          <p:nvSpPr>
            <p:cNvPr id="7202" name="Freeform: Shape 7201">
              <a:extLst>
                <a:ext uri="{FF2B5EF4-FFF2-40B4-BE49-F238E27FC236}">
                  <a16:creationId xmlns:a16="http://schemas.microsoft.com/office/drawing/2014/main" id="{30863F04-2D7D-70DE-74B4-CD015CCECBB4}"/>
                </a:ext>
              </a:extLst>
            </p:cNvPr>
            <p:cNvSpPr/>
            <p:nvPr/>
          </p:nvSpPr>
          <p:spPr>
            <a:xfrm>
              <a:off x="6574645" y="2377332"/>
              <a:ext cx="228171" cy="135809"/>
            </a:xfrm>
            <a:custGeom>
              <a:avLst/>
              <a:gdLst>
                <a:gd name="connsiteX0" fmla="*/ 9552 w 228171"/>
                <a:gd name="connsiteY0" fmla="*/ 135152 h 135809"/>
                <a:gd name="connsiteX1" fmla="*/ 5679 w 228171"/>
                <a:gd name="connsiteY1" fmla="*/ 134300 h 135809"/>
                <a:gd name="connsiteX2" fmla="*/ 296 w 228171"/>
                <a:gd name="connsiteY2" fmla="*/ 120997 h 135809"/>
                <a:gd name="connsiteX3" fmla="*/ 102265 w 228171"/>
                <a:gd name="connsiteY3" fmla="*/ 1640 h 135809"/>
                <a:gd name="connsiteX4" fmla="*/ 225843 w 228171"/>
                <a:gd name="connsiteY4" fmla="*/ 74157 h 135809"/>
                <a:gd name="connsiteX5" fmla="*/ 223307 w 228171"/>
                <a:gd name="connsiteY5" fmla="*/ 88312 h 135809"/>
                <a:gd name="connsiteX6" fmla="*/ 209171 w 228171"/>
                <a:gd name="connsiteY6" fmla="*/ 85775 h 135809"/>
                <a:gd name="connsiteX7" fmla="*/ 107919 w 228171"/>
                <a:gd name="connsiteY7" fmla="*/ 21217 h 135809"/>
                <a:gd name="connsiteX8" fmla="*/ 19021 w 228171"/>
                <a:gd name="connsiteY8" fmla="*/ 128956 h 135809"/>
                <a:gd name="connsiteX9" fmla="*/ 9552 w 228171"/>
                <a:gd name="connsiteY9" fmla="*/ 135152 h 135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171" h="135809">
                  <a:moveTo>
                    <a:pt x="9552" y="135152"/>
                  </a:moveTo>
                  <a:cubicBezTo>
                    <a:pt x="8216" y="135152"/>
                    <a:pt x="6899" y="134862"/>
                    <a:pt x="5679" y="134300"/>
                  </a:cubicBezTo>
                  <a:cubicBezTo>
                    <a:pt x="528" y="132112"/>
                    <a:pt x="-1873" y="126148"/>
                    <a:pt x="296" y="120997"/>
                  </a:cubicBezTo>
                  <a:cubicBezTo>
                    <a:pt x="2097" y="116834"/>
                    <a:pt x="44465" y="18370"/>
                    <a:pt x="102265" y="1640"/>
                  </a:cubicBezTo>
                  <a:cubicBezTo>
                    <a:pt x="162098" y="-15671"/>
                    <a:pt x="223268" y="70420"/>
                    <a:pt x="225843" y="74157"/>
                  </a:cubicBezTo>
                  <a:cubicBezTo>
                    <a:pt x="229057" y="78765"/>
                    <a:pt x="227915" y="85097"/>
                    <a:pt x="223307" y="88312"/>
                  </a:cubicBezTo>
                  <a:cubicBezTo>
                    <a:pt x="218717" y="91506"/>
                    <a:pt x="212385" y="90383"/>
                    <a:pt x="209171" y="85775"/>
                  </a:cubicBezTo>
                  <a:cubicBezTo>
                    <a:pt x="193951" y="64088"/>
                    <a:pt x="145968" y="9889"/>
                    <a:pt x="107919" y="21217"/>
                  </a:cubicBezTo>
                  <a:cubicBezTo>
                    <a:pt x="59394" y="35255"/>
                    <a:pt x="19408" y="128026"/>
                    <a:pt x="19021" y="128956"/>
                  </a:cubicBezTo>
                  <a:cubicBezTo>
                    <a:pt x="17394" y="132751"/>
                    <a:pt x="13676" y="135191"/>
                    <a:pt x="9552" y="135152"/>
                  </a:cubicBezTo>
                  <a:close/>
                </a:path>
              </a:pathLst>
            </a:custGeom>
            <a:grpFill/>
            <a:ln w="1934" cap="flat">
              <a:noFill/>
              <a:prstDash val="solid"/>
              <a:miter/>
            </a:ln>
          </p:spPr>
          <p:txBody>
            <a:bodyPr rtlCol="0" anchor="ctr"/>
            <a:lstStyle/>
            <a:p>
              <a:endParaRPr lang="en-IN" dirty="0"/>
            </a:p>
          </p:txBody>
        </p:sp>
        <p:sp>
          <p:nvSpPr>
            <p:cNvPr id="7203" name="Freeform: Shape 7202">
              <a:extLst>
                <a:ext uri="{FF2B5EF4-FFF2-40B4-BE49-F238E27FC236}">
                  <a16:creationId xmlns:a16="http://schemas.microsoft.com/office/drawing/2014/main" id="{9AADC511-E893-1A40-D995-A2927A12AA2A}"/>
                </a:ext>
              </a:extLst>
            </p:cNvPr>
            <p:cNvSpPr/>
            <p:nvPr/>
          </p:nvSpPr>
          <p:spPr>
            <a:xfrm>
              <a:off x="6564877" y="2328083"/>
              <a:ext cx="398559" cy="401214"/>
            </a:xfrm>
            <a:custGeom>
              <a:avLst/>
              <a:gdLst>
                <a:gd name="connsiteX0" fmla="*/ 285724 w 398559"/>
                <a:gd name="connsiteY0" fmla="*/ 400556 h 401214"/>
                <a:gd name="connsiteX1" fmla="*/ 120282 w 398559"/>
                <a:gd name="connsiteY1" fmla="*/ 328156 h 401214"/>
                <a:gd name="connsiteX2" fmla="*/ -469 w 398559"/>
                <a:gd name="connsiteY2" fmla="*/ 133145 h 401214"/>
                <a:gd name="connsiteX3" fmla="*/ 8806 w 398559"/>
                <a:gd name="connsiteY3" fmla="*/ 122244 h 401214"/>
                <a:gd name="connsiteX4" fmla="*/ 19766 w 398559"/>
                <a:gd name="connsiteY4" fmla="*/ 131519 h 401214"/>
                <a:gd name="connsiteX5" fmla="*/ 132539 w 398559"/>
                <a:gd name="connsiteY5" fmla="*/ 311968 h 401214"/>
                <a:gd name="connsiteX6" fmla="*/ 304991 w 398559"/>
                <a:gd name="connsiteY6" fmla="*/ 378269 h 401214"/>
                <a:gd name="connsiteX7" fmla="*/ 355762 w 398559"/>
                <a:gd name="connsiteY7" fmla="*/ 338612 h 401214"/>
                <a:gd name="connsiteX8" fmla="*/ 370963 w 398559"/>
                <a:gd name="connsiteY8" fmla="*/ 10361 h 401214"/>
                <a:gd name="connsiteX9" fmla="*/ 380180 w 398559"/>
                <a:gd name="connsiteY9" fmla="*/ -657 h 401214"/>
                <a:gd name="connsiteX10" fmla="*/ 391198 w 398559"/>
                <a:gd name="connsiteY10" fmla="*/ 8579 h 401214"/>
                <a:gd name="connsiteX11" fmla="*/ 373577 w 398559"/>
                <a:gd name="connsiteY11" fmla="*/ 348352 h 401214"/>
                <a:gd name="connsiteX12" fmla="*/ 309270 w 398559"/>
                <a:gd name="connsiteY12" fmla="*/ 398117 h 401214"/>
                <a:gd name="connsiteX13" fmla="*/ 285724 w 398559"/>
                <a:gd name="connsiteY13" fmla="*/ 400556 h 40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559" h="401214">
                  <a:moveTo>
                    <a:pt x="285724" y="400556"/>
                  </a:moveTo>
                  <a:cubicBezTo>
                    <a:pt x="240065" y="400556"/>
                    <a:pt x="183485" y="375887"/>
                    <a:pt x="120282" y="328156"/>
                  </a:cubicBezTo>
                  <a:cubicBezTo>
                    <a:pt x="9716" y="244680"/>
                    <a:pt x="-101" y="137676"/>
                    <a:pt x="-469" y="133145"/>
                  </a:cubicBezTo>
                  <a:cubicBezTo>
                    <a:pt x="-915" y="127569"/>
                    <a:pt x="3229" y="122689"/>
                    <a:pt x="8806" y="122244"/>
                  </a:cubicBezTo>
                  <a:cubicBezTo>
                    <a:pt x="14809" y="122244"/>
                    <a:pt x="19301" y="125961"/>
                    <a:pt x="19766" y="131519"/>
                  </a:cubicBezTo>
                  <a:cubicBezTo>
                    <a:pt x="19882" y="132564"/>
                    <a:pt x="29583" y="234146"/>
                    <a:pt x="132539" y="311968"/>
                  </a:cubicBezTo>
                  <a:cubicBezTo>
                    <a:pt x="201280" y="363824"/>
                    <a:pt x="262469" y="387486"/>
                    <a:pt x="304991" y="378269"/>
                  </a:cubicBezTo>
                  <a:cubicBezTo>
                    <a:pt x="326814" y="373602"/>
                    <a:pt x="343912" y="360261"/>
                    <a:pt x="355762" y="338612"/>
                  </a:cubicBezTo>
                  <a:cubicBezTo>
                    <a:pt x="393502" y="269678"/>
                    <a:pt x="371253" y="12956"/>
                    <a:pt x="370963" y="10361"/>
                  </a:cubicBezTo>
                  <a:cubicBezTo>
                    <a:pt x="370479" y="4784"/>
                    <a:pt x="374603" y="-153"/>
                    <a:pt x="380180" y="-657"/>
                  </a:cubicBezTo>
                  <a:cubicBezTo>
                    <a:pt x="385737" y="-308"/>
                    <a:pt x="390714" y="2984"/>
                    <a:pt x="391198" y="8579"/>
                  </a:cubicBezTo>
                  <a:cubicBezTo>
                    <a:pt x="392166" y="19404"/>
                    <a:pt x="414279" y="274054"/>
                    <a:pt x="373577" y="348352"/>
                  </a:cubicBezTo>
                  <a:cubicBezTo>
                    <a:pt x="358745" y="375461"/>
                    <a:pt x="337115" y="392172"/>
                    <a:pt x="309270" y="398117"/>
                  </a:cubicBezTo>
                  <a:cubicBezTo>
                    <a:pt x="301525" y="399782"/>
                    <a:pt x="293644" y="400595"/>
                    <a:pt x="285724" y="400556"/>
                  </a:cubicBezTo>
                  <a:close/>
                </a:path>
              </a:pathLst>
            </a:custGeom>
            <a:grpFill/>
            <a:ln w="1934" cap="flat">
              <a:noFill/>
              <a:prstDash val="solid"/>
              <a:miter/>
            </a:ln>
          </p:spPr>
          <p:txBody>
            <a:bodyPr rtlCol="0" anchor="ctr"/>
            <a:lstStyle/>
            <a:p>
              <a:endParaRPr lang="en-IN" dirty="0"/>
            </a:p>
          </p:txBody>
        </p:sp>
        <p:sp>
          <p:nvSpPr>
            <p:cNvPr id="7204" name="Freeform: Shape 7203">
              <a:extLst>
                <a:ext uri="{FF2B5EF4-FFF2-40B4-BE49-F238E27FC236}">
                  <a16:creationId xmlns:a16="http://schemas.microsoft.com/office/drawing/2014/main" id="{54C7CFF5-E7E3-A124-086D-3EE5EE463AA1}"/>
                </a:ext>
              </a:extLst>
            </p:cNvPr>
            <p:cNvSpPr/>
            <p:nvPr/>
          </p:nvSpPr>
          <p:spPr>
            <a:xfrm>
              <a:off x="6852633" y="2075162"/>
              <a:ext cx="158406" cy="167992"/>
            </a:xfrm>
            <a:custGeom>
              <a:avLst/>
              <a:gdLst>
                <a:gd name="connsiteX0" fmla="*/ 71452 w 158406"/>
                <a:gd name="connsiteY0" fmla="*/ 167336 h 167992"/>
                <a:gd name="connsiteX1" fmla="*/ 18803 w 158406"/>
                <a:gd name="connsiteY1" fmla="*/ 140924 h 167992"/>
                <a:gd name="connsiteX2" fmla="*/ 272 w 158406"/>
                <a:gd name="connsiteY2" fmla="*/ 100725 h 167992"/>
                <a:gd name="connsiteX3" fmla="*/ 86788 w 158406"/>
                <a:gd name="connsiteY3" fmla="*/ 615 h 167992"/>
                <a:gd name="connsiteX4" fmla="*/ 100575 w 158406"/>
                <a:gd name="connsiteY4" fmla="*/ 4566 h 167992"/>
                <a:gd name="connsiteX5" fmla="*/ 97167 w 158406"/>
                <a:gd name="connsiteY5" fmla="*/ 18043 h 167992"/>
                <a:gd name="connsiteX6" fmla="*/ 19868 w 158406"/>
                <a:gd name="connsiteY6" fmla="*/ 105992 h 167992"/>
                <a:gd name="connsiteX7" fmla="*/ 32841 w 158406"/>
                <a:gd name="connsiteY7" fmla="*/ 126188 h 167992"/>
                <a:gd name="connsiteX8" fmla="*/ 73970 w 158406"/>
                <a:gd name="connsiteY8" fmla="*/ 146675 h 167992"/>
                <a:gd name="connsiteX9" fmla="*/ 139012 w 158406"/>
                <a:gd name="connsiteY9" fmla="*/ 63412 h 167992"/>
                <a:gd name="connsiteX10" fmla="*/ 152992 w 158406"/>
                <a:gd name="connsiteY10" fmla="*/ 59945 h 167992"/>
                <a:gd name="connsiteX11" fmla="*/ 156439 w 158406"/>
                <a:gd name="connsiteY11" fmla="*/ 73926 h 167992"/>
                <a:gd name="connsiteX12" fmla="*/ 80263 w 158406"/>
                <a:gd name="connsiteY12" fmla="*/ 165942 h 167992"/>
                <a:gd name="connsiteX13" fmla="*/ 71452 w 158406"/>
                <a:gd name="connsiteY13" fmla="*/ 167336 h 16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406" h="167992">
                  <a:moveTo>
                    <a:pt x="71452" y="167336"/>
                  </a:moveTo>
                  <a:cubicBezTo>
                    <a:pt x="54335" y="167336"/>
                    <a:pt x="33151" y="154633"/>
                    <a:pt x="18803" y="140924"/>
                  </a:cubicBezTo>
                  <a:cubicBezTo>
                    <a:pt x="10070" y="132598"/>
                    <a:pt x="-3949" y="116255"/>
                    <a:pt x="272" y="100725"/>
                  </a:cubicBezTo>
                  <a:cubicBezTo>
                    <a:pt x="6662" y="76947"/>
                    <a:pt x="80418" y="4198"/>
                    <a:pt x="86788" y="615"/>
                  </a:cubicBezTo>
                  <a:cubicBezTo>
                    <a:pt x="91687" y="-2096"/>
                    <a:pt x="97864" y="-333"/>
                    <a:pt x="100575" y="4566"/>
                  </a:cubicBezTo>
                  <a:cubicBezTo>
                    <a:pt x="103189" y="9252"/>
                    <a:pt x="101698" y="15157"/>
                    <a:pt x="97167" y="18043"/>
                  </a:cubicBezTo>
                  <a:cubicBezTo>
                    <a:pt x="87098" y="25536"/>
                    <a:pt x="24012" y="90695"/>
                    <a:pt x="19868" y="105992"/>
                  </a:cubicBezTo>
                  <a:cubicBezTo>
                    <a:pt x="19326" y="107928"/>
                    <a:pt x="21804" y="115674"/>
                    <a:pt x="32841" y="126188"/>
                  </a:cubicBezTo>
                  <a:cubicBezTo>
                    <a:pt x="47964" y="140672"/>
                    <a:pt x="67250" y="149057"/>
                    <a:pt x="73970" y="146675"/>
                  </a:cubicBezTo>
                  <a:cubicBezTo>
                    <a:pt x="85239" y="143054"/>
                    <a:pt x="116569" y="100667"/>
                    <a:pt x="139012" y="63412"/>
                  </a:cubicBezTo>
                  <a:cubicBezTo>
                    <a:pt x="141917" y="58590"/>
                    <a:pt x="148171" y="57060"/>
                    <a:pt x="152992" y="59945"/>
                  </a:cubicBezTo>
                  <a:cubicBezTo>
                    <a:pt x="157795" y="62850"/>
                    <a:pt x="159344" y="69104"/>
                    <a:pt x="156439" y="73926"/>
                  </a:cubicBezTo>
                  <a:cubicBezTo>
                    <a:pt x="144550" y="93580"/>
                    <a:pt x="103886" y="158293"/>
                    <a:pt x="80263" y="165942"/>
                  </a:cubicBezTo>
                  <a:cubicBezTo>
                    <a:pt x="77416" y="166871"/>
                    <a:pt x="74454" y="167336"/>
                    <a:pt x="71452" y="167336"/>
                  </a:cubicBezTo>
                  <a:close/>
                </a:path>
              </a:pathLst>
            </a:custGeom>
            <a:grpFill/>
            <a:ln w="1934" cap="flat">
              <a:noFill/>
              <a:prstDash val="solid"/>
              <a:miter/>
            </a:ln>
          </p:spPr>
          <p:txBody>
            <a:bodyPr rtlCol="0" anchor="ctr"/>
            <a:lstStyle/>
            <a:p>
              <a:endParaRPr lang="en-IN" dirty="0"/>
            </a:p>
          </p:txBody>
        </p:sp>
        <p:sp>
          <p:nvSpPr>
            <p:cNvPr id="7205" name="Freeform: Shape 7204">
              <a:extLst>
                <a:ext uri="{FF2B5EF4-FFF2-40B4-BE49-F238E27FC236}">
                  <a16:creationId xmlns:a16="http://schemas.microsoft.com/office/drawing/2014/main" id="{BCA15032-9850-D3CF-467F-B4AD45B4C041}"/>
                </a:ext>
              </a:extLst>
            </p:cNvPr>
            <p:cNvSpPr/>
            <p:nvPr/>
          </p:nvSpPr>
          <p:spPr>
            <a:xfrm>
              <a:off x="6782975" y="2115787"/>
              <a:ext cx="173800" cy="287755"/>
            </a:xfrm>
            <a:custGeom>
              <a:avLst/>
              <a:gdLst>
                <a:gd name="connsiteX0" fmla="*/ 91075 w 173800"/>
                <a:gd name="connsiteY0" fmla="*/ 287099 h 287755"/>
                <a:gd name="connsiteX1" fmla="*/ 85556 w 173800"/>
                <a:gd name="connsiteY1" fmla="*/ 287099 h 287755"/>
                <a:gd name="connsiteX2" fmla="*/ 744 w 173800"/>
                <a:gd name="connsiteY2" fmla="*/ 239794 h 287755"/>
                <a:gd name="connsiteX3" fmla="*/ -399 w 173800"/>
                <a:gd name="connsiteY3" fmla="*/ 233442 h 287755"/>
                <a:gd name="connsiteX4" fmla="*/ 79805 w 173800"/>
                <a:gd name="connsiteY4" fmla="*/ 4352 h 287755"/>
                <a:gd name="connsiteX5" fmla="*/ 93728 w 173800"/>
                <a:gd name="connsiteY5" fmla="*/ 750 h 287755"/>
                <a:gd name="connsiteX6" fmla="*/ 97330 w 173800"/>
                <a:gd name="connsiteY6" fmla="*/ 14673 h 287755"/>
                <a:gd name="connsiteX7" fmla="*/ 20243 w 173800"/>
                <a:gd name="connsiteY7" fmla="*/ 232610 h 287755"/>
                <a:gd name="connsiteX8" fmla="*/ 86176 w 173800"/>
                <a:gd name="connsiteY8" fmla="*/ 266748 h 287755"/>
                <a:gd name="connsiteX9" fmla="*/ 154278 w 173800"/>
                <a:gd name="connsiteY9" fmla="*/ 240839 h 287755"/>
                <a:gd name="connsiteX10" fmla="*/ 168103 w 173800"/>
                <a:gd name="connsiteY10" fmla="*/ 236947 h 287755"/>
                <a:gd name="connsiteX11" fmla="*/ 171995 w 173800"/>
                <a:gd name="connsiteY11" fmla="*/ 250773 h 287755"/>
                <a:gd name="connsiteX12" fmla="*/ 91075 w 173800"/>
                <a:gd name="connsiteY12" fmla="*/ 287099 h 28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800" h="287755">
                  <a:moveTo>
                    <a:pt x="91075" y="287099"/>
                  </a:moveTo>
                  <a:cubicBezTo>
                    <a:pt x="89255" y="287099"/>
                    <a:pt x="87435" y="287099"/>
                    <a:pt x="85556" y="287099"/>
                  </a:cubicBezTo>
                  <a:cubicBezTo>
                    <a:pt x="26517" y="285317"/>
                    <a:pt x="1789" y="241633"/>
                    <a:pt x="744" y="239794"/>
                  </a:cubicBezTo>
                  <a:cubicBezTo>
                    <a:pt x="-321" y="237857"/>
                    <a:pt x="-708" y="235630"/>
                    <a:pt x="-399" y="233442"/>
                  </a:cubicBezTo>
                  <a:cubicBezTo>
                    <a:pt x="15886" y="118752"/>
                    <a:pt x="24774" y="97762"/>
                    <a:pt x="79805" y="4352"/>
                  </a:cubicBezTo>
                  <a:cubicBezTo>
                    <a:pt x="82652" y="-489"/>
                    <a:pt x="88887" y="-2096"/>
                    <a:pt x="93728" y="750"/>
                  </a:cubicBezTo>
                  <a:cubicBezTo>
                    <a:pt x="98569" y="3597"/>
                    <a:pt x="100176" y="9832"/>
                    <a:pt x="97330" y="14673"/>
                  </a:cubicBezTo>
                  <a:cubicBezTo>
                    <a:pt x="43963" y="105294"/>
                    <a:pt x="35753" y="124154"/>
                    <a:pt x="20243" y="232610"/>
                  </a:cubicBezTo>
                  <a:cubicBezTo>
                    <a:pt x="26052" y="240936"/>
                    <a:pt x="46210" y="265528"/>
                    <a:pt x="86176" y="266748"/>
                  </a:cubicBezTo>
                  <a:cubicBezTo>
                    <a:pt x="136696" y="267251"/>
                    <a:pt x="151664" y="245448"/>
                    <a:pt x="154278" y="240839"/>
                  </a:cubicBezTo>
                  <a:cubicBezTo>
                    <a:pt x="157027" y="235940"/>
                    <a:pt x="163204" y="234197"/>
                    <a:pt x="168103" y="236947"/>
                  </a:cubicBezTo>
                  <a:cubicBezTo>
                    <a:pt x="173002" y="239697"/>
                    <a:pt x="174745" y="245874"/>
                    <a:pt x="171995" y="250773"/>
                  </a:cubicBezTo>
                  <a:cubicBezTo>
                    <a:pt x="167096" y="259467"/>
                    <a:pt x="147074" y="287099"/>
                    <a:pt x="91075" y="287099"/>
                  </a:cubicBezTo>
                  <a:close/>
                </a:path>
              </a:pathLst>
            </a:custGeom>
            <a:grpFill/>
            <a:ln w="1934" cap="flat">
              <a:noFill/>
              <a:prstDash val="solid"/>
              <a:miter/>
            </a:ln>
          </p:spPr>
          <p:txBody>
            <a:bodyPr rtlCol="0" anchor="ctr"/>
            <a:lstStyle/>
            <a:p>
              <a:endParaRPr lang="en-IN" dirty="0"/>
            </a:p>
          </p:txBody>
        </p:sp>
        <p:sp>
          <p:nvSpPr>
            <p:cNvPr id="7206" name="Freeform: Shape 7205">
              <a:extLst>
                <a:ext uri="{FF2B5EF4-FFF2-40B4-BE49-F238E27FC236}">
                  <a16:creationId xmlns:a16="http://schemas.microsoft.com/office/drawing/2014/main" id="{DA47D0A4-A4C0-5E6A-7358-931DE889A24A}"/>
                </a:ext>
              </a:extLst>
            </p:cNvPr>
            <p:cNvSpPr/>
            <p:nvPr/>
          </p:nvSpPr>
          <p:spPr>
            <a:xfrm>
              <a:off x="6800625" y="2244571"/>
              <a:ext cx="155178" cy="100771"/>
            </a:xfrm>
            <a:custGeom>
              <a:avLst/>
              <a:gdLst>
                <a:gd name="connsiteX0" fmla="*/ 142301 w 155178"/>
                <a:gd name="connsiteY0" fmla="*/ 100108 h 100771"/>
                <a:gd name="connsiteX1" fmla="*/ 69301 w 155178"/>
                <a:gd name="connsiteY1" fmla="*/ 78924 h 100771"/>
                <a:gd name="connsiteX2" fmla="*/ -408 w 155178"/>
                <a:gd name="connsiteY2" fmla="*/ 10822 h 100771"/>
                <a:gd name="connsiteX3" fmla="*/ 8267 w 155178"/>
                <a:gd name="connsiteY3" fmla="*/ -583 h 100771"/>
                <a:gd name="connsiteX4" fmla="*/ 8305 w 155178"/>
                <a:gd name="connsiteY4" fmla="*/ -583 h 100771"/>
                <a:gd name="connsiteX5" fmla="*/ 19710 w 155178"/>
                <a:gd name="connsiteY5" fmla="*/ 7995 h 100771"/>
                <a:gd name="connsiteX6" fmla="*/ 76794 w 155178"/>
                <a:gd name="connsiteY6" fmla="*/ 60064 h 100771"/>
                <a:gd name="connsiteX7" fmla="*/ 142630 w 155178"/>
                <a:gd name="connsiteY7" fmla="*/ 79815 h 100771"/>
                <a:gd name="connsiteX8" fmla="*/ 154365 w 155178"/>
                <a:gd name="connsiteY8" fmla="*/ 86883 h 100771"/>
                <a:gd name="connsiteX9" fmla="*/ 154462 w 155178"/>
                <a:gd name="connsiteY9" fmla="*/ 87347 h 100771"/>
                <a:gd name="connsiteX10" fmla="*/ 146523 w 155178"/>
                <a:gd name="connsiteY10" fmla="*/ 99701 h 100771"/>
                <a:gd name="connsiteX11" fmla="*/ 142301 w 155178"/>
                <a:gd name="connsiteY11" fmla="*/ 100108 h 10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178" h="100771">
                  <a:moveTo>
                    <a:pt x="142301" y="100108"/>
                  </a:moveTo>
                  <a:cubicBezTo>
                    <a:pt x="133801" y="100108"/>
                    <a:pt x="114011" y="96836"/>
                    <a:pt x="69301" y="78924"/>
                  </a:cubicBezTo>
                  <a:cubicBezTo>
                    <a:pt x="6078" y="53558"/>
                    <a:pt x="-99" y="12565"/>
                    <a:pt x="-408" y="10822"/>
                  </a:cubicBezTo>
                  <a:cubicBezTo>
                    <a:pt x="-1164" y="5285"/>
                    <a:pt x="2729" y="173"/>
                    <a:pt x="8267" y="-583"/>
                  </a:cubicBezTo>
                  <a:cubicBezTo>
                    <a:pt x="8286" y="-583"/>
                    <a:pt x="8286" y="-583"/>
                    <a:pt x="8305" y="-583"/>
                  </a:cubicBezTo>
                  <a:cubicBezTo>
                    <a:pt x="13785" y="-1241"/>
                    <a:pt x="18820" y="2554"/>
                    <a:pt x="19710" y="7995"/>
                  </a:cubicBezTo>
                  <a:cubicBezTo>
                    <a:pt x="19962" y="9525"/>
                    <a:pt x="25519" y="39500"/>
                    <a:pt x="76794" y="60064"/>
                  </a:cubicBezTo>
                  <a:cubicBezTo>
                    <a:pt x="128417" y="80706"/>
                    <a:pt x="142204" y="79815"/>
                    <a:pt x="142630" y="79815"/>
                  </a:cubicBezTo>
                  <a:cubicBezTo>
                    <a:pt x="147820" y="78537"/>
                    <a:pt x="153067" y="81693"/>
                    <a:pt x="154365" y="86883"/>
                  </a:cubicBezTo>
                  <a:cubicBezTo>
                    <a:pt x="154403" y="87038"/>
                    <a:pt x="154423" y="87193"/>
                    <a:pt x="154462" y="87347"/>
                  </a:cubicBezTo>
                  <a:cubicBezTo>
                    <a:pt x="155604" y="92943"/>
                    <a:pt x="152080" y="98423"/>
                    <a:pt x="146523" y="99701"/>
                  </a:cubicBezTo>
                  <a:cubicBezTo>
                    <a:pt x="145128" y="100011"/>
                    <a:pt x="143715" y="100147"/>
                    <a:pt x="142301" y="100108"/>
                  </a:cubicBezTo>
                  <a:close/>
                </a:path>
              </a:pathLst>
            </a:custGeom>
            <a:grpFill/>
            <a:ln w="1934" cap="flat">
              <a:noFill/>
              <a:prstDash val="solid"/>
              <a:miter/>
            </a:ln>
          </p:spPr>
          <p:txBody>
            <a:bodyPr rtlCol="0" anchor="ctr"/>
            <a:lstStyle/>
            <a:p>
              <a:endParaRPr lang="en-IN" dirty="0"/>
            </a:p>
          </p:txBody>
        </p:sp>
        <p:sp>
          <p:nvSpPr>
            <p:cNvPr id="7207" name="Freeform: Shape 7206">
              <a:extLst>
                <a:ext uri="{FF2B5EF4-FFF2-40B4-BE49-F238E27FC236}">
                  <a16:creationId xmlns:a16="http://schemas.microsoft.com/office/drawing/2014/main" id="{BF5CAD9B-87CC-B9B7-06AA-A56896D72B85}"/>
                </a:ext>
              </a:extLst>
            </p:cNvPr>
            <p:cNvSpPr/>
            <p:nvPr/>
          </p:nvSpPr>
          <p:spPr>
            <a:xfrm>
              <a:off x="6765710" y="2358761"/>
              <a:ext cx="51711" cy="184936"/>
            </a:xfrm>
            <a:custGeom>
              <a:avLst/>
              <a:gdLst>
                <a:gd name="connsiteX0" fmla="*/ 9664 w 51711"/>
                <a:gd name="connsiteY0" fmla="*/ 184279 h 184936"/>
                <a:gd name="connsiteX1" fmla="*/ -502 w 51711"/>
                <a:gd name="connsiteY1" fmla="*/ 174191 h 184936"/>
                <a:gd name="connsiteX2" fmla="*/ -347 w 51711"/>
                <a:gd name="connsiteY2" fmla="*/ 172371 h 184936"/>
                <a:gd name="connsiteX3" fmla="*/ 24612 w 51711"/>
                <a:gd name="connsiteY3" fmla="*/ 40911 h 184936"/>
                <a:gd name="connsiteX4" fmla="*/ 31041 w 51711"/>
                <a:gd name="connsiteY4" fmla="*/ 7858 h 184936"/>
                <a:gd name="connsiteX5" fmla="*/ 42388 w 51711"/>
                <a:gd name="connsiteY5" fmla="*/ -546 h 184936"/>
                <a:gd name="connsiteX6" fmla="*/ 42775 w 51711"/>
                <a:gd name="connsiteY6" fmla="*/ -488 h 184936"/>
                <a:gd name="connsiteX7" fmla="*/ 51083 w 51711"/>
                <a:gd name="connsiteY7" fmla="*/ 11130 h 184936"/>
                <a:gd name="connsiteX8" fmla="*/ 44538 w 51711"/>
                <a:gd name="connsiteY8" fmla="*/ 44784 h 184936"/>
                <a:gd name="connsiteX9" fmla="*/ 19694 w 51711"/>
                <a:gd name="connsiteY9" fmla="*/ 175759 h 184936"/>
                <a:gd name="connsiteX10" fmla="*/ 9664 w 51711"/>
                <a:gd name="connsiteY10" fmla="*/ 184279 h 1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711" h="184936">
                  <a:moveTo>
                    <a:pt x="9664" y="184279"/>
                  </a:moveTo>
                  <a:cubicBezTo>
                    <a:pt x="4068" y="184299"/>
                    <a:pt x="-483" y="179787"/>
                    <a:pt x="-502" y="174191"/>
                  </a:cubicBezTo>
                  <a:cubicBezTo>
                    <a:pt x="-502" y="173591"/>
                    <a:pt x="-463" y="172971"/>
                    <a:pt x="-347" y="172371"/>
                  </a:cubicBezTo>
                  <a:cubicBezTo>
                    <a:pt x="7069" y="129190"/>
                    <a:pt x="17603" y="76037"/>
                    <a:pt x="24612" y="40911"/>
                  </a:cubicBezTo>
                  <a:cubicBezTo>
                    <a:pt x="27866" y="24433"/>
                    <a:pt x="30267" y="12311"/>
                    <a:pt x="31041" y="7858"/>
                  </a:cubicBezTo>
                  <a:cubicBezTo>
                    <a:pt x="31855" y="2397"/>
                    <a:pt x="36947" y="-1359"/>
                    <a:pt x="42388" y="-546"/>
                  </a:cubicBezTo>
                  <a:cubicBezTo>
                    <a:pt x="42524" y="-527"/>
                    <a:pt x="42659" y="-507"/>
                    <a:pt x="42775" y="-488"/>
                  </a:cubicBezTo>
                  <a:cubicBezTo>
                    <a:pt x="48256" y="461"/>
                    <a:pt x="51954" y="5631"/>
                    <a:pt x="51083" y="11130"/>
                  </a:cubicBezTo>
                  <a:cubicBezTo>
                    <a:pt x="50289" y="15739"/>
                    <a:pt x="47868" y="28054"/>
                    <a:pt x="44538" y="44784"/>
                  </a:cubicBezTo>
                  <a:cubicBezTo>
                    <a:pt x="37586" y="79813"/>
                    <a:pt x="27110" y="132772"/>
                    <a:pt x="19694" y="175759"/>
                  </a:cubicBezTo>
                  <a:cubicBezTo>
                    <a:pt x="18862" y="180658"/>
                    <a:pt x="14640" y="184241"/>
                    <a:pt x="9664" y="184279"/>
                  </a:cubicBezTo>
                  <a:close/>
                </a:path>
              </a:pathLst>
            </a:custGeom>
            <a:grpFill/>
            <a:ln w="1934" cap="flat">
              <a:noFill/>
              <a:prstDash val="solid"/>
              <a:miter/>
            </a:ln>
          </p:spPr>
          <p:txBody>
            <a:bodyPr rtlCol="0" anchor="ctr"/>
            <a:lstStyle/>
            <a:p>
              <a:endParaRPr lang="en-IN" dirty="0"/>
            </a:p>
          </p:txBody>
        </p:sp>
        <p:sp>
          <p:nvSpPr>
            <p:cNvPr id="7208" name="Freeform: Shape 7207">
              <a:extLst>
                <a:ext uri="{FF2B5EF4-FFF2-40B4-BE49-F238E27FC236}">
                  <a16:creationId xmlns:a16="http://schemas.microsoft.com/office/drawing/2014/main" id="{10B656CB-4166-FF44-5C22-4DBB3742DFE6}"/>
                </a:ext>
              </a:extLst>
            </p:cNvPr>
            <p:cNvSpPr/>
            <p:nvPr/>
          </p:nvSpPr>
          <p:spPr>
            <a:xfrm>
              <a:off x="6912071" y="2011530"/>
              <a:ext cx="186981" cy="322750"/>
            </a:xfrm>
            <a:custGeom>
              <a:avLst/>
              <a:gdLst>
                <a:gd name="connsiteX0" fmla="*/ 155402 w 186981"/>
                <a:gd name="connsiteY0" fmla="*/ 322093 h 322750"/>
                <a:gd name="connsiteX1" fmla="*/ 145140 w 186981"/>
                <a:gd name="connsiteY1" fmla="*/ 312024 h 322750"/>
                <a:gd name="connsiteX2" fmla="*/ 145721 w 186981"/>
                <a:gd name="connsiteY2" fmla="*/ 308539 h 322750"/>
                <a:gd name="connsiteX3" fmla="*/ 158152 w 186981"/>
                <a:gd name="connsiteY3" fmla="*/ 134479 h 322750"/>
                <a:gd name="connsiteX4" fmla="*/ 60540 w 186981"/>
                <a:gd name="connsiteY4" fmla="*/ 27980 h 322750"/>
                <a:gd name="connsiteX5" fmla="*/ 30198 w 186981"/>
                <a:gd name="connsiteY5" fmla="*/ 20234 h 322750"/>
                <a:gd name="connsiteX6" fmla="*/ 21174 w 186981"/>
                <a:gd name="connsiteY6" fmla="*/ 61033 h 322750"/>
                <a:gd name="connsiteX7" fmla="*/ 107594 w 186981"/>
                <a:gd name="connsiteY7" fmla="*/ 160039 h 322750"/>
                <a:gd name="connsiteX8" fmla="*/ 88037 w 186981"/>
                <a:gd name="connsiteY8" fmla="*/ 315722 h 322750"/>
                <a:gd name="connsiteX9" fmla="*/ 73630 w 186981"/>
                <a:gd name="connsiteY9" fmla="*/ 315742 h 322750"/>
                <a:gd name="connsiteX10" fmla="*/ 73146 w 186981"/>
                <a:gd name="connsiteY10" fmla="*/ 301839 h 322750"/>
                <a:gd name="connsiteX11" fmla="*/ 87843 w 186981"/>
                <a:gd name="connsiteY11" fmla="*/ 164899 h 322750"/>
                <a:gd name="connsiteX12" fmla="*/ 14261 w 186981"/>
                <a:gd name="connsiteY12" fmla="*/ 81384 h 322750"/>
                <a:gd name="connsiteX13" fmla="*/ 2818 w 186981"/>
                <a:gd name="connsiteY13" fmla="*/ 73639 h 322750"/>
                <a:gd name="connsiteX14" fmla="*/ 23304 w 186981"/>
                <a:gd name="connsiteY14" fmla="*/ 987 h 322750"/>
                <a:gd name="connsiteX15" fmla="*/ 69370 w 186981"/>
                <a:gd name="connsiteY15" fmla="*/ 9604 h 322750"/>
                <a:gd name="connsiteX16" fmla="*/ 177341 w 186981"/>
                <a:gd name="connsiteY16" fmla="*/ 128031 h 322750"/>
                <a:gd name="connsiteX17" fmla="*/ 164813 w 186981"/>
                <a:gd name="connsiteY17" fmla="*/ 315277 h 322750"/>
                <a:gd name="connsiteX18" fmla="*/ 155402 w 186981"/>
                <a:gd name="connsiteY18" fmla="*/ 322093 h 32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6981" h="322750">
                  <a:moveTo>
                    <a:pt x="155402" y="322093"/>
                  </a:moveTo>
                  <a:cubicBezTo>
                    <a:pt x="149787" y="322151"/>
                    <a:pt x="145198" y="317639"/>
                    <a:pt x="145140" y="312024"/>
                  </a:cubicBezTo>
                  <a:cubicBezTo>
                    <a:pt x="145120" y="310843"/>
                    <a:pt x="145333" y="309662"/>
                    <a:pt x="145721" y="308539"/>
                  </a:cubicBezTo>
                  <a:cubicBezTo>
                    <a:pt x="146069" y="307493"/>
                    <a:pt x="181660" y="204905"/>
                    <a:pt x="158152" y="134479"/>
                  </a:cubicBezTo>
                  <a:cubicBezTo>
                    <a:pt x="141984" y="86070"/>
                    <a:pt x="96189" y="45291"/>
                    <a:pt x="60540" y="27980"/>
                  </a:cubicBezTo>
                  <a:cubicBezTo>
                    <a:pt x="43113" y="19595"/>
                    <a:pt x="33431" y="19247"/>
                    <a:pt x="30198" y="20234"/>
                  </a:cubicBezTo>
                  <a:cubicBezTo>
                    <a:pt x="18308" y="24456"/>
                    <a:pt x="19218" y="47343"/>
                    <a:pt x="21174" y="61033"/>
                  </a:cubicBezTo>
                  <a:cubicBezTo>
                    <a:pt x="41428" y="62273"/>
                    <a:pt x="86604" y="75014"/>
                    <a:pt x="107594" y="160039"/>
                  </a:cubicBezTo>
                  <a:cubicBezTo>
                    <a:pt x="133541" y="265358"/>
                    <a:pt x="89895" y="313689"/>
                    <a:pt x="88037" y="315722"/>
                  </a:cubicBezTo>
                  <a:cubicBezTo>
                    <a:pt x="84067" y="319711"/>
                    <a:pt x="77619" y="319711"/>
                    <a:pt x="73630" y="315742"/>
                  </a:cubicBezTo>
                  <a:cubicBezTo>
                    <a:pt x="69835" y="311966"/>
                    <a:pt x="69622" y="305886"/>
                    <a:pt x="73146" y="301839"/>
                  </a:cubicBezTo>
                  <a:cubicBezTo>
                    <a:pt x="74656" y="300193"/>
                    <a:pt x="110963" y="258755"/>
                    <a:pt x="87843" y="164899"/>
                  </a:cubicBezTo>
                  <a:cubicBezTo>
                    <a:pt x="65672" y="74917"/>
                    <a:pt x="16643" y="81036"/>
                    <a:pt x="14261" y="81384"/>
                  </a:cubicBezTo>
                  <a:cubicBezTo>
                    <a:pt x="9014" y="82178"/>
                    <a:pt x="4037" y="78809"/>
                    <a:pt x="2818" y="73639"/>
                  </a:cubicBezTo>
                  <a:cubicBezTo>
                    <a:pt x="1326" y="67481"/>
                    <a:pt x="-10853" y="13128"/>
                    <a:pt x="23304" y="987"/>
                  </a:cubicBezTo>
                  <a:cubicBezTo>
                    <a:pt x="36859" y="-3893"/>
                    <a:pt x="55893" y="3020"/>
                    <a:pt x="69370" y="9604"/>
                  </a:cubicBezTo>
                  <a:cubicBezTo>
                    <a:pt x="108717" y="28812"/>
                    <a:pt x="159314" y="74084"/>
                    <a:pt x="177341" y="128031"/>
                  </a:cubicBezTo>
                  <a:cubicBezTo>
                    <a:pt x="203095" y="205156"/>
                    <a:pt x="166401" y="310824"/>
                    <a:pt x="164813" y="315277"/>
                  </a:cubicBezTo>
                  <a:cubicBezTo>
                    <a:pt x="163419" y="319305"/>
                    <a:pt x="159663" y="322016"/>
                    <a:pt x="155402" y="322093"/>
                  </a:cubicBezTo>
                  <a:close/>
                </a:path>
              </a:pathLst>
            </a:custGeom>
            <a:grpFill/>
            <a:ln w="1934" cap="flat">
              <a:noFill/>
              <a:prstDash val="solid"/>
              <a:miter/>
            </a:ln>
          </p:spPr>
          <p:txBody>
            <a:bodyPr rtlCol="0" anchor="ctr"/>
            <a:lstStyle/>
            <a:p>
              <a:endParaRPr lang="en-IN" dirty="0"/>
            </a:p>
          </p:txBody>
        </p:sp>
        <p:sp>
          <p:nvSpPr>
            <p:cNvPr id="7209" name="Freeform: Shape 7208">
              <a:extLst>
                <a:ext uri="{FF2B5EF4-FFF2-40B4-BE49-F238E27FC236}">
                  <a16:creationId xmlns:a16="http://schemas.microsoft.com/office/drawing/2014/main" id="{29A074BF-1396-2317-47DA-198CBE5AEA5E}"/>
                </a:ext>
              </a:extLst>
            </p:cNvPr>
            <p:cNvSpPr/>
            <p:nvPr/>
          </p:nvSpPr>
          <p:spPr>
            <a:xfrm>
              <a:off x="6920816" y="1977802"/>
              <a:ext cx="216252" cy="340095"/>
            </a:xfrm>
            <a:custGeom>
              <a:avLst/>
              <a:gdLst>
                <a:gd name="connsiteX0" fmla="*/ 179324 w 216252"/>
                <a:gd name="connsiteY0" fmla="*/ 339439 h 340095"/>
                <a:gd name="connsiteX1" fmla="*/ 174308 w 216252"/>
                <a:gd name="connsiteY1" fmla="*/ 338084 h 340095"/>
                <a:gd name="connsiteX2" fmla="*/ 170436 w 216252"/>
                <a:gd name="connsiteY2" fmla="*/ 324239 h 340095"/>
                <a:gd name="connsiteX3" fmla="*/ 194776 w 216252"/>
                <a:gd name="connsiteY3" fmla="*/ 180309 h 340095"/>
                <a:gd name="connsiteX4" fmla="*/ 74954 w 216252"/>
                <a:gd name="connsiteY4" fmla="*/ 29099 h 340095"/>
                <a:gd name="connsiteX5" fmla="*/ 16863 w 216252"/>
                <a:gd name="connsiteY5" fmla="*/ 27956 h 340095"/>
                <a:gd name="connsiteX6" fmla="*/ 2495 w 216252"/>
                <a:gd name="connsiteY6" fmla="*/ 27976 h 340095"/>
                <a:gd name="connsiteX7" fmla="*/ 2128 w 216252"/>
                <a:gd name="connsiteY7" fmla="*/ 13957 h 340095"/>
                <a:gd name="connsiteX8" fmla="*/ 84287 w 216252"/>
                <a:gd name="connsiteY8" fmla="*/ 11033 h 340095"/>
                <a:gd name="connsiteX9" fmla="*/ 215088 w 216252"/>
                <a:gd name="connsiteY9" fmla="*/ 179186 h 340095"/>
                <a:gd name="connsiteX10" fmla="*/ 188115 w 216252"/>
                <a:gd name="connsiteY10" fmla="*/ 334269 h 340095"/>
                <a:gd name="connsiteX11" fmla="*/ 179324 w 216252"/>
                <a:gd name="connsiteY11" fmla="*/ 339439 h 3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252" h="340095">
                  <a:moveTo>
                    <a:pt x="179324" y="339439"/>
                  </a:moveTo>
                  <a:cubicBezTo>
                    <a:pt x="177562" y="339439"/>
                    <a:pt x="175838" y="338974"/>
                    <a:pt x="174308" y="338084"/>
                  </a:cubicBezTo>
                  <a:cubicBezTo>
                    <a:pt x="169429" y="335315"/>
                    <a:pt x="167686" y="329138"/>
                    <a:pt x="170436" y="324239"/>
                  </a:cubicBezTo>
                  <a:cubicBezTo>
                    <a:pt x="170746" y="323697"/>
                    <a:pt x="200004" y="270737"/>
                    <a:pt x="194776" y="180309"/>
                  </a:cubicBezTo>
                  <a:cubicBezTo>
                    <a:pt x="189625" y="88351"/>
                    <a:pt x="115037" y="49799"/>
                    <a:pt x="74954" y="29099"/>
                  </a:cubicBezTo>
                  <a:cubicBezTo>
                    <a:pt x="36362" y="9193"/>
                    <a:pt x="17657" y="27163"/>
                    <a:pt x="16863" y="27956"/>
                  </a:cubicBezTo>
                  <a:cubicBezTo>
                    <a:pt x="12894" y="31926"/>
                    <a:pt x="6465" y="31945"/>
                    <a:pt x="2495" y="27976"/>
                  </a:cubicBezTo>
                  <a:cubicBezTo>
                    <a:pt x="-1358" y="24142"/>
                    <a:pt x="-1513" y="17984"/>
                    <a:pt x="2128" y="13957"/>
                  </a:cubicBezTo>
                  <a:cubicBezTo>
                    <a:pt x="3270" y="12717"/>
                    <a:pt x="31386" y="-16309"/>
                    <a:pt x="84287" y="11033"/>
                  </a:cubicBezTo>
                  <a:cubicBezTo>
                    <a:pt x="127952" y="33611"/>
                    <a:pt x="209279" y="75591"/>
                    <a:pt x="215088" y="179186"/>
                  </a:cubicBezTo>
                  <a:cubicBezTo>
                    <a:pt x="220646" y="276004"/>
                    <a:pt x="189431" y="331945"/>
                    <a:pt x="188115" y="334269"/>
                  </a:cubicBezTo>
                  <a:cubicBezTo>
                    <a:pt x="186333" y="337445"/>
                    <a:pt x="182964" y="339420"/>
                    <a:pt x="179324" y="339439"/>
                  </a:cubicBezTo>
                  <a:close/>
                </a:path>
              </a:pathLst>
            </a:custGeom>
            <a:grpFill/>
            <a:ln w="1934" cap="flat">
              <a:noFill/>
              <a:prstDash val="solid"/>
              <a:miter/>
            </a:ln>
          </p:spPr>
          <p:txBody>
            <a:bodyPr rtlCol="0" anchor="ctr"/>
            <a:lstStyle/>
            <a:p>
              <a:endParaRPr lang="en-IN" dirty="0"/>
            </a:p>
          </p:txBody>
        </p:sp>
        <p:sp>
          <p:nvSpPr>
            <p:cNvPr id="7210" name="Freeform: Shape 7209">
              <a:extLst>
                <a:ext uri="{FF2B5EF4-FFF2-40B4-BE49-F238E27FC236}">
                  <a16:creationId xmlns:a16="http://schemas.microsoft.com/office/drawing/2014/main" id="{70C4411C-BF76-F67D-E1EE-85865518A9BC}"/>
                </a:ext>
              </a:extLst>
            </p:cNvPr>
            <p:cNvSpPr/>
            <p:nvPr/>
          </p:nvSpPr>
          <p:spPr>
            <a:xfrm>
              <a:off x="6973652" y="1951232"/>
              <a:ext cx="195383" cy="335394"/>
            </a:xfrm>
            <a:custGeom>
              <a:avLst/>
              <a:gdLst>
                <a:gd name="connsiteX0" fmla="*/ 150730 w 195383"/>
                <a:gd name="connsiteY0" fmla="*/ 334737 h 335394"/>
                <a:gd name="connsiteX1" fmla="*/ 140545 w 195383"/>
                <a:gd name="connsiteY1" fmla="*/ 324668 h 335394"/>
                <a:gd name="connsiteX2" fmla="*/ 141223 w 195383"/>
                <a:gd name="connsiteY2" fmla="*/ 320989 h 335394"/>
                <a:gd name="connsiteX3" fmla="*/ 173347 w 195383"/>
                <a:gd name="connsiteY3" fmla="*/ 156399 h 335394"/>
                <a:gd name="connsiteX4" fmla="*/ 61968 w 195383"/>
                <a:gd name="connsiteY4" fmla="*/ 25830 h 335394"/>
                <a:gd name="connsiteX5" fmla="*/ 19077 w 195383"/>
                <a:gd name="connsiteY5" fmla="*/ 22306 h 335394"/>
                <a:gd name="connsiteX6" fmla="*/ 7808 w 195383"/>
                <a:gd name="connsiteY6" fmla="*/ 29275 h 335394"/>
                <a:gd name="connsiteX7" fmla="*/ 7052 w 195383"/>
                <a:gd name="connsiteY7" fmla="*/ 29064 h 335394"/>
                <a:gd name="connsiteX8" fmla="*/ -151 w 195383"/>
                <a:gd name="connsiteY8" fmla="*/ 16110 h 335394"/>
                <a:gd name="connsiteX9" fmla="*/ 10267 w 195383"/>
                <a:gd name="connsiteY9" fmla="*/ 3794 h 335394"/>
                <a:gd name="connsiteX10" fmla="*/ 68183 w 195383"/>
                <a:gd name="connsiteY10" fmla="*/ 6467 h 335394"/>
                <a:gd name="connsiteX11" fmla="*/ 193408 w 195383"/>
                <a:gd name="connsiteY11" fmla="*/ 153184 h 335394"/>
                <a:gd name="connsiteX12" fmla="*/ 160218 w 195383"/>
                <a:gd name="connsiteY12" fmla="*/ 328076 h 335394"/>
                <a:gd name="connsiteX13" fmla="*/ 150730 w 195383"/>
                <a:gd name="connsiteY13" fmla="*/ 334737 h 33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383" h="335394">
                  <a:moveTo>
                    <a:pt x="150730" y="334737"/>
                  </a:moveTo>
                  <a:cubicBezTo>
                    <a:pt x="145134" y="334757"/>
                    <a:pt x="140584" y="330245"/>
                    <a:pt x="140545" y="324668"/>
                  </a:cubicBezTo>
                  <a:cubicBezTo>
                    <a:pt x="140545" y="323410"/>
                    <a:pt x="140777" y="322170"/>
                    <a:pt x="141223" y="320989"/>
                  </a:cubicBezTo>
                  <a:cubicBezTo>
                    <a:pt x="141610" y="319905"/>
                    <a:pt x="182215" y="210752"/>
                    <a:pt x="173347" y="156399"/>
                  </a:cubicBezTo>
                  <a:cubicBezTo>
                    <a:pt x="165117" y="105143"/>
                    <a:pt x="110977" y="41708"/>
                    <a:pt x="61968" y="25830"/>
                  </a:cubicBezTo>
                  <a:cubicBezTo>
                    <a:pt x="31973" y="16148"/>
                    <a:pt x="20665" y="20176"/>
                    <a:pt x="19077" y="22306"/>
                  </a:cubicBezTo>
                  <a:cubicBezTo>
                    <a:pt x="17896" y="27344"/>
                    <a:pt x="12842" y="30464"/>
                    <a:pt x="7808" y="29275"/>
                  </a:cubicBezTo>
                  <a:cubicBezTo>
                    <a:pt x="7556" y="29215"/>
                    <a:pt x="7304" y="29145"/>
                    <a:pt x="7052" y="29064"/>
                  </a:cubicBezTo>
                  <a:cubicBezTo>
                    <a:pt x="1573" y="27373"/>
                    <a:pt x="-1603" y="21661"/>
                    <a:pt x="-151" y="16110"/>
                  </a:cubicBezTo>
                  <a:cubicBezTo>
                    <a:pt x="1476" y="10744"/>
                    <a:pt x="5252" y="6287"/>
                    <a:pt x="10267" y="3794"/>
                  </a:cubicBezTo>
                  <a:cubicBezTo>
                    <a:pt x="22214" y="-2944"/>
                    <a:pt x="41752" y="-2015"/>
                    <a:pt x="68183" y="6467"/>
                  </a:cubicBezTo>
                  <a:cubicBezTo>
                    <a:pt x="124338" y="24649"/>
                    <a:pt x="183997" y="94571"/>
                    <a:pt x="193408" y="153184"/>
                  </a:cubicBezTo>
                  <a:cubicBezTo>
                    <a:pt x="203089" y="212727"/>
                    <a:pt x="161981" y="323410"/>
                    <a:pt x="160218" y="328076"/>
                  </a:cubicBezTo>
                  <a:cubicBezTo>
                    <a:pt x="158766" y="332065"/>
                    <a:pt x="154971" y="334718"/>
                    <a:pt x="150730" y="334737"/>
                  </a:cubicBezTo>
                  <a:close/>
                </a:path>
              </a:pathLst>
            </a:custGeom>
            <a:grpFill/>
            <a:ln w="1934" cap="flat">
              <a:noFill/>
              <a:prstDash val="solid"/>
              <a:miter/>
            </a:ln>
          </p:spPr>
          <p:txBody>
            <a:bodyPr rtlCol="0" anchor="ctr"/>
            <a:lstStyle/>
            <a:p>
              <a:endParaRPr lang="en-IN" dirty="0"/>
            </a:p>
          </p:txBody>
        </p:sp>
        <p:sp>
          <p:nvSpPr>
            <p:cNvPr id="7211" name="Freeform: Shape 7210">
              <a:extLst>
                <a:ext uri="{FF2B5EF4-FFF2-40B4-BE49-F238E27FC236}">
                  <a16:creationId xmlns:a16="http://schemas.microsoft.com/office/drawing/2014/main" id="{9CD4B9A8-6376-DCB1-0E0D-0A760361B7F5}"/>
                </a:ext>
              </a:extLst>
            </p:cNvPr>
            <p:cNvSpPr/>
            <p:nvPr/>
          </p:nvSpPr>
          <p:spPr>
            <a:xfrm>
              <a:off x="7035473" y="1926677"/>
              <a:ext cx="156960" cy="317910"/>
            </a:xfrm>
            <a:custGeom>
              <a:avLst/>
              <a:gdLst>
                <a:gd name="connsiteX0" fmla="*/ 114412 w 156960"/>
                <a:gd name="connsiteY0" fmla="*/ 317254 h 317910"/>
                <a:gd name="connsiteX1" fmla="*/ 110694 w 156960"/>
                <a:gd name="connsiteY1" fmla="*/ 316557 h 317910"/>
                <a:gd name="connsiteX2" fmla="*/ 104885 w 156960"/>
                <a:gd name="connsiteY2" fmla="*/ 303351 h 317910"/>
                <a:gd name="connsiteX3" fmla="*/ 127811 w 156960"/>
                <a:gd name="connsiteY3" fmla="*/ 230156 h 317910"/>
                <a:gd name="connsiteX4" fmla="*/ 97875 w 156960"/>
                <a:gd name="connsiteY4" fmla="*/ 62797 h 317910"/>
                <a:gd name="connsiteX5" fmla="*/ 12095 w 156960"/>
                <a:gd name="connsiteY5" fmla="*/ 20197 h 317910"/>
                <a:gd name="connsiteX6" fmla="*/ -201 w 156960"/>
                <a:gd name="connsiteY6" fmla="*/ 12754 h 317910"/>
                <a:gd name="connsiteX7" fmla="*/ 6460 w 156960"/>
                <a:gd name="connsiteY7" fmla="*/ 679 h 317910"/>
                <a:gd name="connsiteX8" fmla="*/ 112243 w 156960"/>
                <a:gd name="connsiteY8" fmla="*/ 48332 h 317910"/>
                <a:gd name="connsiteX9" fmla="*/ 147659 w 156960"/>
                <a:gd name="connsiteY9" fmla="*/ 234552 h 317910"/>
                <a:gd name="connsiteX10" fmla="*/ 123784 w 156960"/>
                <a:gd name="connsiteY10" fmla="*/ 310728 h 317910"/>
                <a:gd name="connsiteX11" fmla="*/ 114412 w 156960"/>
                <a:gd name="connsiteY11" fmla="*/ 317254 h 31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6960" h="317910">
                  <a:moveTo>
                    <a:pt x="114412" y="317254"/>
                  </a:moveTo>
                  <a:cubicBezTo>
                    <a:pt x="113134" y="317234"/>
                    <a:pt x="111875" y="317002"/>
                    <a:pt x="110694" y="316557"/>
                  </a:cubicBezTo>
                  <a:cubicBezTo>
                    <a:pt x="105446" y="314504"/>
                    <a:pt x="102852" y="308598"/>
                    <a:pt x="104885" y="303351"/>
                  </a:cubicBezTo>
                  <a:cubicBezTo>
                    <a:pt x="105020" y="302964"/>
                    <a:pt x="120240" y="264004"/>
                    <a:pt x="127811" y="230156"/>
                  </a:cubicBezTo>
                  <a:cubicBezTo>
                    <a:pt x="134066" y="202408"/>
                    <a:pt x="152984" y="117847"/>
                    <a:pt x="97875" y="62797"/>
                  </a:cubicBezTo>
                  <a:cubicBezTo>
                    <a:pt x="47026" y="11929"/>
                    <a:pt x="12443" y="20197"/>
                    <a:pt x="12095" y="20197"/>
                  </a:cubicBezTo>
                  <a:cubicBezTo>
                    <a:pt x="6634" y="21537"/>
                    <a:pt x="1135" y="18205"/>
                    <a:pt x="-201" y="12754"/>
                  </a:cubicBezTo>
                  <a:cubicBezTo>
                    <a:pt x="-1479" y="7607"/>
                    <a:pt x="1425" y="2352"/>
                    <a:pt x="6460" y="679"/>
                  </a:cubicBezTo>
                  <a:cubicBezTo>
                    <a:pt x="8241" y="136"/>
                    <a:pt x="51964" y="-11927"/>
                    <a:pt x="112243" y="48332"/>
                  </a:cubicBezTo>
                  <a:cubicBezTo>
                    <a:pt x="175310" y="111361"/>
                    <a:pt x="154475" y="204074"/>
                    <a:pt x="147659" y="234552"/>
                  </a:cubicBezTo>
                  <a:cubicBezTo>
                    <a:pt x="139720" y="269929"/>
                    <a:pt x="124423" y="309082"/>
                    <a:pt x="123784" y="310728"/>
                  </a:cubicBezTo>
                  <a:cubicBezTo>
                    <a:pt x="122293" y="314620"/>
                    <a:pt x="118575" y="317196"/>
                    <a:pt x="114412" y="317254"/>
                  </a:cubicBezTo>
                  <a:close/>
                </a:path>
              </a:pathLst>
            </a:custGeom>
            <a:grpFill/>
            <a:ln w="1934" cap="flat">
              <a:noFill/>
              <a:prstDash val="solid"/>
              <a:miter/>
            </a:ln>
          </p:spPr>
          <p:txBody>
            <a:bodyPr rtlCol="0" anchor="ctr"/>
            <a:lstStyle/>
            <a:p>
              <a:endParaRPr lang="en-IN" dirty="0"/>
            </a:p>
          </p:txBody>
        </p:sp>
        <p:sp>
          <p:nvSpPr>
            <p:cNvPr id="7212" name="Freeform: Shape 7211">
              <a:extLst>
                <a:ext uri="{FF2B5EF4-FFF2-40B4-BE49-F238E27FC236}">
                  <a16:creationId xmlns:a16="http://schemas.microsoft.com/office/drawing/2014/main" id="{10D39A0F-78C7-4C53-B225-54812807AB6B}"/>
                </a:ext>
              </a:extLst>
            </p:cNvPr>
            <p:cNvSpPr/>
            <p:nvPr/>
          </p:nvSpPr>
          <p:spPr>
            <a:xfrm>
              <a:off x="6959834" y="2214909"/>
              <a:ext cx="211972" cy="127987"/>
            </a:xfrm>
            <a:custGeom>
              <a:avLst/>
              <a:gdLst>
                <a:gd name="connsiteX0" fmla="*/ 89418 w 211972"/>
                <a:gd name="connsiteY0" fmla="*/ 127331 h 127987"/>
                <a:gd name="connsiteX1" fmla="*/ 85546 w 211972"/>
                <a:gd name="connsiteY1" fmla="*/ 127331 h 127987"/>
                <a:gd name="connsiteX2" fmla="*/ 3328 w 211972"/>
                <a:gd name="connsiteY2" fmla="*/ 101810 h 127987"/>
                <a:gd name="connsiteX3" fmla="*/ 1721 w 211972"/>
                <a:gd name="connsiteY3" fmla="*/ 87519 h 127987"/>
                <a:gd name="connsiteX4" fmla="*/ 15566 w 211972"/>
                <a:gd name="connsiteY4" fmla="*/ 85583 h 127987"/>
                <a:gd name="connsiteX5" fmla="*/ 86185 w 211972"/>
                <a:gd name="connsiteY5" fmla="*/ 106980 h 127987"/>
                <a:gd name="connsiteX6" fmla="*/ 89399 w 211972"/>
                <a:gd name="connsiteY6" fmla="*/ 106980 h 127987"/>
                <a:gd name="connsiteX7" fmla="*/ 169003 w 211972"/>
                <a:gd name="connsiteY7" fmla="*/ 52026 h 127987"/>
                <a:gd name="connsiteX8" fmla="*/ 191581 w 211972"/>
                <a:gd name="connsiteY8" fmla="*/ 6328 h 127987"/>
                <a:gd name="connsiteX9" fmla="*/ 204496 w 211972"/>
                <a:gd name="connsiteY9" fmla="*/ -140 h 127987"/>
                <a:gd name="connsiteX10" fmla="*/ 210944 w 211972"/>
                <a:gd name="connsiteY10" fmla="*/ 12776 h 127987"/>
                <a:gd name="connsiteX11" fmla="*/ 186701 w 211972"/>
                <a:gd name="connsiteY11" fmla="*/ 62153 h 127987"/>
                <a:gd name="connsiteX12" fmla="*/ 89418 w 211972"/>
                <a:gd name="connsiteY12" fmla="*/ 127331 h 12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971" h="127987">
                  <a:moveTo>
                    <a:pt x="89418" y="127331"/>
                  </a:moveTo>
                  <a:lnTo>
                    <a:pt x="85546" y="127331"/>
                  </a:lnTo>
                  <a:cubicBezTo>
                    <a:pt x="35375" y="125685"/>
                    <a:pt x="4606" y="102817"/>
                    <a:pt x="3328" y="101810"/>
                  </a:cubicBezTo>
                  <a:cubicBezTo>
                    <a:pt x="-1067" y="98305"/>
                    <a:pt x="-1784" y="91915"/>
                    <a:pt x="1721" y="87519"/>
                  </a:cubicBezTo>
                  <a:cubicBezTo>
                    <a:pt x="5090" y="83298"/>
                    <a:pt x="11170" y="82446"/>
                    <a:pt x="15566" y="85583"/>
                  </a:cubicBezTo>
                  <a:cubicBezTo>
                    <a:pt x="15837" y="85796"/>
                    <a:pt x="42810" y="105585"/>
                    <a:pt x="86185" y="106980"/>
                  </a:cubicBezTo>
                  <a:cubicBezTo>
                    <a:pt x="87289" y="106980"/>
                    <a:pt x="88353" y="106980"/>
                    <a:pt x="89399" y="106980"/>
                  </a:cubicBezTo>
                  <a:cubicBezTo>
                    <a:pt x="122491" y="106980"/>
                    <a:pt x="147161" y="89901"/>
                    <a:pt x="169003" y="52026"/>
                  </a:cubicBezTo>
                  <a:cubicBezTo>
                    <a:pt x="186043" y="22458"/>
                    <a:pt x="191523" y="6463"/>
                    <a:pt x="191581" y="6328"/>
                  </a:cubicBezTo>
                  <a:cubicBezTo>
                    <a:pt x="193362" y="983"/>
                    <a:pt x="199132" y="-1902"/>
                    <a:pt x="204496" y="-140"/>
                  </a:cubicBezTo>
                  <a:cubicBezTo>
                    <a:pt x="209840" y="1642"/>
                    <a:pt x="212726" y="7432"/>
                    <a:pt x="210944" y="12776"/>
                  </a:cubicBezTo>
                  <a:cubicBezTo>
                    <a:pt x="210693" y="13473"/>
                    <a:pt x="204941" y="30532"/>
                    <a:pt x="186701" y="62153"/>
                  </a:cubicBezTo>
                  <a:cubicBezTo>
                    <a:pt x="170455" y="90307"/>
                    <a:pt x="142823" y="127331"/>
                    <a:pt x="89418" y="127331"/>
                  </a:cubicBezTo>
                  <a:close/>
                </a:path>
              </a:pathLst>
            </a:custGeom>
            <a:grpFill/>
            <a:ln w="1934" cap="flat">
              <a:noFill/>
              <a:prstDash val="solid"/>
              <a:miter/>
            </a:ln>
          </p:spPr>
          <p:txBody>
            <a:bodyPr rtlCol="0" anchor="ctr"/>
            <a:lstStyle/>
            <a:p>
              <a:endParaRPr lang="en-IN" dirty="0"/>
            </a:p>
          </p:txBody>
        </p:sp>
        <p:sp>
          <p:nvSpPr>
            <p:cNvPr id="7213" name="Freeform: Shape 7212">
              <a:extLst>
                <a:ext uri="{FF2B5EF4-FFF2-40B4-BE49-F238E27FC236}">
                  <a16:creationId xmlns:a16="http://schemas.microsoft.com/office/drawing/2014/main" id="{B7DB99A1-A39A-55AD-2A6C-7F851854D2B5}"/>
                </a:ext>
              </a:extLst>
            </p:cNvPr>
            <p:cNvSpPr/>
            <p:nvPr/>
          </p:nvSpPr>
          <p:spPr>
            <a:xfrm>
              <a:off x="6966183" y="2322513"/>
              <a:ext cx="90120" cy="63176"/>
            </a:xfrm>
            <a:custGeom>
              <a:avLst/>
              <a:gdLst>
                <a:gd name="connsiteX0" fmla="*/ 31542 w 90120"/>
                <a:gd name="connsiteY0" fmla="*/ 62520 h 63176"/>
                <a:gd name="connsiteX1" fmla="*/ 28715 w 90120"/>
                <a:gd name="connsiteY1" fmla="*/ 62365 h 63176"/>
                <a:gd name="connsiteX2" fmla="*/ 7512 w 90120"/>
                <a:gd name="connsiteY2" fmla="*/ 51057 h 63176"/>
                <a:gd name="connsiteX3" fmla="*/ 173 w 90120"/>
                <a:gd name="connsiteY3" fmla="*/ 14072 h 63176"/>
                <a:gd name="connsiteX4" fmla="*/ 11927 w 90120"/>
                <a:gd name="connsiteY4" fmla="*/ 5785 h 63176"/>
                <a:gd name="connsiteX5" fmla="*/ 20253 w 90120"/>
                <a:gd name="connsiteY5" fmla="*/ 17248 h 63176"/>
                <a:gd name="connsiteX6" fmla="*/ 23603 w 90120"/>
                <a:gd name="connsiteY6" fmla="*/ 38548 h 63176"/>
                <a:gd name="connsiteX7" fmla="*/ 30651 w 90120"/>
                <a:gd name="connsiteY7" fmla="*/ 42014 h 63176"/>
                <a:gd name="connsiteX8" fmla="*/ 70695 w 90120"/>
                <a:gd name="connsiteY8" fmla="*/ 4352 h 63176"/>
                <a:gd name="connsiteX9" fmla="*/ 84618 w 90120"/>
                <a:gd name="connsiteY9" fmla="*/ 750 h 63176"/>
                <a:gd name="connsiteX10" fmla="*/ 88490 w 90120"/>
                <a:gd name="connsiteY10" fmla="*/ 14169 h 63176"/>
                <a:gd name="connsiteX11" fmla="*/ 31542 w 90120"/>
                <a:gd name="connsiteY11" fmla="*/ 62520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120" h="63176">
                  <a:moveTo>
                    <a:pt x="31542" y="62520"/>
                  </a:moveTo>
                  <a:cubicBezTo>
                    <a:pt x="30593" y="62520"/>
                    <a:pt x="29644" y="62462"/>
                    <a:pt x="28715" y="62365"/>
                  </a:cubicBezTo>
                  <a:cubicBezTo>
                    <a:pt x="20369" y="61765"/>
                    <a:pt x="12663" y="57660"/>
                    <a:pt x="7512" y="51057"/>
                  </a:cubicBezTo>
                  <a:cubicBezTo>
                    <a:pt x="-3177" y="37251"/>
                    <a:pt x="-233" y="16415"/>
                    <a:pt x="173" y="14072"/>
                  </a:cubicBezTo>
                  <a:cubicBezTo>
                    <a:pt x="1122" y="8534"/>
                    <a:pt x="6389" y="4836"/>
                    <a:pt x="11927" y="5785"/>
                  </a:cubicBezTo>
                  <a:cubicBezTo>
                    <a:pt x="17349" y="6734"/>
                    <a:pt x="21028" y="11807"/>
                    <a:pt x="20253" y="17248"/>
                  </a:cubicBezTo>
                  <a:cubicBezTo>
                    <a:pt x="19672" y="20927"/>
                    <a:pt x="19072" y="32739"/>
                    <a:pt x="23603" y="38548"/>
                  </a:cubicBezTo>
                  <a:cubicBezTo>
                    <a:pt x="25307" y="40717"/>
                    <a:pt x="27902" y="41995"/>
                    <a:pt x="30651" y="42014"/>
                  </a:cubicBezTo>
                  <a:cubicBezTo>
                    <a:pt x="43877" y="44260"/>
                    <a:pt x="63569" y="17248"/>
                    <a:pt x="70695" y="4352"/>
                  </a:cubicBezTo>
                  <a:cubicBezTo>
                    <a:pt x="73542" y="-489"/>
                    <a:pt x="79777" y="-2096"/>
                    <a:pt x="84618" y="750"/>
                  </a:cubicBezTo>
                  <a:cubicBezTo>
                    <a:pt x="89265" y="3500"/>
                    <a:pt x="90950" y="9386"/>
                    <a:pt x="88490" y="14169"/>
                  </a:cubicBezTo>
                  <a:cubicBezTo>
                    <a:pt x="85683" y="19339"/>
                    <a:pt x="60994" y="62462"/>
                    <a:pt x="31542" y="62520"/>
                  </a:cubicBezTo>
                  <a:close/>
                </a:path>
              </a:pathLst>
            </a:custGeom>
            <a:grpFill/>
            <a:ln w="1934" cap="flat">
              <a:noFill/>
              <a:prstDash val="solid"/>
              <a:miter/>
            </a:ln>
          </p:spPr>
          <p:txBody>
            <a:bodyPr rtlCol="0" anchor="ctr"/>
            <a:lstStyle/>
            <a:p>
              <a:endParaRPr lang="en-IN" dirty="0"/>
            </a:p>
          </p:txBody>
        </p:sp>
        <p:sp>
          <p:nvSpPr>
            <p:cNvPr id="7214" name="Freeform: Shape 7213">
              <a:extLst>
                <a:ext uri="{FF2B5EF4-FFF2-40B4-BE49-F238E27FC236}">
                  <a16:creationId xmlns:a16="http://schemas.microsoft.com/office/drawing/2014/main" id="{1520243D-2E6B-E367-1D45-4C2A3AE523B9}"/>
                </a:ext>
              </a:extLst>
            </p:cNvPr>
            <p:cNvSpPr/>
            <p:nvPr/>
          </p:nvSpPr>
          <p:spPr>
            <a:xfrm>
              <a:off x="6997850" y="1855205"/>
              <a:ext cx="200113" cy="197063"/>
            </a:xfrm>
            <a:custGeom>
              <a:avLst/>
              <a:gdLst>
                <a:gd name="connsiteX0" fmla="*/ 189445 w 200113"/>
                <a:gd name="connsiteY0" fmla="*/ 196407 h 197063"/>
                <a:gd name="connsiteX1" fmla="*/ 179337 w 200113"/>
                <a:gd name="connsiteY1" fmla="*/ 187132 h 197063"/>
                <a:gd name="connsiteX2" fmla="*/ 129650 w 200113"/>
                <a:gd name="connsiteY2" fmla="*/ 77689 h 197063"/>
                <a:gd name="connsiteX3" fmla="*/ 8647 w 200113"/>
                <a:gd name="connsiteY3" fmla="*/ 19598 h 197063"/>
                <a:gd name="connsiteX4" fmla="*/ -454 w 200113"/>
                <a:gd name="connsiteY4" fmla="*/ 8483 h 197063"/>
                <a:gd name="connsiteX5" fmla="*/ 10622 w 200113"/>
                <a:gd name="connsiteY5" fmla="*/ -656 h 197063"/>
                <a:gd name="connsiteX6" fmla="*/ 144986 w 200113"/>
                <a:gd name="connsiteY6" fmla="*/ 64367 h 197063"/>
                <a:gd name="connsiteX7" fmla="*/ 199572 w 200113"/>
                <a:gd name="connsiteY7" fmla="*/ 185312 h 197063"/>
                <a:gd name="connsiteX8" fmla="*/ 190375 w 200113"/>
                <a:gd name="connsiteY8" fmla="*/ 196329 h 197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113" h="197063">
                  <a:moveTo>
                    <a:pt x="189445" y="196407"/>
                  </a:moveTo>
                  <a:cubicBezTo>
                    <a:pt x="184178" y="196388"/>
                    <a:pt x="179802" y="192379"/>
                    <a:pt x="179337" y="187132"/>
                  </a:cubicBezTo>
                  <a:cubicBezTo>
                    <a:pt x="179337" y="186590"/>
                    <a:pt x="173528" y="128073"/>
                    <a:pt x="129650" y="77689"/>
                  </a:cubicBezTo>
                  <a:cubicBezTo>
                    <a:pt x="86276" y="27828"/>
                    <a:pt x="9422" y="19598"/>
                    <a:pt x="8647" y="19598"/>
                  </a:cubicBezTo>
                  <a:cubicBezTo>
                    <a:pt x="3071" y="19038"/>
                    <a:pt x="-996" y="14064"/>
                    <a:pt x="-454" y="8483"/>
                  </a:cubicBezTo>
                  <a:cubicBezTo>
                    <a:pt x="50" y="2868"/>
                    <a:pt x="4833" y="-714"/>
                    <a:pt x="10622" y="-656"/>
                  </a:cubicBezTo>
                  <a:cubicBezTo>
                    <a:pt x="14089" y="-308"/>
                    <a:pt x="96229" y="8232"/>
                    <a:pt x="144986" y="64367"/>
                  </a:cubicBezTo>
                  <a:cubicBezTo>
                    <a:pt x="193279" y="119843"/>
                    <a:pt x="199340" y="182678"/>
                    <a:pt x="199572" y="185312"/>
                  </a:cubicBezTo>
                  <a:cubicBezTo>
                    <a:pt x="200056" y="190888"/>
                    <a:pt x="195951" y="195826"/>
                    <a:pt x="190375" y="196329"/>
                  </a:cubicBezTo>
                  <a:close/>
                </a:path>
              </a:pathLst>
            </a:custGeom>
            <a:grpFill/>
            <a:ln w="1934" cap="flat">
              <a:noFill/>
              <a:prstDash val="solid"/>
              <a:miter/>
            </a:ln>
          </p:spPr>
          <p:txBody>
            <a:bodyPr rtlCol="0" anchor="ctr"/>
            <a:lstStyle/>
            <a:p>
              <a:endParaRPr lang="en-IN" dirty="0"/>
            </a:p>
          </p:txBody>
        </p:sp>
        <p:sp>
          <p:nvSpPr>
            <p:cNvPr id="7215" name="Freeform: Shape 7214">
              <a:extLst>
                <a:ext uri="{FF2B5EF4-FFF2-40B4-BE49-F238E27FC236}">
                  <a16:creationId xmlns:a16="http://schemas.microsoft.com/office/drawing/2014/main" id="{8AA3D832-2254-4831-8188-A41817A66F25}"/>
                </a:ext>
              </a:extLst>
            </p:cNvPr>
            <p:cNvSpPr/>
            <p:nvPr/>
          </p:nvSpPr>
          <p:spPr>
            <a:xfrm>
              <a:off x="6937473" y="1801349"/>
              <a:ext cx="76091" cy="131058"/>
            </a:xfrm>
            <a:custGeom>
              <a:avLst/>
              <a:gdLst>
                <a:gd name="connsiteX0" fmla="*/ 29077 w 76091"/>
                <a:gd name="connsiteY0" fmla="*/ 130402 h 131058"/>
                <a:gd name="connsiteX1" fmla="*/ 25011 w 76091"/>
                <a:gd name="connsiteY1" fmla="*/ 129569 h 131058"/>
                <a:gd name="connsiteX2" fmla="*/ 19705 w 76091"/>
                <a:gd name="connsiteY2" fmla="*/ 116324 h 131058"/>
                <a:gd name="connsiteX3" fmla="*/ 12114 w 76091"/>
                <a:gd name="connsiteY3" fmla="*/ 86001 h 131058"/>
                <a:gd name="connsiteX4" fmla="*/ 7583 w 76091"/>
                <a:gd name="connsiteY4" fmla="*/ 12942 h 131058"/>
                <a:gd name="connsiteX5" fmla="*/ 42283 w 76091"/>
                <a:gd name="connsiteY5" fmla="*/ 685 h 131058"/>
                <a:gd name="connsiteX6" fmla="*/ 58606 w 76091"/>
                <a:gd name="connsiteY6" fmla="*/ 4558 h 131058"/>
                <a:gd name="connsiteX7" fmla="*/ 70593 w 76091"/>
                <a:gd name="connsiteY7" fmla="*/ 4655 h 131058"/>
                <a:gd name="connsiteX8" fmla="*/ 74795 w 76091"/>
                <a:gd name="connsiteY8" fmla="*/ 19100 h 131058"/>
                <a:gd name="connsiteX9" fmla="*/ 36919 w 76091"/>
                <a:gd name="connsiteY9" fmla="*/ 20242 h 131058"/>
                <a:gd name="connsiteX10" fmla="*/ 24507 w 76091"/>
                <a:gd name="connsiteY10" fmla="*/ 24115 h 131058"/>
                <a:gd name="connsiteX11" fmla="*/ 28109 w 76091"/>
                <a:gd name="connsiteY11" fmla="*/ 73395 h 131058"/>
                <a:gd name="connsiteX12" fmla="*/ 38391 w 76091"/>
                <a:gd name="connsiteY12" fmla="*/ 124205 h 131058"/>
                <a:gd name="connsiteX13" fmla="*/ 29077 w 76091"/>
                <a:gd name="connsiteY13" fmla="*/ 130402 h 131058"/>
                <a:gd name="connsiteX14" fmla="*/ 58452 w 76091"/>
                <a:gd name="connsiteY14" fmla="*/ 21075 h 131058"/>
                <a:gd name="connsiteX15" fmla="*/ 58452 w 76091"/>
                <a:gd name="connsiteY15" fmla="*/ 21075 h 131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091" h="131058">
                  <a:moveTo>
                    <a:pt x="29077" y="130402"/>
                  </a:moveTo>
                  <a:cubicBezTo>
                    <a:pt x="27683" y="130392"/>
                    <a:pt x="26308" y="130107"/>
                    <a:pt x="25011" y="129569"/>
                  </a:cubicBezTo>
                  <a:cubicBezTo>
                    <a:pt x="19918" y="127344"/>
                    <a:pt x="17556" y="121448"/>
                    <a:pt x="19705" y="116324"/>
                  </a:cubicBezTo>
                  <a:cubicBezTo>
                    <a:pt x="19995" y="115569"/>
                    <a:pt x="24856" y="102324"/>
                    <a:pt x="12114" y="86001"/>
                  </a:cubicBezTo>
                  <a:cubicBezTo>
                    <a:pt x="-2641" y="67141"/>
                    <a:pt x="-4848" y="31647"/>
                    <a:pt x="7583" y="12942"/>
                  </a:cubicBezTo>
                  <a:cubicBezTo>
                    <a:pt x="15329" y="1324"/>
                    <a:pt x="27935" y="-3149"/>
                    <a:pt x="42283" y="685"/>
                  </a:cubicBezTo>
                  <a:cubicBezTo>
                    <a:pt x="50377" y="2912"/>
                    <a:pt x="55450" y="4054"/>
                    <a:pt x="58606" y="4558"/>
                  </a:cubicBezTo>
                  <a:cubicBezTo>
                    <a:pt x="62169" y="1897"/>
                    <a:pt x="67068" y="1938"/>
                    <a:pt x="70593" y="4655"/>
                  </a:cubicBezTo>
                  <a:cubicBezTo>
                    <a:pt x="74465" y="7520"/>
                    <a:pt x="76944" y="14685"/>
                    <a:pt x="74795" y="19100"/>
                  </a:cubicBezTo>
                  <a:cubicBezTo>
                    <a:pt x="70321" y="28220"/>
                    <a:pt x="59807" y="26439"/>
                    <a:pt x="36919" y="20242"/>
                  </a:cubicBezTo>
                  <a:cubicBezTo>
                    <a:pt x="29522" y="18151"/>
                    <a:pt x="26618" y="20939"/>
                    <a:pt x="24507" y="24115"/>
                  </a:cubicBezTo>
                  <a:cubicBezTo>
                    <a:pt x="16994" y="35365"/>
                    <a:pt x="18930" y="61622"/>
                    <a:pt x="28109" y="73395"/>
                  </a:cubicBezTo>
                  <a:cubicBezTo>
                    <a:pt x="48712" y="99749"/>
                    <a:pt x="38836" y="123218"/>
                    <a:pt x="38391" y="124205"/>
                  </a:cubicBezTo>
                  <a:cubicBezTo>
                    <a:pt x="36803" y="127954"/>
                    <a:pt x="33143" y="130394"/>
                    <a:pt x="29077" y="130402"/>
                  </a:cubicBezTo>
                  <a:close/>
                  <a:moveTo>
                    <a:pt x="58452" y="21075"/>
                  </a:moveTo>
                  <a:lnTo>
                    <a:pt x="58452" y="21075"/>
                  </a:lnTo>
                  <a:close/>
                </a:path>
              </a:pathLst>
            </a:custGeom>
            <a:grpFill/>
            <a:ln w="1934" cap="flat">
              <a:noFill/>
              <a:prstDash val="solid"/>
              <a:miter/>
            </a:ln>
          </p:spPr>
          <p:txBody>
            <a:bodyPr rtlCol="0" anchor="ctr"/>
            <a:lstStyle/>
            <a:p>
              <a:endParaRPr lang="en-IN" dirty="0"/>
            </a:p>
          </p:txBody>
        </p:sp>
        <p:sp>
          <p:nvSpPr>
            <p:cNvPr id="7216" name="Freeform: Shape 7215">
              <a:extLst>
                <a:ext uri="{FF2B5EF4-FFF2-40B4-BE49-F238E27FC236}">
                  <a16:creationId xmlns:a16="http://schemas.microsoft.com/office/drawing/2014/main" id="{D2301688-4303-AD18-7066-A09FD604B554}"/>
                </a:ext>
              </a:extLst>
            </p:cNvPr>
            <p:cNvSpPr/>
            <p:nvPr/>
          </p:nvSpPr>
          <p:spPr>
            <a:xfrm>
              <a:off x="6993479" y="1774856"/>
              <a:ext cx="302691" cy="395046"/>
            </a:xfrm>
            <a:custGeom>
              <a:avLst/>
              <a:gdLst>
                <a:gd name="connsiteX0" fmla="*/ 184560 w 302691"/>
                <a:gd name="connsiteY0" fmla="*/ 394389 h 395046"/>
                <a:gd name="connsiteX1" fmla="*/ 174336 w 302691"/>
                <a:gd name="connsiteY1" fmla="*/ 384281 h 395046"/>
                <a:gd name="connsiteX2" fmla="*/ 182178 w 302691"/>
                <a:gd name="connsiteY2" fmla="*/ 374329 h 395046"/>
                <a:gd name="connsiteX3" fmla="*/ 227257 w 302691"/>
                <a:gd name="connsiteY3" fmla="*/ 357715 h 395046"/>
                <a:gd name="connsiteX4" fmla="*/ 278551 w 302691"/>
                <a:gd name="connsiteY4" fmla="*/ 314766 h 395046"/>
                <a:gd name="connsiteX5" fmla="*/ 264996 w 302691"/>
                <a:gd name="connsiteY5" fmla="*/ 294919 h 395046"/>
                <a:gd name="connsiteX6" fmla="*/ 263389 w 302691"/>
                <a:gd name="connsiteY6" fmla="*/ 287328 h 395046"/>
                <a:gd name="connsiteX7" fmla="*/ 239282 w 302691"/>
                <a:gd name="connsiteY7" fmla="*/ 153138 h 395046"/>
                <a:gd name="connsiteX8" fmla="*/ 38365 w 302691"/>
                <a:gd name="connsiteY8" fmla="*/ 21311 h 395046"/>
                <a:gd name="connsiteX9" fmla="*/ 23997 w 302691"/>
                <a:gd name="connsiteY9" fmla="*/ 104846 h 395046"/>
                <a:gd name="connsiteX10" fmla="*/ 23339 w 302691"/>
                <a:gd name="connsiteY10" fmla="*/ 119208 h 395046"/>
                <a:gd name="connsiteX11" fmla="*/ 14761 w 302691"/>
                <a:gd name="connsiteY11" fmla="*/ 121711 h 395046"/>
                <a:gd name="connsiteX12" fmla="*/ 2504 w 302691"/>
                <a:gd name="connsiteY12" fmla="*/ 102599 h 395046"/>
                <a:gd name="connsiteX13" fmla="*/ 27366 w 302691"/>
                <a:gd name="connsiteY13" fmla="*/ 4252 h 395046"/>
                <a:gd name="connsiteX14" fmla="*/ 256186 w 302691"/>
                <a:gd name="connsiteY14" fmla="*/ 141869 h 395046"/>
                <a:gd name="connsiteX15" fmla="*/ 284050 w 302691"/>
                <a:gd name="connsiteY15" fmla="*/ 286728 h 395046"/>
                <a:gd name="connsiteX16" fmla="*/ 300412 w 302691"/>
                <a:gd name="connsiteY16" fmla="*/ 310603 h 395046"/>
                <a:gd name="connsiteX17" fmla="*/ 298863 w 302691"/>
                <a:gd name="connsiteY17" fmla="*/ 323867 h 395046"/>
                <a:gd name="connsiteX18" fmla="*/ 238449 w 302691"/>
                <a:gd name="connsiteY18" fmla="*/ 374735 h 395046"/>
                <a:gd name="connsiteX19" fmla="*/ 187038 w 302691"/>
                <a:gd name="connsiteY19" fmla="*/ 394099 h 395046"/>
                <a:gd name="connsiteX20" fmla="*/ 184560 w 302691"/>
                <a:gd name="connsiteY20" fmla="*/ 394389 h 39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2691" h="395046">
                  <a:moveTo>
                    <a:pt x="184560" y="394389"/>
                  </a:moveTo>
                  <a:cubicBezTo>
                    <a:pt x="178945" y="394409"/>
                    <a:pt x="174375" y="389897"/>
                    <a:pt x="174336" y="384281"/>
                  </a:cubicBezTo>
                  <a:cubicBezTo>
                    <a:pt x="174317" y="379537"/>
                    <a:pt x="177570" y="375413"/>
                    <a:pt x="182178" y="374329"/>
                  </a:cubicBezTo>
                  <a:cubicBezTo>
                    <a:pt x="190814" y="372237"/>
                    <a:pt x="215735" y="365208"/>
                    <a:pt x="227257" y="357715"/>
                  </a:cubicBezTo>
                  <a:cubicBezTo>
                    <a:pt x="238410" y="350356"/>
                    <a:pt x="265984" y="326094"/>
                    <a:pt x="278551" y="314766"/>
                  </a:cubicBezTo>
                  <a:lnTo>
                    <a:pt x="264996" y="294919"/>
                  </a:lnTo>
                  <a:cubicBezTo>
                    <a:pt x="263486" y="292692"/>
                    <a:pt x="262905" y="289962"/>
                    <a:pt x="263389" y="287328"/>
                  </a:cubicBezTo>
                  <a:cubicBezTo>
                    <a:pt x="263525" y="286592"/>
                    <a:pt x="276944" y="209506"/>
                    <a:pt x="239282" y="153138"/>
                  </a:cubicBezTo>
                  <a:cubicBezTo>
                    <a:pt x="198366" y="91543"/>
                    <a:pt x="65009" y="4291"/>
                    <a:pt x="38365" y="21311"/>
                  </a:cubicBezTo>
                  <a:cubicBezTo>
                    <a:pt x="12824" y="37751"/>
                    <a:pt x="20066" y="94428"/>
                    <a:pt x="23997" y="104846"/>
                  </a:cubicBezTo>
                  <a:cubicBezTo>
                    <a:pt x="27773" y="108995"/>
                    <a:pt x="27483" y="115426"/>
                    <a:pt x="23339" y="119208"/>
                  </a:cubicBezTo>
                  <a:cubicBezTo>
                    <a:pt x="21015" y="121318"/>
                    <a:pt x="17859" y="122242"/>
                    <a:pt x="14761" y="121711"/>
                  </a:cubicBezTo>
                  <a:cubicBezTo>
                    <a:pt x="6744" y="120317"/>
                    <a:pt x="4401" y="111894"/>
                    <a:pt x="2504" y="102599"/>
                  </a:cubicBezTo>
                  <a:cubicBezTo>
                    <a:pt x="-3034" y="75490"/>
                    <a:pt x="-4003" y="24390"/>
                    <a:pt x="27366" y="4252"/>
                  </a:cubicBezTo>
                  <a:cubicBezTo>
                    <a:pt x="71903" y="-25045"/>
                    <a:pt x="217672" y="83952"/>
                    <a:pt x="256186" y="141869"/>
                  </a:cubicBezTo>
                  <a:cubicBezTo>
                    <a:pt x="293577" y="197791"/>
                    <a:pt x="286606" y="268662"/>
                    <a:pt x="284050" y="286728"/>
                  </a:cubicBezTo>
                  <a:lnTo>
                    <a:pt x="300412" y="310603"/>
                  </a:lnTo>
                  <a:cubicBezTo>
                    <a:pt x="303278" y="314786"/>
                    <a:pt x="302620" y="320440"/>
                    <a:pt x="298863" y="323867"/>
                  </a:cubicBezTo>
                  <a:cubicBezTo>
                    <a:pt x="297062" y="325552"/>
                    <a:pt x="254482" y="364201"/>
                    <a:pt x="238449" y="374735"/>
                  </a:cubicBezTo>
                  <a:cubicBezTo>
                    <a:pt x="221603" y="385656"/>
                    <a:pt x="188452" y="393731"/>
                    <a:pt x="187038" y="394099"/>
                  </a:cubicBezTo>
                  <a:cubicBezTo>
                    <a:pt x="186225" y="394293"/>
                    <a:pt x="185393" y="394389"/>
                    <a:pt x="184560" y="394389"/>
                  </a:cubicBezTo>
                  <a:close/>
                </a:path>
              </a:pathLst>
            </a:custGeom>
            <a:grpFill/>
            <a:ln w="1934" cap="flat">
              <a:noFill/>
              <a:prstDash val="solid"/>
              <a:miter/>
            </a:ln>
          </p:spPr>
          <p:txBody>
            <a:bodyPr rtlCol="0" anchor="ctr"/>
            <a:lstStyle/>
            <a:p>
              <a:endParaRPr lang="en-IN" dirty="0"/>
            </a:p>
          </p:txBody>
        </p:sp>
        <p:sp>
          <p:nvSpPr>
            <p:cNvPr id="7217" name="Freeform: Shape 7216">
              <a:extLst>
                <a:ext uri="{FF2B5EF4-FFF2-40B4-BE49-F238E27FC236}">
                  <a16:creationId xmlns:a16="http://schemas.microsoft.com/office/drawing/2014/main" id="{65E96D8D-EEE3-7902-3D15-FD734B329614}"/>
                </a:ext>
              </a:extLst>
            </p:cNvPr>
            <p:cNvSpPr/>
            <p:nvPr/>
          </p:nvSpPr>
          <p:spPr>
            <a:xfrm>
              <a:off x="7186866" y="1916157"/>
              <a:ext cx="53328" cy="161071"/>
            </a:xfrm>
            <a:custGeom>
              <a:avLst/>
              <a:gdLst>
                <a:gd name="connsiteX0" fmla="*/ 10421 w 53328"/>
                <a:gd name="connsiteY0" fmla="*/ 160415 h 161071"/>
                <a:gd name="connsiteX1" fmla="*/ 9491 w 53328"/>
                <a:gd name="connsiteY1" fmla="*/ 160415 h 161071"/>
                <a:gd name="connsiteX2" fmla="*/ -501 w 53328"/>
                <a:gd name="connsiteY2" fmla="*/ 150074 h 161071"/>
                <a:gd name="connsiteX3" fmla="*/ 9840 w 53328"/>
                <a:gd name="connsiteY3" fmla="*/ 140083 h 161071"/>
                <a:gd name="connsiteX4" fmla="*/ 10208 w 53328"/>
                <a:gd name="connsiteY4" fmla="*/ 140083 h 161071"/>
                <a:gd name="connsiteX5" fmla="*/ 31933 w 53328"/>
                <a:gd name="connsiteY5" fmla="*/ 119829 h 161071"/>
                <a:gd name="connsiteX6" fmla="*/ 4418 w 53328"/>
                <a:gd name="connsiteY6" fmla="*/ 14007 h 161071"/>
                <a:gd name="connsiteX7" fmla="*/ 8988 w 53328"/>
                <a:gd name="connsiteY7" fmla="*/ 406 h 161071"/>
                <a:gd name="connsiteX8" fmla="*/ 22600 w 53328"/>
                <a:gd name="connsiteY8" fmla="*/ 4977 h 161071"/>
                <a:gd name="connsiteX9" fmla="*/ 23123 w 53328"/>
                <a:gd name="connsiteY9" fmla="*/ 6261 h 161071"/>
                <a:gd name="connsiteX10" fmla="*/ 51684 w 53328"/>
                <a:gd name="connsiteY10" fmla="*/ 124689 h 161071"/>
                <a:gd name="connsiteX11" fmla="*/ 10421 w 53328"/>
                <a:gd name="connsiteY11" fmla="*/ 160415 h 16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27" h="161071">
                  <a:moveTo>
                    <a:pt x="10421" y="160415"/>
                  </a:moveTo>
                  <a:lnTo>
                    <a:pt x="9491" y="160415"/>
                  </a:lnTo>
                  <a:cubicBezTo>
                    <a:pt x="3876" y="160318"/>
                    <a:pt x="-597" y="155690"/>
                    <a:pt x="-501" y="150074"/>
                  </a:cubicBezTo>
                  <a:cubicBezTo>
                    <a:pt x="-404" y="144459"/>
                    <a:pt x="4224" y="139986"/>
                    <a:pt x="9840" y="140083"/>
                  </a:cubicBezTo>
                  <a:lnTo>
                    <a:pt x="10208" y="140083"/>
                  </a:lnTo>
                  <a:cubicBezTo>
                    <a:pt x="12028" y="140083"/>
                    <a:pt x="27131" y="139482"/>
                    <a:pt x="31933" y="119829"/>
                  </a:cubicBezTo>
                  <a:cubicBezTo>
                    <a:pt x="36445" y="101162"/>
                    <a:pt x="17430" y="45027"/>
                    <a:pt x="4418" y="14007"/>
                  </a:cubicBezTo>
                  <a:cubicBezTo>
                    <a:pt x="1920" y="8987"/>
                    <a:pt x="3973" y="2898"/>
                    <a:pt x="8988" y="406"/>
                  </a:cubicBezTo>
                  <a:cubicBezTo>
                    <a:pt x="14003" y="-2088"/>
                    <a:pt x="20102" y="-42"/>
                    <a:pt x="22600" y="4977"/>
                  </a:cubicBezTo>
                  <a:cubicBezTo>
                    <a:pt x="22794" y="5392"/>
                    <a:pt x="22968" y="5822"/>
                    <a:pt x="23123" y="6261"/>
                  </a:cubicBezTo>
                  <a:cubicBezTo>
                    <a:pt x="26841" y="15110"/>
                    <a:pt x="59255" y="93397"/>
                    <a:pt x="51684" y="124689"/>
                  </a:cubicBezTo>
                  <a:cubicBezTo>
                    <a:pt x="44752" y="153076"/>
                    <a:pt x="22174" y="160415"/>
                    <a:pt x="10421" y="160415"/>
                  </a:cubicBezTo>
                  <a:close/>
                </a:path>
              </a:pathLst>
            </a:custGeom>
            <a:grpFill/>
            <a:ln w="1934" cap="flat">
              <a:noFill/>
              <a:prstDash val="solid"/>
              <a:miter/>
            </a:ln>
          </p:spPr>
          <p:txBody>
            <a:bodyPr rtlCol="0" anchor="ctr"/>
            <a:lstStyle/>
            <a:p>
              <a:endParaRPr lang="en-IN" dirty="0"/>
            </a:p>
          </p:txBody>
        </p:sp>
        <p:sp>
          <p:nvSpPr>
            <p:cNvPr id="7218" name="Freeform: Shape 7217">
              <a:extLst>
                <a:ext uri="{FF2B5EF4-FFF2-40B4-BE49-F238E27FC236}">
                  <a16:creationId xmlns:a16="http://schemas.microsoft.com/office/drawing/2014/main" id="{8F0176FA-102A-96B4-B854-EA44084EC18E}"/>
                </a:ext>
              </a:extLst>
            </p:cNvPr>
            <p:cNvSpPr/>
            <p:nvPr/>
          </p:nvSpPr>
          <p:spPr>
            <a:xfrm>
              <a:off x="7132406" y="1821142"/>
              <a:ext cx="189066" cy="250625"/>
            </a:xfrm>
            <a:custGeom>
              <a:avLst/>
              <a:gdLst>
                <a:gd name="connsiteX0" fmla="*/ 146014 w 189066"/>
                <a:gd name="connsiteY0" fmla="*/ 249969 h 250625"/>
                <a:gd name="connsiteX1" fmla="*/ 135907 w 189066"/>
                <a:gd name="connsiteY1" fmla="*/ 239745 h 250625"/>
                <a:gd name="connsiteX2" fmla="*/ 142374 w 189066"/>
                <a:gd name="connsiteY2" fmla="*/ 230334 h 250625"/>
                <a:gd name="connsiteX3" fmla="*/ 166869 w 189066"/>
                <a:gd name="connsiteY3" fmla="*/ 220942 h 250625"/>
                <a:gd name="connsiteX4" fmla="*/ 131898 w 189066"/>
                <a:gd name="connsiteY4" fmla="*/ 58463 h 250625"/>
                <a:gd name="connsiteX5" fmla="*/ 9908 w 189066"/>
                <a:gd name="connsiteY5" fmla="*/ 19736 h 250625"/>
                <a:gd name="connsiteX6" fmla="*/ -452 w 189066"/>
                <a:gd name="connsiteY6" fmla="*/ 11256 h 250625"/>
                <a:gd name="connsiteX7" fmla="*/ -490 w 189066"/>
                <a:gd name="connsiteY7" fmla="*/ 9802 h 250625"/>
                <a:gd name="connsiteX8" fmla="*/ 9404 w 189066"/>
                <a:gd name="connsiteY8" fmla="*/ -616 h 250625"/>
                <a:gd name="connsiteX9" fmla="*/ 144717 w 189066"/>
                <a:gd name="connsiteY9" fmla="*/ 42720 h 250625"/>
                <a:gd name="connsiteX10" fmla="*/ 186542 w 189066"/>
                <a:gd name="connsiteY10" fmla="*/ 229269 h 250625"/>
                <a:gd name="connsiteX11" fmla="*/ 180075 w 189066"/>
                <a:gd name="connsiteY11" fmla="*/ 237653 h 250625"/>
                <a:gd name="connsiteX12" fmla="*/ 149694 w 189066"/>
                <a:gd name="connsiteY12" fmla="*/ 249271 h 250625"/>
                <a:gd name="connsiteX13" fmla="*/ 146014 w 189066"/>
                <a:gd name="connsiteY13" fmla="*/ 249969 h 2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9066" h="250625">
                  <a:moveTo>
                    <a:pt x="146014" y="249969"/>
                  </a:moveTo>
                  <a:cubicBezTo>
                    <a:pt x="140399" y="249930"/>
                    <a:pt x="135868" y="245360"/>
                    <a:pt x="135907" y="239745"/>
                  </a:cubicBezTo>
                  <a:cubicBezTo>
                    <a:pt x="135926" y="235581"/>
                    <a:pt x="138501" y="231844"/>
                    <a:pt x="142374" y="230334"/>
                  </a:cubicBezTo>
                  <a:lnTo>
                    <a:pt x="166869" y="220942"/>
                  </a:lnTo>
                  <a:cubicBezTo>
                    <a:pt x="168805" y="194782"/>
                    <a:pt x="173879" y="92446"/>
                    <a:pt x="131898" y="58463"/>
                  </a:cubicBezTo>
                  <a:cubicBezTo>
                    <a:pt x="82386" y="18400"/>
                    <a:pt x="10895" y="19736"/>
                    <a:pt x="9908" y="19736"/>
                  </a:cubicBezTo>
                  <a:cubicBezTo>
                    <a:pt x="4699" y="20256"/>
                    <a:pt x="71" y="16461"/>
                    <a:pt x="-452" y="11256"/>
                  </a:cubicBezTo>
                  <a:cubicBezTo>
                    <a:pt x="-510" y="10774"/>
                    <a:pt x="-510" y="10288"/>
                    <a:pt x="-490" y="9802"/>
                  </a:cubicBezTo>
                  <a:cubicBezTo>
                    <a:pt x="-626" y="4198"/>
                    <a:pt x="3808" y="-457"/>
                    <a:pt x="9404" y="-616"/>
                  </a:cubicBezTo>
                  <a:cubicBezTo>
                    <a:pt x="12619" y="-809"/>
                    <a:pt x="89531" y="-1952"/>
                    <a:pt x="144717" y="42720"/>
                  </a:cubicBezTo>
                  <a:cubicBezTo>
                    <a:pt x="201355" y="88573"/>
                    <a:pt x="187162" y="223557"/>
                    <a:pt x="186542" y="229269"/>
                  </a:cubicBezTo>
                  <a:cubicBezTo>
                    <a:pt x="186136" y="233064"/>
                    <a:pt x="183638" y="236298"/>
                    <a:pt x="180075" y="237653"/>
                  </a:cubicBezTo>
                  <a:lnTo>
                    <a:pt x="149694" y="249271"/>
                  </a:lnTo>
                  <a:cubicBezTo>
                    <a:pt x="148512" y="249717"/>
                    <a:pt x="147273" y="249949"/>
                    <a:pt x="146014" y="249969"/>
                  </a:cubicBezTo>
                  <a:close/>
                </a:path>
              </a:pathLst>
            </a:custGeom>
            <a:grpFill/>
            <a:ln w="1934" cap="flat">
              <a:noFill/>
              <a:prstDash val="solid"/>
              <a:miter/>
            </a:ln>
          </p:spPr>
          <p:txBody>
            <a:bodyPr rtlCol="0" anchor="ctr"/>
            <a:lstStyle/>
            <a:p>
              <a:endParaRPr lang="en-IN" dirty="0"/>
            </a:p>
          </p:txBody>
        </p:sp>
        <p:sp>
          <p:nvSpPr>
            <p:cNvPr id="7219" name="Freeform: Shape 7218">
              <a:extLst>
                <a:ext uri="{FF2B5EF4-FFF2-40B4-BE49-F238E27FC236}">
                  <a16:creationId xmlns:a16="http://schemas.microsoft.com/office/drawing/2014/main" id="{D0682BC7-B290-BEB2-2A16-595311B3AF06}"/>
                </a:ext>
              </a:extLst>
            </p:cNvPr>
            <p:cNvSpPr/>
            <p:nvPr/>
          </p:nvSpPr>
          <p:spPr>
            <a:xfrm>
              <a:off x="7197800" y="1319484"/>
              <a:ext cx="891603" cy="733329"/>
            </a:xfrm>
            <a:custGeom>
              <a:avLst/>
              <a:gdLst>
                <a:gd name="connsiteX0" fmla="*/ 111737 w 891603"/>
                <a:gd name="connsiteY0" fmla="*/ 732670 h 733329"/>
                <a:gd name="connsiteX1" fmla="*/ 101610 w 891603"/>
                <a:gd name="connsiteY1" fmla="*/ 722504 h 733329"/>
                <a:gd name="connsiteX2" fmla="*/ 104688 w 891603"/>
                <a:gd name="connsiteY2" fmla="*/ 715243 h 733329"/>
                <a:gd name="connsiteX3" fmla="*/ 870712 w 891603"/>
                <a:gd name="connsiteY3" fmla="*/ 223873 h 733329"/>
                <a:gd name="connsiteX4" fmla="*/ 853827 w 891603"/>
                <a:gd name="connsiteY4" fmla="*/ 135032 h 733329"/>
                <a:gd name="connsiteX5" fmla="*/ 801274 w 891603"/>
                <a:gd name="connsiteY5" fmla="*/ 21872 h 733329"/>
                <a:gd name="connsiteX6" fmla="*/ 484757 w 891603"/>
                <a:gd name="connsiteY6" fmla="*/ 187140 h 733329"/>
                <a:gd name="connsiteX7" fmla="*/ 16759 w 891603"/>
                <a:gd name="connsiteY7" fmla="*/ 525015 h 733329"/>
                <a:gd name="connsiteX8" fmla="*/ 2410 w 891603"/>
                <a:gd name="connsiteY8" fmla="*/ 524895 h 733329"/>
                <a:gd name="connsiteX9" fmla="*/ 2526 w 891603"/>
                <a:gd name="connsiteY9" fmla="*/ 510545 h 733329"/>
                <a:gd name="connsiteX10" fmla="*/ 3746 w 891603"/>
                <a:gd name="connsiteY10" fmla="*/ 509524 h 733329"/>
                <a:gd name="connsiteX11" fmla="*/ 474281 w 891603"/>
                <a:gd name="connsiteY11" fmla="*/ 169868 h 733329"/>
                <a:gd name="connsiteX12" fmla="*/ 802629 w 891603"/>
                <a:gd name="connsiteY12" fmla="*/ -125 h 733329"/>
                <a:gd name="connsiteX13" fmla="*/ 814519 w 891603"/>
                <a:gd name="connsiteY13" fmla="*/ 4309 h 733329"/>
                <a:gd name="connsiteX14" fmla="*/ 873016 w 891603"/>
                <a:gd name="connsiteY14" fmla="*/ 128430 h 733329"/>
                <a:gd name="connsiteX15" fmla="*/ 890579 w 891603"/>
                <a:gd name="connsiteY15" fmla="*/ 231211 h 733329"/>
                <a:gd name="connsiteX16" fmla="*/ 885815 w 891603"/>
                <a:gd name="connsiteY16" fmla="*/ 238550 h 733329"/>
                <a:gd name="connsiteX17" fmla="*/ 118785 w 891603"/>
                <a:gd name="connsiteY17" fmla="*/ 729940 h 733329"/>
                <a:gd name="connsiteX18" fmla="*/ 111737 w 891603"/>
                <a:gd name="connsiteY18" fmla="*/ 732670 h 733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1603" h="733329">
                  <a:moveTo>
                    <a:pt x="111737" y="732670"/>
                  </a:moveTo>
                  <a:cubicBezTo>
                    <a:pt x="106141" y="732651"/>
                    <a:pt x="101590" y="728100"/>
                    <a:pt x="101610" y="722504"/>
                  </a:cubicBezTo>
                  <a:cubicBezTo>
                    <a:pt x="101610" y="719774"/>
                    <a:pt x="102733" y="717140"/>
                    <a:pt x="104688" y="715243"/>
                  </a:cubicBezTo>
                  <a:cubicBezTo>
                    <a:pt x="168143" y="654112"/>
                    <a:pt x="805166" y="263916"/>
                    <a:pt x="870712" y="223873"/>
                  </a:cubicBezTo>
                  <a:cubicBezTo>
                    <a:pt x="871041" y="212642"/>
                    <a:pt x="870112" y="181486"/>
                    <a:pt x="853827" y="135032"/>
                  </a:cubicBezTo>
                  <a:cubicBezTo>
                    <a:pt x="837039" y="86895"/>
                    <a:pt x="811227" y="39531"/>
                    <a:pt x="801274" y="21872"/>
                  </a:cubicBezTo>
                  <a:cubicBezTo>
                    <a:pt x="773894" y="32289"/>
                    <a:pt x="672855" y="74153"/>
                    <a:pt x="484757" y="187140"/>
                  </a:cubicBezTo>
                  <a:cubicBezTo>
                    <a:pt x="261398" y="321581"/>
                    <a:pt x="19179" y="523040"/>
                    <a:pt x="16759" y="525015"/>
                  </a:cubicBezTo>
                  <a:cubicBezTo>
                    <a:pt x="12770" y="528944"/>
                    <a:pt x="6341" y="528890"/>
                    <a:pt x="2410" y="524895"/>
                  </a:cubicBezTo>
                  <a:cubicBezTo>
                    <a:pt x="-1521" y="520898"/>
                    <a:pt x="-1463" y="514473"/>
                    <a:pt x="2526" y="510545"/>
                  </a:cubicBezTo>
                  <a:cubicBezTo>
                    <a:pt x="2914" y="510173"/>
                    <a:pt x="3320" y="509832"/>
                    <a:pt x="3746" y="509524"/>
                  </a:cubicBezTo>
                  <a:cubicBezTo>
                    <a:pt x="6186" y="507491"/>
                    <a:pt x="249664" y="305064"/>
                    <a:pt x="474281" y="169868"/>
                  </a:cubicBezTo>
                  <a:cubicBezTo>
                    <a:pt x="699305" y="34574"/>
                    <a:pt x="798524" y="1230"/>
                    <a:pt x="802629" y="-125"/>
                  </a:cubicBezTo>
                  <a:cubicBezTo>
                    <a:pt x="807141" y="-1653"/>
                    <a:pt x="812098" y="200"/>
                    <a:pt x="814519" y="4309"/>
                  </a:cubicBezTo>
                  <a:cubicBezTo>
                    <a:pt x="816010" y="6788"/>
                    <a:pt x="851193" y="65885"/>
                    <a:pt x="873016" y="128430"/>
                  </a:cubicBezTo>
                  <a:cubicBezTo>
                    <a:pt x="895400" y="192329"/>
                    <a:pt x="890773" y="229662"/>
                    <a:pt x="890579" y="231211"/>
                  </a:cubicBezTo>
                  <a:cubicBezTo>
                    <a:pt x="890192" y="234253"/>
                    <a:pt x="888429" y="236951"/>
                    <a:pt x="885815" y="238550"/>
                  </a:cubicBezTo>
                  <a:cubicBezTo>
                    <a:pt x="878767" y="242810"/>
                    <a:pt x="182685" y="668422"/>
                    <a:pt x="118785" y="729940"/>
                  </a:cubicBezTo>
                  <a:cubicBezTo>
                    <a:pt x="116888" y="731741"/>
                    <a:pt x="114351" y="732728"/>
                    <a:pt x="111737" y="732670"/>
                  </a:cubicBezTo>
                  <a:close/>
                </a:path>
              </a:pathLst>
            </a:custGeom>
            <a:grpFill/>
            <a:ln w="1934" cap="flat">
              <a:noFill/>
              <a:prstDash val="solid"/>
              <a:miter/>
            </a:ln>
          </p:spPr>
          <p:txBody>
            <a:bodyPr rtlCol="0" anchor="ctr"/>
            <a:lstStyle/>
            <a:p>
              <a:endParaRPr lang="en-IN" dirty="0"/>
            </a:p>
          </p:txBody>
        </p:sp>
        <p:sp>
          <p:nvSpPr>
            <p:cNvPr id="7220" name="Freeform: Shape 7219">
              <a:extLst>
                <a:ext uri="{FF2B5EF4-FFF2-40B4-BE49-F238E27FC236}">
                  <a16:creationId xmlns:a16="http://schemas.microsoft.com/office/drawing/2014/main" id="{CF1A2A67-CFAA-F05D-7CBE-2E1F4E0EED54}"/>
                </a:ext>
              </a:extLst>
            </p:cNvPr>
            <p:cNvSpPr/>
            <p:nvPr/>
          </p:nvSpPr>
          <p:spPr>
            <a:xfrm>
              <a:off x="7255495" y="1805285"/>
              <a:ext cx="45944" cy="92830"/>
            </a:xfrm>
            <a:custGeom>
              <a:avLst/>
              <a:gdLst>
                <a:gd name="connsiteX0" fmla="*/ 35395 w 45944"/>
                <a:gd name="connsiteY0" fmla="*/ 92173 h 92830"/>
                <a:gd name="connsiteX1" fmla="*/ 25714 w 45944"/>
                <a:gd name="connsiteY1" fmla="*/ 85376 h 92830"/>
                <a:gd name="connsiteX2" fmla="*/ 76 w 45944"/>
                <a:gd name="connsiteY2" fmla="*/ 12879 h 92830"/>
                <a:gd name="connsiteX3" fmla="*/ 6273 w 45944"/>
                <a:gd name="connsiteY3" fmla="*/ -75 h 92830"/>
                <a:gd name="connsiteX4" fmla="*/ 19227 w 45944"/>
                <a:gd name="connsiteY4" fmla="*/ 6121 h 92830"/>
                <a:gd name="connsiteX5" fmla="*/ 44864 w 45944"/>
                <a:gd name="connsiteY5" fmla="*/ 78638 h 92830"/>
                <a:gd name="connsiteX6" fmla="*/ 38668 w 45944"/>
                <a:gd name="connsiteY6" fmla="*/ 91592 h 92830"/>
                <a:gd name="connsiteX7" fmla="*/ 35395 w 45944"/>
                <a:gd name="connsiteY7" fmla="*/ 92173 h 9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44" h="92830">
                  <a:moveTo>
                    <a:pt x="35395" y="92173"/>
                  </a:moveTo>
                  <a:cubicBezTo>
                    <a:pt x="31039" y="92217"/>
                    <a:pt x="27147" y="89483"/>
                    <a:pt x="25714" y="85376"/>
                  </a:cubicBezTo>
                  <a:lnTo>
                    <a:pt x="76" y="12879"/>
                  </a:lnTo>
                  <a:cubicBezTo>
                    <a:pt x="-1783" y="7591"/>
                    <a:pt x="987" y="1791"/>
                    <a:pt x="6273" y="-75"/>
                  </a:cubicBezTo>
                  <a:cubicBezTo>
                    <a:pt x="11559" y="-1942"/>
                    <a:pt x="17368" y="833"/>
                    <a:pt x="19227" y="6121"/>
                  </a:cubicBezTo>
                  <a:lnTo>
                    <a:pt x="44864" y="78638"/>
                  </a:lnTo>
                  <a:cubicBezTo>
                    <a:pt x="46723" y="83926"/>
                    <a:pt x="43954" y="89722"/>
                    <a:pt x="38668" y="91592"/>
                  </a:cubicBezTo>
                  <a:cubicBezTo>
                    <a:pt x="37622" y="91960"/>
                    <a:pt x="36519" y="92157"/>
                    <a:pt x="35395" y="92173"/>
                  </a:cubicBezTo>
                  <a:close/>
                </a:path>
              </a:pathLst>
            </a:custGeom>
            <a:grpFill/>
            <a:ln w="1934" cap="flat">
              <a:noFill/>
              <a:prstDash val="solid"/>
              <a:miter/>
            </a:ln>
          </p:spPr>
          <p:txBody>
            <a:bodyPr rtlCol="0" anchor="ctr"/>
            <a:lstStyle/>
            <a:p>
              <a:endParaRPr lang="en-IN" dirty="0"/>
            </a:p>
          </p:txBody>
        </p:sp>
        <p:sp>
          <p:nvSpPr>
            <p:cNvPr id="7221" name="Freeform: Shape 7220">
              <a:extLst>
                <a:ext uri="{FF2B5EF4-FFF2-40B4-BE49-F238E27FC236}">
                  <a16:creationId xmlns:a16="http://schemas.microsoft.com/office/drawing/2014/main" id="{0428802C-8B8F-FE54-8231-A1E78F4D01BA}"/>
                </a:ext>
              </a:extLst>
            </p:cNvPr>
            <p:cNvSpPr/>
            <p:nvPr/>
          </p:nvSpPr>
          <p:spPr>
            <a:xfrm>
              <a:off x="7255550" y="1336657"/>
              <a:ext cx="754671" cy="489096"/>
            </a:xfrm>
            <a:custGeom>
              <a:avLst/>
              <a:gdLst>
                <a:gd name="connsiteX0" fmla="*/ 9703 w 754671"/>
                <a:gd name="connsiteY0" fmla="*/ 488439 h 489096"/>
                <a:gd name="connsiteX1" fmla="*/ -502 w 754671"/>
                <a:gd name="connsiteY1" fmla="*/ 478345 h 489096"/>
                <a:gd name="connsiteX2" fmla="*/ 4262 w 754671"/>
                <a:gd name="connsiteY2" fmla="*/ 469695 h 489096"/>
                <a:gd name="connsiteX3" fmla="*/ 737038 w 754671"/>
                <a:gd name="connsiteY3" fmla="*/ 2084 h 489096"/>
                <a:gd name="connsiteX4" fmla="*/ 748656 w 754671"/>
                <a:gd name="connsiteY4" fmla="*/ 438 h 489096"/>
                <a:gd name="connsiteX5" fmla="*/ 753051 w 754671"/>
                <a:gd name="connsiteY5" fmla="*/ 14099 h 489096"/>
                <a:gd name="connsiteX6" fmla="*/ 753032 w 754671"/>
                <a:gd name="connsiteY6" fmla="*/ 14128 h 489096"/>
                <a:gd name="connsiteX7" fmla="*/ 15125 w 754671"/>
                <a:gd name="connsiteY7" fmla="*/ 486851 h 489096"/>
                <a:gd name="connsiteX8" fmla="*/ 9703 w 754671"/>
                <a:gd name="connsiteY8" fmla="*/ 488439 h 48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4671" h="489095">
                  <a:moveTo>
                    <a:pt x="9703" y="488439"/>
                  </a:moveTo>
                  <a:cubicBezTo>
                    <a:pt x="4107" y="488468"/>
                    <a:pt x="-463" y="483949"/>
                    <a:pt x="-502" y="478345"/>
                  </a:cubicBezTo>
                  <a:cubicBezTo>
                    <a:pt x="-521" y="474833"/>
                    <a:pt x="1280" y="471560"/>
                    <a:pt x="4262" y="469695"/>
                  </a:cubicBezTo>
                  <a:cubicBezTo>
                    <a:pt x="250063" y="313799"/>
                    <a:pt x="717674" y="16588"/>
                    <a:pt x="737038" y="2084"/>
                  </a:cubicBezTo>
                  <a:cubicBezTo>
                    <a:pt x="740194" y="-832"/>
                    <a:pt x="744822" y="-1488"/>
                    <a:pt x="748656" y="438"/>
                  </a:cubicBezTo>
                  <a:cubicBezTo>
                    <a:pt x="753632" y="2998"/>
                    <a:pt x="755607" y="9115"/>
                    <a:pt x="753051" y="14099"/>
                  </a:cubicBezTo>
                  <a:cubicBezTo>
                    <a:pt x="753051" y="14109"/>
                    <a:pt x="753032" y="14119"/>
                    <a:pt x="753032" y="14128"/>
                  </a:cubicBezTo>
                  <a:cubicBezTo>
                    <a:pt x="751309" y="17459"/>
                    <a:pt x="749372" y="21177"/>
                    <a:pt x="15125" y="486851"/>
                  </a:cubicBezTo>
                  <a:cubicBezTo>
                    <a:pt x="13498" y="487876"/>
                    <a:pt x="11620" y="488426"/>
                    <a:pt x="9703" y="488439"/>
                  </a:cubicBezTo>
                  <a:close/>
                </a:path>
              </a:pathLst>
            </a:custGeom>
            <a:grpFill/>
            <a:ln w="1934" cap="flat">
              <a:noFill/>
              <a:prstDash val="solid"/>
              <a:miter/>
            </a:ln>
          </p:spPr>
          <p:txBody>
            <a:bodyPr rtlCol="0" anchor="ctr"/>
            <a:lstStyle/>
            <a:p>
              <a:endParaRPr lang="en-IN" dirty="0"/>
            </a:p>
          </p:txBody>
        </p:sp>
        <p:sp>
          <p:nvSpPr>
            <p:cNvPr id="7222" name="Freeform: Shape 7221">
              <a:extLst>
                <a:ext uri="{FF2B5EF4-FFF2-40B4-BE49-F238E27FC236}">
                  <a16:creationId xmlns:a16="http://schemas.microsoft.com/office/drawing/2014/main" id="{C8BC057E-99BB-9BF4-5CCD-7660E1A4F5AC}"/>
                </a:ext>
              </a:extLst>
            </p:cNvPr>
            <p:cNvSpPr/>
            <p:nvPr/>
          </p:nvSpPr>
          <p:spPr>
            <a:xfrm>
              <a:off x="5853990" y="2006961"/>
              <a:ext cx="161168" cy="86516"/>
            </a:xfrm>
            <a:custGeom>
              <a:avLst/>
              <a:gdLst>
                <a:gd name="connsiteX0" fmla="*/ 148931 w 161168"/>
                <a:gd name="connsiteY0" fmla="*/ 85856 h 86516"/>
                <a:gd name="connsiteX1" fmla="*/ 1981 w 161168"/>
                <a:gd name="connsiteY1" fmla="*/ 16147 h 86516"/>
                <a:gd name="connsiteX2" fmla="*/ 2997 w 161168"/>
                <a:gd name="connsiteY2" fmla="*/ 1818 h 86516"/>
                <a:gd name="connsiteX3" fmla="*/ 17317 w 161168"/>
                <a:gd name="connsiteY3" fmla="*/ 2845 h 86516"/>
                <a:gd name="connsiteX4" fmla="*/ 148989 w 161168"/>
                <a:gd name="connsiteY4" fmla="*/ 65583 h 86516"/>
                <a:gd name="connsiteX5" fmla="*/ 150519 w 161168"/>
                <a:gd name="connsiteY5" fmla="*/ 65583 h 86516"/>
                <a:gd name="connsiteX6" fmla="*/ 160665 w 161168"/>
                <a:gd name="connsiteY6" fmla="*/ 75652 h 86516"/>
                <a:gd name="connsiteX7" fmla="*/ 148931 w 161168"/>
                <a:gd name="connsiteY7" fmla="*/ 85856 h 8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168" h="86516">
                  <a:moveTo>
                    <a:pt x="148931" y="85856"/>
                  </a:moveTo>
                  <a:cubicBezTo>
                    <a:pt x="63596" y="85856"/>
                    <a:pt x="4459" y="18955"/>
                    <a:pt x="1981" y="16147"/>
                  </a:cubicBezTo>
                  <a:cubicBezTo>
                    <a:pt x="-1692" y="11907"/>
                    <a:pt x="-1237" y="5497"/>
                    <a:pt x="2997" y="1818"/>
                  </a:cubicBezTo>
                  <a:cubicBezTo>
                    <a:pt x="7232" y="-1841"/>
                    <a:pt x="13643" y="-1396"/>
                    <a:pt x="17317" y="2845"/>
                  </a:cubicBezTo>
                  <a:cubicBezTo>
                    <a:pt x="17859" y="3445"/>
                    <a:pt x="73026" y="65583"/>
                    <a:pt x="148989" y="65583"/>
                  </a:cubicBezTo>
                  <a:cubicBezTo>
                    <a:pt x="149495" y="65679"/>
                    <a:pt x="150013" y="65679"/>
                    <a:pt x="150519" y="65583"/>
                  </a:cubicBezTo>
                  <a:cubicBezTo>
                    <a:pt x="156084" y="65602"/>
                    <a:pt x="160602" y="70094"/>
                    <a:pt x="160665" y="75652"/>
                  </a:cubicBezTo>
                  <a:cubicBezTo>
                    <a:pt x="160743" y="81732"/>
                    <a:pt x="155263" y="85992"/>
                    <a:pt x="148931" y="85856"/>
                  </a:cubicBezTo>
                  <a:close/>
                </a:path>
              </a:pathLst>
            </a:custGeom>
            <a:grpFill/>
            <a:ln w="1934" cap="flat">
              <a:noFill/>
              <a:prstDash val="solid"/>
              <a:miter/>
            </a:ln>
          </p:spPr>
          <p:txBody>
            <a:bodyPr rtlCol="0" anchor="ctr"/>
            <a:lstStyle/>
            <a:p>
              <a:endParaRPr lang="en-IN" dirty="0"/>
            </a:p>
          </p:txBody>
        </p:sp>
        <p:sp>
          <p:nvSpPr>
            <p:cNvPr id="7223" name="Freeform: Shape 7222">
              <a:extLst>
                <a:ext uri="{FF2B5EF4-FFF2-40B4-BE49-F238E27FC236}">
                  <a16:creationId xmlns:a16="http://schemas.microsoft.com/office/drawing/2014/main" id="{366C5651-B7AC-4541-BF8A-7CACD7090914}"/>
                </a:ext>
              </a:extLst>
            </p:cNvPr>
            <p:cNvSpPr/>
            <p:nvPr/>
          </p:nvSpPr>
          <p:spPr>
            <a:xfrm>
              <a:off x="5996181" y="2574515"/>
              <a:ext cx="43758" cy="877952"/>
            </a:xfrm>
            <a:custGeom>
              <a:avLst/>
              <a:gdLst>
                <a:gd name="connsiteX0" fmla="*/ 33094 w 43758"/>
                <a:gd name="connsiteY0" fmla="*/ 877296 h 877952"/>
                <a:gd name="connsiteX1" fmla="*/ 23044 w 43758"/>
                <a:gd name="connsiteY1" fmla="*/ 868408 h 877952"/>
                <a:gd name="connsiteX2" fmla="*/ 118 w 43758"/>
                <a:gd name="connsiteY2" fmla="*/ 507955 h 877952"/>
                <a:gd name="connsiteX3" fmla="*/ 10090 w 43758"/>
                <a:gd name="connsiteY3" fmla="*/ 497576 h 877952"/>
                <a:gd name="connsiteX4" fmla="*/ 10265 w 43758"/>
                <a:gd name="connsiteY4" fmla="*/ 497576 h 877952"/>
                <a:gd name="connsiteX5" fmla="*/ 20411 w 43758"/>
                <a:gd name="connsiteY5" fmla="*/ 507568 h 877952"/>
                <a:gd name="connsiteX6" fmla="*/ 43183 w 43758"/>
                <a:gd name="connsiteY6" fmla="*/ 865794 h 877952"/>
                <a:gd name="connsiteX7" fmla="*/ 34233 w 43758"/>
                <a:gd name="connsiteY7" fmla="*/ 877180 h 877952"/>
                <a:gd name="connsiteX8" fmla="*/ 33094 w 43758"/>
                <a:gd name="connsiteY8" fmla="*/ 877257 h 877952"/>
                <a:gd name="connsiteX9" fmla="*/ 9722 w 43758"/>
                <a:gd name="connsiteY9" fmla="*/ 360114 h 877952"/>
                <a:gd name="connsiteX10" fmla="*/ 9548 w 43758"/>
                <a:gd name="connsiteY10" fmla="*/ 360114 h 877952"/>
                <a:gd name="connsiteX11" fmla="*/ -502 w 43758"/>
                <a:gd name="connsiteY11" fmla="*/ 349832 h 877952"/>
                <a:gd name="connsiteX12" fmla="*/ 9180 w 43758"/>
                <a:gd name="connsiteY12" fmla="*/ 33954 h 877952"/>
                <a:gd name="connsiteX13" fmla="*/ 10265 w 43758"/>
                <a:gd name="connsiteY13" fmla="*/ 9827 h 877952"/>
                <a:gd name="connsiteX14" fmla="*/ 19946 w 43758"/>
                <a:gd name="connsiteY14" fmla="*/ -649 h 877952"/>
                <a:gd name="connsiteX15" fmla="*/ 30538 w 43758"/>
                <a:gd name="connsiteY15" fmla="*/ 8588 h 877952"/>
                <a:gd name="connsiteX16" fmla="*/ 29473 w 43758"/>
                <a:gd name="connsiteY16" fmla="*/ 34941 h 877952"/>
                <a:gd name="connsiteX17" fmla="*/ 19791 w 43758"/>
                <a:gd name="connsiteY17" fmla="*/ 350045 h 877952"/>
                <a:gd name="connsiteX18" fmla="*/ 9722 w 43758"/>
                <a:gd name="connsiteY18" fmla="*/ 360114 h 8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758" h="877952">
                  <a:moveTo>
                    <a:pt x="33094" y="877296"/>
                  </a:moveTo>
                  <a:cubicBezTo>
                    <a:pt x="27988" y="877277"/>
                    <a:pt x="23687" y="873481"/>
                    <a:pt x="23044" y="868408"/>
                  </a:cubicBezTo>
                  <a:cubicBezTo>
                    <a:pt x="10245" y="767718"/>
                    <a:pt x="2519" y="646424"/>
                    <a:pt x="118" y="507955"/>
                  </a:cubicBezTo>
                  <a:cubicBezTo>
                    <a:pt x="21" y="502340"/>
                    <a:pt x="4477" y="497712"/>
                    <a:pt x="10090" y="497576"/>
                  </a:cubicBezTo>
                  <a:lnTo>
                    <a:pt x="10265" y="497576"/>
                  </a:lnTo>
                  <a:cubicBezTo>
                    <a:pt x="15805" y="497596"/>
                    <a:pt x="20316" y="502030"/>
                    <a:pt x="20411" y="507568"/>
                  </a:cubicBezTo>
                  <a:cubicBezTo>
                    <a:pt x="22851" y="645340"/>
                    <a:pt x="30480" y="765878"/>
                    <a:pt x="43183" y="865794"/>
                  </a:cubicBezTo>
                  <a:cubicBezTo>
                    <a:pt x="43857" y="871410"/>
                    <a:pt x="39850" y="876502"/>
                    <a:pt x="34233" y="877180"/>
                  </a:cubicBezTo>
                  <a:cubicBezTo>
                    <a:pt x="33855" y="877238"/>
                    <a:pt x="33474" y="877257"/>
                    <a:pt x="33094" y="877257"/>
                  </a:cubicBezTo>
                  <a:close/>
                  <a:moveTo>
                    <a:pt x="9722" y="360114"/>
                  </a:moveTo>
                  <a:lnTo>
                    <a:pt x="9548" y="360114"/>
                  </a:lnTo>
                  <a:cubicBezTo>
                    <a:pt x="3939" y="360037"/>
                    <a:pt x="-556" y="355447"/>
                    <a:pt x="-502" y="349832"/>
                  </a:cubicBezTo>
                  <a:cubicBezTo>
                    <a:pt x="796" y="204218"/>
                    <a:pt x="6702" y="84919"/>
                    <a:pt x="9180" y="33954"/>
                  </a:cubicBezTo>
                  <a:cubicBezTo>
                    <a:pt x="9858" y="20148"/>
                    <a:pt x="10284" y="11763"/>
                    <a:pt x="10265" y="9827"/>
                  </a:cubicBezTo>
                  <a:cubicBezTo>
                    <a:pt x="10181" y="4308"/>
                    <a:pt x="14441" y="-300"/>
                    <a:pt x="19946" y="-649"/>
                  </a:cubicBezTo>
                  <a:cubicBezTo>
                    <a:pt x="25368" y="-862"/>
                    <a:pt x="30019" y="3185"/>
                    <a:pt x="30538" y="8588"/>
                  </a:cubicBezTo>
                  <a:cubicBezTo>
                    <a:pt x="30635" y="9924"/>
                    <a:pt x="30267" y="19160"/>
                    <a:pt x="29473" y="34941"/>
                  </a:cubicBezTo>
                  <a:cubicBezTo>
                    <a:pt x="26956" y="85810"/>
                    <a:pt x="21089" y="204818"/>
                    <a:pt x="19791" y="350045"/>
                  </a:cubicBezTo>
                  <a:cubicBezTo>
                    <a:pt x="19739" y="355583"/>
                    <a:pt x="15262" y="360056"/>
                    <a:pt x="9722" y="360114"/>
                  </a:cubicBezTo>
                  <a:close/>
                </a:path>
              </a:pathLst>
            </a:custGeom>
            <a:grpFill/>
            <a:ln w="1934" cap="flat">
              <a:noFill/>
              <a:prstDash val="solid"/>
              <a:miter/>
            </a:ln>
          </p:spPr>
          <p:txBody>
            <a:bodyPr rtlCol="0" anchor="ctr"/>
            <a:lstStyle/>
            <a:p>
              <a:endParaRPr lang="en-IN" dirty="0"/>
            </a:p>
          </p:txBody>
        </p:sp>
        <p:sp>
          <p:nvSpPr>
            <p:cNvPr id="7224" name="Freeform: Shape 7223">
              <a:extLst>
                <a:ext uri="{FF2B5EF4-FFF2-40B4-BE49-F238E27FC236}">
                  <a16:creationId xmlns:a16="http://schemas.microsoft.com/office/drawing/2014/main" id="{10326008-F1FB-D0A6-9550-F2012600E567}"/>
                </a:ext>
              </a:extLst>
            </p:cNvPr>
            <p:cNvSpPr/>
            <p:nvPr/>
          </p:nvSpPr>
          <p:spPr>
            <a:xfrm>
              <a:off x="6014184" y="3264330"/>
              <a:ext cx="511399" cy="218558"/>
            </a:xfrm>
            <a:custGeom>
              <a:avLst/>
              <a:gdLst>
                <a:gd name="connsiteX0" fmla="*/ 9650 w 511399"/>
                <a:gd name="connsiteY0" fmla="*/ 217902 h 218558"/>
                <a:gd name="connsiteX1" fmla="*/ -502 w 511399"/>
                <a:gd name="connsiteY1" fmla="*/ 207717 h 218558"/>
                <a:gd name="connsiteX2" fmla="*/ 4461 w 511399"/>
                <a:gd name="connsiteY2" fmla="*/ 199003 h 218558"/>
                <a:gd name="connsiteX3" fmla="*/ 498697 w 511399"/>
                <a:gd name="connsiteY3" fmla="*/ -442 h 218558"/>
                <a:gd name="connsiteX4" fmla="*/ 510683 w 511399"/>
                <a:gd name="connsiteY4" fmla="*/ 7420 h 218558"/>
                <a:gd name="connsiteX5" fmla="*/ 502821 w 511399"/>
                <a:gd name="connsiteY5" fmla="*/ 19406 h 218558"/>
                <a:gd name="connsiteX6" fmla="*/ 14859 w 511399"/>
                <a:gd name="connsiteY6" fmla="*/ 216392 h 218558"/>
                <a:gd name="connsiteX7" fmla="*/ 9650 w 511399"/>
                <a:gd name="connsiteY7" fmla="*/ 217902 h 21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399" h="218558">
                  <a:moveTo>
                    <a:pt x="9650" y="217902"/>
                  </a:moveTo>
                  <a:cubicBezTo>
                    <a:pt x="4037" y="217902"/>
                    <a:pt x="-510" y="213332"/>
                    <a:pt x="-502" y="207717"/>
                  </a:cubicBezTo>
                  <a:cubicBezTo>
                    <a:pt x="-496" y="204154"/>
                    <a:pt x="1388" y="200843"/>
                    <a:pt x="4461" y="199003"/>
                  </a:cubicBezTo>
                  <a:cubicBezTo>
                    <a:pt x="6978" y="197512"/>
                    <a:pt x="258124" y="49419"/>
                    <a:pt x="498697" y="-442"/>
                  </a:cubicBezTo>
                  <a:cubicBezTo>
                    <a:pt x="504177" y="-1584"/>
                    <a:pt x="509541" y="1940"/>
                    <a:pt x="510683" y="7420"/>
                  </a:cubicBezTo>
                  <a:cubicBezTo>
                    <a:pt x="511825" y="12900"/>
                    <a:pt x="508301" y="18263"/>
                    <a:pt x="502821" y="19406"/>
                  </a:cubicBezTo>
                  <a:cubicBezTo>
                    <a:pt x="265714" y="68551"/>
                    <a:pt x="17318" y="214978"/>
                    <a:pt x="14859" y="216392"/>
                  </a:cubicBezTo>
                  <a:cubicBezTo>
                    <a:pt x="13296" y="217379"/>
                    <a:pt x="11494" y="217902"/>
                    <a:pt x="9650" y="217902"/>
                  </a:cubicBezTo>
                  <a:close/>
                </a:path>
              </a:pathLst>
            </a:custGeom>
            <a:grpFill/>
            <a:ln w="1934" cap="flat">
              <a:noFill/>
              <a:prstDash val="solid"/>
              <a:miter/>
            </a:ln>
          </p:spPr>
          <p:txBody>
            <a:bodyPr rtlCol="0" anchor="ctr"/>
            <a:lstStyle/>
            <a:p>
              <a:endParaRPr lang="en-IN" dirty="0"/>
            </a:p>
          </p:txBody>
        </p:sp>
        <p:sp>
          <p:nvSpPr>
            <p:cNvPr id="7225" name="Freeform: Shape 7224">
              <a:extLst>
                <a:ext uri="{FF2B5EF4-FFF2-40B4-BE49-F238E27FC236}">
                  <a16:creationId xmlns:a16="http://schemas.microsoft.com/office/drawing/2014/main" id="{B1F9650E-CFF8-6112-30FA-446EB49C3D2C}"/>
                </a:ext>
              </a:extLst>
            </p:cNvPr>
            <p:cNvSpPr/>
            <p:nvPr/>
          </p:nvSpPr>
          <p:spPr>
            <a:xfrm>
              <a:off x="6000079" y="3462555"/>
              <a:ext cx="143167" cy="940219"/>
            </a:xfrm>
            <a:custGeom>
              <a:avLst/>
              <a:gdLst>
                <a:gd name="connsiteX0" fmla="*/ 132521 w 143167"/>
                <a:gd name="connsiteY0" fmla="*/ 939563 h 940219"/>
                <a:gd name="connsiteX1" fmla="*/ 122626 w 143167"/>
                <a:gd name="connsiteY1" fmla="*/ 931624 h 940219"/>
                <a:gd name="connsiteX2" fmla="*/ 82717 w 143167"/>
                <a:gd name="connsiteY2" fmla="*/ 763045 h 940219"/>
                <a:gd name="connsiteX3" fmla="*/ 13686 w 143167"/>
                <a:gd name="connsiteY3" fmla="*/ 8272 h 940219"/>
                <a:gd name="connsiteX4" fmla="*/ 24727 w 143167"/>
                <a:gd name="connsiteY4" fmla="*/ -597 h 940219"/>
                <a:gd name="connsiteX5" fmla="*/ 24994 w 143167"/>
                <a:gd name="connsiteY5" fmla="*/ -558 h 940219"/>
                <a:gd name="connsiteX6" fmla="*/ 33824 w 143167"/>
                <a:gd name="connsiteY6" fmla="*/ 10750 h 940219"/>
                <a:gd name="connsiteX7" fmla="*/ 102468 w 143167"/>
                <a:gd name="connsiteY7" fmla="*/ 758185 h 940219"/>
                <a:gd name="connsiteX8" fmla="*/ 142415 w 143167"/>
                <a:gd name="connsiteY8" fmla="*/ 927132 h 940219"/>
                <a:gd name="connsiteX9" fmla="*/ 134726 w 143167"/>
                <a:gd name="connsiteY9" fmla="*/ 939273 h 940219"/>
                <a:gd name="connsiteX10" fmla="*/ 134670 w 143167"/>
                <a:gd name="connsiteY10" fmla="*/ 939292 h 940219"/>
                <a:gd name="connsiteX11" fmla="*/ 132521 w 143167"/>
                <a:gd name="connsiteY11" fmla="*/ 939563 h 94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167" h="940219">
                  <a:moveTo>
                    <a:pt x="132521" y="939563"/>
                  </a:moveTo>
                  <a:cubicBezTo>
                    <a:pt x="127769" y="939563"/>
                    <a:pt x="123652" y="936271"/>
                    <a:pt x="122626" y="931624"/>
                  </a:cubicBezTo>
                  <a:cubicBezTo>
                    <a:pt x="109071" y="871423"/>
                    <a:pt x="95517" y="815791"/>
                    <a:pt x="82717" y="763045"/>
                  </a:cubicBezTo>
                  <a:cubicBezTo>
                    <a:pt x="20367" y="506013"/>
                    <a:pt x="-24712" y="320335"/>
                    <a:pt x="13686" y="8272"/>
                  </a:cubicBezTo>
                  <a:cubicBezTo>
                    <a:pt x="14288" y="2772"/>
                    <a:pt x="19230" y="-1197"/>
                    <a:pt x="24727" y="-597"/>
                  </a:cubicBezTo>
                  <a:cubicBezTo>
                    <a:pt x="24816" y="-577"/>
                    <a:pt x="24905" y="-577"/>
                    <a:pt x="24994" y="-558"/>
                  </a:cubicBezTo>
                  <a:cubicBezTo>
                    <a:pt x="30556" y="120"/>
                    <a:pt x="34508" y="5193"/>
                    <a:pt x="33824" y="10750"/>
                  </a:cubicBezTo>
                  <a:cubicBezTo>
                    <a:pt x="-4090" y="319154"/>
                    <a:pt x="40602" y="503321"/>
                    <a:pt x="102468" y="758185"/>
                  </a:cubicBezTo>
                  <a:cubicBezTo>
                    <a:pt x="115306" y="811086"/>
                    <a:pt x="128822" y="866814"/>
                    <a:pt x="142415" y="927132"/>
                  </a:cubicBezTo>
                  <a:cubicBezTo>
                    <a:pt x="143647" y="932611"/>
                    <a:pt x="140204" y="938053"/>
                    <a:pt x="134726" y="939273"/>
                  </a:cubicBezTo>
                  <a:cubicBezTo>
                    <a:pt x="134707" y="939292"/>
                    <a:pt x="134689" y="939292"/>
                    <a:pt x="134670" y="939292"/>
                  </a:cubicBezTo>
                  <a:cubicBezTo>
                    <a:pt x="133963" y="939447"/>
                    <a:pt x="133243" y="939544"/>
                    <a:pt x="132521" y="939563"/>
                  </a:cubicBezTo>
                  <a:close/>
                </a:path>
              </a:pathLst>
            </a:custGeom>
            <a:grpFill/>
            <a:ln w="1934" cap="flat">
              <a:noFill/>
              <a:prstDash val="solid"/>
              <a:miter/>
            </a:ln>
          </p:spPr>
          <p:txBody>
            <a:bodyPr rtlCol="0" anchor="ctr"/>
            <a:lstStyle/>
            <a:p>
              <a:endParaRPr lang="en-IN" dirty="0"/>
            </a:p>
          </p:txBody>
        </p:sp>
        <p:sp>
          <p:nvSpPr>
            <p:cNvPr id="7226" name="Freeform: Shape 7225">
              <a:extLst>
                <a:ext uri="{FF2B5EF4-FFF2-40B4-BE49-F238E27FC236}">
                  <a16:creationId xmlns:a16="http://schemas.microsoft.com/office/drawing/2014/main" id="{ABDEF125-8EFB-C4FA-4595-5E7F9BEF9502}"/>
                </a:ext>
              </a:extLst>
            </p:cNvPr>
            <p:cNvSpPr/>
            <p:nvPr/>
          </p:nvSpPr>
          <p:spPr>
            <a:xfrm>
              <a:off x="6816042" y="3358876"/>
              <a:ext cx="94409" cy="674170"/>
            </a:xfrm>
            <a:custGeom>
              <a:avLst/>
              <a:gdLst>
                <a:gd name="connsiteX0" fmla="*/ 9657 w 94409"/>
                <a:gd name="connsiteY0" fmla="*/ 673514 h 674170"/>
                <a:gd name="connsiteX1" fmla="*/ 6946 w 94409"/>
                <a:gd name="connsiteY1" fmla="*/ 673107 h 674170"/>
                <a:gd name="connsiteX2" fmla="*/ -141 w 94409"/>
                <a:gd name="connsiteY2" fmla="*/ 660656 h 674170"/>
                <a:gd name="connsiteX3" fmla="*/ -141 w 94409"/>
                <a:gd name="connsiteY3" fmla="*/ 660656 h 674170"/>
                <a:gd name="connsiteX4" fmla="*/ 69568 w 94409"/>
                <a:gd name="connsiteY4" fmla="*/ 273385 h 674170"/>
                <a:gd name="connsiteX5" fmla="*/ 54658 w 94409"/>
                <a:gd name="connsiteY5" fmla="*/ 11531 h 674170"/>
                <a:gd name="connsiteX6" fmla="*/ 62597 w 94409"/>
                <a:gd name="connsiteY6" fmla="*/ -455 h 674170"/>
                <a:gd name="connsiteX7" fmla="*/ 74467 w 94409"/>
                <a:gd name="connsiteY7" fmla="*/ 6980 h 674170"/>
                <a:gd name="connsiteX8" fmla="*/ 89822 w 94409"/>
                <a:gd name="connsiteY8" fmla="*/ 275263 h 674170"/>
                <a:gd name="connsiteX9" fmla="*/ 19416 w 94409"/>
                <a:gd name="connsiteY9" fmla="*/ 665962 h 674170"/>
                <a:gd name="connsiteX10" fmla="*/ 9657 w 94409"/>
                <a:gd name="connsiteY10" fmla="*/ 673514 h 67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409" h="674170">
                  <a:moveTo>
                    <a:pt x="9657" y="673514"/>
                  </a:moveTo>
                  <a:cubicBezTo>
                    <a:pt x="8747" y="673494"/>
                    <a:pt x="7837" y="673359"/>
                    <a:pt x="6946" y="673107"/>
                  </a:cubicBezTo>
                  <a:cubicBezTo>
                    <a:pt x="1544" y="671635"/>
                    <a:pt x="-1613" y="666058"/>
                    <a:pt x="-141" y="660656"/>
                  </a:cubicBezTo>
                  <a:cubicBezTo>
                    <a:pt x="-141" y="660656"/>
                    <a:pt x="-141" y="660656"/>
                    <a:pt x="-141" y="660656"/>
                  </a:cubicBezTo>
                  <a:cubicBezTo>
                    <a:pt x="382" y="658720"/>
                    <a:pt x="51269" y="472713"/>
                    <a:pt x="69568" y="273385"/>
                  </a:cubicBezTo>
                  <a:cubicBezTo>
                    <a:pt x="80315" y="156157"/>
                    <a:pt x="67399" y="66194"/>
                    <a:pt x="54658" y="11531"/>
                  </a:cubicBezTo>
                  <a:cubicBezTo>
                    <a:pt x="53535" y="6032"/>
                    <a:pt x="57098" y="668"/>
                    <a:pt x="62597" y="-455"/>
                  </a:cubicBezTo>
                  <a:cubicBezTo>
                    <a:pt x="67903" y="-1520"/>
                    <a:pt x="73111" y="1733"/>
                    <a:pt x="74467" y="6980"/>
                  </a:cubicBezTo>
                  <a:cubicBezTo>
                    <a:pt x="87537" y="63135"/>
                    <a:pt x="100821" y="155325"/>
                    <a:pt x="89822" y="275263"/>
                  </a:cubicBezTo>
                  <a:cubicBezTo>
                    <a:pt x="71311" y="476373"/>
                    <a:pt x="19939" y="664122"/>
                    <a:pt x="19416" y="665962"/>
                  </a:cubicBezTo>
                  <a:cubicBezTo>
                    <a:pt x="18235" y="670396"/>
                    <a:pt x="14246" y="673475"/>
                    <a:pt x="9657" y="673514"/>
                  </a:cubicBezTo>
                  <a:close/>
                </a:path>
              </a:pathLst>
            </a:custGeom>
            <a:grpFill/>
            <a:ln w="1934" cap="flat">
              <a:noFill/>
              <a:prstDash val="solid"/>
              <a:miter/>
            </a:ln>
          </p:spPr>
          <p:txBody>
            <a:bodyPr rtlCol="0" anchor="ctr"/>
            <a:lstStyle/>
            <a:p>
              <a:endParaRPr lang="en-IN" dirty="0"/>
            </a:p>
          </p:txBody>
        </p:sp>
        <p:sp>
          <p:nvSpPr>
            <p:cNvPr id="7227" name="Freeform: Shape 7226">
              <a:extLst>
                <a:ext uri="{FF2B5EF4-FFF2-40B4-BE49-F238E27FC236}">
                  <a16:creationId xmlns:a16="http://schemas.microsoft.com/office/drawing/2014/main" id="{2A326A4E-F437-0CCE-FF90-53D9F649A560}"/>
                </a:ext>
              </a:extLst>
            </p:cNvPr>
            <p:cNvSpPr/>
            <p:nvPr/>
          </p:nvSpPr>
          <p:spPr>
            <a:xfrm>
              <a:off x="6409414" y="3550586"/>
              <a:ext cx="107529" cy="478239"/>
            </a:xfrm>
            <a:custGeom>
              <a:avLst/>
              <a:gdLst>
                <a:gd name="connsiteX0" fmla="*/ 9670 w 107529"/>
                <a:gd name="connsiteY0" fmla="*/ 477583 h 478239"/>
                <a:gd name="connsiteX1" fmla="*/ 7966 w 107529"/>
                <a:gd name="connsiteY1" fmla="*/ 477428 h 478239"/>
                <a:gd name="connsiteX2" fmla="*/ -360 w 107529"/>
                <a:gd name="connsiteY2" fmla="*/ 465713 h 478239"/>
                <a:gd name="connsiteX3" fmla="*/ 87473 w 107529"/>
                <a:gd name="connsiteY3" fmla="*/ 5595 h 478239"/>
                <a:gd name="connsiteX4" fmla="*/ 100776 w 107529"/>
                <a:gd name="connsiteY4" fmla="*/ 135 h 478239"/>
                <a:gd name="connsiteX5" fmla="*/ 106236 w 107529"/>
                <a:gd name="connsiteY5" fmla="*/ 13438 h 478239"/>
                <a:gd name="connsiteX6" fmla="*/ 19700 w 107529"/>
                <a:gd name="connsiteY6" fmla="*/ 469101 h 478239"/>
                <a:gd name="connsiteX7" fmla="*/ 9670 w 107529"/>
                <a:gd name="connsiteY7" fmla="*/ 477583 h 47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528" h="478239">
                  <a:moveTo>
                    <a:pt x="9670" y="477583"/>
                  </a:moveTo>
                  <a:cubicBezTo>
                    <a:pt x="9089" y="477583"/>
                    <a:pt x="8528" y="477525"/>
                    <a:pt x="7966" y="477428"/>
                  </a:cubicBezTo>
                  <a:cubicBezTo>
                    <a:pt x="2447" y="476479"/>
                    <a:pt x="-1290" y="471251"/>
                    <a:pt x="-360" y="465713"/>
                  </a:cubicBezTo>
                  <a:cubicBezTo>
                    <a:pt x="2583" y="448498"/>
                    <a:pt x="71633" y="43586"/>
                    <a:pt x="87473" y="5595"/>
                  </a:cubicBezTo>
                  <a:cubicBezTo>
                    <a:pt x="89642" y="406"/>
                    <a:pt x="95586" y="-2034"/>
                    <a:pt x="100776" y="135"/>
                  </a:cubicBezTo>
                  <a:cubicBezTo>
                    <a:pt x="105965" y="2303"/>
                    <a:pt x="108405" y="8248"/>
                    <a:pt x="106236" y="13438"/>
                  </a:cubicBezTo>
                  <a:cubicBezTo>
                    <a:pt x="93824" y="43277"/>
                    <a:pt x="39548" y="352455"/>
                    <a:pt x="19700" y="469101"/>
                  </a:cubicBezTo>
                  <a:cubicBezTo>
                    <a:pt x="18848" y="473981"/>
                    <a:pt x="14627" y="477563"/>
                    <a:pt x="9670" y="477583"/>
                  </a:cubicBezTo>
                  <a:close/>
                </a:path>
              </a:pathLst>
            </a:custGeom>
            <a:grpFill/>
            <a:ln w="1934" cap="flat">
              <a:noFill/>
              <a:prstDash val="solid"/>
              <a:miter/>
            </a:ln>
          </p:spPr>
          <p:txBody>
            <a:bodyPr rtlCol="0" anchor="ctr"/>
            <a:lstStyle/>
            <a:p>
              <a:endParaRPr lang="en-IN" dirty="0"/>
            </a:p>
          </p:txBody>
        </p:sp>
        <p:sp>
          <p:nvSpPr>
            <p:cNvPr id="7228" name="Freeform: Shape 7227">
              <a:extLst>
                <a:ext uri="{FF2B5EF4-FFF2-40B4-BE49-F238E27FC236}">
                  <a16:creationId xmlns:a16="http://schemas.microsoft.com/office/drawing/2014/main" id="{16038196-9C5F-50C3-7BB2-34CA2242F67F}"/>
                </a:ext>
              </a:extLst>
            </p:cNvPr>
            <p:cNvSpPr/>
            <p:nvPr/>
          </p:nvSpPr>
          <p:spPr>
            <a:xfrm>
              <a:off x="6141518" y="3879543"/>
              <a:ext cx="707303" cy="1407488"/>
            </a:xfrm>
            <a:custGeom>
              <a:avLst/>
              <a:gdLst>
                <a:gd name="connsiteX0" fmla="*/ 373745 w 707303"/>
                <a:gd name="connsiteY0" fmla="*/ 1406832 h 1407488"/>
                <a:gd name="connsiteX1" fmla="*/ 340594 w 707303"/>
                <a:gd name="connsiteY1" fmla="*/ 1395214 h 1407488"/>
                <a:gd name="connsiteX2" fmla="*/ 305740 w 707303"/>
                <a:gd name="connsiteY2" fmla="*/ 1350503 h 1407488"/>
                <a:gd name="connsiteX3" fmla="*/ 214499 w 707303"/>
                <a:gd name="connsiteY3" fmla="*/ 1266833 h 1407488"/>
                <a:gd name="connsiteX4" fmla="*/ 213434 w 707303"/>
                <a:gd name="connsiteY4" fmla="*/ 1266833 h 1407488"/>
                <a:gd name="connsiteX5" fmla="*/ 124555 w 707303"/>
                <a:gd name="connsiteY5" fmla="*/ 1317759 h 1407488"/>
                <a:gd name="connsiteX6" fmla="*/ 22431 w 707303"/>
                <a:gd name="connsiteY6" fmla="*/ 1355867 h 1407488"/>
                <a:gd name="connsiteX7" fmla="*/ 20495 w 707303"/>
                <a:gd name="connsiteY7" fmla="*/ 1241874 h 1407488"/>
                <a:gd name="connsiteX8" fmla="*/ 56259 w 707303"/>
                <a:gd name="connsiteY8" fmla="*/ 1140679 h 1407488"/>
                <a:gd name="connsiteX9" fmla="*/ 191804 w 707303"/>
                <a:gd name="connsiteY9" fmla="*/ 576890 h 1407488"/>
                <a:gd name="connsiteX10" fmla="*/ 197614 w 707303"/>
                <a:gd name="connsiteY10" fmla="*/ 518082 h 1407488"/>
                <a:gd name="connsiteX11" fmla="*/ 223503 w 707303"/>
                <a:gd name="connsiteY11" fmla="*/ 487604 h 1407488"/>
                <a:gd name="connsiteX12" fmla="*/ 227550 w 707303"/>
                <a:gd name="connsiteY12" fmla="*/ 448102 h 1407488"/>
                <a:gd name="connsiteX13" fmla="*/ 244861 w 707303"/>
                <a:gd name="connsiteY13" fmla="*/ 423181 h 1407488"/>
                <a:gd name="connsiteX14" fmla="*/ 233475 w 707303"/>
                <a:gd name="connsiteY14" fmla="*/ 398009 h 1407488"/>
                <a:gd name="connsiteX15" fmla="*/ 242808 w 707303"/>
                <a:gd name="connsiteY15" fmla="*/ 356668 h 1407488"/>
                <a:gd name="connsiteX16" fmla="*/ 242305 w 707303"/>
                <a:gd name="connsiteY16" fmla="*/ 276173 h 1407488"/>
                <a:gd name="connsiteX17" fmla="*/ 286105 w 707303"/>
                <a:gd name="connsiteY17" fmla="*/ 94155 h 1407488"/>
                <a:gd name="connsiteX18" fmla="*/ 369369 w 707303"/>
                <a:gd name="connsiteY18" fmla="*/ 21600 h 1407488"/>
                <a:gd name="connsiteX19" fmla="*/ 596445 w 707303"/>
                <a:gd name="connsiteY19" fmla="*/ 22297 h 1407488"/>
                <a:gd name="connsiteX20" fmla="*/ 704455 w 707303"/>
                <a:gd name="connsiteY20" fmla="*/ 291102 h 1407488"/>
                <a:gd name="connsiteX21" fmla="*/ 679844 w 707303"/>
                <a:gd name="connsiteY21" fmla="*/ 371887 h 1407488"/>
                <a:gd name="connsiteX22" fmla="*/ 680987 w 707303"/>
                <a:gd name="connsiteY22" fmla="*/ 417895 h 1407488"/>
                <a:gd name="connsiteX23" fmla="*/ 661875 w 707303"/>
                <a:gd name="connsiteY23" fmla="*/ 448625 h 1407488"/>
                <a:gd name="connsiteX24" fmla="*/ 656066 w 707303"/>
                <a:gd name="connsiteY24" fmla="*/ 485784 h 1407488"/>
                <a:gd name="connsiteX25" fmla="*/ 638154 w 707303"/>
                <a:gd name="connsiteY25" fmla="*/ 502068 h 1407488"/>
                <a:gd name="connsiteX26" fmla="*/ 642879 w 707303"/>
                <a:gd name="connsiteY26" fmla="*/ 544010 h 1407488"/>
                <a:gd name="connsiteX27" fmla="*/ 614705 w 707303"/>
                <a:gd name="connsiteY27" fmla="*/ 587288 h 1407488"/>
                <a:gd name="connsiteX28" fmla="*/ 481948 w 707303"/>
                <a:gd name="connsiteY28" fmla="*/ 1100422 h 1407488"/>
                <a:gd name="connsiteX29" fmla="*/ 419559 w 707303"/>
                <a:gd name="connsiteY29" fmla="*/ 1342700 h 1407488"/>
                <a:gd name="connsiteX30" fmla="*/ 416925 w 707303"/>
                <a:gd name="connsiteY30" fmla="*/ 1358830 h 1407488"/>
                <a:gd name="connsiteX31" fmla="*/ 388577 w 707303"/>
                <a:gd name="connsiteY31" fmla="*/ 1403695 h 1407488"/>
                <a:gd name="connsiteX32" fmla="*/ 373745 w 707303"/>
                <a:gd name="connsiteY32" fmla="*/ 1406832 h 1407488"/>
                <a:gd name="connsiteX33" fmla="*/ 214421 w 707303"/>
                <a:gd name="connsiteY33" fmla="*/ 1246637 h 1407488"/>
                <a:gd name="connsiteX34" fmla="*/ 322857 w 707303"/>
                <a:gd name="connsiteY34" fmla="*/ 1339582 h 1407488"/>
                <a:gd name="connsiteX35" fmla="*/ 351903 w 707303"/>
                <a:gd name="connsiteY35" fmla="*/ 1378309 h 1407488"/>
                <a:gd name="connsiteX36" fmla="*/ 380561 w 707303"/>
                <a:gd name="connsiteY36" fmla="*/ 1385067 h 1407488"/>
                <a:gd name="connsiteX37" fmla="*/ 396923 w 707303"/>
                <a:gd name="connsiteY37" fmla="*/ 1355480 h 1407488"/>
                <a:gd name="connsiteX38" fmla="*/ 399556 w 707303"/>
                <a:gd name="connsiteY38" fmla="*/ 1339505 h 1407488"/>
                <a:gd name="connsiteX39" fmla="*/ 464231 w 707303"/>
                <a:gd name="connsiteY39" fmla="*/ 1090509 h 1407488"/>
                <a:gd name="connsiteX40" fmla="*/ 596310 w 707303"/>
                <a:gd name="connsiteY40" fmla="*/ 576289 h 1407488"/>
                <a:gd name="connsiteX41" fmla="*/ 606611 w 707303"/>
                <a:gd name="connsiteY41" fmla="*/ 568254 h 1407488"/>
                <a:gd name="connsiteX42" fmla="*/ 622605 w 707303"/>
                <a:gd name="connsiteY42" fmla="*/ 542693 h 1407488"/>
                <a:gd name="connsiteX43" fmla="*/ 613059 w 707303"/>
                <a:gd name="connsiteY43" fmla="*/ 495853 h 1407488"/>
                <a:gd name="connsiteX44" fmla="*/ 614957 w 707303"/>
                <a:gd name="connsiteY44" fmla="*/ 481640 h 1407488"/>
                <a:gd name="connsiteX45" fmla="*/ 628744 w 707303"/>
                <a:gd name="connsiteY45" fmla="*/ 482996 h 1407488"/>
                <a:gd name="connsiteX46" fmla="*/ 639142 w 707303"/>
                <a:gd name="connsiteY46" fmla="*/ 474708 h 1407488"/>
                <a:gd name="connsiteX47" fmla="*/ 636760 w 707303"/>
                <a:gd name="connsiteY47" fmla="*/ 443281 h 1407488"/>
                <a:gd name="connsiteX48" fmla="*/ 638193 w 707303"/>
                <a:gd name="connsiteY48" fmla="*/ 428971 h 1407488"/>
                <a:gd name="connsiteX49" fmla="*/ 651380 w 707303"/>
                <a:gd name="connsiteY49" fmla="*/ 429242 h 1407488"/>
                <a:gd name="connsiteX50" fmla="*/ 661062 w 707303"/>
                <a:gd name="connsiteY50" fmla="*/ 413403 h 1407488"/>
                <a:gd name="connsiteX51" fmla="*/ 661468 w 707303"/>
                <a:gd name="connsiteY51" fmla="*/ 381201 h 1407488"/>
                <a:gd name="connsiteX52" fmla="*/ 656472 w 707303"/>
                <a:gd name="connsiteY52" fmla="*/ 374947 h 1407488"/>
                <a:gd name="connsiteX53" fmla="*/ 658951 w 707303"/>
                <a:gd name="connsiteY53" fmla="*/ 366659 h 1407488"/>
                <a:gd name="connsiteX54" fmla="*/ 684124 w 707303"/>
                <a:gd name="connsiteY54" fmla="*/ 289379 h 1407488"/>
                <a:gd name="connsiteX55" fmla="*/ 588061 w 707303"/>
                <a:gd name="connsiteY55" fmla="*/ 40944 h 1407488"/>
                <a:gd name="connsiteX56" fmla="*/ 376998 w 707303"/>
                <a:gd name="connsiteY56" fmla="*/ 40441 h 1407488"/>
                <a:gd name="connsiteX57" fmla="*/ 304926 w 707303"/>
                <a:gd name="connsiteY57" fmla="*/ 101397 h 1407488"/>
                <a:gd name="connsiteX58" fmla="*/ 261939 w 707303"/>
                <a:gd name="connsiteY58" fmla="*/ 281053 h 1407488"/>
                <a:gd name="connsiteX59" fmla="*/ 260003 w 707303"/>
                <a:gd name="connsiteY59" fmla="*/ 286203 h 1407488"/>
                <a:gd name="connsiteX60" fmla="*/ 263411 w 707303"/>
                <a:gd name="connsiteY60" fmla="*/ 350471 h 1407488"/>
                <a:gd name="connsiteX61" fmla="*/ 265948 w 707303"/>
                <a:gd name="connsiteY61" fmla="*/ 358023 h 1407488"/>
                <a:gd name="connsiteX62" fmla="*/ 262268 w 707303"/>
                <a:gd name="connsiteY62" fmla="*/ 365071 h 1407488"/>
                <a:gd name="connsiteX63" fmla="*/ 253342 w 707303"/>
                <a:gd name="connsiteY63" fmla="*/ 394407 h 1407488"/>
                <a:gd name="connsiteX64" fmla="*/ 263024 w 707303"/>
                <a:gd name="connsiteY64" fmla="*/ 411834 h 1407488"/>
                <a:gd name="connsiteX65" fmla="*/ 272144 w 707303"/>
                <a:gd name="connsiteY65" fmla="*/ 419967 h 1407488"/>
                <a:gd name="connsiteX66" fmla="*/ 266219 w 707303"/>
                <a:gd name="connsiteY66" fmla="*/ 431082 h 1407488"/>
                <a:gd name="connsiteX67" fmla="*/ 266219 w 707303"/>
                <a:gd name="connsiteY67" fmla="*/ 431082 h 1407488"/>
                <a:gd name="connsiteX68" fmla="*/ 245132 w 707303"/>
                <a:gd name="connsiteY68" fmla="*/ 457881 h 1407488"/>
                <a:gd name="connsiteX69" fmla="*/ 245229 w 707303"/>
                <a:gd name="connsiteY69" fmla="*/ 484990 h 1407488"/>
                <a:gd name="connsiteX70" fmla="*/ 246255 w 707303"/>
                <a:gd name="connsiteY70" fmla="*/ 499338 h 1407488"/>
                <a:gd name="connsiteX71" fmla="*/ 239420 w 707303"/>
                <a:gd name="connsiteY71" fmla="*/ 502805 h 1407488"/>
                <a:gd name="connsiteX72" fmla="*/ 215970 w 707303"/>
                <a:gd name="connsiteY72" fmla="*/ 526331 h 1407488"/>
                <a:gd name="connsiteX73" fmla="*/ 211788 w 707303"/>
                <a:gd name="connsiteY73" fmla="*/ 573927 h 1407488"/>
                <a:gd name="connsiteX74" fmla="*/ 211962 w 707303"/>
                <a:gd name="connsiteY74" fmla="*/ 578903 h 1407488"/>
                <a:gd name="connsiteX75" fmla="*/ 75507 w 707303"/>
                <a:gd name="connsiteY75" fmla="*/ 1146760 h 1407488"/>
                <a:gd name="connsiteX76" fmla="*/ 39336 w 707303"/>
                <a:gd name="connsiteY76" fmla="*/ 1249193 h 1407488"/>
                <a:gd name="connsiteX77" fmla="*/ 34533 w 707303"/>
                <a:gd name="connsiteY77" fmla="*/ 1339718 h 1407488"/>
                <a:gd name="connsiteX78" fmla="*/ 111523 w 707303"/>
                <a:gd name="connsiteY78" fmla="*/ 1301998 h 1407488"/>
                <a:gd name="connsiteX79" fmla="*/ 212736 w 707303"/>
                <a:gd name="connsiteY79" fmla="*/ 1246521 h 1407488"/>
                <a:gd name="connsiteX80" fmla="*/ 251909 w 707303"/>
                <a:gd name="connsiteY80" fmla="*/ 280298 h 1407488"/>
                <a:gd name="connsiteX81" fmla="*/ 251909 w 707303"/>
                <a:gd name="connsiteY81" fmla="*/ 280298 h 140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07303" h="1407488">
                  <a:moveTo>
                    <a:pt x="373745" y="1406832"/>
                  </a:moveTo>
                  <a:cubicBezTo>
                    <a:pt x="363346" y="1406832"/>
                    <a:pt x="351980" y="1402959"/>
                    <a:pt x="340594" y="1395214"/>
                  </a:cubicBezTo>
                  <a:cubicBezTo>
                    <a:pt x="329615" y="1387933"/>
                    <a:pt x="319043" y="1371397"/>
                    <a:pt x="305740" y="1350503"/>
                  </a:cubicBezTo>
                  <a:cubicBezTo>
                    <a:pt x="281845" y="1313229"/>
                    <a:pt x="252141" y="1266833"/>
                    <a:pt x="214499" y="1266833"/>
                  </a:cubicBezTo>
                  <a:lnTo>
                    <a:pt x="213434" y="1266833"/>
                  </a:lnTo>
                  <a:cubicBezTo>
                    <a:pt x="186189" y="1267492"/>
                    <a:pt x="153406" y="1294194"/>
                    <a:pt x="124555" y="1317759"/>
                  </a:cubicBezTo>
                  <a:cubicBezTo>
                    <a:pt x="86854" y="1348528"/>
                    <a:pt x="51186" y="1377786"/>
                    <a:pt x="22431" y="1355867"/>
                  </a:cubicBezTo>
                  <a:cubicBezTo>
                    <a:pt x="-12907" y="1329029"/>
                    <a:pt x="-2432" y="1301649"/>
                    <a:pt x="20495" y="1241874"/>
                  </a:cubicBezTo>
                  <a:cubicBezTo>
                    <a:pt x="30486" y="1215927"/>
                    <a:pt x="42879" y="1183667"/>
                    <a:pt x="56259" y="1140679"/>
                  </a:cubicBezTo>
                  <a:cubicBezTo>
                    <a:pt x="98375" y="1005638"/>
                    <a:pt x="184388" y="610892"/>
                    <a:pt x="191804" y="576890"/>
                  </a:cubicBezTo>
                  <a:cubicBezTo>
                    <a:pt x="187577" y="557158"/>
                    <a:pt x="189609" y="536613"/>
                    <a:pt x="197614" y="518082"/>
                  </a:cubicBezTo>
                  <a:cubicBezTo>
                    <a:pt x="205165" y="501158"/>
                    <a:pt x="215254" y="492271"/>
                    <a:pt x="223503" y="487604"/>
                  </a:cubicBezTo>
                  <a:cubicBezTo>
                    <a:pt x="219630" y="477922"/>
                    <a:pt x="218700" y="464271"/>
                    <a:pt x="227550" y="448102"/>
                  </a:cubicBezTo>
                  <a:cubicBezTo>
                    <a:pt x="232255" y="439098"/>
                    <a:pt x="238064" y="430733"/>
                    <a:pt x="244861" y="423181"/>
                  </a:cubicBezTo>
                  <a:cubicBezTo>
                    <a:pt x="240000" y="417934"/>
                    <a:pt x="235682" y="409879"/>
                    <a:pt x="233475" y="398009"/>
                  </a:cubicBezTo>
                  <a:cubicBezTo>
                    <a:pt x="230551" y="383525"/>
                    <a:pt x="233959" y="368499"/>
                    <a:pt x="242808" y="356668"/>
                  </a:cubicBezTo>
                  <a:cubicBezTo>
                    <a:pt x="231035" y="339008"/>
                    <a:pt x="220695" y="307194"/>
                    <a:pt x="242305" y="276173"/>
                  </a:cubicBezTo>
                  <a:cubicBezTo>
                    <a:pt x="244938" y="259540"/>
                    <a:pt x="261281" y="159798"/>
                    <a:pt x="286105" y="94155"/>
                  </a:cubicBezTo>
                  <a:cubicBezTo>
                    <a:pt x="297046" y="65110"/>
                    <a:pt x="326633" y="39415"/>
                    <a:pt x="369369" y="21600"/>
                  </a:cubicBezTo>
                  <a:cubicBezTo>
                    <a:pt x="425813" y="-1810"/>
                    <a:pt x="515157" y="-14029"/>
                    <a:pt x="596445" y="22297"/>
                  </a:cubicBezTo>
                  <a:cubicBezTo>
                    <a:pt x="680444" y="59824"/>
                    <a:pt x="716790" y="150252"/>
                    <a:pt x="704455" y="291102"/>
                  </a:cubicBezTo>
                  <a:cubicBezTo>
                    <a:pt x="700892" y="331998"/>
                    <a:pt x="687144" y="359727"/>
                    <a:pt x="679844" y="371887"/>
                  </a:cubicBezTo>
                  <a:cubicBezTo>
                    <a:pt x="683969" y="379439"/>
                    <a:pt x="686621" y="393187"/>
                    <a:pt x="680987" y="417895"/>
                  </a:cubicBezTo>
                  <a:cubicBezTo>
                    <a:pt x="677114" y="434567"/>
                    <a:pt x="670918" y="444694"/>
                    <a:pt x="661875" y="448625"/>
                  </a:cubicBezTo>
                  <a:cubicBezTo>
                    <a:pt x="665573" y="461250"/>
                    <a:pt x="663443" y="474882"/>
                    <a:pt x="656066" y="485784"/>
                  </a:cubicBezTo>
                  <a:cubicBezTo>
                    <a:pt x="650625" y="494130"/>
                    <a:pt x="644583" y="499590"/>
                    <a:pt x="638154" y="502068"/>
                  </a:cubicBezTo>
                  <a:cubicBezTo>
                    <a:pt x="642395" y="515623"/>
                    <a:pt x="644002" y="529855"/>
                    <a:pt x="642879" y="544010"/>
                  </a:cubicBezTo>
                  <a:cubicBezTo>
                    <a:pt x="640943" y="572339"/>
                    <a:pt x="626517" y="583860"/>
                    <a:pt x="614705" y="587288"/>
                  </a:cubicBezTo>
                  <a:cubicBezTo>
                    <a:pt x="602080" y="646250"/>
                    <a:pt x="517558" y="1036523"/>
                    <a:pt x="481948" y="1100422"/>
                  </a:cubicBezTo>
                  <a:cubicBezTo>
                    <a:pt x="449243" y="1158978"/>
                    <a:pt x="428447" y="1287707"/>
                    <a:pt x="419559" y="1342700"/>
                  </a:cubicBezTo>
                  <a:lnTo>
                    <a:pt x="416925" y="1358830"/>
                  </a:lnTo>
                  <a:cubicBezTo>
                    <a:pt x="411968" y="1387875"/>
                    <a:pt x="398763" y="1399338"/>
                    <a:pt x="388577" y="1403695"/>
                  </a:cubicBezTo>
                  <a:cubicBezTo>
                    <a:pt x="383891" y="1405748"/>
                    <a:pt x="378857" y="1406812"/>
                    <a:pt x="373745" y="1406832"/>
                  </a:cubicBezTo>
                  <a:close/>
                  <a:moveTo>
                    <a:pt x="214421" y="1246637"/>
                  </a:moveTo>
                  <a:cubicBezTo>
                    <a:pt x="263179" y="1246637"/>
                    <a:pt x="297568" y="1300332"/>
                    <a:pt x="322857" y="1339582"/>
                  </a:cubicBezTo>
                  <a:cubicBezTo>
                    <a:pt x="333972" y="1357009"/>
                    <a:pt x="344506" y="1373333"/>
                    <a:pt x="351903" y="1378309"/>
                  </a:cubicBezTo>
                  <a:cubicBezTo>
                    <a:pt x="363133" y="1385861"/>
                    <a:pt x="373357" y="1388127"/>
                    <a:pt x="380561" y="1385067"/>
                  </a:cubicBezTo>
                  <a:cubicBezTo>
                    <a:pt x="388461" y="1381678"/>
                    <a:pt x="394270" y="1371164"/>
                    <a:pt x="396923" y="1355480"/>
                  </a:cubicBezTo>
                  <a:lnTo>
                    <a:pt x="399556" y="1339505"/>
                  </a:lnTo>
                  <a:cubicBezTo>
                    <a:pt x="408580" y="1283350"/>
                    <a:pt x="429783" y="1152201"/>
                    <a:pt x="464231" y="1090509"/>
                  </a:cubicBezTo>
                  <a:cubicBezTo>
                    <a:pt x="500479" y="1025582"/>
                    <a:pt x="595361" y="580801"/>
                    <a:pt x="596310" y="576289"/>
                  </a:cubicBezTo>
                  <a:cubicBezTo>
                    <a:pt x="597355" y="571487"/>
                    <a:pt x="602332" y="568853"/>
                    <a:pt x="606611" y="568254"/>
                  </a:cubicBezTo>
                  <a:cubicBezTo>
                    <a:pt x="608819" y="568254"/>
                    <a:pt x="621018" y="566821"/>
                    <a:pt x="622605" y="542693"/>
                  </a:cubicBezTo>
                  <a:cubicBezTo>
                    <a:pt x="624677" y="511828"/>
                    <a:pt x="613524" y="496492"/>
                    <a:pt x="613059" y="495853"/>
                  </a:cubicBezTo>
                  <a:cubicBezTo>
                    <a:pt x="609651" y="491399"/>
                    <a:pt x="610503" y="485029"/>
                    <a:pt x="614957" y="481640"/>
                  </a:cubicBezTo>
                  <a:cubicBezTo>
                    <a:pt x="619197" y="478387"/>
                    <a:pt x="625220" y="478987"/>
                    <a:pt x="628744" y="482996"/>
                  </a:cubicBezTo>
                  <a:cubicBezTo>
                    <a:pt x="631977" y="483093"/>
                    <a:pt x="635153" y="480807"/>
                    <a:pt x="639142" y="474708"/>
                  </a:cubicBezTo>
                  <a:cubicBezTo>
                    <a:pt x="649308" y="459217"/>
                    <a:pt x="638077" y="444869"/>
                    <a:pt x="636760" y="443281"/>
                  </a:cubicBezTo>
                  <a:cubicBezTo>
                    <a:pt x="633197" y="438943"/>
                    <a:pt x="633836" y="432534"/>
                    <a:pt x="638193" y="428971"/>
                  </a:cubicBezTo>
                  <a:cubicBezTo>
                    <a:pt x="642046" y="425815"/>
                    <a:pt x="647642" y="425912"/>
                    <a:pt x="651380" y="429242"/>
                  </a:cubicBezTo>
                  <a:cubicBezTo>
                    <a:pt x="653761" y="430036"/>
                    <a:pt x="657731" y="428352"/>
                    <a:pt x="661062" y="413403"/>
                  </a:cubicBezTo>
                  <a:cubicBezTo>
                    <a:pt x="666871" y="387804"/>
                    <a:pt x="661507" y="381298"/>
                    <a:pt x="661468" y="381201"/>
                  </a:cubicBezTo>
                  <a:cubicBezTo>
                    <a:pt x="658854" y="380078"/>
                    <a:pt x="656995" y="377735"/>
                    <a:pt x="656472" y="374947"/>
                  </a:cubicBezTo>
                  <a:cubicBezTo>
                    <a:pt x="655950" y="371945"/>
                    <a:pt x="656860" y="368886"/>
                    <a:pt x="658951" y="366659"/>
                  </a:cubicBezTo>
                  <a:cubicBezTo>
                    <a:pt x="659164" y="366408"/>
                    <a:pt x="679825" y="338427"/>
                    <a:pt x="684124" y="289379"/>
                  </a:cubicBezTo>
                  <a:cubicBezTo>
                    <a:pt x="695606" y="158172"/>
                    <a:pt x="663288" y="74443"/>
                    <a:pt x="588061" y="40944"/>
                  </a:cubicBezTo>
                  <a:cubicBezTo>
                    <a:pt x="525865" y="13138"/>
                    <a:pt x="443047" y="12945"/>
                    <a:pt x="376998" y="40441"/>
                  </a:cubicBezTo>
                  <a:cubicBezTo>
                    <a:pt x="340013" y="55932"/>
                    <a:pt x="313756" y="78064"/>
                    <a:pt x="304926" y="101397"/>
                  </a:cubicBezTo>
                  <a:cubicBezTo>
                    <a:pt x="279986" y="167350"/>
                    <a:pt x="263237" y="272804"/>
                    <a:pt x="261939" y="281053"/>
                  </a:cubicBezTo>
                  <a:cubicBezTo>
                    <a:pt x="261784" y="282912"/>
                    <a:pt x="261107" y="284693"/>
                    <a:pt x="260003" y="286203"/>
                  </a:cubicBezTo>
                  <a:cubicBezTo>
                    <a:pt x="235915" y="318560"/>
                    <a:pt x="262288" y="349193"/>
                    <a:pt x="263411" y="350471"/>
                  </a:cubicBezTo>
                  <a:cubicBezTo>
                    <a:pt x="265231" y="352543"/>
                    <a:pt x="266161" y="355274"/>
                    <a:pt x="265948" y="358023"/>
                  </a:cubicBezTo>
                  <a:cubicBezTo>
                    <a:pt x="265735" y="360772"/>
                    <a:pt x="264399" y="363329"/>
                    <a:pt x="262268" y="365071"/>
                  </a:cubicBezTo>
                  <a:cubicBezTo>
                    <a:pt x="254446" y="372662"/>
                    <a:pt x="251076" y="383738"/>
                    <a:pt x="253342" y="394407"/>
                  </a:cubicBezTo>
                  <a:cubicBezTo>
                    <a:pt x="255666" y="407052"/>
                    <a:pt x="260758" y="411273"/>
                    <a:pt x="263024" y="411834"/>
                  </a:cubicBezTo>
                  <a:cubicBezTo>
                    <a:pt x="267613" y="412047"/>
                    <a:pt x="271408" y="415436"/>
                    <a:pt x="272144" y="419967"/>
                  </a:cubicBezTo>
                  <a:cubicBezTo>
                    <a:pt x="272957" y="424595"/>
                    <a:pt x="270498" y="429165"/>
                    <a:pt x="266219" y="431082"/>
                  </a:cubicBezTo>
                  <a:lnTo>
                    <a:pt x="266219" y="431082"/>
                  </a:lnTo>
                  <a:cubicBezTo>
                    <a:pt x="266219" y="431082"/>
                    <a:pt x="256808" y="436542"/>
                    <a:pt x="245132" y="457881"/>
                  </a:cubicBezTo>
                  <a:cubicBezTo>
                    <a:pt x="235198" y="476102"/>
                    <a:pt x="245132" y="484990"/>
                    <a:pt x="245229" y="484990"/>
                  </a:cubicBezTo>
                  <a:cubicBezTo>
                    <a:pt x="249469" y="488669"/>
                    <a:pt x="249934" y="495078"/>
                    <a:pt x="246255" y="499338"/>
                  </a:cubicBezTo>
                  <a:cubicBezTo>
                    <a:pt x="244512" y="501333"/>
                    <a:pt x="242072" y="502591"/>
                    <a:pt x="239420" y="502805"/>
                  </a:cubicBezTo>
                  <a:cubicBezTo>
                    <a:pt x="239090" y="502805"/>
                    <a:pt x="225536" y="504741"/>
                    <a:pt x="215970" y="526331"/>
                  </a:cubicBezTo>
                  <a:cubicBezTo>
                    <a:pt x="209561" y="541357"/>
                    <a:pt x="208089" y="558029"/>
                    <a:pt x="211788" y="573927"/>
                  </a:cubicBezTo>
                  <a:cubicBezTo>
                    <a:pt x="212272" y="575534"/>
                    <a:pt x="212330" y="577257"/>
                    <a:pt x="211962" y="578903"/>
                  </a:cubicBezTo>
                  <a:cubicBezTo>
                    <a:pt x="211052" y="583163"/>
                    <a:pt x="119578" y="1005406"/>
                    <a:pt x="75507" y="1146760"/>
                  </a:cubicBezTo>
                  <a:cubicBezTo>
                    <a:pt x="61952" y="1190328"/>
                    <a:pt x="49405" y="1222994"/>
                    <a:pt x="39336" y="1249193"/>
                  </a:cubicBezTo>
                  <a:cubicBezTo>
                    <a:pt x="16235" y="1309336"/>
                    <a:pt x="12110" y="1322639"/>
                    <a:pt x="34533" y="1339718"/>
                  </a:cubicBezTo>
                  <a:cubicBezTo>
                    <a:pt x="50431" y="1351820"/>
                    <a:pt x="80096" y="1327616"/>
                    <a:pt x="111523" y="1301998"/>
                  </a:cubicBezTo>
                  <a:cubicBezTo>
                    <a:pt x="144441" y="1275140"/>
                    <a:pt x="178540" y="1247354"/>
                    <a:pt x="212736" y="1246521"/>
                  </a:cubicBezTo>
                  <a:close/>
                  <a:moveTo>
                    <a:pt x="251909" y="280298"/>
                  </a:moveTo>
                  <a:lnTo>
                    <a:pt x="251909" y="280298"/>
                  </a:lnTo>
                  <a:close/>
                </a:path>
              </a:pathLst>
            </a:custGeom>
            <a:grpFill/>
            <a:ln w="1934" cap="flat">
              <a:noFill/>
              <a:prstDash val="solid"/>
              <a:miter/>
            </a:ln>
          </p:spPr>
          <p:txBody>
            <a:bodyPr rtlCol="0" anchor="ctr"/>
            <a:lstStyle/>
            <a:p>
              <a:endParaRPr lang="en-IN" dirty="0"/>
            </a:p>
          </p:txBody>
        </p:sp>
        <p:sp>
          <p:nvSpPr>
            <p:cNvPr id="7229" name="Freeform: Shape 7228">
              <a:extLst>
                <a:ext uri="{FF2B5EF4-FFF2-40B4-BE49-F238E27FC236}">
                  <a16:creationId xmlns:a16="http://schemas.microsoft.com/office/drawing/2014/main" id="{FB66BB2B-590F-B5E8-469A-C831A474C1C2}"/>
                </a:ext>
              </a:extLst>
            </p:cNvPr>
            <p:cNvSpPr/>
            <p:nvPr/>
          </p:nvSpPr>
          <p:spPr>
            <a:xfrm>
              <a:off x="6368735" y="4358723"/>
              <a:ext cx="393087" cy="105995"/>
            </a:xfrm>
            <a:custGeom>
              <a:avLst/>
              <a:gdLst>
                <a:gd name="connsiteX0" fmla="*/ 382492 w 393087"/>
                <a:gd name="connsiteY0" fmla="*/ 105339 h 105995"/>
                <a:gd name="connsiteX1" fmla="*/ 377748 w 393087"/>
                <a:gd name="connsiteY1" fmla="*/ 104158 h 105995"/>
                <a:gd name="connsiteX2" fmla="*/ 11660 w 393087"/>
                <a:gd name="connsiteY2" fmla="*/ 23857 h 105995"/>
                <a:gd name="connsiteX3" fmla="*/ -307 w 393087"/>
                <a:gd name="connsiteY3" fmla="*/ 15860 h 105995"/>
                <a:gd name="connsiteX4" fmla="*/ 7651 w 393087"/>
                <a:gd name="connsiteY4" fmla="*/ 3893 h 105995"/>
                <a:gd name="connsiteX5" fmla="*/ 387178 w 393087"/>
                <a:gd name="connsiteY5" fmla="*/ 86188 h 105995"/>
                <a:gd name="connsiteX6" fmla="*/ 391399 w 393087"/>
                <a:gd name="connsiteY6" fmla="*/ 99936 h 105995"/>
                <a:gd name="connsiteX7" fmla="*/ 382434 w 393087"/>
                <a:gd name="connsiteY7" fmla="*/ 105339 h 105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087" h="105995">
                  <a:moveTo>
                    <a:pt x="382492" y="105339"/>
                  </a:moveTo>
                  <a:cubicBezTo>
                    <a:pt x="380846" y="105339"/>
                    <a:pt x="379219" y="104932"/>
                    <a:pt x="377748" y="104158"/>
                  </a:cubicBezTo>
                  <a:cubicBezTo>
                    <a:pt x="169589" y="-5982"/>
                    <a:pt x="13209" y="23508"/>
                    <a:pt x="11660" y="23857"/>
                  </a:cubicBezTo>
                  <a:cubicBezTo>
                    <a:pt x="6180" y="24767"/>
                    <a:pt x="952" y="21262"/>
                    <a:pt x="-307" y="15860"/>
                  </a:cubicBezTo>
                  <a:cubicBezTo>
                    <a:pt x="-1391" y="10360"/>
                    <a:pt x="2152" y="5016"/>
                    <a:pt x="7651" y="3893"/>
                  </a:cubicBezTo>
                  <a:cubicBezTo>
                    <a:pt x="14274" y="2654"/>
                    <a:pt x="172242" y="-27611"/>
                    <a:pt x="387178" y="86188"/>
                  </a:cubicBezTo>
                  <a:cubicBezTo>
                    <a:pt x="392135" y="88822"/>
                    <a:pt x="394032" y="94960"/>
                    <a:pt x="391399" y="99936"/>
                  </a:cubicBezTo>
                  <a:cubicBezTo>
                    <a:pt x="389656" y="103247"/>
                    <a:pt x="386190" y="105339"/>
                    <a:pt x="382434" y="105339"/>
                  </a:cubicBezTo>
                  <a:close/>
                </a:path>
              </a:pathLst>
            </a:custGeom>
            <a:grpFill/>
            <a:ln w="1934" cap="flat">
              <a:noFill/>
              <a:prstDash val="solid"/>
              <a:miter/>
            </a:ln>
          </p:spPr>
          <p:txBody>
            <a:bodyPr rtlCol="0" anchor="ctr"/>
            <a:lstStyle/>
            <a:p>
              <a:endParaRPr lang="en-IN" dirty="0"/>
            </a:p>
          </p:txBody>
        </p:sp>
        <p:sp>
          <p:nvSpPr>
            <p:cNvPr id="7230" name="Freeform: Shape 7229">
              <a:extLst>
                <a:ext uri="{FF2B5EF4-FFF2-40B4-BE49-F238E27FC236}">
                  <a16:creationId xmlns:a16="http://schemas.microsoft.com/office/drawing/2014/main" id="{9754840D-5988-6FE1-6997-49716736564A}"/>
                </a:ext>
              </a:extLst>
            </p:cNvPr>
            <p:cNvSpPr/>
            <p:nvPr/>
          </p:nvSpPr>
          <p:spPr>
            <a:xfrm>
              <a:off x="6390379" y="4285258"/>
              <a:ext cx="386124" cy="97165"/>
            </a:xfrm>
            <a:custGeom>
              <a:avLst/>
              <a:gdLst>
                <a:gd name="connsiteX0" fmla="*/ 375468 w 386124"/>
                <a:gd name="connsiteY0" fmla="*/ 96509 h 97165"/>
                <a:gd name="connsiteX1" fmla="*/ 370375 w 386124"/>
                <a:gd name="connsiteY1" fmla="*/ 95134 h 97165"/>
                <a:gd name="connsiteX2" fmla="*/ 11529 w 386124"/>
                <a:gd name="connsiteY2" fmla="*/ 25154 h 97165"/>
                <a:gd name="connsiteX3" fmla="*/ -244 w 386124"/>
                <a:gd name="connsiteY3" fmla="*/ 17486 h 97165"/>
                <a:gd name="connsiteX4" fmla="*/ -321 w 386124"/>
                <a:gd name="connsiteY4" fmla="*/ 17060 h 97165"/>
                <a:gd name="connsiteX5" fmla="*/ 7714 w 386124"/>
                <a:gd name="connsiteY5" fmla="*/ 5209 h 97165"/>
                <a:gd name="connsiteX6" fmla="*/ 7734 w 386124"/>
                <a:gd name="connsiteY6" fmla="*/ 5209 h 97165"/>
                <a:gd name="connsiteX7" fmla="*/ 380560 w 386124"/>
                <a:gd name="connsiteY7" fmla="*/ 77552 h 97165"/>
                <a:gd name="connsiteX8" fmla="*/ 384239 w 386124"/>
                <a:gd name="connsiteY8" fmla="*/ 91455 h 97165"/>
                <a:gd name="connsiteX9" fmla="*/ 375468 w 386124"/>
                <a:gd name="connsiteY9" fmla="*/ 96509 h 97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124" h="97165">
                  <a:moveTo>
                    <a:pt x="375468" y="96509"/>
                  </a:moveTo>
                  <a:cubicBezTo>
                    <a:pt x="373686" y="96509"/>
                    <a:pt x="371924" y="96044"/>
                    <a:pt x="370375" y="95134"/>
                  </a:cubicBezTo>
                  <a:cubicBezTo>
                    <a:pt x="192966" y="-7493"/>
                    <a:pt x="13330" y="24844"/>
                    <a:pt x="11529" y="25154"/>
                  </a:cubicBezTo>
                  <a:cubicBezTo>
                    <a:pt x="6165" y="26277"/>
                    <a:pt x="898" y="22849"/>
                    <a:pt x="-244" y="17486"/>
                  </a:cubicBezTo>
                  <a:cubicBezTo>
                    <a:pt x="-263" y="17350"/>
                    <a:pt x="-302" y="17195"/>
                    <a:pt x="-321" y="17060"/>
                  </a:cubicBezTo>
                  <a:cubicBezTo>
                    <a:pt x="-1367" y="11561"/>
                    <a:pt x="2235" y="6255"/>
                    <a:pt x="7714" y="5209"/>
                  </a:cubicBezTo>
                  <a:cubicBezTo>
                    <a:pt x="7734" y="5209"/>
                    <a:pt x="7734" y="5209"/>
                    <a:pt x="7734" y="5209"/>
                  </a:cubicBezTo>
                  <a:cubicBezTo>
                    <a:pt x="15479" y="3815"/>
                    <a:pt x="196355" y="-29103"/>
                    <a:pt x="380560" y="77552"/>
                  </a:cubicBezTo>
                  <a:cubicBezTo>
                    <a:pt x="385420" y="80379"/>
                    <a:pt x="387066" y="86595"/>
                    <a:pt x="384239" y="91455"/>
                  </a:cubicBezTo>
                  <a:cubicBezTo>
                    <a:pt x="382439" y="94572"/>
                    <a:pt x="379089" y="96509"/>
                    <a:pt x="375468" y="96509"/>
                  </a:cubicBezTo>
                  <a:close/>
                </a:path>
              </a:pathLst>
            </a:custGeom>
            <a:grpFill/>
            <a:ln w="1934" cap="flat">
              <a:noFill/>
              <a:prstDash val="solid"/>
              <a:miter/>
            </a:ln>
          </p:spPr>
          <p:txBody>
            <a:bodyPr rtlCol="0" anchor="ctr"/>
            <a:lstStyle/>
            <a:p>
              <a:endParaRPr lang="en-IN" dirty="0"/>
            </a:p>
          </p:txBody>
        </p:sp>
        <p:sp>
          <p:nvSpPr>
            <p:cNvPr id="7231" name="Freeform: Shape 7230">
              <a:extLst>
                <a:ext uri="{FF2B5EF4-FFF2-40B4-BE49-F238E27FC236}">
                  <a16:creationId xmlns:a16="http://schemas.microsoft.com/office/drawing/2014/main" id="{B65EDCC6-FAFF-6778-F3EE-65C1A02768A0}"/>
                </a:ext>
              </a:extLst>
            </p:cNvPr>
            <p:cNvSpPr/>
            <p:nvPr/>
          </p:nvSpPr>
          <p:spPr>
            <a:xfrm>
              <a:off x="6386681" y="4223497"/>
              <a:ext cx="411989" cy="106373"/>
            </a:xfrm>
            <a:custGeom>
              <a:avLst/>
              <a:gdLst>
                <a:gd name="connsiteX0" fmla="*/ 401336 w 411989"/>
                <a:gd name="connsiteY0" fmla="*/ 105717 h 106373"/>
                <a:gd name="connsiteX1" fmla="*/ 396379 w 411989"/>
                <a:gd name="connsiteY1" fmla="*/ 104438 h 106373"/>
                <a:gd name="connsiteX2" fmla="*/ 10599 w 411989"/>
                <a:gd name="connsiteY2" fmla="*/ 21853 h 106373"/>
                <a:gd name="connsiteX3" fmla="*/ -458 w 411989"/>
                <a:gd name="connsiteY3" fmla="*/ 12694 h 106373"/>
                <a:gd name="connsiteX4" fmla="*/ 8295 w 411989"/>
                <a:gd name="connsiteY4" fmla="*/ 1696 h 106373"/>
                <a:gd name="connsiteX5" fmla="*/ 406313 w 411989"/>
                <a:gd name="connsiteY5" fmla="*/ 86663 h 106373"/>
                <a:gd name="connsiteX6" fmla="*/ 410166 w 411989"/>
                <a:gd name="connsiteY6" fmla="*/ 100546 h 106373"/>
                <a:gd name="connsiteX7" fmla="*/ 401336 w 411989"/>
                <a:gd name="connsiteY7" fmla="*/ 105717 h 10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989" h="106373">
                  <a:moveTo>
                    <a:pt x="401336" y="105717"/>
                  </a:moveTo>
                  <a:cubicBezTo>
                    <a:pt x="399613" y="105697"/>
                    <a:pt x="397909" y="105271"/>
                    <a:pt x="396379" y="104438"/>
                  </a:cubicBezTo>
                  <a:cubicBezTo>
                    <a:pt x="210857" y="514"/>
                    <a:pt x="12574" y="21640"/>
                    <a:pt x="10599" y="21853"/>
                  </a:cubicBezTo>
                  <a:cubicBezTo>
                    <a:pt x="5022" y="22376"/>
                    <a:pt x="65" y="18270"/>
                    <a:pt x="-458" y="12694"/>
                  </a:cubicBezTo>
                  <a:cubicBezTo>
                    <a:pt x="-961" y="7272"/>
                    <a:pt x="2892" y="2431"/>
                    <a:pt x="8295" y="1696"/>
                  </a:cubicBezTo>
                  <a:cubicBezTo>
                    <a:pt x="16640" y="650"/>
                    <a:pt x="214904" y="-20437"/>
                    <a:pt x="406313" y="86663"/>
                  </a:cubicBezTo>
                  <a:cubicBezTo>
                    <a:pt x="411212" y="89432"/>
                    <a:pt x="412935" y="95647"/>
                    <a:pt x="410166" y="100546"/>
                  </a:cubicBezTo>
                  <a:cubicBezTo>
                    <a:pt x="408365" y="103722"/>
                    <a:pt x="404996" y="105697"/>
                    <a:pt x="401336" y="105717"/>
                  </a:cubicBezTo>
                  <a:close/>
                </a:path>
              </a:pathLst>
            </a:custGeom>
            <a:grpFill/>
            <a:ln w="1934" cap="flat">
              <a:noFill/>
              <a:prstDash val="solid"/>
              <a:miter/>
            </a:ln>
          </p:spPr>
          <p:txBody>
            <a:bodyPr rtlCol="0" anchor="ctr"/>
            <a:lstStyle/>
            <a:p>
              <a:endParaRPr lang="en-IN" dirty="0"/>
            </a:p>
          </p:txBody>
        </p:sp>
        <p:sp>
          <p:nvSpPr>
            <p:cNvPr id="6144" name="Freeform: Shape 6143">
              <a:extLst>
                <a:ext uri="{FF2B5EF4-FFF2-40B4-BE49-F238E27FC236}">
                  <a16:creationId xmlns:a16="http://schemas.microsoft.com/office/drawing/2014/main" id="{A8D94A06-AE9F-E9A7-A973-E711559D5ADD}"/>
                </a:ext>
              </a:extLst>
            </p:cNvPr>
            <p:cNvSpPr/>
            <p:nvPr/>
          </p:nvSpPr>
          <p:spPr>
            <a:xfrm>
              <a:off x="6383766" y="4143065"/>
              <a:ext cx="435337" cy="115044"/>
            </a:xfrm>
            <a:custGeom>
              <a:avLst/>
              <a:gdLst>
                <a:gd name="connsiteX0" fmla="*/ 424700 w 435337"/>
                <a:gd name="connsiteY0" fmla="*/ 114387 h 115044"/>
                <a:gd name="connsiteX1" fmla="*/ 419608 w 435337"/>
                <a:gd name="connsiteY1" fmla="*/ 112993 h 115044"/>
                <a:gd name="connsiteX2" fmla="*/ 11927 w 435337"/>
                <a:gd name="connsiteY2" fmla="*/ 26534 h 115044"/>
                <a:gd name="connsiteX3" fmla="*/ -234 w 435337"/>
                <a:gd name="connsiteY3" fmla="*/ 18905 h 115044"/>
                <a:gd name="connsiteX4" fmla="*/ 7357 w 435337"/>
                <a:gd name="connsiteY4" fmla="*/ 6687 h 115044"/>
                <a:gd name="connsiteX5" fmla="*/ 7396 w 435337"/>
                <a:gd name="connsiteY5" fmla="*/ 6687 h 115044"/>
                <a:gd name="connsiteX6" fmla="*/ 429774 w 435337"/>
                <a:gd name="connsiteY6" fmla="*/ 95430 h 115044"/>
                <a:gd name="connsiteX7" fmla="*/ 433452 w 435337"/>
                <a:gd name="connsiteY7" fmla="*/ 109333 h 115044"/>
                <a:gd name="connsiteX8" fmla="*/ 424700 w 435337"/>
                <a:gd name="connsiteY8" fmla="*/ 114387 h 11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5337" h="115044">
                  <a:moveTo>
                    <a:pt x="424700" y="114387"/>
                  </a:moveTo>
                  <a:cubicBezTo>
                    <a:pt x="422899" y="114387"/>
                    <a:pt x="421157" y="113903"/>
                    <a:pt x="419608" y="112993"/>
                  </a:cubicBezTo>
                  <a:cubicBezTo>
                    <a:pt x="198998" y="-14206"/>
                    <a:pt x="13786" y="26089"/>
                    <a:pt x="11927" y="26534"/>
                  </a:cubicBezTo>
                  <a:cubicBezTo>
                    <a:pt x="6486" y="27696"/>
                    <a:pt x="1083" y="24327"/>
                    <a:pt x="-234" y="18905"/>
                  </a:cubicBezTo>
                  <a:cubicBezTo>
                    <a:pt x="-1512" y="13445"/>
                    <a:pt x="1896" y="7965"/>
                    <a:pt x="7357" y="6687"/>
                  </a:cubicBezTo>
                  <a:cubicBezTo>
                    <a:pt x="7376" y="6687"/>
                    <a:pt x="7376" y="6687"/>
                    <a:pt x="7396" y="6687"/>
                  </a:cubicBezTo>
                  <a:cubicBezTo>
                    <a:pt x="15141" y="4964"/>
                    <a:pt x="202252" y="-35913"/>
                    <a:pt x="429774" y="95430"/>
                  </a:cubicBezTo>
                  <a:cubicBezTo>
                    <a:pt x="434634" y="98257"/>
                    <a:pt x="436280" y="104473"/>
                    <a:pt x="433452" y="109333"/>
                  </a:cubicBezTo>
                  <a:cubicBezTo>
                    <a:pt x="431652" y="112451"/>
                    <a:pt x="428321" y="114368"/>
                    <a:pt x="424700" y="114387"/>
                  </a:cubicBezTo>
                  <a:close/>
                </a:path>
              </a:pathLst>
            </a:custGeom>
            <a:grpFill/>
            <a:ln w="1934" cap="flat">
              <a:noFill/>
              <a:prstDash val="solid"/>
              <a:miter/>
            </a:ln>
          </p:spPr>
          <p:txBody>
            <a:bodyPr rtlCol="0" anchor="ctr"/>
            <a:lstStyle/>
            <a:p>
              <a:endParaRPr lang="en-IN" dirty="0"/>
            </a:p>
          </p:txBody>
        </p:sp>
        <p:sp>
          <p:nvSpPr>
            <p:cNvPr id="6145" name="Freeform: Shape 6144">
              <a:extLst>
                <a:ext uri="{FF2B5EF4-FFF2-40B4-BE49-F238E27FC236}">
                  <a16:creationId xmlns:a16="http://schemas.microsoft.com/office/drawing/2014/main" id="{DC2C2CBE-D245-3658-C1DC-F3EAC323752E}"/>
                </a:ext>
              </a:extLst>
            </p:cNvPr>
            <p:cNvSpPr/>
            <p:nvPr/>
          </p:nvSpPr>
          <p:spPr>
            <a:xfrm>
              <a:off x="6509175" y="4419292"/>
              <a:ext cx="194503" cy="836777"/>
            </a:xfrm>
            <a:custGeom>
              <a:avLst/>
              <a:gdLst>
                <a:gd name="connsiteX0" fmla="*/ 9573 w 194503"/>
                <a:gd name="connsiteY0" fmla="*/ 836121 h 836777"/>
                <a:gd name="connsiteX1" fmla="*/ 7462 w 194503"/>
                <a:gd name="connsiteY1" fmla="*/ 835869 h 836777"/>
                <a:gd name="connsiteX2" fmla="*/ -283 w 194503"/>
                <a:gd name="connsiteY2" fmla="*/ 823864 h 836777"/>
                <a:gd name="connsiteX3" fmla="*/ 174434 w 194503"/>
                <a:gd name="connsiteY3" fmla="*/ 5714 h 836777"/>
                <a:gd name="connsiteX4" fmla="*/ 187621 w 194503"/>
                <a:gd name="connsiteY4" fmla="*/ 79 h 836777"/>
                <a:gd name="connsiteX5" fmla="*/ 193352 w 194503"/>
                <a:gd name="connsiteY5" fmla="*/ 13053 h 836777"/>
                <a:gd name="connsiteX6" fmla="*/ 19622 w 194503"/>
                <a:gd name="connsiteY6" fmla="*/ 828027 h 836777"/>
                <a:gd name="connsiteX7" fmla="*/ 9573 w 194503"/>
                <a:gd name="connsiteY7" fmla="*/ 836121 h 83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03" h="836777">
                  <a:moveTo>
                    <a:pt x="9573" y="836121"/>
                  </a:moveTo>
                  <a:cubicBezTo>
                    <a:pt x="8856" y="836121"/>
                    <a:pt x="8159" y="836024"/>
                    <a:pt x="7462" y="835869"/>
                  </a:cubicBezTo>
                  <a:cubicBezTo>
                    <a:pt x="2021" y="834669"/>
                    <a:pt x="-1426" y="829305"/>
                    <a:pt x="-283" y="823864"/>
                  </a:cubicBezTo>
                  <a:cubicBezTo>
                    <a:pt x="63616" y="521269"/>
                    <a:pt x="171375" y="12665"/>
                    <a:pt x="174434" y="5714"/>
                  </a:cubicBezTo>
                  <a:cubicBezTo>
                    <a:pt x="176525" y="505"/>
                    <a:pt x="182431" y="-2012"/>
                    <a:pt x="187621" y="79"/>
                  </a:cubicBezTo>
                  <a:cubicBezTo>
                    <a:pt x="192752" y="2112"/>
                    <a:pt x="195289" y="7882"/>
                    <a:pt x="193352" y="13053"/>
                  </a:cubicBezTo>
                  <a:cubicBezTo>
                    <a:pt x="188357" y="31022"/>
                    <a:pt x="77636" y="553529"/>
                    <a:pt x="19622" y="828027"/>
                  </a:cubicBezTo>
                  <a:cubicBezTo>
                    <a:pt x="18635" y="832771"/>
                    <a:pt x="14413" y="836160"/>
                    <a:pt x="9573" y="836121"/>
                  </a:cubicBezTo>
                  <a:close/>
                </a:path>
              </a:pathLst>
            </a:custGeom>
            <a:grpFill/>
            <a:ln w="1934" cap="flat">
              <a:noFill/>
              <a:prstDash val="solid"/>
              <a:miter/>
            </a:ln>
          </p:spPr>
          <p:txBody>
            <a:bodyPr rtlCol="0" anchor="ctr"/>
            <a:lstStyle/>
            <a:p>
              <a:endParaRPr lang="en-IN" dirty="0"/>
            </a:p>
          </p:txBody>
        </p:sp>
        <p:sp>
          <p:nvSpPr>
            <p:cNvPr id="6147" name="Freeform: Shape 6146">
              <a:extLst>
                <a:ext uri="{FF2B5EF4-FFF2-40B4-BE49-F238E27FC236}">
                  <a16:creationId xmlns:a16="http://schemas.microsoft.com/office/drawing/2014/main" id="{F1BE0F1C-960B-A182-37F1-35DE1183022A}"/>
                </a:ext>
              </a:extLst>
            </p:cNvPr>
            <p:cNvSpPr/>
            <p:nvPr/>
          </p:nvSpPr>
          <p:spPr>
            <a:xfrm>
              <a:off x="6460083" y="4394312"/>
              <a:ext cx="187257" cy="812031"/>
            </a:xfrm>
            <a:custGeom>
              <a:avLst/>
              <a:gdLst>
                <a:gd name="connsiteX0" fmla="*/ 9598 w 187257"/>
                <a:gd name="connsiteY0" fmla="*/ 811375 h 812031"/>
                <a:gd name="connsiteX1" fmla="*/ 7487 w 187257"/>
                <a:gd name="connsiteY1" fmla="*/ 811123 h 812031"/>
                <a:gd name="connsiteX2" fmla="*/ -278 w 187257"/>
                <a:gd name="connsiteY2" fmla="*/ 799117 h 812031"/>
                <a:gd name="connsiteX3" fmla="*/ -258 w 187257"/>
                <a:gd name="connsiteY3" fmla="*/ 799060 h 812031"/>
                <a:gd name="connsiteX4" fmla="*/ 166462 w 187257"/>
                <a:gd name="connsiteY4" fmla="*/ 9026 h 812031"/>
                <a:gd name="connsiteX5" fmla="*/ 176376 w 187257"/>
                <a:gd name="connsiteY5" fmla="*/ -656 h 812031"/>
                <a:gd name="connsiteX6" fmla="*/ 176608 w 187257"/>
                <a:gd name="connsiteY6" fmla="*/ -656 h 812031"/>
                <a:gd name="connsiteX7" fmla="*/ 186755 w 187257"/>
                <a:gd name="connsiteY7" fmla="*/ 9897 h 812031"/>
                <a:gd name="connsiteX8" fmla="*/ 19589 w 187257"/>
                <a:gd name="connsiteY8" fmla="*/ 803378 h 812031"/>
                <a:gd name="connsiteX9" fmla="*/ 9598 w 187257"/>
                <a:gd name="connsiteY9" fmla="*/ 811375 h 812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57" h="812031">
                  <a:moveTo>
                    <a:pt x="9598" y="811375"/>
                  </a:moveTo>
                  <a:cubicBezTo>
                    <a:pt x="8881" y="811355"/>
                    <a:pt x="8184" y="811278"/>
                    <a:pt x="7487" y="811123"/>
                  </a:cubicBezTo>
                  <a:cubicBezTo>
                    <a:pt x="2026" y="809942"/>
                    <a:pt x="-1440" y="804578"/>
                    <a:pt x="-278" y="799117"/>
                  </a:cubicBezTo>
                  <a:cubicBezTo>
                    <a:pt x="-258" y="799098"/>
                    <a:pt x="-258" y="799079"/>
                    <a:pt x="-258" y="799060"/>
                  </a:cubicBezTo>
                  <a:cubicBezTo>
                    <a:pt x="56515" y="533101"/>
                    <a:pt x="164332" y="25620"/>
                    <a:pt x="166462" y="9026"/>
                  </a:cubicBezTo>
                  <a:cubicBezTo>
                    <a:pt x="166520" y="3623"/>
                    <a:pt x="170954" y="-714"/>
                    <a:pt x="176376" y="-656"/>
                  </a:cubicBezTo>
                  <a:cubicBezTo>
                    <a:pt x="176454" y="-656"/>
                    <a:pt x="176531" y="-656"/>
                    <a:pt x="176608" y="-656"/>
                  </a:cubicBezTo>
                  <a:cubicBezTo>
                    <a:pt x="182282" y="-463"/>
                    <a:pt x="186794" y="4204"/>
                    <a:pt x="186755" y="9897"/>
                  </a:cubicBezTo>
                  <a:cubicBezTo>
                    <a:pt x="186755" y="19327"/>
                    <a:pt x="69857" y="567936"/>
                    <a:pt x="19589" y="803378"/>
                  </a:cubicBezTo>
                  <a:cubicBezTo>
                    <a:pt x="18544" y="808063"/>
                    <a:pt x="14400" y="811394"/>
                    <a:pt x="9598" y="811375"/>
                  </a:cubicBezTo>
                  <a:close/>
                </a:path>
              </a:pathLst>
            </a:custGeom>
            <a:grpFill/>
            <a:ln w="1934" cap="flat">
              <a:noFill/>
              <a:prstDash val="solid"/>
              <a:miter/>
            </a:ln>
          </p:spPr>
          <p:txBody>
            <a:bodyPr rtlCol="0" anchor="ctr"/>
            <a:lstStyle/>
            <a:p>
              <a:endParaRPr lang="en-IN" dirty="0"/>
            </a:p>
          </p:txBody>
        </p:sp>
        <p:sp>
          <p:nvSpPr>
            <p:cNvPr id="6148" name="Freeform: Shape 6147">
              <a:extLst>
                <a:ext uri="{FF2B5EF4-FFF2-40B4-BE49-F238E27FC236}">
                  <a16:creationId xmlns:a16="http://schemas.microsoft.com/office/drawing/2014/main" id="{A1644E37-D78B-2369-9573-F3CA525FC1F2}"/>
                </a:ext>
              </a:extLst>
            </p:cNvPr>
            <p:cNvSpPr/>
            <p:nvPr/>
          </p:nvSpPr>
          <p:spPr>
            <a:xfrm>
              <a:off x="6280058" y="4963082"/>
              <a:ext cx="233035" cy="60063"/>
            </a:xfrm>
            <a:custGeom>
              <a:avLst/>
              <a:gdLst>
                <a:gd name="connsiteX0" fmla="*/ 222289 w 233035"/>
                <a:gd name="connsiteY0" fmla="*/ 59406 h 60063"/>
                <a:gd name="connsiteX1" fmla="*/ 220198 w 233035"/>
                <a:gd name="connsiteY1" fmla="*/ 59174 h 60063"/>
                <a:gd name="connsiteX2" fmla="*/ 7818 w 233035"/>
                <a:gd name="connsiteY2" fmla="*/ 19517 h 60063"/>
                <a:gd name="connsiteX3" fmla="*/ -334 w 233035"/>
                <a:gd name="connsiteY3" fmla="*/ 7705 h 60063"/>
                <a:gd name="connsiteX4" fmla="*/ -334 w 233035"/>
                <a:gd name="connsiteY4" fmla="*/ 7705 h 60063"/>
                <a:gd name="connsiteX5" fmla="*/ 11079 w 233035"/>
                <a:gd name="connsiteY5" fmla="*/ -524 h 60063"/>
                <a:gd name="connsiteX6" fmla="*/ 11536 w 233035"/>
                <a:gd name="connsiteY6" fmla="*/ -447 h 60063"/>
                <a:gd name="connsiteX7" fmla="*/ 224361 w 233035"/>
                <a:gd name="connsiteY7" fmla="*/ 39307 h 60063"/>
                <a:gd name="connsiteX8" fmla="*/ 232339 w 233035"/>
                <a:gd name="connsiteY8" fmla="*/ 51234 h 60063"/>
                <a:gd name="connsiteX9" fmla="*/ 222289 w 233035"/>
                <a:gd name="connsiteY9" fmla="*/ 59406 h 6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3035" h="60063">
                  <a:moveTo>
                    <a:pt x="222289" y="59406"/>
                  </a:moveTo>
                  <a:cubicBezTo>
                    <a:pt x="221592" y="59387"/>
                    <a:pt x="220895" y="59309"/>
                    <a:pt x="220198" y="59174"/>
                  </a:cubicBezTo>
                  <a:cubicBezTo>
                    <a:pt x="215415" y="58167"/>
                    <a:pt x="79173" y="32820"/>
                    <a:pt x="7818" y="19517"/>
                  </a:cubicBezTo>
                  <a:cubicBezTo>
                    <a:pt x="2305" y="18510"/>
                    <a:pt x="-1345" y="13224"/>
                    <a:pt x="-334" y="7705"/>
                  </a:cubicBezTo>
                  <a:cubicBezTo>
                    <a:pt x="-334" y="7705"/>
                    <a:pt x="-334" y="7705"/>
                    <a:pt x="-334" y="7705"/>
                  </a:cubicBezTo>
                  <a:cubicBezTo>
                    <a:pt x="543" y="2284"/>
                    <a:pt x="5653" y="-1415"/>
                    <a:pt x="11079" y="-524"/>
                  </a:cubicBezTo>
                  <a:cubicBezTo>
                    <a:pt x="11232" y="-505"/>
                    <a:pt x="11385" y="-486"/>
                    <a:pt x="11536" y="-447"/>
                  </a:cubicBezTo>
                  <a:cubicBezTo>
                    <a:pt x="19959" y="1102"/>
                    <a:pt x="218165" y="37971"/>
                    <a:pt x="224361" y="39307"/>
                  </a:cubicBezTo>
                  <a:cubicBezTo>
                    <a:pt x="229860" y="40391"/>
                    <a:pt x="233423" y="45735"/>
                    <a:pt x="232339" y="51234"/>
                  </a:cubicBezTo>
                  <a:cubicBezTo>
                    <a:pt x="231390" y="56018"/>
                    <a:pt x="227169" y="59464"/>
                    <a:pt x="222289" y="59406"/>
                  </a:cubicBezTo>
                  <a:close/>
                </a:path>
              </a:pathLst>
            </a:custGeom>
            <a:grpFill/>
            <a:ln w="1934" cap="flat">
              <a:noFill/>
              <a:prstDash val="solid"/>
              <a:miter/>
            </a:ln>
          </p:spPr>
          <p:txBody>
            <a:bodyPr rtlCol="0" anchor="ctr"/>
            <a:lstStyle/>
            <a:p>
              <a:endParaRPr lang="en-IN" dirty="0"/>
            </a:p>
          </p:txBody>
        </p:sp>
        <p:sp>
          <p:nvSpPr>
            <p:cNvPr id="6149" name="Freeform: Shape 6148">
              <a:extLst>
                <a:ext uri="{FF2B5EF4-FFF2-40B4-BE49-F238E27FC236}">
                  <a16:creationId xmlns:a16="http://schemas.microsoft.com/office/drawing/2014/main" id="{C296726D-2E8F-CA6F-EA9C-39AAAC7F85EE}"/>
                </a:ext>
              </a:extLst>
            </p:cNvPr>
            <p:cNvSpPr/>
            <p:nvPr/>
          </p:nvSpPr>
          <p:spPr>
            <a:xfrm>
              <a:off x="6220891" y="4360298"/>
              <a:ext cx="223309" cy="844341"/>
            </a:xfrm>
            <a:custGeom>
              <a:avLst/>
              <a:gdLst>
                <a:gd name="connsiteX0" fmla="*/ 9669 w 223309"/>
                <a:gd name="connsiteY0" fmla="*/ 843685 h 844341"/>
                <a:gd name="connsiteX1" fmla="*/ 7248 w 223309"/>
                <a:gd name="connsiteY1" fmla="*/ 843394 h 844341"/>
                <a:gd name="connsiteX2" fmla="*/ -207 w 223309"/>
                <a:gd name="connsiteY2" fmla="*/ 831079 h 844341"/>
                <a:gd name="connsiteX3" fmla="*/ 202762 w 223309"/>
                <a:gd name="connsiteY3" fmla="*/ 7081 h 844341"/>
                <a:gd name="connsiteX4" fmla="*/ 215058 w 223309"/>
                <a:gd name="connsiteY4" fmla="*/ -355 h 844341"/>
                <a:gd name="connsiteX5" fmla="*/ 222513 w 223309"/>
                <a:gd name="connsiteY5" fmla="*/ 11941 h 844341"/>
                <a:gd name="connsiteX6" fmla="*/ 19563 w 223309"/>
                <a:gd name="connsiteY6" fmla="*/ 835959 h 844341"/>
                <a:gd name="connsiteX7" fmla="*/ 9669 w 223309"/>
                <a:gd name="connsiteY7" fmla="*/ 843685 h 84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309" h="844341">
                  <a:moveTo>
                    <a:pt x="9669" y="843685"/>
                  </a:moveTo>
                  <a:cubicBezTo>
                    <a:pt x="8853" y="843685"/>
                    <a:pt x="8040" y="843588"/>
                    <a:pt x="7248" y="843394"/>
                  </a:cubicBezTo>
                  <a:cubicBezTo>
                    <a:pt x="1791" y="842058"/>
                    <a:pt x="-1545" y="836539"/>
                    <a:pt x="-207" y="831079"/>
                  </a:cubicBezTo>
                  <a:lnTo>
                    <a:pt x="202762" y="7081"/>
                  </a:lnTo>
                  <a:cubicBezTo>
                    <a:pt x="204098" y="1621"/>
                    <a:pt x="209617" y="-1710"/>
                    <a:pt x="215058" y="-355"/>
                  </a:cubicBezTo>
                  <a:cubicBezTo>
                    <a:pt x="220519" y="981"/>
                    <a:pt x="223849" y="6481"/>
                    <a:pt x="222513" y="11941"/>
                  </a:cubicBezTo>
                  <a:lnTo>
                    <a:pt x="19563" y="835959"/>
                  </a:lnTo>
                  <a:cubicBezTo>
                    <a:pt x="18421" y="840489"/>
                    <a:pt x="14345" y="843685"/>
                    <a:pt x="9669" y="843685"/>
                  </a:cubicBezTo>
                  <a:close/>
                </a:path>
              </a:pathLst>
            </a:custGeom>
            <a:grpFill/>
            <a:ln w="1934" cap="flat">
              <a:noFill/>
              <a:prstDash val="solid"/>
              <a:miter/>
            </a:ln>
          </p:spPr>
          <p:txBody>
            <a:bodyPr rtlCol="0" anchor="ctr"/>
            <a:lstStyle/>
            <a:p>
              <a:endParaRPr lang="en-IN" dirty="0"/>
            </a:p>
          </p:txBody>
        </p:sp>
        <p:sp>
          <p:nvSpPr>
            <p:cNvPr id="6150" name="Freeform: Shape 6149">
              <a:extLst>
                <a:ext uri="{FF2B5EF4-FFF2-40B4-BE49-F238E27FC236}">
                  <a16:creationId xmlns:a16="http://schemas.microsoft.com/office/drawing/2014/main" id="{09C412CE-FF24-7B8E-C041-6F3765C1A95A}"/>
                </a:ext>
              </a:extLst>
            </p:cNvPr>
            <p:cNvSpPr/>
            <p:nvPr/>
          </p:nvSpPr>
          <p:spPr>
            <a:xfrm>
              <a:off x="6181967" y="4361259"/>
              <a:ext cx="219199" cy="805912"/>
            </a:xfrm>
            <a:custGeom>
              <a:avLst/>
              <a:gdLst>
                <a:gd name="connsiteX0" fmla="*/ 9653 w 219199"/>
                <a:gd name="connsiteY0" fmla="*/ 805256 h 805912"/>
                <a:gd name="connsiteX1" fmla="*/ 7155 w 219199"/>
                <a:gd name="connsiteY1" fmla="*/ 804907 h 805912"/>
                <a:gd name="connsiteX2" fmla="*/ -197 w 219199"/>
                <a:gd name="connsiteY2" fmla="*/ 792650 h 805912"/>
                <a:gd name="connsiteX3" fmla="*/ -184 w 219199"/>
                <a:gd name="connsiteY3" fmla="*/ 792592 h 805912"/>
                <a:gd name="connsiteX4" fmla="*/ 198700 w 219199"/>
                <a:gd name="connsiteY4" fmla="*/ 7011 h 805912"/>
                <a:gd name="connsiteX5" fmla="*/ 210492 w 219199"/>
                <a:gd name="connsiteY5" fmla="*/ -405 h 805912"/>
                <a:gd name="connsiteX6" fmla="*/ 211034 w 219199"/>
                <a:gd name="connsiteY6" fmla="*/ -269 h 805912"/>
                <a:gd name="connsiteX7" fmla="*/ 218392 w 219199"/>
                <a:gd name="connsiteY7" fmla="*/ 12007 h 805912"/>
                <a:gd name="connsiteX8" fmla="*/ 218392 w 219199"/>
                <a:gd name="connsiteY8" fmla="*/ 12027 h 805912"/>
                <a:gd name="connsiteX9" fmla="*/ 19490 w 219199"/>
                <a:gd name="connsiteY9" fmla="*/ 797626 h 805912"/>
                <a:gd name="connsiteX10" fmla="*/ 9653 w 219199"/>
                <a:gd name="connsiteY10" fmla="*/ 805256 h 80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199" h="805912">
                  <a:moveTo>
                    <a:pt x="9653" y="805256"/>
                  </a:moveTo>
                  <a:cubicBezTo>
                    <a:pt x="8809" y="805256"/>
                    <a:pt x="7966" y="805139"/>
                    <a:pt x="7155" y="804907"/>
                  </a:cubicBezTo>
                  <a:cubicBezTo>
                    <a:pt x="1739" y="803552"/>
                    <a:pt x="-1553" y="798072"/>
                    <a:pt x="-197" y="792650"/>
                  </a:cubicBezTo>
                  <a:cubicBezTo>
                    <a:pt x="-193" y="792630"/>
                    <a:pt x="-188" y="792611"/>
                    <a:pt x="-184" y="792592"/>
                  </a:cubicBezTo>
                  <a:lnTo>
                    <a:pt x="198700" y="7011"/>
                  </a:lnTo>
                  <a:cubicBezTo>
                    <a:pt x="199900" y="1706"/>
                    <a:pt x="205186" y="-1625"/>
                    <a:pt x="210492" y="-405"/>
                  </a:cubicBezTo>
                  <a:cubicBezTo>
                    <a:pt x="210686" y="-366"/>
                    <a:pt x="210860" y="-328"/>
                    <a:pt x="211034" y="-269"/>
                  </a:cubicBezTo>
                  <a:cubicBezTo>
                    <a:pt x="216456" y="1086"/>
                    <a:pt x="219748" y="6585"/>
                    <a:pt x="218392" y="12007"/>
                  </a:cubicBezTo>
                  <a:cubicBezTo>
                    <a:pt x="218392" y="12027"/>
                    <a:pt x="218392" y="12027"/>
                    <a:pt x="218392" y="12027"/>
                  </a:cubicBezTo>
                  <a:lnTo>
                    <a:pt x="19490" y="797626"/>
                  </a:lnTo>
                  <a:cubicBezTo>
                    <a:pt x="18328" y="802118"/>
                    <a:pt x="14285" y="805236"/>
                    <a:pt x="9653" y="805256"/>
                  </a:cubicBezTo>
                  <a:close/>
                </a:path>
              </a:pathLst>
            </a:custGeom>
            <a:grpFill/>
            <a:ln w="1934" cap="flat">
              <a:noFill/>
              <a:prstDash val="solid"/>
              <a:miter/>
            </a:ln>
          </p:spPr>
          <p:txBody>
            <a:bodyPr rtlCol="0" anchor="ctr"/>
            <a:lstStyle/>
            <a:p>
              <a:endParaRPr lang="en-IN" dirty="0"/>
            </a:p>
          </p:txBody>
        </p:sp>
        <p:sp>
          <p:nvSpPr>
            <p:cNvPr id="6151" name="Freeform: Shape 6150">
              <a:extLst>
                <a:ext uri="{FF2B5EF4-FFF2-40B4-BE49-F238E27FC236}">
                  <a16:creationId xmlns:a16="http://schemas.microsoft.com/office/drawing/2014/main" id="{353ED964-C720-BA52-727F-FD06E05F82DC}"/>
                </a:ext>
              </a:extLst>
            </p:cNvPr>
            <p:cNvSpPr/>
            <p:nvPr/>
          </p:nvSpPr>
          <p:spPr>
            <a:xfrm>
              <a:off x="6352512" y="4363076"/>
              <a:ext cx="159526" cy="613383"/>
            </a:xfrm>
            <a:custGeom>
              <a:avLst/>
              <a:gdLst>
                <a:gd name="connsiteX0" fmla="*/ 9682 w 159526"/>
                <a:gd name="connsiteY0" fmla="*/ 612727 h 613383"/>
                <a:gd name="connsiteX1" fmla="*/ 7339 w 159526"/>
                <a:gd name="connsiteY1" fmla="*/ 612417 h 613383"/>
                <a:gd name="connsiteX2" fmla="*/ -233 w 159526"/>
                <a:gd name="connsiteY2" fmla="*/ 600218 h 613383"/>
                <a:gd name="connsiteX3" fmla="*/ 138953 w 159526"/>
                <a:gd name="connsiteY3" fmla="*/ 7189 h 613383"/>
                <a:gd name="connsiteX4" fmla="*/ 151036 w 159526"/>
                <a:gd name="connsiteY4" fmla="*/ -401 h 613383"/>
                <a:gd name="connsiteX5" fmla="*/ 151191 w 159526"/>
                <a:gd name="connsiteY5" fmla="*/ -363 h 613383"/>
                <a:gd name="connsiteX6" fmla="*/ 158762 w 159526"/>
                <a:gd name="connsiteY6" fmla="*/ 11856 h 613383"/>
                <a:gd name="connsiteX7" fmla="*/ 19577 w 159526"/>
                <a:gd name="connsiteY7" fmla="*/ 604885 h 613383"/>
                <a:gd name="connsiteX8" fmla="*/ 9682 w 159526"/>
                <a:gd name="connsiteY8" fmla="*/ 612727 h 61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526" h="613383">
                  <a:moveTo>
                    <a:pt x="9682" y="612727"/>
                  </a:moveTo>
                  <a:cubicBezTo>
                    <a:pt x="8888" y="612727"/>
                    <a:pt x="8113" y="612611"/>
                    <a:pt x="7339" y="612417"/>
                  </a:cubicBezTo>
                  <a:cubicBezTo>
                    <a:pt x="1878" y="611139"/>
                    <a:pt x="-1510" y="605679"/>
                    <a:pt x="-233" y="600218"/>
                  </a:cubicBezTo>
                  <a:lnTo>
                    <a:pt x="138953" y="7189"/>
                  </a:lnTo>
                  <a:cubicBezTo>
                    <a:pt x="140192" y="1748"/>
                    <a:pt x="145595" y="-1641"/>
                    <a:pt x="151036" y="-401"/>
                  </a:cubicBezTo>
                  <a:cubicBezTo>
                    <a:pt x="151094" y="-382"/>
                    <a:pt x="151133" y="-382"/>
                    <a:pt x="151191" y="-363"/>
                  </a:cubicBezTo>
                  <a:cubicBezTo>
                    <a:pt x="156632" y="935"/>
                    <a:pt x="160021" y="6395"/>
                    <a:pt x="158762" y="11856"/>
                  </a:cubicBezTo>
                  <a:lnTo>
                    <a:pt x="19577" y="604885"/>
                  </a:lnTo>
                  <a:cubicBezTo>
                    <a:pt x="18473" y="609455"/>
                    <a:pt x="14387" y="612688"/>
                    <a:pt x="9682" y="612727"/>
                  </a:cubicBezTo>
                  <a:close/>
                </a:path>
              </a:pathLst>
            </a:custGeom>
            <a:grpFill/>
            <a:ln w="1934" cap="flat">
              <a:noFill/>
              <a:prstDash val="solid"/>
              <a:miter/>
            </a:ln>
          </p:spPr>
          <p:txBody>
            <a:bodyPr rtlCol="0" anchor="ctr"/>
            <a:lstStyle/>
            <a:p>
              <a:endParaRPr lang="en-IN" dirty="0"/>
            </a:p>
          </p:txBody>
        </p:sp>
        <p:sp>
          <p:nvSpPr>
            <p:cNvPr id="6152" name="Freeform: Shape 6151">
              <a:extLst>
                <a:ext uri="{FF2B5EF4-FFF2-40B4-BE49-F238E27FC236}">
                  <a16:creationId xmlns:a16="http://schemas.microsoft.com/office/drawing/2014/main" id="{DFD53C58-7E53-34FC-0399-CF0B1EB2FDF3}"/>
                </a:ext>
              </a:extLst>
            </p:cNvPr>
            <p:cNvSpPr/>
            <p:nvPr/>
          </p:nvSpPr>
          <p:spPr>
            <a:xfrm>
              <a:off x="6419524" y="4377377"/>
              <a:ext cx="164133" cy="608454"/>
            </a:xfrm>
            <a:custGeom>
              <a:avLst/>
              <a:gdLst>
                <a:gd name="connsiteX0" fmla="*/ 9667 w 164133"/>
                <a:gd name="connsiteY0" fmla="*/ 607798 h 608454"/>
                <a:gd name="connsiteX1" fmla="*/ 7247 w 164133"/>
                <a:gd name="connsiteY1" fmla="*/ 607507 h 608454"/>
                <a:gd name="connsiteX2" fmla="*/ -208 w 164133"/>
                <a:gd name="connsiteY2" fmla="*/ 595192 h 608454"/>
                <a:gd name="connsiteX3" fmla="*/ 143586 w 164133"/>
                <a:gd name="connsiteY3" fmla="*/ 7081 h 608454"/>
                <a:gd name="connsiteX4" fmla="*/ 155881 w 164133"/>
                <a:gd name="connsiteY4" fmla="*/ -355 h 608454"/>
                <a:gd name="connsiteX5" fmla="*/ 163337 w 164133"/>
                <a:gd name="connsiteY5" fmla="*/ 11941 h 608454"/>
                <a:gd name="connsiteX6" fmla="*/ 19543 w 164133"/>
                <a:gd name="connsiteY6" fmla="*/ 600052 h 608454"/>
                <a:gd name="connsiteX7" fmla="*/ 9667 w 164133"/>
                <a:gd name="connsiteY7" fmla="*/ 607798 h 60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133" h="608454">
                  <a:moveTo>
                    <a:pt x="9667" y="607798"/>
                  </a:moveTo>
                  <a:cubicBezTo>
                    <a:pt x="8854" y="607798"/>
                    <a:pt x="8041" y="607701"/>
                    <a:pt x="7247" y="607507"/>
                  </a:cubicBezTo>
                  <a:cubicBezTo>
                    <a:pt x="1806" y="606151"/>
                    <a:pt x="-1544" y="600652"/>
                    <a:pt x="-208" y="595192"/>
                  </a:cubicBezTo>
                  <a:lnTo>
                    <a:pt x="143586" y="7081"/>
                  </a:lnTo>
                  <a:cubicBezTo>
                    <a:pt x="144922" y="1621"/>
                    <a:pt x="150440" y="-1710"/>
                    <a:pt x="155881" y="-355"/>
                  </a:cubicBezTo>
                  <a:cubicBezTo>
                    <a:pt x="161342" y="981"/>
                    <a:pt x="164673" y="6481"/>
                    <a:pt x="163337" y="11941"/>
                  </a:cubicBezTo>
                  <a:lnTo>
                    <a:pt x="19543" y="600052"/>
                  </a:lnTo>
                  <a:cubicBezTo>
                    <a:pt x="18419" y="604583"/>
                    <a:pt x="14353" y="607778"/>
                    <a:pt x="9667" y="607798"/>
                  </a:cubicBezTo>
                  <a:close/>
                </a:path>
              </a:pathLst>
            </a:custGeom>
            <a:grpFill/>
            <a:ln w="1934" cap="flat">
              <a:noFill/>
              <a:prstDash val="solid"/>
              <a:miter/>
            </a:ln>
          </p:spPr>
          <p:txBody>
            <a:bodyPr rtlCol="0" anchor="ctr"/>
            <a:lstStyle/>
            <a:p>
              <a:endParaRPr lang="en-IN" dirty="0"/>
            </a:p>
          </p:txBody>
        </p:sp>
        <p:sp>
          <p:nvSpPr>
            <p:cNvPr id="6153" name="Freeform: Shape 6152">
              <a:extLst>
                <a:ext uri="{FF2B5EF4-FFF2-40B4-BE49-F238E27FC236}">
                  <a16:creationId xmlns:a16="http://schemas.microsoft.com/office/drawing/2014/main" id="{ED3285CA-57B3-6474-37F0-EC0CB047AD13}"/>
                </a:ext>
              </a:extLst>
            </p:cNvPr>
            <p:cNvSpPr/>
            <p:nvPr/>
          </p:nvSpPr>
          <p:spPr>
            <a:xfrm>
              <a:off x="6588825" y="3886127"/>
              <a:ext cx="83124" cy="286376"/>
            </a:xfrm>
            <a:custGeom>
              <a:avLst/>
              <a:gdLst>
                <a:gd name="connsiteX0" fmla="*/ 9682 w 83124"/>
                <a:gd name="connsiteY0" fmla="*/ 285720 h 286376"/>
                <a:gd name="connsiteX1" fmla="*/ 7339 w 83124"/>
                <a:gd name="connsiteY1" fmla="*/ 285409 h 286376"/>
                <a:gd name="connsiteX2" fmla="*/ -232 w 83124"/>
                <a:gd name="connsiteY2" fmla="*/ 273230 h 286376"/>
                <a:gd name="connsiteX3" fmla="*/ -232 w 83124"/>
                <a:gd name="connsiteY3" fmla="*/ 273211 h 286376"/>
                <a:gd name="connsiteX4" fmla="*/ 62563 w 83124"/>
                <a:gd name="connsiteY4" fmla="*/ 7194 h 286376"/>
                <a:gd name="connsiteX5" fmla="*/ 74492 w 83124"/>
                <a:gd name="connsiteY5" fmla="*/ -416 h 286376"/>
                <a:gd name="connsiteX6" fmla="*/ 74782 w 83124"/>
                <a:gd name="connsiteY6" fmla="*/ -358 h 286376"/>
                <a:gd name="connsiteX7" fmla="*/ 82353 w 83124"/>
                <a:gd name="connsiteY7" fmla="*/ 11860 h 286376"/>
                <a:gd name="connsiteX8" fmla="*/ 19576 w 83124"/>
                <a:gd name="connsiteY8" fmla="*/ 277877 h 286376"/>
                <a:gd name="connsiteX9" fmla="*/ 9682 w 83124"/>
                <a:gd name="connsiteY9" fmla="*/ 285720 h 28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124" h="286376">
                  <a:moveTo>
                    <a:pt x="9682" y="285720"/>
                  </a:moveTo>
                  <a:cubicBezTo>
                    <a:pt x="8888" y="285720"/>
                    <a:pt x="8094" y="285623"/>
                    <a:pt x="7339" y="285409"/>
                  </a:cubicBezTo>
                  <a:cubicBezTo>
                    <a:pt x="1878" y="284132"/>
                    <a:pt x="-1511" y="278671"/>
                    <a:pt x="-232" y="273230"/>
                  </a:cubicBezTo>
                  <a:cubicBezTo>
                    <a:pt x="-232" y="273211"/>
                    <a:pt x="-232" y="273211"/>
                    <a:pt x="-232" y="273211"/>
                  </a:cubicBezTo>
                  <a:lnTo>
                    <a:pt x="62563" y="7194"/>
                  </a:lnTo>
                  <a:cubicBezTo>
                    <a:pt x="63764" y="1791"/>
                    <a:pt x="69089" y="-1617"/>
                    <a:pt x="74492" y="-416"/>
                  </a:cubicBezTo>
                  <a:cubicBezTo>
                    <a:pt x="74588" y="-397"/>
                    <a:pt x="74685" y="-378"/>
                    <a:pt x="74782" y="-358"/>
                  </a:cubicBezTo>
                  <a:cubicBezTo>
                    <a:pt x="80242" y="920"/>
                    <a:pt x="83631" y="6400"/>
                    <a:pt x="82353" y="11860"/>
                  </a:cubicBezTo>
                  <a:lnTo>
                    <a:pt x="19576" y="277877"/>
                  </a:lnTo>
                  <a:cubicBezTo>
                    <a:pt x="18473" y="282466"/>
                    <a:pt x="14387" y="285700"/>
                    <a:pt x="9682" y="285720"/>
                  </a:cubicBezTo>
                  <a:close/>
                </a:path>
              </a:pathLst>
            </a:custGeom>
            <a:grpFill/>
            <a:ln w="1934" cap="flat">
              <a:noFill/>
              <a:prstDash val="solid"/>
              <a:miter/>
            </a:ln>
          </p:spPr>
          <p:txBody>
            <a:bodyPr rtlCol="0" anchor="ctr"/>
            <a:lstStyle/>
            <a:p>
              <a:endParaRPr lang="en-IN" dirty="0"/>
            </a:p>
          </p:txBody>
        </p:sp>
        <p:sp>
          <p:nvSpPr>
            <p:cNvPr id="6154" name="Freeform: Shape 6153">
              <a:extLst>
                <a:ext uri="{FF2B5EF4-FFF2-40B4-BE49-F238E27FC236}">
                  <a16:creationId xmlns:a16="http://schemas.microsoft.com/office/drawing/2014/main" id="{35F25587-420D-B3C5-0288-138C344F6EFB}"/>
                </a:ext>
              </a:extLst>
            </p:cNvPr>
            <p:cNvSpPr/>
            <p:nvPr/>
          </p:nvSpPr>
          <p:spPr>
            <a:xfrm>
              <a:off x="6671383" y="3898848"/>
              <a:ext cx="66178" cy="289939"/>
            </a:xfrm>
            <a:custGeom>
              <a:avLst/>
              <a:gdLst>
                <a:gd name="connsiteX0" fmla="*/ 9670 w 66178"/>
                <a:gd name="connsiteY0" fmla="*/ 289283 h 289939"/>
                <a:gd name="connsiteX1" fmla="*/ 7966 w 66178"/>
                <a:gd name="connsiteY1" fmla="*/ 289127 h 289939"/>
                <a:gd name="connsiteX2" fmla="*/ -360 w 66178"/>
                <a:gd name="connsiteY2" fmla="*/ 277413 h 289939"/>
                <a:gd name="connsiteX3" fmla="*/ 45473 w 66178"/>
                <a:gd name="connsiteY3" fmla="*/ 7872 h 289939"/>
                <a:gd name="connsiteX4" fmla="*/ 56782 w 66178"/>
                <a:gd name="connsiteY4" fmla="*/ -551 h 289939"/>
                <a:gd name="connsiteX5" fmla="*/ 57227 w 66178"/>
                <a:gd name="connsiteY5" fmla="*/ -474 h 289939"/>
                <a:gd name="connsiteX6" fmla="*/ 65534 w 66178"/>
                <a:gd name="connsiteY6" fmla="*/ 11241 h 289939"/>
                <a:gd name="connsiteX7" fmla="*/ 19700 w 66178"/>
                <a:gd name="connsiteY7" fmla="*/ 280782 h 289939"/>
                <a:gd name="connsiteX8" fmla="*/ 9670 w 66178"/>
                <a:gd name="connsiteY8" fmla="*/ 289283 h 28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178" h="289939">
                  <a:moveTo>
                    <a:pt x="9670" y="289283"/>
                  </a:moveTo>
                  <a:cubicBezTo>
                    <a:pt x="9089" y="289283"/>
                    <a:pt x="8528" y="289224"/>
                    <a:pt x="7966" y="289127"/>
                  </a:cubicBezTo>
                  <a:cubicBezTo>
                    <a:pt x="2448" y="288179"/>
                    <a:pt x="-1290" y="282951"/>
                    <a:pt x="-360" y="277413"/>
                  </a:cubicBezTo>
                  <a:lnTo>
                    <a:pt x="45473" y="7872"/>
                  </a:lnTo>
                  <a:cubicBezTo>
                    <a:pt x="46267" y="2430"/>
                    <a:pt x="51341" y="-1345"/>
                    <a:pt x="56782" y="-551"/>
                  </a:cubicBezTo>
                  <a:cubicBezTo>
                    <a:pt x="56937" y="-532"/>
                    <a:pt x="57072" y="-493"/>
                    <a:pt x="57227" y="-474"/>
                  </a:cubicBezTo>
                  <a:cubicBezTo>
                    <a:pt x="62746" y="475"/>
                    <a:pt x="66463" y="5722"/>
                    <a:pt x="65534" y="11241"/>
                  </a:cubicBezTo>
                  <a:lnTo>
                    <a:pt x="19700" y="280782"/>
                  </a:lnTo>
                  <a:cubicBezTo>
                    <a:pt x="18868" y="285681"/>
                    <a:pt x="14627" y="289263"/>
                    <a:pt x="9670" y="289283"/>
                  </a:cubicBezTo>
                  <a:close/>
                </a:path>
              </a:pathLst>
            </a:custGeom>
            <a:grpFill/>
            <a:ln w="1934" cap="flat">
              <a:noFill/>
              <a:prstDash val="solid"/>
              <a:miter/>
            </a:ln>
          </p:spPr>
          <p:txBody>
            <a:bodyPr rtlCol="0" anchor="ctr"/>
            <a:lstStyle/>
            <a:p>
              <a:endParaRPr lang="en-IN" dirty="0"/>
            </a:p>
          </p:txBody>
        </p:sp>
        <p:sp>
          <p:nvSpPr>
            <p:cNvPr id="6155" name="Freeform: Shape 6154">
              <a:extLst>
                <a:ext uri="{FF2B5EF4-FFF2-40B4-BE49-F238E27FC236}">
                  <a16:creationId xmlns:a16="http://schemas.microsoft.com/office/drawing/2014/main" id="{658EF2CF-F368-FC2F-E5B4-C0B963A1C462}"/>
                </a:ext>
              </a:extLst>
            </p:cNvPr>
            <p:cNvSpPr/>
            <p:nvPr/>
          </p:nvSpPr>
          <p:spPr>
            <a:xfrm>
              <a:off x="6724026" y="3936732"/>
              <a:ext cx="70419" cy="268069"/>
            </a:xfrm>
            <a:custGeom>
              <a:avLst/>
              <a:gdLst>
                <a:gd name="connsiteX0" fmla="*/ 9580 w 70419"/>
                <a:gd name="connsiteY0" fmla="*/ 267413 h 268069"/>
                <a:gd name="connsiteX1" fmla="*/ 7644 w 70419"/>
                <a:gd name="connsiteY1" fmla="*/ 267219 h 268069"/>
                <a:gd name="connsiteX2" fmla="*/ -295 w 70419"/>
                <a:gd name="connsiteY2" fmla="*/ 255214 h 268069"/>
                <a:gd name="connsiteX3" fmla="*/ 49721 w 70419"/>
                <a:gd name="connsiteY3" fmla="*/ 7863 h 268069"/>
                <a:gd name="connsiteX4" fmla="*/ 61397 w 70419"/>
                <a:gd name="connsiteY4" fmla="*/ -521 h 268069"/>
                <a:gd name="connsiteX5" fmla="*/ 69782 w 70419"/>
                <a:gd name="connsiteY5" fmla="*/ 11175 h 268069"/>
                <a:gd name="connsiteX6" fmla="*/ 69627 w 70419"/>
                <a:gd name="connsiteY6" fmla="*/ 11930 h 268069"/>
                <a:gd name="connsiteX7" fmla="*/ 19456 w 70419"/>
                <a:gd name="connsiteY7" fmla="*/ 259183 h 268069"/>
                <a:gd name="connsiteX8" fmla="*/ 9580 w 70419"/>
                <a:gd name="connsiteY8" fmla="*/ 267413 h 26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419" h="268069">
                  <a:moveTo>
                    <a:pt x="9580" y="267413"/>
                  </a:moveTo>
                  <a:cubicBezTo>
                    <a:pt x="8922" y="267394"/>
                    <a:pt x="8283" y="267335"/>
                    <a:pt x="7644" y="267219"/>
                  </a:cubicBezTo>
                  <a:cubicBezTo>
                    <a:pt x="2145" y="266096"/>
                    <a:pt x="-1418" y="260713"/>
                    <a:pt x="-295" y="255214"/>
                  </a:cubicBezTo>
                  <a:lnTo>
                    <a:pt x="49721" y="7863"/>
                  </a:lnTo>
                  <a:cubicBezTo>
                    <a:pt x="50631" y="2325"/>
                    <a:pt x="55859" y="-1431"/>
                    <a:pt x="61397" y="-521"/>
                  </a:cubicBezTo>
                  <a:cubicBezTo>
                    <a:pt x="66935" y="389"/>
                    <a:pt x="70692" y="5637"/>
                    <a:pt x="69782" y="11175"/>
                  </a:cubicBezTo>
                  <a:cubicBezTo>
                    <a:pt x="69743" y="11426"/>
                    <a:pt x="69685" y="11678"/>
                    <a:pt x="69627" y="11930"/>
                  </a:cubicBezTo>
                  <a:lnTo>
                    <a:pt x="19456" y="259183"/>
                  </a:lnTo>
                  <a:cubicBezTo>
                    <a:pt x="18546" y="263927"/>
                    <a:pt x="14421" y="267374"/>
                    <a:pt x="9580" y="267413"/>
                  </a:cubicBezTo>
                  <a:close/>
                </a:path>
              </a:pathLst>
            </a:custGeom>
            <a:grpFill/>
            <a:ln w="1934" cap="flat">
              <a:noFill/>
              <a:prstDash val="solid"/>
              <a:miter/>
            </a:ln>
          </p:spPr>
          <p:txBody>
            <a:bodyPr rtlCol="0" anchor="ctr"/>
            <a:lstStyle/>
            <a:p>
              <a:endParaRPr lang="en-IN" dirty="0"/>
            </a:p>
          </p:txBody>
        </p:sp>
        <p:sp>
          <p:nvSpPr>
            <p:cNvPr id="6156" name="Freeform: Shape 6155">
              <a:extLst>
                <a:ext uri="{FF2B5EF4-FFF2-40B4-BE49-F238E27FC236}">
                  <a16:creationId xmlns:a16="http://schemas.microsoft.com/office/drawing/2014/main" id="{A5834458-80E2-CAC7-34B9-C46269B78E39}"/>
                </a:ext>
              </a:extLst>
            </p:cNvPr>
            <p:cNvSpPr/>
            <p:nvPr/>
          </p:nvSpPr>
          <p:spPr>
            <a:xfrm>
              <a:off x="6774495" y="4005811"/>
              <a:ext cx="59555" cy="236462"/>
            </a:xfrm>
            <a:custGeom>
              <a:avLst/>
              <a:gdLst>
                <a:gd name="connsiteX0" fmla="*/ 9651 w 59555"/>
                <a:gd name="connsiteY0" fmla="*/ 235802 h 236462"/>
                <a:gd name="connsiteX1" fmla="*/ 7850 w 59555"/>
                <a:gd name="connsiteY1" fmla="*/ 235609 h 236462"/>
                <a:gd name="connsiteX2" fmla="*/ -341 w 59555"/>
                <a:gd name="connsiteY2" fmla="*/ 223835 h 236462"/>
                <a:gd name="connsiteX3" fmla="*/ -341 w 59555"/>
                <a:gd name="connsiteY3" fmla="*/ 223797 h 236462"/>
                <a:gd name="connsiteX4" fmla="*/ 38889 w 59555"/>
                <a:gd name="connsiteY4" fmla="*/ 7719 h 236462"/>
                <a:gd name="connsiteX5" fmla="*/ 50043 w 59555"/>
                <a:gd name="connsiteY5" fmla="*/ -550 h 236462"/>
                <a:gd name="connsiteX6" fmla="*/ 50701 w 59555"/>
                <a:gd name="connsiteY6" fmla="*/ -434 h 236462"/>
                <a:gd name="connsiteX7" fmla="*/ 58892 w 59555"/>
                <a:gd name="connsiteY7" fmla="*/ 11339 h 236462"/>
                <a:gd name="connsiteX8" fmla="*/ 58892 w 59555"/>
                <a:gd name="connsiteY8" fmla="*/ 11378 h 236462"/>
                <a:gd name="connsiteX9" fmla="*/ 19662 w 59555"/>
                <a:gd name="connsiteY9" fmla="*/ 227476 h 236462"/>
                <a:gd name="connsiteX10" fmla="*/ 9651 w 59555"/>
                <a:gd name="connsiteY10" fmla="*/ 235802 h 236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555" h="236462">
                  <a:moveTo>
                    <a:pt x="9651" y="235802"/>
                  </a:moveTo>
                  <a:cubicBezTo>
                    <a:pt x="9050" y="235822"/>
                    <a:pt x="8431" y="235744"/>
                    <a:pt x="7850" y="235609"/>
                  </a:cubicBezTo>
                  <a:cubicBezTo>
                    <a:pt x="2331" y="234621"/>
                    <a:pt x="-1329" y="229354"/>
                    <a:pt x="-341" y="223835"/>
                  </a:cubicBezTo>
                  <a:cubicBezTo>
                    <a:pt x="-341" y="223816"/>
                    <a:pt x="-341" y="223816"/>
                    <a:pt x="-341" y="223797"/>
                  </a:cubicBezTo>
                  <a:lnTo>
                    <a:pt x="38889" y="7719"/>
                  </a:lnTo>
                  <a:cubicBezTo>
                    <a:pt x="39683" y="2355"/>
                    <a:pt x="44679" y="-1344"/>
                    <a:pt x="50043" y="-550"/>
                  </a:cubicBezTo>
                  <a:cubicBezTo>
                    <a:pt x="50256" y="-530"/>
                    <a:pt x="50488" y="-472"/>
                    <a:pt x="50701" y="-434"/>
                  </a:cubicBezTo>
                  <a:cubicBezTo>
                    <a:pt x="56220" y="554"/>
                    <a:pt x="59880" y="5821"/>
                    <a:pt x="58892" y="11339"/>
                  </a:cubicBezTo>
                  <a:cubicBezTo>
                    <a:pt x="58892" y="11359"/>
                    <a:pt x="58892" y="11359"/>
                    <a:pt x="58892" y="11378"/>
                  </a:cubicBezTo>
                  <a:lnTo>
                    <a:pt x="19662" y="227476"/>
                  </a:lnTo>
                  <a:cubicBezTo>
                    <a:pt x="18751" y="232297"/>
                    <a:pt x="14550" y="235802"/>
                    <a:pt x="9651" y="235802"/>
                  </a:cubicBezTo>
                  <a:close/>
                </a:path>
              </a:pathLst>
            </a:custGeom>
            <a:grpFill/>
            <a:ln w="1934" cap="flat">
              <a:noFill/>
              <a:prstDash val="solid"/>
              <a:miter/>
            </a:ln>
          </p:spPr>
          <p:txBody>
            <a:bodyPr rtlCol="0" anchor="ctr"/>
            <a:lstStyle/>
            <a:p>
              <a:endParaRPr lang="en-IN" dirty="0"/>
            </a:p>
          </p:txBody>
        </p:sp>
        <p:sp>
          <p:nvSpPr>
            <p:cNvPr id="6157" name="Freeform: Shape 6156">
              <a:extLst>
                <a:ext uri="{FF2B5EF4-FFF2-40B4-BE49-F238E27FC236}">
                  <a16:creationId xmlns:a16="http://schemas.microsoft.com/office/drawing/2014/main" id="{1833C689-B07B-C043-CA6A-0122C3AA0F19}"/>
                </a:ext>
              </a:extLst>
            </p:cNvPr>
            <p:cNvSpPr/>
            <p:nvPr/>
          </p:nvSpPr>
          <p:spPr>
            <a:xfrm>
              <a:off x="6533182" y="3886226"/>
              <a:ext cx="60801" cy="267222"/>
            </a:xfrm>
            <a:custGeom>
              <a:avLst/>
              <a:gdLst>
                <a:gd name="connsiteX0" fmla="*/ 9654 w 60801"/>
                <a:gd name="connsiteY0" fmla="*/ 266566 h 267222"/>
                <a:gd name="connsiteX1" fmla="*/ 8027 w 60801"/>
                <a:gd name="connsiteY1" fmla="*/ 266411 h 267222"/>
                <a:gd name="connsiteX2" fmla="*/ -377 w 60801"/>
                <a:gd name="connsiteY2" fmla="*/ 254793 h 267222"/>
                <a:gd name="connsiteX3" fmla="*/ 40152 w 60801"/>
                <a:gd name="connsiteY3" fmla="*/ 7830 h 267222"/>
                <a:gd name="connsiteX4" fmla="*/ 51770 w 60801"/>
                <a:gd name="connsiteY4" fmla="*/ -554 h 267222"/>
                <a:gd name="connsiteX5" fmla="*/ 60173 w 60801"/>
                <a:gd name="connsiteY5" fmla="*/ 11064 h 267222"/>
                <a:gd name="connsiteX6" fmla="*/ 19646 w 60801"/>
                <a:gd name="connsiteY6" fmla="*/ 258027 h 267222"/>
                <a:gd name="connsiteX7" fmla="*/ 9654 w 60801"/>
                <a:gd name="connsiteY7" fmla="*/ 266566 h 26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800" h="267222">
                  <a:moveTo>
                    <a:pt x="9654" y="266566"/>
                  </a:moveTo>
                  <a:cubicBezTo>
                    <a:pt x="9112" y="266566"/>
                    <a:pt x="8569" y="266508"/>
                    <a:pt x="8027" y="266411"/>
                  </a:cubicBezTo>
                  <a:cubicBezTo>
                    <a:pt x="2509" y="265501"/>
                    <a:pt x="-1248" y="260312"/>
                    <a:pt x="-377" y="254793"/>
                  </a:cubicBezTo>
                  <a:lnTo>
                    <a:pt x="40152" y="7830"/>
                  </a:lnTo>
                  <a:cubicBezTo>
                    <a:pt x="41158" y="2370"/>
                    <a:pt x="46271" y="-1329"/>
                    <a:pt x="51770" y="-554"/>
                  </a:cubicBezTo>
                  <a:cubicBezTo>
                    <a:pt x="57288" y="356"/>
                    <a:pt x="61045" y="5545"/>
                    <a:pt x="60173" y="11064"/>
                  </a:cubicBezTo>
                  <a:lnTo>
                    <a:pt x="19646" y="258027"/>
                  </a:lnTo>
                  <a:cubicBezTo>
                    <a:pt x="18852" y="262945"/>
                    <a:pt x="14630" y="266547"/>
                    <a:pt x="9654" y="266566"/>
                  </a:cubicBezTo>
                  <a:close/>
                </a:path>
              </a:pathLst>
            </a:custGeom>
            <a:grpFill/>
            <a:ln w="1934" cap="flat">
              <a:noFill/>
              <a:prstDash val="solid"/>
              <a:miter/>
            </a:ln>
          </p:spPr>
          <p:txBody>
            <a:bodyPr rtlCol="0" anchor="ctr"/>
            <a:lstStyle/>
            <a:p>
              <a:endParaRPr lang="en-IN" dirty="0"/>
            </a:p>
          </p:txBody>
        </p:sp>
        <p:sp>
          <p:nvSpPr>
            <p:cNvPr id="6158" name="Freeform: Shape 6157">
              <a:extLst>
                <a:ext uri="{FF2B5EF4-FFF2-40B4-BE49-F238E27FC236}">
                  <a16:creationId xmlns:a16="http://schemas.microsoft.com/office/drawing/2014/main" id="{3D760390-1AE5-ADF3-25BB-31D39EB55C77}"/>
                </a:ext>
              </a:extLst>
            </p:cNvPr>
            <p:cNvSpPr/>
            <p:nvPr/>
          </p:nvSpPr>
          <p:spPr>
            <a:xfrm>
              <a:off x="6467762" y="3899233"/>
              <a:ext cx="62234" cy="256791"/>
            </a:xfrm>
            <a:custGeom>
              <a:avLst/>
              <a:gdLst>
                <a:gd name="connsiteX0" fmla="*/ 9606 w 62234"/>
                <a:gd name="connsiteY0" fmla="*/ 256135 h 256791"/>
                <a:gd name="connsiteX1" fmla="*/ -502 w 62234"/>
                <a:gd name="connsiteY1" fmla="*/ 245620 h 256791"/>
                <a:gd name="connsiteX2" fmla="*/ 41556 w 62234"/>
                <a:gd name="connsiteY2" fmla="*/ 7739 h 256791"/>
                <a:gd name="connsiteX3" fmla="*/ 52438 w 62234"/>
                <a:gd name="connsiteY3" fmla="*/ -568 h 256791"/>
                <a:gd name="connsiteX4" fmla="*/ 53368 w 62234"/>
                <a:gd name="connsiteY4" fmla="*/ -394 h 256791"/>
                <a:gd name="connsiteX5" fmla="*/ 61578 w 62234"/>
                <a:gd name="connsiteY5" fmla="*/ 11340 h 256791"/>
                <a:gd name="connsiteX6" fmla="*/ 61559 w 62234"/>
                <a:gd name="connsiteY6" fmla="*/ 11418 h 256791"/>
                <a:gd name="connsiteX7" fmla="*/ 19772 w 62234"/>
                <a:gd name="connsiteY7" fmla="*/ 246298 h 256791"/>
                <a:gd name="connsiteX8" fmla="*/ 9858 w 62234"/>
                <a:gd name="connsiteY8" fmla="*/ 256135 h 256791"/>
                <a:gd name="connsiteX9" fmla="*/ 9606 w 62234"/>
                <a:gd name="connsiteY9" fmla="*/ 256135 h 256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234" h="256790">
                  <a:moveTo>
                    <a:pt x="9606" y="256135"/>
                  </a:moveTo>
                  <a:cubicBezTo>
                    <a:pt x="3933" y="255960"/>
                    <a:pt x="-541" y="251294"/>
                    <a:pt x="-502" y="245620"/>
                  </a:cubicBezTo>
                  <a:cubicBezTo>
                    <a:pt x="-502" y="240644"/>
                    <a:pt x="22367" y="113541"/>
                    <a:pt x="41556" y="7739"/>
                  </a:cubicBezTo>
                  <a:cubicBezTo>
                    <a:pt x="42272" y="2433"/>
                    <a:pt x="47152" y="-1285"/>
                    <a:pt x="52438" y="-568"/>
                  </a:cubicBezTo>
                  <a:cubicBezTo>
                    <a:pt x="52748" y="-530"/>
                    <a:pt x="53058" y="-472"/>
                    <a:pt x="53368" y="-394"/>
                  </a:cubicBezTo>
                  <a:cubicBezTo>
                    <a:pt x="58867" y="574"/>
                    <a:pt x="62546" y="5841"/>
                    <a:pt x="61578" y="11340"/>
                  </a:cubicBezTo>
                  <a:cubicBezTo>
                    <a:pt x="61559" y="11379"/>
                    <a:pt x="61559" y="11398"/>
                    <a:pt x="61559" y="11418"/>
                  </a:cubicBezTo>
                  <a:cubicBezTo>
                    <a:pt x="45196" y="101594"/>
                    <a:pt x="20566" y="238572"/>
                    <a:pt x="19772" y="246298"/>
                  </a:cubicBezTo>
                  <a:cubicBezTo>
                    <a:pt x="19753" y="251758"/>
                    <a:pt x="15318" y="256154"/>
                    <a:pt x="9858" y="256135"/>
                  </a:cubicBezTo>
                  <a:cubicBezTo>
                    <a:pt x="9780" y="256135"/>
                    <a:pt x="9683" y="256135"/>
                    <a:pt x="9606" y="256135"/>
                  </a:cubicBezTo>
                  <a:close/>
                </a:path>
              </a:pathLst>
            </a:custGeom>
            <a:grpFill/>
            <a:ln w="1934" cap="flat">
              <a:noFill/>
              <a:prstDash val="solid"/>
              <a:miter/>
            </a:ln>
          </p:spPr>
          <p:txBody>
            <a:bodyPr rtlCol="0" anchor="ctr"/>
            <a:lstStyle/>
            <a:p>
              <a:endParaRPr lang="en-IN" dirty="0"/>
            </a:p>
          </p:txBody>
        </p:sp>
        <p:sp>
          <p:nvSpPr>
            <p:cNvPr id="6159" name="Freeform: Shape 6158">
              <a:extLst>
                <a:ext uri="{FF2B5EF4-FFF2-40B4-BE49-F238E27FC236}">
                  <a16:creationId xmlns:a16="http://schemas.microsoft.com/office/drawing/2014/main" id="{9B95F2FC-BEAA-1CCD-BE9B-538A4593FB89}"/>
                </a:ext>
              </a:extLst>
            </p:cNvPr>
            <p:cNvSpPr/>
            <p:nvPr/>
          </p:nvSpPr>
          <p:spPr>
            <a:xfrm>
              <a:off x="6403957" y="3927174"/>
              <a:ext cx="75977" cy="236343"/>
            </a:xfrm>
            <a:custGeom>
              <a:avLst/>
              <a:gdLst>
                <a:gd name="connsiteX0" fmla="*/ 9666 w 75977"/>
                <a:gd name="connsiteY0" fmla="*/ 235687 h 236343"/>
                <a:gd name="connsiteX1" fmla="*/ 7149 w 75977"/>
                <a:gd name="connsiteY1" fmla="*/ 235339 h 236343"/>
                <a:gd name="connsiteX2" fmla="*/ -190 w 75977"/>
                <a:gd name="connsiteY2" fmla="*/ 222985 h 236343"/>
                <a:gd name="connsiteX3" fmla="*/ 55461 w 75977"/>
                <a:gd name="connsiteY3" fmla="*/ 6984 h 236343"/>
                <a:gd name="connsiteX4" fmla="*/ 67854 w 75977"/>
                <a:gd name="connsiteY4" fmla="*/ -336 h 236343"/>
                <a:gd name="connsiteX5" fmla="*/ 75154 w 75977"/>
                <a:gd name="connsiteY5" fmla="*/ 12057 h 236343"/>
                <a:gd name="connsiteX6" fmla="*/ 19522 w 75977"/>
                <a:gd name="connsiteY6" fmla="*/ 228038 h 236343"/>
                <a:gd name="connsiteX7" fmla="*/ 9666 w 75977"/>
                <a:gd name="connsiteY7" fmla="*/ 235687 h 23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77" h="236343">
                  <a:moveTo>
                    <a:pt x="9666" y="235687"/>
                  </a:moveTo>
                  <a:cubicBezTo>
                    <a:pt x="8814" y="235687"/>
                    <a:pt x="7962" y="235571"/>
                    <a:pt x="7149" y="235339"/>
                  </a:cubicBezTo>
                  <a:cubicBezTo>
                    <a:pt x="1727" y="233944"/>
                    <a:pt x="-1565" y="228426"/>
                    <a:pt x="-190" y="222985"/>
                  </a:cubicBezTo>
                  <a:lnTo>
                    <a:pt x="55461" y="6984"/>
                  </a:lnTo>
                  <a:cubicBezTo>
                    <a:pt x="56855" y="1543"/>
                    <a:pt x="62413" y="-1730"/>
                    <a:pt x="67854" y="-336"/>
                  </a:cubicBezTo>
                  <a:cubicBezTo>
                    <a:pt x="73276" y="1078"/>
                    <a:pt x="76548" y="6616"/>
                    <a:pt x="75154" y="12057"/>
                  </a:cubicBezTo>
                  <a:lnTo>
                    <a:pt x="19522" y="228038"/>
                  </a:lnTo>
                  <a:cubicBezTo>
                    <a:pt x="18361" y="232531"/>
                    <a:pt x="14314" y="235668"/>
                    <a:pt x="9666" y="235687"/>
                  </a:cubicBezTo>
                  <a:close/>
                </a:path>
              </a:pathLst>
            </a:custGeom>
            <a:grpFill/>
            <a:ln w="1934" cap="flat">
              <a:noFill/>
              <a:prstDash val="solid"/>
              <a:miter/>
            </a:ln>
          </p:spPr>
          <p:txBody>
            <a:bodyPr rtlCol="0" anchor="ctr"/>
            <a:lstStyle/>
            <a:p>
              <a:endParaRPr lang="en-IN" dirty="0"/>
            </a:p>
          </p:txBody>
        </p:sp>
        <p:sp>
          <p:nvSpPr>
            <p:cNvPr id="6160" name="Freeform: Shape 6159">
              <a:extLst>
                <a:ext uri="{FF2B5EF4-FFF2-40B4-BE49-F238E27FC236}">
                  <a16:creationId xmlns:a16="http://schemas.microsoft.com/office/drawing/2014/main" id="{C6437F9C-A855-FB9E-D0B1-9A42652B8E27}"/>
                </a:ext>
              </a:extLst>
            </p:cNvPr>
            <p:cNvSpPr/>
            <p:nvPr/>
          </p:nvSpPr>
          <p:spPr>
            <a:xfrm>
              <a:off x="6059561" y="4359351"/>
              <a:ext cx="321598" cy="532353"/>
            </a:xfrm>
            <a:custGeom>
              <a:avLst/>
              <a:gdLst>
                <a:gd name="connsiteX0" fmla="*/ 172548 w 321598"/>
                <a:gd name="connsiteY0" fmla="*/ 531678 h 532353"/>
                <a:gd name="connsiteX1" fmla="*/ 163118 w 321598"/>
                <a:gd name="connsiteY1" fmla="*/ 525268 h 532353"/>
                <a:gd name="connsiteX2" fmla="*/ 138778 w 321598"/>
                <a:gd name="connsiteY2" fmla="*/ 464583 h 532353"/>
                <a:gd name="connsiteX3" fmla="*/ 106441 w 321598"/>
                <a:gd name="connsiteY3" fmla="*/ 422583 h 532353"/>
                <a:gd name="connsiteX4" fmla="*/ 108493 w 321598"/>
                <a:gd name="connsiteY4" fmla="*/ 412263 h 532353"/>
                <a:gd name="connsiteX5" fmla="*/ 68507 w 321598"/>
                <a:gd name="connsiteY5" fmla="*/ 382888 h 532353"/>
                <a:gd name="connsiteX6" fmla="*/ 72380 w 321598"/>
                <a:gd name="connsiteY6" fmla="*/ 344316 h 532353"/>
                <a:gd name="connsiteX7" fmla="*/ 51371 w 321598"/>
                <a:gd name="connsiteY7" fmla="*/ 308648 h 532353"/>
                <a:gd name="connsiteX8" fmla="*/ 51738 w 321598"/>
                <a:gd name="connsiteY8" fmla="*/ 281539 h 532353"/>
                <a:gd name="connsiteX9" fmla="*/ 18975 w 321598"/>
                <a:gd name="connsiteY9" fmla="*/ 241572 h 532353"/>
                <a:gd name="connsiteX10" fmla="*/ 22751 w 321598"/>
                <a:gd name="connsiteY10" fmla="*/ 223506 h 532353"/>
                <a:gd name="connsiteX11" fmla="*/ 17039 w 321598"/>
                <a:gd name="connsiteY11" fmla="*/ 172696 h 532353"/>
                <a:gd name="connsiteX12" fmla="*/ 18510 w 321598"/>
                <a:gd name="connsiteY12" fmla="*/ 49369 h 532353"/>
                <a:gd name="connsiteX13" fmla="*/ 197333 w 321598"/>
                <a:gd name="connsiteY13" fmla="*/ 10507 h 532353"/>
                <a:gd name="connsiteX14" fmla="*/ 308325 w 321598"/>
                <a:gd name="connsiteY14" fmla="*/ -317 h 532353"/>
                <a:gd name="connsiteX15" fmla="*/ 320757 w 321598"/>
                <a:gd name="connsiteY15" fmla="*/ 6905 h 532353"/>
                <a:gd name="connsiteX16" fmla="*/ 313534 w 321598"/>
                <a:gd name="connsiteY16" fmla="*/ 19337 h 532353"/>
                <a:gd name="connsiteX17" fmla="*/ 198224 w 321598"/>
                <a:gd name="connsiteY17" fmla="*/ 30800 h 532353"/>
                <a:gd name="connsiteX18" fmla="*/ 34292 w 321598"/>
                <a:gd name="connsiteY18" fmla="*/ 62169 h 532353"/>
                <a:gd name="connsiteX19" fmla="*/ 35279 w 321598"/>
                <a:gd name="connsiteY19" fmla="*/ 163750 h 532353"/>
                <a:gd name="connsiteX20" fmla="*/ 39326 w 321598"/>
                <a:gd name="connsiteY20" fmla="*/ 235279 h 532353"/>
                <a:gd name="connsiteX21" fmla="*/ 70715 w 321598"/>
                <a:gd name="connsiteY21" fmla="*/ 269960 h 532353"/>
                <a:gd name="connsiteX22" fmla="*/ 73786 w 321598"/>
                <a:gd name="connsiteY22" fmla="*/ 283979 h 532353"/>
                <a:gd name="connsiteX23" fmla="*/ 71238 w 321598"/>
                <a:gd name="connsiteY23" fmla="*/ 286690 h 532353"/>
                <a:gd name="connsiteX24" fmla="*/ 71238 w 321598"/>
                <a:gd name="connsiteY24" fmla="*/ 304408 h 532353"/>
                <a:gd name="connsiteX25" fmla="*/ 90601 w 321598"/>
                <a:gd name="connsiteY25" fmla="*/ 333240 h 532353"/>
                <a:gd name="connsiteX26" fmla="*/ 93661 w 321598"/>
                <a:gd name="connsiteY26" fmla="*/ 346291 h 532353"/>
                <a:gd name="connsiteX27" fmla="*/ 88239 w 321598"/>
                <a:gd name="connsiteY27" fmla="*/ 378009 h 532353"/>
                <a:gd name="connsiteX28" fmla="*/ 123384 w 321598"/>
                <a:gd name="connsiteY28" fmla="*/ 394545 h 532353"/>
                <a:gd name="connsiteX29" fmla="*/ 132043 w 321598"/>
                <a:gd name="connsiteY29" fmla="*/ 405989 h 532353"/>
                <a:gd name="connsiteX30" fmla="*/ 130432 w 321598"/>
                <a:gd name="connsiteY30" fmla="*/ 410229 h 532353"/>
                <a:gd name="connsiteX31" fmla="*/ 130432 w 321598"/>
                <a:gd name="connsiteY31" fmla="*/ 410229 h 532353"/>
                <a:gd name="connsiteX32" fmla="*/ 126559 w 321598"/>
                <a:gd name="connsiteY32" fmla="*/ 425720 h 532353"/>
                <a:gd name="connsiteX33" fmla="*/ 151984 w 321598"/>
                <a:gd name="connsiteY33" fmla="*/ 448801 h 532353"/>
                <a:gd name="connsiteX34" fmla="*/ 156379 w 321598"/>
                <a:gd name="connsiteY34" fmla="*/ 453856 h 532353"/>
                <a:gd name="connsiteX35" fmla="*/ 182017 w 321598"/>
                <a:gd name="connsiteY35" fmla="*/ 517755 h 532353"/>
                <a:gd name="connsiteX36" fmla="*/ 176258 w 321598"/>
                <a:gd name="connsiteY36" fmla="*/ 530981 h 532353"/>
                <a:gd name="connsiteX37" fmla="*/ 172587 w 321598"/>
                <a:gd name="connsiteY37" fmla="*/ 531697 h 53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1598" h="532353">
                  <a:moveTo>
                    <a:pt x="172548" y="531678"/>
                  </a:moveTo>
                  <a:cubicBezTo>
                    <a:pt x="168390" y="531658"/>
                    <a:pt x="164659" y="529122"/>
                    <a:pt x="163118" y="525268"/>
                  </a:cubicBezTo>
                  <a:lnTo>
                    <a:pt x="138778" y="464583"/>
                  </a:lnTo>
                  <a:cubicBezTo>
                    <a:pt x="127489" y="457670"/>
                    <a:pt x="103691" y="440805"/>
                    <a:pt x="106441" y="422583"/>
                  </a:cubicBezTo>
                  <a:cubicBezTo>
                    <a:pt x="107079" y="418517"/>
                    <a:pt x="107796" y="415090"/>
                    <a:pt x="108493" y="412263"/>
                  </a:cubicBezTo>
                  <a:cubicBezTo>
                    <a:pt x="94164" y="408603"/>
                    <a:pt x="72825" y="400354"/>
                    <a:pt x="68507" y="382888"/>
                  </a:cubicBezTo>
                  <a:cubicBezTo>
                    <a:pt x="64848" y="368191"/>
                    <a:pt x="68991" y="353107"/>
                    <a:pt x="72380" y="344316"/>
                  </a:cubicBezTo>
                  <a:cubicBezTo>
                    <a:pt x="65467" y="337713"/>
                    <a:pt x="54953" y="325456"/>
                    <a:pt x="51371" y="308648"/>
                  </a:cubicBezTo>
                  <a:cubicBezTo>
                    <a:pt x="48737" y="296236"/>
                    <a:pt x="49705" y="287503"/>
                    <a:pt x="51738" y="281539"/>
                  </a:cubicBezTo>
                  <a:cubicBezTo>
                    <a:pt x="40391" y="273193"/>
                    <a:pt x="22054" y="257509"/>
                    <a:pt x="18975" y="241572"/>
                  </a:cubicBezTo>
                  <a:cubicBezTo>
                    <a:pt x="17657" y="235279"/>
                    <a:pt x="19026" y="228735"/>
                    <a:pt x="22751" y="223506"/>
                  </a:cubicBezTo>
                  <a:cubicBezTo>
                    <a:pt x="29528" y="213941"/>
                    <a:pt x="23506" y="187974"/>
                    <a:pt x="17039" y="172696"/>
                  </a:cubicBezTo>
                  <a:cubicBezTo>
                    <a:pt x="15858" y="170760"/>
                    <a:pt x="-22773" y="100083"/>
                    <a:pt x="18510" y="49369"/>
                  </a:cubicBezTo>
                  <a:cubicBezTo>
                    <a:pt x="44690" y="17207"/>
                    <a:pt x="122280" y="13779"/>
                    <a:pt x="197333" y="10507"/>
                  </a:cubicBezTo>
                  <a:cubicBezTo>
                    <a:pt x="240746" y="8571"/>
                    <a:pt x="281778" y="6789"/>
                    <a:pt x="308325" y="-317"/>
                  </a:cubicBezTo>
                  <a:cubicBezTo>
                    <a:pt x="313747" y="-1750"/>
                    <a:pt x="319324" y="1483"/>
                    <a:pt x="320757" y="6905"/>
                  </a:cubicBezTo>
                  <a:cubicBezTo>
                    <a:pt x="322190" y="12327"/>
                    <a:pt x="318956" y="17904"/>
                    <a:pt x="313534" y="19337"/>
                  </a:cubicBezTo>
                  <a:cubicBezTo>
                    <a:pt x="284876" y="27082"/>
                    <a:pt x="242779" y="28825"/>
                    <a:pt x="198224" y="30800"/>
                  </a:cubicBezTo>
                  <a:cubicBezTo>
                    <a:pt x="130955" y="33724"/>
                    <a:pt x="54682" y="37113"/>
                    <a:pt x="34292" y="62169"/>
                  </a:cubicBezTo>
                  <a:cubicBezTo>
                    <a:pt x="1742" y="102174"/>
                    <a:pt x="34931" y="163169"/>
                    <a:pt x="35279" y="163750"/>
                  </a:cubicBezTo>
                  <a:cubicBezTo>
                    <a:pt x="37816" y="169559"/>
                    <a:pt x="55282" y="212643"/>
                    <a:pt x="39326" y="235279"/>
                  </a:cubicBezTo>
                  <a:cubicBezTo>
                    <a:pt x="40721" y="247033"/>
                    <a:pt x="58690" y="262176"/>
                    <a:pt x="70715" y="269960"/>
                  </a:cubicBezTo>
                  <a:cubicBezTo>
                    <a:pt x="75434" y="272980"/>
                    <a:pt x="76808" y="279254"/>
                    <a:pt x="73786" y="283979"/>
                  </a:cubicBezTo>
                  <a:cubicBezTo>
                    <a:pt x="73112" y="285025"/>
                    <a:pt x="72246" y="285954"/>
                    <a:pt x="71238" y="286690"/>
                  </a:cubicBezTo>
                  <a:cubicBezTo>
                    <a:pt x="71238" y="286690"/>
                    <a:pt x="68159" y="289866"/>
                    <a:pt x="71238" y="304408"/>
                  </a:cubicBezTo>
                  <a:cubicBezTo>
                    <a:pt x="75110" y="321835"/>
                    <a:pt x="90446" y="333143"/>
                    <a:pt x="90601" y="333240"/>
                  </a:cubicBezTo>
                  <a:cubicBezTo>
                    <a:pt x="94728" y="336222"/>
                    <a:pt x="96033" y="341779"/>
                    <a:pt x="93661" y="346291"/>
                  </a:cubicBezTo>
                  <a:cubicBezTo>
                    <a:pt x="93661" y="346504"/>
                    <a:pt x="84657" y="363563"/>
                    <a:pt x="88239" y="378009"/>
                  </a:cubicBezTo>
                  <a:cubicBezTo>
                    <a:pt x="90175" y="385754"/>
                    <a:pt x="109907" y="392647"/>
                    <a:pt x="123384" y="394545"/>
                  </a:cubicBezTo>
                  <a:cubicBezTo>
                    <a:pt x="128935" y="395320"/>
                    <a:pt x="132812" y="400431"/>
                    <a:pt x="132043" y="405989"/>
                  </a:cubicBezTo>
                  <a:cubicBezTo>
                    <a:pt x="131834" y="407499"/>
                    <a:pt x="131282" y="408952"/>
                    <a:pt x="130432" y="410229"/>
                  </a:cubicBezTo>
                  <a:lnTo>
                    <a:pt x="130432" y="410229"/>
                  </a:lnTo>
                  <a:cubicBezTo>
                    <a:pt x="128501" y="415206"/>
                    <a:pt x="127200" y="420415"/>
                    <a:pt x="126559" y="425720"/>
                  </a:cubicBezTo>
                  <a:cubicBezTo>
                    <a:pt x="126424" y="429844"/>
                    <a:pt x="139262" y="441560"/>
                    <a:pt x="151984" y="448801"/>
                  </a:cubicBezTo>
                  <a:cubicBezTo>
                    <a:pt x="153982" y="449944"/>
                    <a:pt x="155533" y="451725"/>
                    <a:pt x="156379" y="453856"/>
                  </a:cubicBezTo>
                  <a:lnTo>
                    <a:pt x="182017" y="517755"/>
                  </a:lnTo>
                  <a:cubicBezTo>
                    <a:pt x="184081" y="523003"/>
                    <a:pt x="181503" y="528928"/>
                    <a:pt x="176258" y="530981"/>
                  </a:cubicBezTo>
                  <a:cubicBezTo>
                    <a:pt x="175088" y="531446"/>
                    <a:pt x="173843" y="531697"/>
                    <a:pt x="172587" y="531697"/>
                  </a:cubicBezTo>
                  <a:close/>
                </a:path>
              </a:pathLst>
            </a:custGeom>
            <a:grpFill/>
            <a:ln w="1934" cap="flat">
              <a:noFill/>
              <a:prstDash val="solid"/>
              <a:miter/>
            </a:ln>
          </p:spPr>
          <p:txBody>
            <a:bodyPr rtlCol="0" anchor="ctr"/>
            <a:lstStyle/>
            <a:p>
              <a:endParaRPr lang="en-IN" dirty="0"/>
            </a:p>
          </p:txBody>
        </p:sp>
        <p:sp>
          <p:nvSpPr>
            <p:cNvPr id="6161" name="Freeform: Shape 6160">
              <a:extLst>
                <a:ext uri="{FF2B5EF4-FFF2-40B4-BE49-F238E27FC236}">
                  <a16:creationId xmlns:a16="http://schemas.microsoft.com/office/drawing/2014/main" id="{EE0A8690-605C-6784-A255-F13CF131DE20}"/>
                </a:ext>
              </a:extLst>
            </p:cNvPr>
            <p:cNvSpPr/>
            <p:nvPr/>
          </p:nvSpPr>
          <p:spPr>
            <a:xfrm>
              <a:off x="6064774" y="4389281"/>
              <a:ext cx="287868" cy="111569"/>
            </a:xfrm>
            <a:custGeom>
              <a:avLst/>
              <a:gdLst>
                <a:gd name="connsiteX0" fmla="*/ 9657 w 287868"/>
                <a:gd name="connsiteY0" fmla="*/ 110913 h 111569"/>
                <a:gd name="connsiteX1" fmla="*/ 8050 w 287868"/>
                <a:gd name="connsiteY1" fmla="*/ 110758 h 111569"/>
                <a:gd name="connsiteX2" fmla="*/ -392 w 287868"/>
                <a:gd name="connsiteY2" fmla="*/ 99295 h 111569"/>
                <a:gd name="connsiteX3" fmla="*/ 82987 w 287868"/>
                <a:gd name="connsiteY3" fmla="*/ 28424 h 111569"/>
                <a:gd name="connsiteX4" fmla="*/ 276371 w 287868"/>
                <a:gd name="connsiteY4" fmla="*/ -621 h 111569"/>
                <a:gd name="connsiteX5" fmla="*/ 287331 w 287868"/>
                <a:gd name="connsiteY5" fmla="*/ 8654 h 111569"/>
                <a:gd name="connsiteX6" fmla="*/ 278056 w 287868"/>
                <a:gd name="connsiteY6" fmla="*/ 19614 h 111569"/>
                <a:gd name="connsiteX7" fmla="*/ 88293 w 287868"/>
                <a:gd name="connsiteY7" fmla="*/ 48155 h 111569"/>
                <a:gd name="connsiteX8" fmla="*/ 19727 w 287868"/>
                <a:gd name="connsiteY8" fmla="*/ 102509 h 111569"/>
                <a:gd name="connsiteX9" fmla="*/ 9657 w 287868"/>
                <a:gd name="connsiteY9" fmla="*/ 110913 h 111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7868" h="111569">
                  <a:moveTo>
                    <a:pt x="9657" y="110913"/>
                  </a:moveTo>
                  <a:cubicBezTo>
                    <a:pt x="9117" y="110913"/>
                    <a:pt x="8581" y="110855"/>
                    <a:pt x="8050" y="110758"/>
                  </a:cubicBezTo>
                  <a:cubicBezTo>
                    <a:pt x="2567" y="109906"/>
                    <a:pt x="-1204" y="104794"/>
                    <a:pt x="-392" y="99295"/>
                  </a:cubicBezTo>
                  <a:cubicBezTo>
                    <a:pt x="-82" y="97223"/>
                    <a:pt x="8031" y="48581"/>
                    <a:pt x="82987" y="28424"/>
                  </a:cubicBezTo>
                  <a:cubicBezTo>
                    <a:pt x="152328" y="9815"/>
                    <a:pt x="271337" y="-312"/>
                    <a:pt x="276371" y="-621"/>
                  </a:cubicBezTo>
                  <a:cubicBezTo>
                    <a:pt x="281968" y="-1086"/>
                    <a:pt x="286867" y="3058"/>
                    <a:pt x="287331" y="8654"/>
                  </a:cubicBezTo>
                  <a:cubicBezTo>
                    <a:pt x="287796" y="14250"/>
                    <a:pt x="283652" y="19149"/>
                    <a:pt x="278056" y="19614"/>
                  </a:cubicBezTo>
                  <a:cubicBezTo>
                    <a:pt x="276836" y="19710"/>
                    <a:pt x="155814" y="29993"/>
                    <a:pt x="88293" y="48155"/>
                  </a:cubicBezTo>
                  <a:cubicBezTo>
                    <a:pt x="26969" y="64634"/>
                    <a:pt x="19998" y="100960"/>
                    <a:pt x="19727" y="102509"/>
                  </a:cubicBezTo>
                  <a:cubicBezTo>
                    <a:pt x="18824" y="107369"/>
                    <a:pt x="14597" y="110893"/>
                    <a:pt x="9657" y="110913"/>
                  </a:cubicBezTo>
                  <a:close/>
                </a:path>
              </a:pathLst>
            </a:custGeom>
            <a:grpFill/>
            <a:ln w="1934" cap="flat">
              <a:noFill/>
              <a:prstDash val="solid"/>
              <a:miter/>
            </a:ln>
          </p:spPr>
          <p:txBody>
            <a:bodyPr rtlCol="0" anchor="ctr"/>
            <a:lstStyle/>
            <a:p>
              <a:endParaRPr lang="en-IN" dirty="0"/>
            </a:p>
          </p:txBody>
        </p:sp>
        <p:sp>
          <p:nvSpPr>
            <p:cNvPr id="6162" name="Freeform: Shape 6161">
              <a:extLst>
                <a:ext uri="{FF2B5EF4-FFF2-40B4-BE49-F238E27FC236}">
                  <a16:creationId xmlns:a16="http://schemas.microsoft.com/office/drawing/2014/main" id="{5DC7F79F-5CE3-E419-A6FC-E65067860934}"/>
                </a:ext>
              </a:extLst>
            </p:cNvPr>
            <p:cNvSpPr/>
            <p:nvPr/>
          </p:nvSpPr>
          <p:spPr>
            <a:xfrm>
              <a:off x="6137250" y="4419029"/>
              <a:ext cx="76930" cy="238396"/>
            </a:xfrm>
            <a:custGeom>
              <a:avLst/>
              <a:gdLst>
                <a:gd name="connsiteX0" fmla="*/ 66278 w 76930"/>
                <a:gd name="connsiteY0" fmla="*/ 237740 h 238396"/>
                <a:gd name="connsiteX1" fmla="*/ 56441 w 76930"/>
                <a:gd name="connsiteY1" fmla="*/ 230110 h 238396"/>
                <a:gd name="connsiteX2" fmla="*/ -178 w 76930"/>
                <a:gd name="connsiteY2" fmla="*/ 12038 h 238396"/>
                <a:gd name="connsiteX3" fmla="*/ 7113 w 76930"/>
                <a:gd name="connsiteY3" fmla="*/ -336 h 238396"/>
                <a:gd name="connsiteX4" fmla="*/ 19476 w 76930"/>
                <a:gd name="connsiteY4" fmla="*/ 6965 h 238396"/>
                <a:gd name="connsiteX5" fmla="*/ 76095 w 76930"/>
                <a:gd name="connsiteY5" fmla="*/ 225037 h 238396"/>
                <a:gd name="connsiteX6" fmla="*/ 68882 w 76930"/>
                <a:gd name="connsiteY6" fmla="*/ 237372 h 238396"/>
                <a:gd name="connsiteX7" fmla="*/ 68834 w 76930"/>
                <a:gd name="connsiteY7" fmla="*/ 237391 h 238396"/>
                <a:gd name="connsiteX8" fmla="*/ 66278 w 76930"/>
                <a:gd name="connsiteY8" fmla="*/ 237740 h 23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930" h="238396">
                  <a:moveTo>
                    <a:pt x="66278" y="237740"/>
                  </a:moveTo>
                  <a:cubicBezTo>
                    <a:pt x="61640" y="237740"/>
                    <a:pt x="57592" y="234602"/>
                    <a:pt x="56441" y="230110"/>
                  </a:cubicBezTo>
                  <a:lnTo>
                    <a:pt x="-178" y="12038"/>
                  </a:lnTo>
                  <a:cubicBezTo>
                    <a:pt x="-1578" y="6616"/>
                    <a:pt x="1685" y="1078"/>
                    <a:pt x="7113" y="-336"/>
                  </a:cubicBezTo>
                  <a:cubicBezTo>
                    <a:pt x="12540" y="-1730"/>
                    <a:pt x="18076" y="1543"/>
                    <a:pt x="19476" y="6965"/>
                  </a:cubicBezTo>
                  <a:lnTo>
                    <a:pt x="76095" y="225037"/>
                  </a:lnTo>
                  <a:cubicBezTo>
                    <a:pt x="77511" y="230439"/>
                    <a:pt x="74283" y="235958"/>
                    <a:pt x="68882" y="237372"/>
                  </a:cubicBezTo>
                  <a:cubicBezTo>
                    <a:pt x="68867" y="237391"/>
                    <a:pt x="68850" y="237391"/>
                    <a:pt x="68834" y="237391"/>
                  </a:cubicBezTo>
                  <a:cubicBezTo>
                    <a:pt x="68003" y="237623"/>
                    <a:pt x="67142" y="237740"/>
                    <a:pt x="66278" y="237740"/>
                  </a:cubicBezTo>
                  <a:close/>
                </a:path>
              </a:pathLst>
            </a:custGeom>
            <a:grpFill/>
            <a:ln w="1934" cap="flat">
              <a:noFill/>
              <a:prstDash val="solid"/>
              <a:miter/>
            </a:ln>
          </p:spPr>
          <p:txBody>
            <a:bodyPr rtlCol="0" anchor="ctr"/>
            <a:lstStyle/>
            <a:p>
              <a:endParaRPr lang="en-IN" dirty="0"/>
            </a:p>
          </p:txBody>
        </p:sp>
        <p:sp>
          <p:nvSpPr>
            <p:cNvPr id="6163" name="Freeform: Shape 6162">
              <a:extLst>
                <a:ext uri="{FF2B5EF4-FFF2-40B4-BE49-F238E27FC236}">
                  <a16:creationId xmlns:a16="http://schemas.microsoft.com/office/drawing/2014/main" id="{9A710AE7-B129-50CC-1D50-C9C579E6C3A9}"/>
                </a:ext>
              </a:extLst>
            </p:cNvPr>
            <p:cNvSpPr/>
            <p:nvPr/>
          </p:nvSpPr>
          <p:spPr>
            <a:xfrm>
              <a:off x="6086181" y="4568798"/>
              <a:ext cx="225540" cy="93448"/>
            </a:xfrm>
            <a:custGeom>
              <a:avLst/>
              <a:gdLst>
                <a:gd name="connsiteX0" fmla="*/ 161980 w 225540"/>
                <a:gd name="connsiteY0" fmla="*/ 92792 h 93448"/>
                <a:gd name="connsiteX1" fmla="*/ 97809 w 225540"/>
                <a:gd name="connsiteY1" fmla="*/ 82413 h 93448"/>
                <a:gd name="connsiteX2" fmla="*/ 2192 w 225540"/>
                <a:gd name="connsiteY2" fmla="*/ 16403 h 93448"/>
                <a:gd name="connsiteX3" fmla="*/ 2771 w 225540"/>
                <a:gd name="connsiteY3" fmla="*/ 2035 h 93448"/>
                <a:gd name="connsiteX4" fmla="*/ 16637 w 225540"/>
                <a:gd name="connsiteY4" fmla="*/ 2112 h 93448"/>
                <a:gd name="connsiteX5" fmla="*/ 105225 w 225540"/>
                <a:gd name="connsiteY5" fmla="*/ 63456 h 93448"/>
                <a:gd name="connsiteX6" fmla="*/ 212771 w 225540"/>
                <a:gd name="connsiteY6" fmla="*/ 67619 h 93448"/>
                <a:gd name="connsiteX7" fmla="*/ 224815 w 225540"/>
                <a:gd name="connsiteY7" fmla="*/ 75442 h 93448"/>
                <a:gd name="connsiteX8" fmla="*/ 216992 w 225540"/>
                <a:gd name="connsiteY8" fmla="*/ 87486 h 93448"/>
                <a:gd name="connsiteX9" fmla="*/ 161980 w 225540"/>
                <a:gd name="connsiteY9" fmla="*/ 92792 h 9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540" h="93448">
                  <a:moveTo>
                    <a:pt x="161980" y="92792"/>
                  </a:moveTo>
                  <a:cubicBezTo>
                    <a:pt x="141455" y="92792"/>
                    <a:pt x="118199" y="90410"/>
                    <a:pt x="97809" y="82413"/>
                  </a:cubicBezTo>
                  <a:cubicBezTo>
                    <a:pt x="48858" y="63166"/>
                    <a:pt x="4089" y="18300"/>
                    <a:pt x="2192" y="16403"/>
                  </a:cubicBezTo>
                  <a:cubicBezTo>
                    <a:pt x="-1615" y="12278"/>
                    <a:pt x="-1356" y="5850"/>
                    <a:pt x="2771" y="2035"/>
                  </a:cubicBezTo>
                  <a:cubicBezTo>
                    <a:pt x="6696" y="-1586"/>
                    <a:pt x="12751" y="-1547"/>
                    <a:pt x="16637" y="2112"/>
                  </a:cubicBezTo>
                  <a:cubicBezTo>
                    <a:pt x="17063" y="2557"/>
                    <a:pt x="60321" y="45835"/>
                    <a:pt x="105225" y="63456"/>
                  </a:cubicBezTo>
                  <a:cubicBezTo>
                    <a:pt x="149258" y="80787"/>
                    <a:pt x="212132" y="67736"/>
                    <a:pt x="212771" y="67619"/>
                  </a:cubicBezTo>
                  <a:cubicBezTo>
                    <a:pt x="218256" y="66457"/>
                    <a:pt x="223649" y="69962"/>
                    <a:pt x="224815" y="75442"/>
                  </a:cubicBezTo>
                  <a:cubicBezTo>
                    <a:pt x="225981" y="80922"/>
                    <a:pt x="222478" y="86324"/>
                    <a:pt x="216992" y="87486"/>
                  </a:cubicBezTo>
                  <a:cubicBezTo>
                    <a:pt x="198866" y="90991"/>
                    <a:pt x="180445" y="92773"/>
                    <a:pt x="161980" y="92792"/>
                  </a:cubicBezTo>
                  <a:close/>
                </a:path>
              </a:pathLst>
            </a:custGeom>
            <a:grpFill/>
            <a:ln w="1934" cap="flat">
              <a:noFill/>
              <a:prstDash val="solid"/>
              <a:miter/>
            </a:ln>
          </p:spPr>
          <p:txBody>
            <a:bodyPr rtlCol="0" anchor="ctr"/>
            <a:lstStyle/>
            <a:p>
              <a:endParaRPr lang="en-IN" dirty="0"/>
            </a:p>
          </p:txBody>
        </p:sp>
        <p:sp>
          <p:nvSpPr>
            <p:cNvPr id="6164" name="Freeform: Shape 6163">
              <a:extLst>
                <a:ext uri="{FF2B5EF4-FFF2-40B4-BE49-F238E27FC236}">
                  <a16:creationId xmlns:a16="http://schemas.microsoft.com/office/drawing/2014/main" id="{5E0F208F-1E56-118F-19C0-735DD93E2EC8}"/>
                </a:ext>
              </a:extLst>
            </p:cNvPr>
            <p:cNvSpPr/>
            <p:nvPr/>
          </p:nvSpPr>
          <p:spPr>
            <a:xfrm>
              <a:off x="6124596" y="4682082"/>
              <a:ext cx="170355" cy="53610"/>
            </a:xfrm>
            <a:custGeom>
              <a:avLst/>
              <a:gdLst>
                <a:gd name="connsiteX0" fmla="*/ 126276 w 170355"/>
                <a:gd name="connsiteY0" fmla="*/ 52953 h 53610"/>
                <a:gd name="connsiteX1" fmla="*/ 78971 w 170355"/>
                <a:gd name="connsiteY1" fmla="*/ 46254 h 53610"/>
                <a:gd name="connsiteX2" fmla="*/ 3956 w 170355"/>
                <a:gd name="connsiteY2" fmla="*/ 17925 h 53610"/>
                <a:gd name="connsiteX3" fmla="*/ 1255 w 170355"/>
                <a:gd name="connsiteY3" fmla="*/ 3809 h 53610"/>
                <a:gd name="connsiteX4" fmla="*/ 15381 w 170355"/>
                <a:gd name="connsiteY4" fmla="*/ 1098 h 53610"/>
                <a:gd name="connsiteX5" fmla="*/ 15381 w 170355"/>
                <a:gd name="connsiteY5" fmla="*/ 1098 h 53610"/>
                <a:gd name="connsiteX6" fmla="*/ 84179 w 170355"/>
                <a:gd name="connsiteY6" fmla="*/ 26600 h 53610"/>
                <a:gd name="connsiteX7" fmla="*/ 155302 w 170355"/>
                <a:gd name="connsiteY7" fmla="*/ 27994 h 53610"/>
                <a:gd name="connsiteX8" fmla="*/ 168858 w 170355"/>
                <a:gd name="connsiteY8" fmla="*/ 32777 h 53610"/>
                <a:gd name="connsiteX9" fmla="*/ 164713 w 170355"/>
                <a:gd name="connsiteY9" fmla="*/ 46002 h 53610"/>
                <a:gd name="connsiteX10" fmla="*/ 126276 w 170355"/>
                <a:gd name="connsiteY10" fmla="*/ 52953 h 53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355" h="53610">
                  <a:moveTo>
                    <a:pt x="126276" y="52953"/>
                  </a:moveTo>
                  <a:cubicBezTo>
                    <a:pt x="110283" y="52779"/>
                    <a:pt x="94382" y="50533"/>
                    <a:pt x="78971" y="46254"/>
                  </a:cubicBezTo>
                  <a:cubicBezTo>
                    <a:pt x="24927" y="31964"/>
                    <a:pt x="4808" y="18506"/>
                    <a:pt x="3956" y="17925"/>
                  </a:cubicBezTo>
                  <a:cubicBezTo>
                    <a:pt x="-691" y="14768"/>
                    <a:pt x="-1900" y="8437"/>
                    <a:pt x="1255" y="3809"/>
                  </a:cubicBezTo>
                  <a:cubicBezTo>
                    <a:pt x="4409" y="-839"/>
                    <a:pt x="10733" y="-2058"/>
                    <a:pt x="15381" y="1098"/>
                  </a:cubicBezTo>
                  <a:lnTo>
                    <a:pt x="15381" y="1098"/>
                  </a:lnTo>
                  <a:cubicBezTo>
                    <a:pt x="15555" y="1253"/>
                    <a:pt x="34202" y="13394"/>
                    <a:pt x="84179" y="26600"/>
                  </a:cubicBezTo>
                  <a:cubicBezTo>
                    <a:pt x="131833" y="39264"/>
                    <a:pt x="155089" y="28052"/>
                    <a:pt x="155302" y="27994"/>
                  </a:cubicBezTo>
                  <a:cubicBezTo>
                    <a:pt x="160367" y="25574"/>
                    <a:pt x="166436" y="27723"/>
                    <a:pt x="168858" y="32777"/>
                  </a:cubicBezTo>
                  <a:cubicBezTo>
                    <a:pt x="171157" y="37598"/>
                    <a:pt x="169348" y="43369"/>
                    <a:pt x="164713" y="46002"/>
                  </a:cubicBezTo>
                  <a:cubicBezTo>
                    <a:pt x="163841" y="46409"/>
                    <a:pt x="151158" y="52953"/>
                    <a:pt x="126276" y="52953"/>
                  </a:cubicBezTo>
                  <a:close/>
                </a:path>
              </a:pathLst>
            </a:custGeom>
            <a:grpFill/>
            <a:ln w="1934" cap="flat">
              <a:noFill/>
              <a:prstDash val="solid"/>
              <a:miter/>
            </a:ln>
          </p:spPr>
          <p:txBody>
            <a:bodyPr rtlCol="0" anchor="ctr"/>
            <a:lstStyle/>
            <a:p>
              <a:endParaRPr lang="en-IN" dirty="0"/>
            </a:p>
          </p:txBody>
        </p:sp>
        <p:sp>
          <p:nvSpPr>
            <p:cNvPr id="6165" name="Freeform: Shape 6164">
              <a:extLst>
                <a:ext uri="{FF2B5EF4-FFF2-40B4-BE49-F238E27FC236}">
                  <a16:creationId xmlns:a16="http://schemas.microsoft.com/office/drawing/2014/main" id="{AFADD846-ED75-2570-96F8-2C3E797805C1}"/>
                </a:ext>
              </a:extLst>
            </p:cNvPr>
            <p:cNvSpPr/>
            <p:nvPr/>
          </p:nvSpPr>
          <p:spPr>
            <a:xfrm>
              <a:off x="6171466" y="4754271"/>
              <a:ext cx="102856" cy="40383"/>
            </a:xfrm>
            <a:custGeom>
              <a:avLst/>
              <a:gdLst>
                <a:gd name="connsiteX0" fmla="*/ 92612 w 102856"/>
                <a:gd name="connsiteY0" fmla="*/ 39727 h 40383"/>
                <a:gd name="connsiteX1" fmla="*/ 6522 w 102856"/>
                <a:gd name="connsiteY1" fmla="*/ 19182 h 40383"/>
                <a:gd name="connsiteX2" fmla="*/ -2 w 102856"/>
                <a:gd name="connsiteY2" fmla="*/ 6363 h 40383"/>
                <a:gd name="connsiteX3" fmla="*/ 12811 w 102856"/>
                <a:gd name="connsiteY3" fmla="*/ -162 h 40383"/>
                <a:gd name="connsiteX4" fmla="*/ 13570 w 102856"/>
                <a:gd name="connsiteY4" fmla="*/ 128 h 40383"/>
                <a:gd name="connsiteX5" fmla="*/ 92612 w 102856"/>
                <a:gd name="connsiteY5" fmla="*/ 19376 h 40383"/>
                <a:gd name="connsiteX6" fmla="*/ 102345 w 102856"/>
                <a:gd name="connsiteY6" fmla="*/ 29987 h 40383"/>
                <a:gd name="connsiteX7" fmla="*/ 92612 w 102856"/>
                <a:gd name="connsiteY7" fmla="*/ 39727 h 4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856" h="40383">
                  <a:moveTo>
                    <a:pt x="92612" y="39727"/>
                  </a:moveTo>
                  <a:cubicBezTo>
                    <a:pt x="62250" y="39727"/>
                    <a:pt x="8788" y="20034"/>
                    <a:pt x="6522" y="19182"/>
                  </a:cubicBezTo>
                  <a:cubicBezTo>
                    <a:pt x="1184" y="17440"/>
                    <a:pt x="-1737" y="11708"/>
                    <a:pt x="-2" y="6363"/>
                  </a:cubicBezTo>
                  <a:cubicBezTo>
                    <a:pt x="1735" y="1038"/>
                    <a:pt x="7473" y="-1886"/>
                    <a:pt x="12811" y="-162"/>
                  </a:cubicBezTo>
                  <a:cubicBezTo>
                    <a:pt x="13067" y="-65"/>
                    <a:pt x="13321" y="32"/>
                    <a:pt x="13570" y="128"/>
                  </a:cubicBezTo>
                  <a:cubicBezTo>
                    <a:pt x="14093" y="322"/>
                    <a:pt x="65852" y="19376"/>
                    <a:pt x="92612" y="19376"/>
                  </a:cubicBezTo>
                  <a:cubicBezTo>
                    <a:pt x="98232" y="19627"/>
                    <a:pt x="102589" y="24371"/>
                    <a:pt x="102345" y="29987"/>
                  </a:cubicBezTo>
                  <a:cubicBezTo>
                    <a:pt x="102114" y="35273"/>
                    <a:pt x="97889" y="39495"/>
                    <a:pt x="92612" y="39727"/>
                  </a:cubicBezTo>
                  <a:close/>
                </a:path>
              </a:pathLst>
            </a:custGeom>
            <a:grpFill/>
            <a:ln w="1934" cap="flat">
              <a:noFill/>
              <a:prstDash val="solid"/>
              <a:miter/>
            </a:ln>
          </p:spPr>
          <p:txBody>
            <a:bodyPr rtlCol="0" anchor="ctr"/>
            <a:lstStyle/>
            <a:p>
              <a:endParaRPr lang="en-IN" dirty="0"/>
            </a:p>
          </p:txBody>
        </p:sp>
        <p:sp>
          <p:nvSpPr>
            <p:cNvPr id="6166" name="Freeform: Shape 6165">
              <a:extLst>
                <a:ext uri="{FF2B5EF4-FFF2-40B4-BE49-F238E27FC236}">
                  <a16:creationId xmlns:a16="http://schemas.microsoft.com/office/drawing/2014/main" id="{A4CF5604-16FE-34E0-4A9C-8E608A9FAA11}"/>
                </a:ext>
              </a:extLst>
            </p:cNvPr>
            <p:cNvSpPr/>
            <p:nvPr/>
          </p:nvSpPr>
          <p:spPr>
            <a:xfrm>
              <a:off x="6195302" y="4406391"/>
              <a:ext cx="88450" cy="251634"/>
            </a:xfrm>
            <a:custGeom>
              <a:avLst/>
              <a:gdLst>
                <a:gd name="connsiteX0" fmla="*/ 77742 w 88450"/>
                <a:gd name="connsiteY0" fmla="*/ 250978 h 251634"/>
                <a:gd name="connsiteX1" fmla="*/ 68060 w 88450"/>
                <a:gd name="connsiteY1" fmla="*/ 243678 h 251634"/>
                <a:gd name="connsiteX2" fmla="*/ -81 w 88450"/>
                <a:gd name="connsiteY2" fmla="*/ 12419 h 251634"/>
                <a:gd name="connsiteX3" fmla="*/ 6745 w 88450"/>
                <a:gd name="connsiteY3" fmla="*/ -168 h 251634"/>
                <a:gd name="connsiteX4" fmla="*/ 6793 w 88450"/>
                <a:gd name="connsiteY4" fmla="*/ -187 h 251634"/>
                <a:gd name="connsiteX5" fmla="*/ 19316 w 88450"/>
                <a:gd name="connsiteY5" fmla="*/ 6299 h 251634"/>
                <a:gd name="connsiteX6" fmla="*/ 19419 w 88450"/>
                <a:gd name="connsiteY6" fmla="*/ 6648 h 251634"/>
                <a:gd name="connsiteX7" fmla="*/ 87559 w 88450"/>
                <a:gd name="connsiteY7" fmla="*/ 237927 h 251634"/>
                <a:gd name="connsiteX8" fmla="*/ 80474 w 88450"/>
                <a:gd name="connsiteY8" fmla="*/ 250591 h 251634"/>
                <a:gd name="connsiteX9" fmla="*/ 77877 w 88450"/>
                <a:gd name="connsiteY9" fmla="*/ 250978 h 25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450" h="251634">
                  <a:moveTo>
                    <a:pt x="77742" y="250978"/>
                  </a:moveTo>
                  <a:cubicBezTo>
                    <a:pt x="73261" y="250939"/>
                    <a:pt x="69334" y="247976"/>
                    <a:pt x="68060" y="243678"/>
                  </a:cubicBezTo>
                  <a:lnTo>
                    <a:pt x="-81" y="12419"/>
                  </a:lnTo>
                  <a:cubicBezTo>
                    <a:pt x="-1672" y="7055"/>
                    <a:pt x="1383" y="1420"/>
                    <a:pt x="6745" y="-168"/>
                  </a:cubicBezTo>
                  <a:cubicBezTo>
                    <a:pt x="6761" y="-168"/>
                    <a:pt x="6776" y="-187"/>
                    <a:pt x="6793" y="-187"/>
                  </a:cubicBezTo>
                  <a:cubicBezTo>
                    <a:pt x="12043" y="-1853"/>
                    <a:pt x="17649" y="1052"/>
                    <a:pt x="19316" y="6299"/>
                  </a:cubicBezTo>
                  <a:cubicBezTo>
                    <a:pt x="19353" y="6416"/>
                    <a:pt x="19386" y="6532"/>
                    <a:pt x="19419" y="6648"/>
                  </a:cubicBezTo>
                  <a:lnTo>
                    <a:pt x="87559" y="237927"/>
                  </a:lnTo>
                  <a:cubicBezTo>
                    <a:pt x="89100" y="243387"/>
                    <a:pt x="85927" y="249061"/>
                    <a:pt x="80474" y="250591"/>
                  </a:cubicBezTo>
                  <a:cubicBezTo>
                    <a:pt x="79628" y="250823"/>
                    <a:pt x="78754" y="250958"/>
                    <a:pt x="77877" y="250978"/>
                  </a:cubicBezTo>
                  <a:close/>
                </a:path>
              </a:pathLst>
            </a:custGeom>
            <a:grpFill/>
            <a:ln w="1934" cap="flat">
              <a:noFill/>
              <a:prstDash val="solid"/>
              <a:miter/>
            </a:ln>
          </p:spPr>
          <p:txBody>
            <a:bodyPr rtlCol="0" anchor="ctr"/>
            <a:lstStyle/>
            <a:p>
              <a:endParaRPr lang="en-IN" dirty="0"/>
            </a:p>
          </p:txBody>
        </p:sp>
        <p:sp>
          <p:nvSpPr>
            <p:cNvPr id="6167" name="Freeform: Shape 6166">
              <a:extLst>
                <a:ext uri="{FF2B5EF4-FFF2-40B4-BE49-F238E27FC236}">
                  <a16:creationId xmlns:a16="http://schemas.microsoft.com/office/drawing/2014/main" id="{93514C4A-44F0-3FB9-5114-91DFADA6ADCD}"/>
                </a:ext>
              </a:extLst>
            </p:cNvPr>
            <p:cNvSpPr/>
            <p:nvPr/>
          </p:nvSpPr>
          <p:spPr>
            <a:xfrm>
              <a:off x="6262535" y="4396568"/>
              <a:ext cx="56917" cy="220968"/>
            </a:xfrm>
            <a:custGeom>
              <a:avLst/>
              <a:gdLst>
                <a:gd name="connsiteX0" fmla="*/ 46254 w 56917"/>
                <a:gd name="connsiteY0" fmla="*/ 220311 h 220968"/>
                <a:gd name="connsiteX1" fmla="*/ 36243 w 56917"/>
                <a:gd name="connsiteY1" fmla="*/ 211966 h 220968"/>
                <a:gd name="connsiteX2" fmla="*/ -335 w 56917"/>
                <a:gd name="connsiteY2" fmla="*/ 11359 h 220968"/>
                <a:gd name="connsiteX3" fmla="*/ 7821 w 56917"/>
                <a:gd name="connsiteY3" fmla="*/ -453 h 220968"/>
                <a:gd name="connsiteX4" fmla="*/ 7856 w 56917"/>
                <a:gd name="connsiteY4" fmla="*/ -453 h 220968"/>
                <a:gd name="connsiteX5" fmla="*/ 19596 w 56917"/>
                <a:gd name="connsiteY5" fmla="*/ 7312 h 220968"/>
                <a:gd name="connsiteX6" fmla="*/ 19667 w 56917"/>
                <a:gd name="connsiteY6" fmla="*/ 7700 h 220968"/>
                <a:gd name="connsiteX7" fmla="*/ 56245 w 56917"/>
                <a:gd name="connsiteY7" fmla="*/ 208287 h 220968"/>
                <a:gd name="connsiteX8" fmla="*/ 48126 w 56917"/>
                <a:gd name="connsiteY8" fmla="*/ 220079 h 220968"/>
                <a:gd name="connsiteX9" fmla="*/ 48054 w 56917"/>
                <a:gd name="connsiteY9" fmla="*/ 220099 h 220968"/>
                <a:gd name="connsiteX10" fmla="*/ 46254 w 56917"/>
                <a:gd name="connsiteY10" fmla="*/ 220311 h 220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917" h="220968">
                  <a:moveTo>
                    <a:pt x="46254" y="220311"/>
                  </a:moveTo>
                  <a:cubicBezTo>
                    <a:pt x="41337" y="220311"/>
                    <a:pt x="37124" y="216807"/>
                    <a:pt x="36243" y="211966"/>
                  </a:cubicBezTo>
                  <a:lnTo>
                    <a:pt x="-335" y="11359"/>
                  </a:lnTo>
                  <a:cubicBezTo>
                    <a:pt x="-1342" y="5840"/>
                    <a:pt x="2310" y="554"/>
                    <a:pt x="7821" y="-453"/>
                  </a:cubicBezTo>
                  <a:cubicBezTo>
                    <a:pt x="7832" y="-453"/>
                    <a:pt x="7844" y="-453"/>
                    <a:pt x="7856" y="-453"/>
                  </a:cubicBezTo>
                  <a:cubicBezTo>
                    <a:pt x="13243" y="-1556"/>
                    <a:pt x="18498" y="1929"/>
                    <a:pt x="19596" y="7312"/>
                  </a:cubicBezTo>
                  <a:cubicBezTo>
                    <a:pt x="19623" y="7448"/>
                    <a:pt x="19646" y="7564"/>
                    <a:pt x="19667" y="7700"/>
                  </a:cubicBezTo>
                  <a:lnTo>
                    <a:pt x="56245" y="208287"/>
                  </a:lnTo>
                  <a:cubicBezTo>
                    <a:pt x="57262" y="213786"/>
                    <a:pt x="53627" y="219072"/>
                    <a:pt x="48126" y="220079"/>
                  </a:cubicBezTo>
                  <a:cubicBezTo>
                    <a:pt x="48103" y="220099"/>
                    <a:pt x="48078" y="220099"/>
                    <a:pt x="48054" y="220099"/>
                  </a:cubicBezTo>
                  <a:cubicBezTo>
                    <a:pt x="47466" y="220254"/>
                    <a:pt x="46860" y="220311"/>
                    <a:pt x="46254" y="220311"/>
                  </a:cubicBezTo>
                  <a:close/>
                </a:path>
              </a:pathLst>
            </a:custGeom>
            <a:grpFill/>
            <a:ln w="1934" cap="flat">
              <a:noFill/>
              <a:prstDash val="solid"/>
              <a:miter/>
            </a:ln>
          </p:spPr>
          <p:txBody>
            <a:bodyPr rtlCol="0" anchor="ctr"/>
            <a:lstStyle/>
            <a:p>
              <a:endParaRPr lang="en-IN" dirty="0"/>
            </a:p>
          </p:txBody>
        </p:sp>
        <p:sp>
          <p:nvSpPr>
            <p:cNvPr id="6168" name="Freeform: Shape 6167">
              <a:extLst>
                <a:ext uri="{FF2B5EF4-FFF2-40B4-BE49-F238E27FC236}">
                  <a16:creationId xmlns:a16="http://schemas.microsoft.com/office/drawing/2014/main" id="{6859AE94-13D6-5043-AA59-466993A31DED}"/>
                </a:ext>
              </a:extLst>
            </p:cNvPr>
            <p:cNvSpPr/>
            <p:nvPr/>
          </p:nvSpPr>
          <p:spPr>
            <a:xfrm>
              <a:off x="6091680" y="4442409"/>
              <a:ext cx="61675" cy="185350"/>
            </a:xfrm>
            <a:custGeom>
              <a:avLst/>
              <a:gdLst>
                <a:gd name="connsiteX0" fmla="*/ 51027 w 61675"/>
                <a:gd name="connsiteY0" fmla="*/ 184694 h 185350"/>
                <a:gd name="connsiteX1" fmla="*/ 41171 w 61675"/>
                <a:gd name="connsiteY1" fmla="*/ 176948 h 185350"/>
                <a:gd name="connsiteX2" fmla="*/ -190 w 61675"/>
                <a:gd name="connsiteY2" fmla="*/ 11990 h 185350"/>
                <a:gd name="connsiteX3" fmla="*/ 7168 w 61675"/>
                <a:gd name="connsiteY3" fmla="*/ -344 h 185350"/>
                <a:gd name="connsiteX4" fmla="*/ 19503 w 61675"/>
                <a:gd name="connsiteY4" fmla="*/ 7013 h 185350"/>
                <a:gd name="connsiteX5" fmla="*/ 60863 w 61675"/>
                <a:gd name="connsiteY5" fmla="*/ 171991 h 185350"/>
                <a:gd name="connsiteX6" fmla="*/ 53505 w 61675"/>
                <a:gd name="connsiteY6" fmla="*/ 184345 h 185350"/>
                <a:gd name="connsiteX7" fmla="*/ 51027 w 61675"/>
                <a:gd name="connsiteY7" fmla="*/ 184694 h 18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75" h="185350">
                  <a:moveTo>
                    <a:pt x="51027" y="184694"/>
                  </a:moveTo>
                  <a:cubicBezTo>
                    <a:pt x="46348" y="184694"/>
                    <a:pt x="42278" y="181499"/>
                    <a:pt x="41171" y="176948"/>
                  </a:cubicBezTo>
                  <a:lnTo>
                    <a:pt x="-190" y="11990"/>
                  </a:lnTo>
                  <a:cubicBezTo>
                    <a:pt x="-1565" y="6549"/>
                    <a:pt x="1731" y="1030"/>
                    <a:pt x="7168" y="-344"/>
                  </a:cubicBezTo>
                  <a:cubicBezTo>
                    <a:pt x="12606" y="-1720"/>
                    <a:pt x="18128" y="1573"/>
                    <a:pt x="19503" y="7013"/>
                  </a:cubicBezTo>
                  <a:lnTo>
                    <a:pt x="60863" y="171991"/>
                  </a:lnTo>
                  <a:cubicBezTo>
                    <a:pt x="62232" y="177432"/>
                    <a:pt x="58943" y="182951"/>
                    <a:pt x="53505" y="184345"/>
                  </a:cubicBezTo>
                  <a:cubicBezTo>
                    <a:pt x="52696" y="184558"/>
                    <a:pt x="51863" y="184674"/>
                    <a:pt x="51027" y="184694"/>
                  </a:cubicBezTo>
                  <a:close/>
                </a:path>
              </a:pathLst>
            </a:custGeom>
            <a:grpFill/>
            <a:ln w="1934" cap="flat">
              <a:noFill/>
              <a:prstDash val="solid"/>
              <a:miter/>
            </a:ln>
          </p:spPr>
          <p:txBody>
            <a:bodyPr rtlCol="0" anchor="ctr"/>
            <a:lstStyle/>
            <a:p>
              <a:endParaRPr lang="en-IN" dirty="0"/>
            </a:p>
          </p:txBody>
        </p:sp>
        <p:sp>
          <p:nvSpPr>
            <p:cNvPr id="6169" name="Freeform: Shape 6168">
              <a:extLst>
                <a:ext uri="{FF2B5EF4-FFF2-40B4-BE49-F238E27FC236}">
                  <a16:creationId xmlns:a16="http://schemas.microsoft.com/office/drawing/2014/main" id="{FE648B85-3291-5C6B-9698-62E80925AFAD}"/>
                </a:ext>
              </a:extLst>
            </p:cNvPr>
            <p:cNvSpPr/>
            <p:nvPr/>
          </p:nvSpPr>
          <p:spPr>
            <a:xfrm>
              <a:off x="6529252" y="4962405"/>
              <a:ext cx="251376" cy="387655"/>
            </a:xfrm>
            <a:custGeom>
              <a:avLst/>
              <a:gdLst>
                <a:gd name="connsiteX0" fmla="*/ 170216 w 251376"/>
                <a:gd name="connsiteY0" fmla="*/ 386999 h 387655"/>
                <a:gd name="connsiteX1" fmla="*/ 165704 w 251376"/>
                <a:gd name="connsiteY1" fmla="*/ 386999 h 387655"/>
                <a:gd name="connsiteX2" fmla="*/ 88056 w 251376"/>
                <a:gd name="connsiteY2" fmla="*/ 344651 h 387655"/>
                <a:gd name="connsiteX3" fmla="*/ 74928 w 251376"/>
                <a:gd name="connsiteY3" fmla="*/ 331658 h 387655"/>
                <a:gd name="connsiteX4" fmla="*/ 10680 w 251376"/>
                <a:gd name="connsiteY4" fmla="*/ 321085 h 387655"/>
                <a:gd name="connsiteX5" fmla="*/ 9247 w 251376"/>
                <a:gd name="connsiteY5" fmla="*/ 321085 h 387655"/>
                <a:gd name="connsiteX6" fmla="*/ -493 w 251376"/>
                <a:gd name="connsiteY6" fmla="*/ 310474 h 387655"/>
                <a:gd name="connsiteX7" fmla="*/ 9247 w 251376"/>
                <a:gd name="connsiteY7" fmla="*/ 300734 h 387655"/>
                <a:gd name="connsiteX8" fmla="*/ 86895 w 251376"/>
                <a:gd name="connsiteY8" fmla="*/ 315179 h 387655"/>
                <a:gd name="connsiteX9" fmla="*/ 103180 w 251376"/>
                <a:gd name="connsiteY9" fmla="*/ 330960 h 387655"/>
                <a:gd name="connsiteX10" fmla="*/ 166576 w 251376"/>
                <a:gd name="connsiteY10" fmla="*/ 366647 h 387655"/>
                <a:gd name="connsiteX11" fmla="*/ 230476 w 251376"/>
                <a:gd name="connsiteY11" fmla="*/ 275774 h 387655"/>
                <a:gd name="connsiteX12" fmla="*/ 92297 w 251376"/>
                <a:gd name="connsiteY12" fmla="*/ 15566 h 387655"/>
                <a:gd name="connsiteX13" fmla="*/ 94447 w 251376"/>
                <a:gd name="connsiteY13" fmla="*/ 1373 h 387655"/>
                <a:gd name="connsiteX14" fmla="*/ 94466 w 251376"/>
                <a:gd name="connsiteY14" fmla="*/ 1373 h 387655"/>
                <a:gd name="connsiteX15" fmla="*/ 108543 w 251376"/>
                <a:gd name="connsiteY15" fmla="*/ 3348 h 387655"/>
                <a:gd name="connsiteX16" fmla="*/ 108679 w 251376"/>
                <a:gd name="connsiteY16" fmla="*/ 3542 h 387655"/>
                <a:gd name="connsiteX17" fmla="*/ 250788 w 251376"/>
                <a:gd name="connsiteY17" fmla="*/ 276859 h 387655"/>
                <a:gd name="connsiteX18" fmla="*/ 170216 w 251376"/>
                <a:gd name="connsiteY18" fmla="*/ 386999 h 38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1376" h="387655">
                  <a:moveTo>
                    <a:pt x="170216" y="386999"/>
                  </a:moveTo>
                  <a:cubicBezTo>
                    <a:pt x="168725" y="386999"/>
                    <a:pt x="167234" y="386999"/>
                    <a:pt x="165704" y="386999"/>
                  </a:cubicBezTo>
                  <a:cubicBezTo>
                    <a:pt x="125041" y="385353"/>
                    <a:pt x="103741" y="361826"/>
                    <a:pt x="88056" y="344651"/>
                  </a:cubicBezTo>
                  <a:cubicBezTo>
                    <a:pt x="84087" y="339926"/>
                    <a:pt x="79691" y="335569"/>
                    <a:pt x="74928" y="331658"/>
                  </a:cubicBezTo>
                  <a:cubicBezTo>
                    <a:pt x="64142" y="323912"/>
                    <a:pt x="30392" y="321085"/>
                    <a:pt x="10680" y="321085"/>
                  </a:cubicBezTo>
                  <a:cubicBezTo>
                    <a:pt x="10196" y="321143"/>
                    <a:pt x="9731" y="321143"/>
                    <a:pt x="9247" y="321085"/>
                  </a:cubicBezTo>
                  <a:cubicBezTo>
                    <a:pt x="3631" y="320833"/>
                    <a:pt x="-726" y="316089"/>
                    <a:pt x="-493" y="310474"/>
                  </a:cubicBezTo>
                  <a:cubicBezTo>
                    <a:pt x="-261" y="305187"/>
                    <a:pt x="3980" y="300966"/>
                    <a:pt x="9247" y="300734"/>
                  </a:cubicBezTo>
                  <a:cubicBezTo>
                    <a:pt x="15772" y="301121"/>
                    <a:pt x="66892" y="300734"/>
                    <a:pt x="86895" y="315179"/>
                  </a:cubicBezTo>
                  <a:cubicBezTo>
                    <a:pt x="92839" y="319885"/>
                    <a:pt x="98300" y="325171"/>
                    <a:pt x="103180" y="330960"/>
                  </a:cubicBezTo>
                  <a:cubicBezTo>
                    <a:pt x="117818" y="347090"/>
                    <a:pt x="134413" y="365350"/>
                    <a:pt x="166576" y="366647"/>
                  </a:cubicBezTo>
                  <a:cubicBezTo>
                    <a:pt x="197558" y="368371"/>
                    <a:pt x="225848" y="357566"/>
                    <a:pt x="230476" y="275774"/>
                  </a:cubicBezTo>
                  <a:cubicBezTo>
                    <a:pt x="233535" y="221227"/>
                    <a:pt x="131721" y="69455"/>
                    <a:pt x="92297" y="15566"/>
                  </a:cubicBezTo>
                  <a:cubicBezTo>
                    <a:pt x="88967" y="11055"/>
                    <a:pt x="89935" y="4704"/>
                    <a:pt x="94447" y="1373"/>
                  </a:cubicBezTo>
                  <a:cubicBezTo>
                    <a:pt x="94466" y="1373"/>
                    <a:pt x="94466" y="1373"/>
                    <a:pt x="94466" y="1373"/>
                  </a:cubicBezTo>
                  <a:cubicBezTo>
                    <a:pt x="98900" y="-1977"/>
                    <a:pt x="105193" y="-1086"/>
                    <a:pt x="108543" y="3348"/>
                  </a:cubicBezTo>
                  <a:cubicBezTo>
                    <a:pt x="108582" y="3406"/>
                    <a:pt x="108640" y="3483"/>
                    <a:pt x="108679" y="3542"/>
                  </a:cubicBezTo>
                  <a:cubicBezTo>
                    <a:pt x="114643" y="11694"/>
                    <a:pt x="254854" y="204013"/>
                    <a:pt x="250788" y="276859"/>
                  </a:cubicBezTo>
                  <a:cubicBezTo>
                    <a:pt x="247787" y="328385"/>
                    <a:pt x="235936" y="386999"/>
                    <a:pt x="170216" y="386999"/>
                  </a:cubicBezTo>
                  <a:close/>
                </a:path>
              </a:pathLst>
            </a:custGeom>
            <a:grpFill/>
            <a:ln w="1934" cap="flat">
              <a:noFill/>
              <a:prstDash val="solid"/>
              <a:miter/>
            </a:ln>
          </p:spPr>
          <p:txBody>
            <a:bodyPr rtlCol="0" anchor="ctr"/>
            <a:lstStyle/>
            <a:p>
              <a:endParaRPr lang="en-IN" dirty="0"/>
            </a:p>
          </p:txBody>
        </p:sp>
        <p:sp>
          <p:nvSpPr>
            <p:cNvPr id="6170" name="Freeform: Shape 6169">
              <a:extLst>
                <a:ext uri="{FF2B5EF4-FFF2-40B4-BE49-F238E27FC236}">
                  <a16:creationId xmlns:a16="http://schemas.microsoft.com/office/drawing/2014/main" id="{6134E8D1-B354-2BF7-0FFA-2EF6675EB1EF}"/>
                </a:ext>
              </a:extLst>
            </p:cNvPr>
            <p:cNvSpPr/>
            <p:nvPr/>
          </p:nvSpPr>
          <p:spPr>
            <a:xfrm>
              <a:off x="6580265" y="5045994"/>
              <a:ext cx="176900" cy="279048"/>
            </a:xfrm>
            <a:custGeom>
              <a:avLst/>
              <a:gdLst>
                <a:gd name="connsiteX0" fmla="*/ 166238 w 176900"/>
                <a:gd name="connsiteY0" fmla="*/ 278392 h 279048"/>
                <a:gd name="connsiteX1" fmla="*/ 157640 w 176900"/>
                <a:gd name="connsiteY1" fmla="*/ 273628 h 279048"/>
                <a:gd name="connsiteX2" fmla="*/ -134 w 176900"/>
                <a:gd name="connsiteY2" fmla="*/ 12220 h 279048"/>
                <a:gd name="connsiteX3" fmla="*/ 6972 w 176900"/>
                <a:gd name="connsiteY3" fmla="*/ -289 h 279048"/>
                <a:gd name="connsiteX4" fmla="*/ 19481 w 176900"/>
                <a:gd name="connsiteY4" fmla="*/ 6817 h 279048"/>
                <a:gd name="connsiteX5" fmla="*/ 174816 w 176900"/>
                <a:gd name="connsiteY5" fmla="*/ 262765 h 279048"/>
                <a:gd name="connsiteX6" fmla="*/ 171698 w 176900"/>
                <a:gd name="connsiteY6" fmla="*/ 276726 h 279048"/>
                <a:gd name="connsiteX7" fmla="*/ 171659 w 176900"/>
                <a:gd name="connsiteY7" fmla="*/ 276745 h 279048"/>
                <a:gd name="connsiteX8" fmla="*/ 166238 w 176900"/>
                <a:gd name="connsiteY8" fmla="*/ 278392 h 27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900" h="279048">
                  <a:moveTo>
                    <a:pt x="166238" y="278392"/>
                  </a:moveTo>
                  <a:cubicBezTo>
                    <a:pt x="162752" y="278392"/>
                    <a:pt x="159499" y="276591"/>
                    <a:pt x="157640" y="273628"/>
                  </a:cubicBezTo>
                  <a:cubicBezTo>
                    <a:pt x="132274" y="233584"/>
                    <a:pt x="5481" y="32629"/>
                    <a:pt x="-134" y="12220"/>
                  </a:cubicBezTo>
                  <a:cubicBezTo>
                    <a:pt x="-1625" y="6798"/>
                    <a:pt x="1550" y="1202"/>
                    <a:pt x="6972" y="-289"/>
                  </a:cubicBezTo>
                  <a:cubicBezTo>
                    <a:pt x="12394" y="-1780"/>
                    <a:pt x="17990" y="1395"/>
                    <a:pt x="19481" y="6817"/>
                  </a:cubicBezTo>
                  <a:cubicBezTo>
                    <a:pt x="23993" y="21553"/>
                    <a:pt x="117151" y="171582"/>
                    <a:pt x="174816" y="262765"/>
                  </a:cubicBezTo>
                  <a:cubicBezTo>
                    <a:pt x="177817" y="267470"/>
                    <a:pt x="176423" y="273725"/>
                    <a:pt x="171698" y="276726"/>
                  </a:cubicBezTo>
                  <a:cubicBezTo>
                    <a:pt x="171698" y="276726"/>
                    <a:pt x="171679" y="276745"/>
                    <a:pt x="171659" y="276745"/>
                  </a:cubicBezTo>
                  <a:cubicBezTo>
                    <a:pt x="170052" y="277811"/>
                    <a:pt x="168174" y="278392"/>
                    <a:pt x="166238" y="278392"/>
                  </a:cubicBezTo>
                  <a:close/>
                </a:path>
              </a:pathLst>
            </a:custGeom>
            <a:grpFill/>
            <a:ln w="1934" cap="flat">
              <a:noFill/>
              <a:prstDash val="solid"/>
              <a:miter/>
            </a:ln>
          </p:spPr>
          <p:txBody>
            <a:bodyPr rtlCol="0" anchor="ctr"/>
            <a:lstStyle/>
            <a:p>
              <a:endParaRPr lang="en-IN" dirty="0"/>
            </a:p>
          </p:txBody>
        </p:sp>
        <p:sp>
          <p:nvSpPr>
            <p:cNvPr id="6171" name="Freeform: Shape 6170">
              <a:extLst>
                <a:ext uri="{FF2B5EF4-FFF2-40B4-BE49-F238E27FC236}">
                  <a16:creationId xmlns:a16="http://schemas.microsoft.com/office/drawing/2014/main" id="{B39A3D2A-EEDA-9390-96AD-0AFB49787B70}"/>
                </a:ext>
              </a:extLst>
            </p:cNvPr>
            <p:cNvSpPr/>
            <p:nvPr/>
          </p:nvSpPr>
          <p:spPr>
            <a:xfrm>
              <a:off x="6602436" y="4978654"/>
              <a:ext cx="177021" cy="284561"/>
            </a:xfrm>
            <a:custGeom>
              <a:avLst/>
              <a:gdLst>
                <a:gd name="connsiteX0" fmla="*/ 166373 w 177021"/>
                <a:gd name="connsiteY0" fmla="*/ 283904 h 284561"/>
                <a:gd name="connsiteX1" fmla="*/ 157640 w 177021"/>
                <a:gd name="connsiteY1" fmla="*/ 278889 h 284561"/>
                <a:gd name="connsiteX2" fmla="*/ 930 w 177021"/>
                <a:gd name="connsiteY2" fmla="*/ 14712 h 284561"/>
                <a:gd name="connsiteX3" fmla="*/ 4435 w 177021"/>
                <a:gd name="connsiteY3" fmla="*/ 828 h 284561"/>
                <a:gd name="connsiteX4" fmla="*/ 4474 w 177021"/>
                <a:gd name="connsiteY4" fmla="*/ 808 h 284561"/>
                <a:gd name="connsiteX5" fmla="*/ 18261 w 177021"/>
                <a:gd name="connsiteY5" fmla="*/ 4158 h 284561"/>
                <a:gd name="connsiteX6" fmla="*/ 18396 w 177021"/>
                <a:gd name="connsiteY6" fmla="*/ 4391 h 284561"/>
                <a:gd name="connsiteX7" fmla="*/ 175106 w 177021"/>
                <a:gd name="connsiteY7" fmla="*/ 268568 h 284561"/>
                <a:gd name="connsiteX8" fmla="*/ 171562 w 177021"/>
                <a:gd name="connsiteY8" fmla="*/ 282452 h 284561"/>
                <a:gd name="connsiteX9" fmla="*/ 171543 w 177021"/>
                <a:gd name="connsiteY9" fmla="*/ 282452 h 284561"/>
                <a:gd name="connsiteX10" fmla="*/ 166373 w 177021"/>
                <a:gd name="connsiteY10" fmla="*/ 283904 h 28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021" h="284561">
                  <a:moveTo>
                    <a:pt x="166373" y="283904"/>
                  </a:moveTo>
                  <a:cubicBezTo>
                    <a:pt x="162771" y="283904"/>
                    <a:pt x="159460" y="281987"/>
                    <a:pt x="157640" y="278889"/>
                  </a:cubicBezTo>
                  <a:lnTo>
                    <a:pt x="930" y="14712"/>
                  </a:lnTo>
                  <a:cubicBezTo>
                    <a:pt x="-1935" y="9910"/>
                    <a:pt x="-367" y="3693"/>
                    <a:pt x="4435" y="828"/>
                  </a:cubicBezTo>
                  <a:cubicBezTo>
                    <a:pt x="4455" y="828"/>
                    <a:pt x="4455" y="808"/>
                    <a:pt x="4474" y="808"/>
                  </a:cubicBezTo>
                  <a:cubicBezTo>
                    <a:pt x="9199" y="-2077"/>
                    <a:pt x="15376" y="-566"/>
                    <a:pt x="18261" y="4158"/>
                  </a:cubicBezTo>
                  <a:cubicBezTo>
                    <a:pt x="18300" y="4236"/>
                    <a:pt x="18358" y="4313"/>
                    <a:pt x="18396" y="4391"/>
                  </a:cubicBezTo>
                  <a:lnTo>
                    <a:pt x="175106" y="268568"/>
                  </a:lnTo>
                  <a:cubicBezTo>
                    <a:pt x="177952" y="273370"/>
                    <a:pt x="176364" y="279586"/>
                    <a:pt x="171562" y="282452"/>
                  </a:cubicBezTo>
                  <a:cubicBezTo>
                    <a:pt x="171543" y="282452"/>
                    <a:pt x="171543" y="282452"/>
                    <a:pt x="171543" y="282452"/>
                  </a:cubicBezTo>
                  <a:cubicBezTo>
                    <a:pt x="169994" y="283420"/>
                    <a:pt x="168193" y="283924"/>
                    <a:pt x="166373" y="283904"/>
                  </a:cubicBezTo>
                  <a:close/>
                </a:path>
              </a:pathLst>
            </a:custGeom>
            <a:grpFill/>
            <a:ln w="1934" cap="flat">
              <a:noFill/>
              <a:prstDash val="solid"/>
              <a:miter/>
            </a:ln>
          </p:spPr>
          <p:txBody>
            <a:bodyPr rtlCol="0" anchor="ctr"/>
            <a:lstStyle/>
            <a:p>
              <a:endParaRPr lang="en-IN" dirty="0"/>
            </a:p>
          </p:txBody>
        </p:sp>
        <p:sp>
          <p:nvSpPr>
            <p:cNvPr id="6172" name="Freeform: Shape 6171">
              <a:extLst>
                <a:ext uri="{FF2B5EF4-FFF2-40B4-BE49-F238E27FC236}">
                  <a16:creationId xmlns:a16="http://schemas.microsoft.com/office/drawing/2014/main" id="{7EFF6FB1-868A-51A5-9486-4A8EE97E39CA}"/>
                </a:ext>
              </a:extLst>
            </p:cNvPr>
            <p:cNvSpPr/>
            <p:nvPr/>
          </p:nvSpPr>
          <p:spPr>
            <a:xfrm>
              <a:off x="6049024" y="5201948"/>
              <a:ext cx="408879" cy="305441"/>
            </a:xfrm>
            <a:custGeom>
              <a:avLst/>
              <a:gdLst>
                <a:gd name="connsiteX0" fmla="*/ 174255 w 408879"/>
                <a:gd name="connsiteY0" fmla="*/ 304785 h 305441"/>
                <a:gd name="connsiteX1" fmla="*/ 31642 w 408879"/>
                <a:gd name="connsiteY1" fmla="*/ 257576 h 305441"/>
                <a:gd name="connsiteX2" fmla="*/ -501 w 408879"/>
                <a:gd name="connsiteY2" fmla="*/ 203881 h 305441"/>
                <a:gd name="connsiteX3" fmla="*/ 69208 w 408879"/>
                <a:gd name="connsiteY3" fmla="*/ 111730 h 305441"/>
                <a:gd name="connsiteX4" fmla="*/ 95871 w 408879"/>
                <a:gd name="connsiteY4" fmla="*/ 89249 h 305441"/>
                <a:gd name="connsiteX5" fmla="*/ 150515 w 408879"/>
                <a:gd name="connsiteY5" fmla="*/ 23141 h 305441"/>
                <a:gd name="connsiteX6" fmla="*/ 164438 w 408879"/>
                <a:gd name="connsiteY6" fmla="*/ 19559 h 305441"/>
                <a:gd name="connsiteX7" fmla="*/ 168330 w 408879"/>
                <a:gd name="connsiteY7" fmla="*/ 32920 h 305441"/>
                <a:gd name="connsiteX8" fmla="*/ 109968 w 408879"/>
                <a:gd name="connsiteY8" fmla="*/ 103926 h 305441"/>
                <a:gd name="connsiteX9" fmla="*/ 81910 w 408879"/>
                <a:gd name="connsiteY9" fmla="*/ 127608 h 305441"/>
                <a:gd name="connsiteX10" fmla="*/ 19947 w 408879"/>
                <a:gd name="connsiteY10" fmla="*/ 203746 h 305441"/>
                <a:gd name="connsiteX11" fmla="*/ 44267 w 408879"/>
                <a:gd name="connsiteY11" fmla="*/ 241602 h 305441"/>
                <a:gd name="connsiteX12" fmla="*/ 279477 w 408879"/>
                <a:gd name="connsiteY12" fmla="*/ 249598 h 305441"/>
                <a:gd name="connsiteX13" fmla="*/ 388552 w 408879"/>
                <a:gd name="connsiteY13" fmla="*/ 6450 h 305441"/>
                <a:gd name="connsiteX14" fmla="*/ 401002 w 408879"/>
                <a:gd name="connsiteY14" fmla="*/ -230 h 305441"/>
                <a:gd name="connsiteX15" fmla="*/ 401312 w 408879"/>
                <a:gd name="connsiteY15" fmla="*/ -134 h 305441"/>
                <a:gd name="connsiteX16" fmla="*/ 407896 w 408879"/>
                <a:gd name="connsiteY16" fmla="*/ 12588 h 305441"/>
                <a:gd name="connsiteX17" fmla="*/ 407896 w 408879"/>
                <a:gd name="connsiteY17" fmla="*/ 12608 h 305441"/>
                <a:gd name="connsiteX18" fmla="*/ 294077 w 408879"/>
                <a:gd name="connsiteY18" fmla="*/ 263734 h 305441"/>
                <a:gd name="connsiteX19" fmla="*/ 174255 w 408879"/>
                <a:gd name="connsiteY19" fmla="*/ 304785 h 305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79" h="305441">
                  <a:moveTo>
                    <a:pt x="174255" y="304785"/>
                  </a:moveTo>
                  <a:cubicBezTo>
                    <a:pt x="125846" y="304785"/>
                    <a:pt x="73448" y="290340"/>
                    <a:pt x="31642" y="257576"/>
                  </a:cubicBezTo>
                  <a:cubicBezTo>
                    <a:pt x="10342" y="241001"/>
                    <a:pt x="-404" y="222935"/>
                    <a:pt x="-501" y="203881"/>
                  </a:cubicBezTo>
                  <a:cubicBezTo>
                    <a:pt x="-695" y="167652"/>
                    <a:pt x="36425" y="138045"/>
                    <a:pt x="69208" y="111730"/>
                  </a:cubicBezTo>
                  <a:cubicBezTo>
                    <a:pt x="79199" y="103791"/>
                    <a:pt x="88571" y="96239"/>
                    <a:pt x="95871" y="89249"/>
                  </a:cubicBezTo>
                  <a:cubicBezTo>
                    <a:pt x="134192" y="52458"/>
                    <a:pt x="150380" y="23412"/>
                    <a:pt x="150515" y="23141"/>
                  </a:cubicBezTo>
                  <a:cubicBezTo>
                    <a:pt x="153370" y="18301"/>
                    <a:pt x="159603" y="16693"/>
                    <a:pt x="164438" y="19559"/>
                  </a:cubicBezTo>
                  <a:cubicBezTo>
                    <a:pt x="169060" y="22290"/>
                    <a:pt x="170764" y="28137"/>
                    <a:pt x="168330" y="32920"/>
                  </a:cubicBezTo>
                  <a:cubicBezTo>
                    <a:pt x="167652" y="34198"/>
                    <a:pt x="150728" y="64734"/>
                    <a:pt x="109968" y="103926"/>
                  </a:cubicBezTo>
                  <a:cubicBezTo>
                    <a:pt x="102223" y="111285"/>
                    <a:pt x="92425" y="119224"/>
                    <a:pt x="81910" y="127608"/>
                  </a:cubicBezTo>
                  <a:cubicBezTo>
                    <a:pt x="54182" y="149799"/>
                    <a:pt x="19695" y="177392"/>
                    <a:pt x="19947" y="203746"/>
                  </a:cubicBezTo>
                  <a:cubicBezTo>
                    <a:pt x="19947" y="216448"/>
                    <a:pt x="27963" y="228918"/>
                    <a:pt x="44267" y="241602"/>
                  </a:cubicBezTo>
                  <a:cubicBezTo>
                    <a:pt x="118740" y="299866"/>
                    <a:pt x="235812" y="294658"/>
                    <a:pt x="279477" y="249598"/>
                  </a:cubicBezTo>
                  <a:cubicBezTo>
                    <a:pt x="325640" y="202041"/>
                    <a:pt x="387913" y="8386"/>
                    <a:pt x="388552" y="6450"/>
                  </a:cubicBezTo>
                  <a:cubicBezTo>
                    <a:pt x="390140" y="1164"/>
                    <a:pt x="395716" y="-1818"/>
                    <a:pt x="401002" y="-230"/>
                  </a:cubicBezTo>
                  <a:cubicBezTo>
                    <a:pt x="401099" y="-211"/>
                    <a:pt x="401216" y="-172"/>
                    <a:pt x="401312" y="-134"/>
                  </a:cubicBezTo>
                  <a:cubicBezTo>
                    <a:pt x="406637" y="1551"/>
                    <a:pt x="409600" y="7244"/>
                    <a:pt x="407896" y="12588"/>
                  </a:cubicBezTo>
                  <a:cubicBezTo>
                    <a:pt x="407896" y="12588"/>
                    <a:pt x="407896" y="12608"/>
                    <a:pt x="407896" y="12608"/>
                  </a:cubicBezTo>
                  <a:cubicBezTo>
                    <a:pt x="405301" y="20799"/>
                    <a:pt x="343532" y="212827"/>
                    <a:pt x="294077" y="263734"/>
                  </a:cubicBezTo>
                  <a:cubicBezTo>
                    <a:pt x="268846" y="289700"/>
                    <a:pt x="223690" y="304785"/>
                    <a:pt x="174255" y="304785"/>
                  </a:cubicBezTo>
                  <a:close/>
                </a:path>
              </a:pathLst>
            </a:custGeom>
            <a:grpFill/>
            <a:ln w="1934" cap="flat">
              <a:noFill/>
              <a:prstDash val="solid"/>
              <a:miter/>
            </a:ln>
          </p:spPr>
          <p:txBody>
            <a:bodyPr rtlCol="0" anchor="ctr"/>
            <a:lstStyle/>
            <a:p>
              <a:endParaRPr lang="en-IN" dirty="0"/>
            </a:p>
          </p:txBody>
        </p:sp>
        <p:sp>
          <p:nvSpPr>
            <p:cNvPr id="6173" name="Freeform: Shape 6172">
              <a:extLst>
                <a:ext uri="{FF2B5EF4-FFF2-40B4-BE49-F238E27FC236}">
                  <a16:creationId xmlns:a16="http://schemas.microsoft.com/office/drawing/2014/main" id="{AC52D743-DA6D-1FC6-2DC7-FDA197799FB0}"/>
                </a:ext>
              </a:extLst>
            </p:cNvPr>
            <p:cNvSpPr/>
            <p:nvPr/>
          </p:nvSpPr>
          <p:spPr>
            <a:xfrm>
              <a:off x="6207250" y="5137683"/>
              <a:ext cx="238134" cy="240318"/>
            </a:xfrm>
            <a:custGeom>
              <a:avLst/>
              <a:gdLst>
                <a:gd name="connsiteX0" fmla="*/ 61631 w 238134"/>
                <a:gd name="connsiteY0" fmla="*/ 239662 h 240318"/>
                <a:gd name="connsiteX1" fmla="*/ 38239 w 238134"/>
                <a:gd name="connsiteY1" fmla="*/ 234957 h 240318"/>
                <a:gd name="connsiteX2" fmla="*/ -488 w 238134"/>
                <a:gd name="connsiteY2" fmla="*/ 169779 h 240318"/>
                <a:gd name="connsiteX3" fmla="*/ 172487 w 238134"/>
                <a:gd name="connsiteY3" fmla="*/ 193 h 240318"/>
                <a:gd name="connsiteX4" fmla="*/ 185867 w 238134"/>
                <a:gd name="connsiteY4" fmla="*/ 5459 h 240318"/>
                <a:gd name="connsiteX5" fmla="*/ 181278 w 238134"/>
                <a:gd name="connsiteY5" fmla="*/ 18510 h 240318"/>
                <a:gd name="connsiteX6" fmla="*/ 19805 w 238134"/>
                <a:gd name="connsiteY6" fmla="*/ 170089 h 240318"/>
                <a:gd name="connsiteX7" fmla="*/ 46198 w 238134"/>
                <a:gd name="connsiteY7" fmla="*/ 216232 h 240318"/>
                <a:gd name="connsiteX8" fmla="*/ 106457 w 238134"/>
                <a:gd name="connsiteY8" fmla="*/ 197430 h 240318"/>
                <a:gd name="connsiteX9" fmla="*/ 218205 w 238134"/>
                <a:gd name="connsiteY9" fmla="*/ 51216 h 240318"/>
                <a:gd name="connsiteX10" fmla="*/ 231682 w 238134"/>
                <a:gd name="connsiteY10" fmla="*/ 46181 h 240318"/>
                <a:gd name="connsiteX11" fmla="*/ 236716 w 238134"/>
                <a:gd name="connsiteY11" fmla="*/ 59658 h 240318"/>
                <a:gd name="connsiteX12" fmla="*/ 120883 w 238134"/>
                <a:gd name="connsiteY12" fmla="*/ 211720 h 240318"/>
                <a:gd name="connsiteX13" fmla="*/ 61631 w 238134"/>
                <a:gd name="connsiteY13" fmla="*/ 239662 h 24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134" h="240317">
                  <a:moveTo>
                    <a:pt x="61631" y="239662"/>
                  </a:moveTo>
                  <a:cubicBezTo>
                    <a:pt x="53597" y="239681"/>
                    <a:pt x="45640" y="238094"/>
                    <a:pt x="38239" y="234957"/>
                  </a:cubicBezTo>
                  <a:cubicBezTo>
                    <a:pt x="13841" y="224674"/>
                    <a:pt x="-1030" y="199715"/>
                    <a:pt x="-488" y="169779"/>
                  </a:cubicBezTo>
                  <a:cubicBezTo>
                    <a:pt x="442" y="107002"/>
                    <a:pt x="170783" y="987"/>
                    <a:pt x="172487" y="193"/>
                  </a:cubicBezTo>
                  <a:cubicBezTo>
                    <a:pt x="177638" y="-2053"/>
                    <a:pt x="183621" y="309"/>
                    <a:pt x="185867" y="5459"/>
                  </a:cubicBezTo>
                  <a:cubicBezTo>
                    <a:pt x="187997" y="10339"/>
                    <a:pt x="185984" y="16032"/>
                    <a:pt x="181278" y="18510"/>
                  </a:cubicBezTo>
                  <a:cubicBezTo>
                    <a:pt x="161547" y="29432"/>
                    <a:pt x="20560" y="126501"/>
                    <a:pt x="19805" y="170089"/>
                  </a:cubicBezTo>
                  <a:cubicBezTo>
                    <a:pt x="19476" y="191582"/>
                    <a:pt x="29584" y="209242"/>
                    <a:pt x="46198" y="216232"/>
                  </a:cubicBezTo>
                  <a:cubicBezTo>
                    <a:pt x="64419" y="223978"/>
                    <a:pt x="86997" y="216929"/>
                    <a:pt x="106457" y="197430"/>
                  </a:cubicBezTo>
                  <a:cubicBezTo>
                    <a:pt x="154866" y="148498"/>
                    <a:pt x="201920" y="87058"/>
                    <a:pt x="218205" y="51216"/>
                  </a:cubicBezTo>
                  <a:cubicBezTo>
                    <a:pt x="220528" y="46104"/>
                    <a:pt x="226570" y="43858"/>
                    <a:pt x="231682" y="46181"/>
                  </a:cubicBezTo>
                  <a:cubicBezTo>
                    <a:pt x="236794" y="48505"/>
                    <a:pt x="239040" y="54546"/>
                    <a:pt x="236716" y="59658"/>
                  </a:cubicBezTo>
                  <a:cubicBezTo>
                    <a:pt x="219541" y="97321"/>
                    <a:pt x="170880" y="161297"/>
                    <a:pt x="120883" y="211720"/>
                  </a:cubicBezTo>
                  <a:cubicBezTo>
                    <a:pt x="102623" y="230038"/>
                    <a:pt x="81691" y="239662"/>
                    <a:pt x="61631" y="239662"/>
                  </a:cubicBezTo>
                  <a:close/>
                </a:path>
              </a:pathLst>
            </a:custGeom>
            <a:grpFill/>
            <a:ln w="1934" cap="flat">
              <a:noFill/>
              <a:prstDash val="solid"/>
              <a:miter/>
            </a:ln>
          </p:spPr>
          <p:txBody>
            <a:bodyPr rtlCol="0" anchor="ctr"/>
            <a:lstStyle/>
            <a:p>
              <a:endParaRPr lang="en-IN" dirty="0"/>
            </a:p>
          </p:txBody>
        </p:sp>
        <p:sp>
          <p:nvSpPr>
            <p:cNvPr id="6174" name="Freeform: Shape 6173">
              <a:extLst>
                <a:ext uri="{FF2B5EF4-FFF2-40B4-BE49-F238E27FC236}">
                  <a16:creationId xmlns:a16="http://schemas.microsoft.com/office/drawing/2014/main" id="{D378F109-55AE-A226-F2A2-BC63C6D24C59}"/>
                </a:ext>
              </a:extLst>
            </p:cNvPr>
            <p:cNvSpPr/>
            <p:nvPr/>
          </p:nvSpPr>
          <p:spPr>
            <a:xfrm>
              <a:off x="6395934" y="5075224"/>
              <a:ext cx="441382" cy="446371"/>
            </a:xfrm>
            <a:custGeom>
              <a:avLst/>
              <a:gdLst>
                <a:gd name="connsiteX0" fmla="*/ 112145 w 441382"/>
                <a:gd name="connsiteY0" fmla="*/ 445644 h 446371"/>
                <a:gd name="connsiteX1" fmla="*/ 7950 w 441382"/>
                <a:gd name="connsiteY1" fmla="*/ 418090 h 446371"/>
                <a:gd name="connsiteX2" fmla="*/ 1250 w 441382"/>
                <a:gd name="connsiteY2" fmla="*/ 379982 h 446371"/>
                <a:gd name="connsiteX3" fmla="*/ 33296 w 441382"/>
                <a:gd name="connsiteY3" fmla="*/ 326771 h 446371"/>
                <a:gd name="connsiteX4" fmla="*/ 59302 w 441382"/>
                <a:gd name="connsiteY4" fmla="*/ 296312 h 446371"/>
                <a:gd name="connsiteX5" fmla="*/ 66854 w 441382"/>
                <a:gd name="connsiteY5" fmla="*/ 281809 h 446371"/>
                <a:gd name="connsiteX6" fmla="*/ 155326 w 441382"/>
                <a:gd name="connsiteY6" fmla="*/ 188457 h 446371"/>
                <a:gd name="connsiteX7" fmla="*/ 167602 w 441382"/>
                <a:gd name="connsiteY7" fmla="*/ 195486 h 446371"/>
                <a:gd name="connsiteX8" fmla="*/ 167680 w 441382"/>
                <a:gd name="connsiteY8" fmla="*/ 195757 h 446371"/>
                <a:gd name="connsiteX9" fmla="*/ 160418 w 441382"/>
                <a:gd name="connsiteY9" fmla="*/ 208092 h 446371"/>
                <a:gd name="connsiteX10" fmla="*/ 160380 w 441382"/>
                <a:gd name="connsiteY10" fmla="*/ 208111 h 446371"/>
                <a:gd name="connsiteX11" fmla="*/ 84862 w 441382"/>
                <a:gd name="connsiteY11" fmla="*/ 291142 h 446371"/>
                <a:gd name="connsiteX12" fmla="*/ 77233 w 441382"/>
                <a:gd name="connsiteY12" fmla="*/ 305781 h 446371"/>
                <a:gd name="connsiteX13" fmla="*/ 45147 w 441382"/>
                <a:gd name="connsiteY13" fmla="*/ 343250 h 446371"/>
                <a:gd name="connsiteX14" fmla="*/ 20904 w 441382"/>
                <a:gd name="connsiteY14" fmla="*/ 384939 h 446371"/>
                <a:gd name="connsiteX15" fmla="*/ 23886 w 441382"/>
                <a:gd name="connsiteY15" fmla="*/ 405542 h 446371"/>
                <a:gd name="connsiteX16" fmla="*/ 121459 w 441382"/>
                <a:gd name="connsiteY16" fmla="*/ 425254 h 446371"/>
                <a:gd name="connsiteX17" fmla="*/ 131451 w 441382"/>
                <a:gd name="connsiteY17" fmla="*/ 425254 h 446371"/>
                <a:gd name="connsiteX18" fmla="*/ 292168 w 441382"/>
                <a:gd name="connsiteY18" fmla="*/ 344992 h 446371"/>
                <a:gd name="connsiteX19" fmla="*/ 353318 w 441382"/>
                <a:gd name="connsiteY19" fmla="*/ 256462 h 446371"/>
                <a:gd name="connsiteX20" fmla="*/ 420568 w 441382"/>
                <a:gd name="connsiteY20" fmla="*/ 137996 h 446371"/>
                <a:gd name="connsiteX21" fmla="*/ 377639 w 441382"/>
                <a:gd name="connsiteY21" fmla="*/ 70494 h 446371"/>
                <a:gd name="connsiteX22" fmla="*/ 306265 w 441382"/>
                <a:gd name="connsiteY22" fmla="*/ 17341 h 446371"/>
                <a:gd name="connsiteX23" fmla="*/ 304871 w 441382"/>
                <a:gd name="connsiteY23" fmla="*/ 3051 h 446371"/>
                <a:gd name="connsiteX24" fmla="*/ 319161 w 441382"/>
                <a:gd name="connsiteY24" fmla="*/ 1657 h 446371"/>
                <a:gd name="connsiteX25" fmla="*/ 382538 w 441382"/>
                <a:gd name="connsiteY25" fmla="*/ 50937 h 446371"/>
                <a:gd name="connsiteX26" fmla="*/ 440880 w 441382"/>
                <a:gd name="connsiteY26" fmla="*/ 138073 h 446371"/>
                <a:gd name="connsiteX27" fmla="*/ 369448 w 441382"/>
                <a:gd name="connsiteY27" fmla="*/ 268893 h 446371"/>
                <a:gd name="connsiteX28" fmla="*/ 310060 w 441382"/>
                <a:gd name="connsiteY28" fmla="*/ 354694 h 446371"/>
                <a:gd name="connsiteX29" fmla="*/ 131218 w 441382"/>
                <a:gd name="connsiteY29" fmla="*/ 445702 h 446371"/>
                <a:gd name="connsiteX30" fmla="*/ 121536 w 441382"/>
                <a:gd name="connsiteY30" fmla="*/ 445702 h 446371"/>
                <a:gd name="connsiteX31" fmla="*/ 112145 w 441382"/>
                <a:gd name="connsiteY31" fmla="*/ 445644 h 44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1382" h="446371">
                  <a:moveTo>
                    <a:pt x="112145" y="445644"/>
                  </a:moveTo>
                  <a:cubicBezTo>
                    <a:pt x="78956" y="445644"/>
                    <a:pt x="27991" y="443611"/>
                    <a:pt x="7950" y="418090"/>
                  </a:cubicBezTo>
                  <a:cubicBezTo>
                    <a:pt x="-241" y="407672"/>
                    <a:pt x="-2487" y="394854"/>
                    <a:pt x="1250" y="379982"/>
                  </a:cubicBezTo>
                  <a:cubicBezTo>
                    <a:pt x="9828" y="345786"/>
                    <a:pt x="19510" y="336705"/>
                    <a:pt x="33296" y="326771"/>
                  </a:cubicBezTo>
                  <a:cubicBezTo>
                    <a:pt x="41178" y="321117"/>
                    <a:pt x="49330" y="315153"/>
                    <a:pt x="59302" y="296312"/>
                  </a:cubicBezTo>
                  <a:lnTo>
                    <a:pt x="66854" y="281809"/>
                  </a:lnTo>
                  <a:cubicBezTo>
                    <a:pt x="88541" y="239926"/>
                    <a:pt x="109008" y="200482"/>
                    <a:pt x="155326" y="188457"/>
                  </a:cubicBezTo>
                  <a:cubicBezTo>
                    <a:pt x="160670" y="187005"/>
                    <a:pt x="166169" y="190161"/>
                    <a:pt x="167602" y="195486"/>
                  </a:cubicBezTo>
                  <a:cubicBezTo>
                    <a:pt x="167641" y="195583"/>
                    <a:pt x="167660" y="195660"/>
                    <a:pt x="167680" y="195757"/>
                  </a:cubicBezTo>
                  <a:cubicBezTo>
                    <a:pt x="169074" y="201179"/>
                    <a:pt x="165840" y="206698"/>
                    <a:pt x="160418" y="208092"/>
                  </a:cubicBezTo>
                  <a:cubicBezTo>
                    <a:pt x="160399" y="208111"/>
                    <a:pt x="160399" y="208111"/>
                    <a:pt x="160380" y="208111"/>
                  </a:cubicBezTo>
                  <a:cubicBezTo>
                    <a:pt x="122892" y="217793"/>
                    <a:pt x="106162" y="250208"/>
                    <a:pt x="84862" y="291142"/>
                  </a:cubicBezTo>
                  <a:lnTo>
                    <a:pt x="77233" y="305781"/>
                  </a:lnTo>
                  <a:cubicBezTo>
                    <a:pt x="65053" y="328920"/>
                    <a:pt x="53996" y="336898"/>
                    <a:pt x="45147" y="343250"/>
                  </a:cubicBezTo>
                  <a:cubicBezTo>
                    <a:pt x="35465" y="350298"/>
                    <a:pt x="28359" y="355371"/>
                    <a:pt x="20904" y="384939"/>
                  </a:cubicBezTo>
                  <a:cubicBezTo>
                    <a:pt x="18057" y="396364"/>
                    <a:pt x="21233" y="402173"/>
                    <a:pt x="23886" y="405542"/>
                  </a:cubicBezTo>
                  <a:cubicBezTo>
                    <a:pt x="39783" y="425797"/>
                    <a:pt x="97138" y="425738"/>
                    <a:pt x="121459" y="425254"/>
                  </a:cubicBezTo>
                  <a:lnTo>
                    <a:pt x="131451" y="425254"/>
                  </a:lnTo>
                  <a:cubicBezTo>
                    <a:pt x="161948" y="425448"/>
                    <a:pt x="255978" y="411991"/>
                    <a:pt x="292168" y="344992"/>
                  </a:cubicBezTo>
                  <a:cubicBezTo>
                    <a:pt x="307833" y="315947"/>
                    <a:pt x="330895" y="285681"/>
                    <a:pt x="353318" y="256462"/>
                  </a:cubicBezTo>
                  <a:cubicBezTo>
                    <a:pt x="386372" y="213184"/>
                    <a:pt x="420568" y="168512"/>
                    <a:pt x="420568" y="137996"/>
                  </a:cubicBezTo>
                  <a:cubicBezTo>
                    <a:pt x="420568" y="92569"/>
                    <a:pt x="384300" y="72334"/>
                    <a:pt x="377639" y="70494"/>
                  </a:cubicBezTo>
                  <a:cubicBezTo>
                    <a:pt x="374909" y="70300"/>
                    <a:pt x="371249" y="70591"/>
                    <a:pt x="306265" y="17341"/>
                  </a:cubicBezTo>
                  <a:cubicBezTo>
                    <a:pt x="301927" y="13778"/>
                    <a:pt x="301308" y="7388"/>
                    <a:pt x="304871" y="3051"/>
                  </a:cubicBezTo>
                  <a:cubicBezTo>
                    <a:pt x="308434" y="-1287"/>
                    <a:pt x="314824" y="-1906"/>
                    <a:pt x="319161" y="1657"/>
                  </a:cubicBezTo>
                  <a:cubicBezTo>
                    <a:pt x="345999" y="23634"/>
                    <a:pt x="376806" y="47916"/>
                    <a:pt x="382538" y="50937"/>
                  </a:cubicBezTo>
                  <a:cubicBezTo>
                    <a:pt x="396906" y="55061"/>
                    <a:pt x="440880" y="81067"/>
                    <a:pt x="440880" y="138073"/>
                  </a:cubicBezTo>
                  <a:cubicBezTo>
                    <a:pt x="440880" y="175445"/>
                    <a:pt x="406200" y="220852"/>
                    <a:pt x="369448" y="268893"/>
                  </a:cubicBezTo>
                  <a:cubicBezTo>
                    <a:pt x="347587" y="297474"/>
                    <a:pt x="324912" y="326984"/>
                    <a:pt x="310060" y="354694"/>
                  </a:cubicBezTo>
                  <a:cubicBezTo>
                    <a:pt x="268951" y="430889"/>
                    <a:pt x="168028" y="446225"/>
                    <a:pt x="131218" y="445702"/>
                  </a:cubicBezTo>
                  <a:lnTo>
                    <a:pt x="121536" y="445702"/>
                  </a:lnTo>
                  <a:cubicBezTo>
                    <a:pt x="118690" y="445644"/>
                    <a:pt x="115495" y="445644"/>
                    <a:pt x="112145" y="445644"/>
                  </a:cubicBezTo>
                  <a:close/>
                </a:path>
              </a:pathLst>
            </a:custGeom>
            <a:grpFill/>
            <a:ln w="1934" cap="flat">
              <a:noFill/>
              <a:prstDash val="solid"/>
              <a:miter/>
            </a:ln>
          </p:spPr>
          <p:txBody>
            <a:bodyPr rtlCol="0" anchor="ctr"/>
            <a:lstStyle/>
            <a:p>
              <a:endParaRPr lang="en-IN" dirty="0"/>
            </a:p>
          </p:txBody>
        </p:sp>
        <p:sp>
          <p:nvSpPr>
            <p:cNvPr id="6175" name="Freeform: Shape 6174">
              <a:extLst>
                <a:ext uri="{FF2B5EF4-FFF2-40B4-BE49-F238E27FC236}">
                  <a16:creationId xmlns:a16="http://schemas.microsoft.com/office/drawing/2014/main" id="{459C56D8-956A-FB4E-C64D-633EE2BE56F8}"/>
                </a:ext>
              </a:extLst>
            </p:cNvPr>
            <p:cNvSpPr/>
            <p:nvPr/>
          </p:nvSpPr>
          <p:spPr>
            <a:xfrm>
              <a:off x="6402010" y="5136790"/>
              <a:ext cx="392893" cy="354411"/>
            </a:xfrm>
            <a:custGeom>
              <a:avLst/>
              <a:gdLst>
                <a:gd name="connsiteX0" fmla="*/ 107773 w 392893"/>
                <a:gd name="connsiteY0" fmla="*/ 353755 h 354411"/>
                <a:gd name="connsiteX1" fmla="*/ 4430 w 392893"/>
                <a:gd name="connsiteY1" fmla="*/ 328950 h 354411"/>
                <a:gd name="connsiteX2" fmla="*/ 944 w 392893"/>
                <a:gd name="connsiteY2" fmla="*/ 315067 h 354411"/>
                <a:gd name="connsiteX3" fmla="*/ 944 w 392893"/>
                <a:gd name="connsiteY3" fmla="*/ 315047 h 354411"/>
                <a:gd name="connsiteX4" fmla="*/ 14867 w 392893"/>
                <a:gd name="connsiteY4" fmla="*/ 311523 h 354411"/>
                <a:gd name="connsiteX5" fmla="*/ 166658 w 392893"/>
                <a:gd name="connsiteY5" fmla="*/ 325581 h 354411"/>
                <a:gd name="connsiteX6" fmla="*/ 364166 w 392893"/>
                <a:gd name="connsiteY6" fmla="*/ 127259 h 354411"/>
                <a:gd name="connsiteX7" fmla="*/ 362888 w 392893"/>
                <a:gd name="connsiteY7" fmla="*/ 13905 h 354411"/>
                <a:gd name="connsiteX8" fmla="*/ 367671 w 392893"/>
                <a:gd name="connsiteY8" fmla="*/ 350 h 354411"/>
                <a:gd name="connsiteX9" fmla="*/ 381226 w 392893"/>
                <a:gd name="connsiteY9" fmla="*/ 5114 h 354411"/>
                <a:gd name="connsiteX10" fmla="*/ 383878 w 392893"/>
                <a:gd name="connsiteY10" fmla="*/ 132313 h 354411"/>
                <a:gd name="connsiteX11" fmla="*/ 171886 w 392893"/>
                <a:gd name="connsiteY11" fmla="*/ 345312 h 354411"/>
                <a:gd name="connsiteX12" fmla="*/ 107773 w 392893"/>
                <a:gd name="connsiteY12" fmla="*/ 353755 h 35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893" h="354411">
                  <a:moveTo>
                    <a:pt x="107773" y="353755"/>
                  </a:moveTo>
                  <a:cubicBezTo>
                    <a:pt x="46584" y="353755"/>
                    <a:pt x="6599" y="330286"/>
                    <a:pt x="4430" y="328950"/>
                  </a:cubicBezTo>
                  <a:cubicBezTo>
                    <a:pt x="-373" y="326084"/>
                    <a:pt x="-1941" y="319869"/>
                    <a:pt x="944" y="315067"/>
                  </a:cubicBezTo>
                  <a:cubicBezTo>
                    <a:pt x="944" y="315047"/>
                    <a:pt x="944" y="315047"/>
                    <a:pt x="944" y="315047"/>
                  </a:cubicBezTo>
                  <a:cubicBezTo>
                    <a:pt x="3888" y="310322"/>
                    <a:pt x="10026" y="308754"/>
                    <a:pt x="14867" y="311523"/>
                  </a:cubicBezTo>
                  <a:cubicBezTo>
                    <a:pt x="15486" y="311871"/>
                    <a:pt x="79289" y="348895"/>
                    <a:pt x="166658" y="325581"/>
                  </a:cubicBezTo>
                  <a:cubicBezTo>
                    <a:pt x="255382" y="301802"/>
                    <a:pt x="345694" y="199407"/>
                    <a:pt x="364166" y="127259"/>
                  </a:cubicBezTo>
                  <a:cubicBezTo>
                    <a:pt x="382368" y="56485"/>
                    <a:pt x="363082" y="14350"/>
                    <a:pt x="362888" y="13905"/>
                  </a:cubicBezTo>
                  <a:cubicBezTo>
                    <a:pt x="360468" y="8851"/>
                    <a:pt x="362598" y="2771"/>
                    <a:pt x="367671" y="350"/>
                  </a:cubicBezTo>
                  <a:cubicBezTo>
                    <a:pt x="372725" y="-2090"/>
                    <a:pt x="378805" y="60"/>
                    <a:pt x="381226" y="5114"/>
                  </a:cubicBezTo>
                  <a:cubicBezTo>
                    <a:pt x="382155" y="7050"/>
                    <a:pt x="404055" y="53793"/>
                    <a:pt x="383878" y="132313"/>
                  </a:cubicBezTo>
                  <a:cubicBezTo>
                    <a:pt x="363585" y="211433"/>
                    <a:pt x="268607" y="319268"/>
                    <a:pt x="171886" y="345312"/>
                  </a:cubicBezTo>
                  <a:cubicBezTo>
                    <a:pt x="150973" y="350928"/>
                    <a:pt x="129422" y="353755"/>
                    <a:pt x="107773" y="353755"/>
                  </a:cubicBezTo>
                  <a:close/>
                </a:path>
              </a:pathLst>
            </a:custGeom>
            <a:grpFill/>
            <a:ln w="1934" cap="flat">
              <a:noFill/>
              <a:prstDash val="solid"/>
              <a:miter/>
            </a:ln>
          </p:spPr>
          <p:txBody>
            <a:bodyPr rtlCol="0" anchor="ctr"/>
            <a:lstStyle/>
            <a:p>
              <a:endParaRPr lang="en-IN" dirty="0"/>
            </a:p>
          </p:txBody>
        </p:sp>
        <p:sp>
          <p:nvSpPr>
            <p:cNvPr id="6176" name="Freeform: Shape 6175">
              <a:extLst>
                <a:ext uri="{FF2B5EF4-FFF2-40B4-BE49-F238E27FC236}">
                  <a16:creationId xmlns:a16="http://schemas.microsoft.com/office/drawing/2014/main" id="{CC8FE867-84F9-ECC6-D273-8B03BE8EFC81}"/>
                </a:ext>
              </a:extLst>
            </p:cNvPr>
            <p:cNvSpPr/>
            <p:nvPr/>
          </p:nvSpPr>
          <p:spPr>
            <a:xfrm>
              <a:off x="6459194" y="5282745"/>
              <a:ext cx="153705" cy="112927"/>
            </a:xfrm>
            <a:custGeom>
              <a:avLst/>
              <a:gdLst>
                <a:gd name="connsiteX0" fmla="*/ 24410 w 153705"/>
                <a:gd name="connsiteY0" fmla="*/ 112260 h 112927"/>
                <a:gd name="connsiteX1" fmla="*/ 12791 w 153705"/>
                <a:gd name="connsiteY1" fmla="*/ 109839 h 112927"/>
                <a:gd name="connsiteX2" fmla="*/ 1793 w 153705"/>
                <a:gd name="connsiteY2" fmla="*/ 94503 h 112927"/>
                <a:gd name="connsiteX3" fmla="*/ 1909 w 153705"/>
                <a:gd name="connsiteY3" fmla="*/ 94503 h 112927"/>
                <a:gd name="connsiteX4" fmla="*/ 689 w 153705"/>
                <a:gd name="connsiteY4" fmla="*/ 83195 h 112927"/>
                <a:gd name="connsiteX5" fmla="*/ 14437 w 153705"/>
                <a:gd name="connsiteY5" fmla="*/ 78974 h 112927"/>
                <a:gd name="connsiteX6" fmla="*/ 21505 w 153705"/>
                <a:gd name="connsiteY6" fmla="*/ 89585 h 112927"/>
                <a:gd name="connsiteX7" fmla="*/ 22279 w 153705"/>
                <a:gd name="connsiteY7" fmla="*/ 92064 h 112927"/>
                <a:gd name="connsiteX8" fmla="*/ 24216 w 153705"/>
                <a:gd name="connsiteY8" fmla="*/ 92064 h 112927"/>
                <a:gd name="connsiteX9" fmla="*/ 52506 w 153705"/>
                <a:gd name="connsiteY9" fmla="*/ 83931 h 112927"/>
                <a:gd name="connsiteX10" fmla="*/ 134317 w 153705"/>
                <a:gd name="connsiteY10" fmla="*/ 4230 h 112927"/>
                <a:gd name="connsiteX11" fmla="*/ 148317 w 153705"/>
                <a:gd name="connsiteY11" fmla="*/ 842 h 112927"/>
                <a:gd name="connsiteX12" fmla="*/ 152035 w 153705"/>
                <a:gd name="connsiteY12" fmla="*/ 14260 h 112927"/>
                <a:gd name="connsiteX13" fmla="*/ 60348 w 153705"/>
                <a:gd name="connsiteY13" fmla="*/ 102694 h 112927"/>
                <a:gd name="connsiteX14" fmla="*/ 24410 w 153705"/>
                <a:gd name="connsiteY14" fmla="*/ 112260 h 112927"/>
                <a:gd name="connsiteX15" fmla="*/ 4852 w 153705"/>
                <a:gd name="connsiteY15" fmla="*/ 96769 h 112927"/>
                <a:gd name="connsiteX16" fmla="*/ 4852 w 153705"/>
                <a:gd name="connsiteY16" fmla="*/ 96769 h 112927"/>
                <a:gd name="connsiteX17" fmla="*/ 4852 w 153705"/>
                <a:gd name="connsiteY17" fmla="*/ 96885 h 11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705" h="112927">
                  <a:moveTo>
                    <a:pt x="24410" y="112260"/>
                  </a:moveTo>
                  <a:cubicBezTo>
                    <a:pt x="20401" y="112376"/>
                    <a:pt x="16432" y="111543"/>
                    <a:pt x="12791" y="109839"/>
                  </a:cubicBezTo>
                  <a:cubicBezTo>
                    <a:pt x="4620" y="105715"/>
                    <a:pt x="2722" y="98124"/>
                    <a:pt x="1793" y="94503"/>
                  </a:cubicBezTo>
                  <a:cubicBezTo>
                    <a:pt x="1793" y="94387"/>
                    <a:pt x="1793" y="94503"/>
                    <a:pt x="1909" y="94503"/>
                  </a:cubicBezTo>
                  <a:cubicBezTo>
                    <a:pt x="-783" y="91347"/>
                    <a:pt x="-1267" y="86854"/>
                    <a:pt x="689" y="83195"/>
                  </a:cubicBezTo>
                  <a:cubicBezTo>
                    <a:pt x="3381" y="78296"/>
                    <a:pt x="9461" y="76437"/>
                    <a:pt x="14437" y="78974"/>
                  </a:cubicBezTo>
                  <a:cubicBezTo>
                    <a:pt x="19510" y="81646"/>
                    <a:pt x="20750" y="86603"/>
                    <a:pt x="21505" y="89585"/>
                  </a:cubicBezTo>
                  <a:cubicBezTo>
                    <a:pt x="21679" y="90437"/>
                    <a:pt x="21950" y="91269"/>
                    <a:pt x="22279" y="92064"/>
                  </a:cubicBezTo>
                  <a:cubicBezTo>
                    <a:pt x="22279" y="92064"/>
                    <a:pt x="22686" y="92064"/>
                    <a:pt x="24216" y="92064"/>
                  </a:cubicBezTo>
                  <a:cubicBezTo>
                    <a:pt x="27391" y="92064"/>
                    <a:pt x="35331" y="91134"/>
                    <a:pt x="52506" y="83931"/>
                  </a:cubicBezTo>
                  <a:cubicBezTo>
                    <a:pt x="100044" y="64141"/>
                    <a:pt x="133988" y="4831"/>
                    <a:pt x="134317" y="4230"/>
                  </a:cubicBezTo>
                  <a:cubicBezTo>
                    <a:pt x="137241" y="-572"/>
                    <a:pt x="143515" y="-2102"/>
                    <a:pt x="148317" y="842"/>
                  </a:cubicBezTo>
                  <a:cubicBezTo>
                    <a:pt x="152906" y="3630"/>
                    <a:pt x="154533" y="9497"/>
                    <a:pt x="152035" y="14260"/>
                  </a:cubicBezTo>
                  <a:cubicBezTo>
                    <a:pt x="150525" y="16933"/>
                    <a:pt x="114392" y="80097"/>
                    <a:pt x="60348" y="102694"/>
                  </a:cubicBezTo>
                  <a:cubicBezTo>
                    <a:pt x="44877" y="109200"/>
                    <a:pt x="33297" y="112260"/>
                    <a:pt x="24410" y="112260"/>
                  </a:cubicBezTo>
                  <a:close/>
                  <a:moveTo>
                    <a:pt x="4852" y="96769"/>
                  </a:moveTo>
                  <a:cubicBezTo>
                    <a:pt x="4852" y="96769"/>
                    <a:pt x="4852" y="96769"/>
                    <a:pt x="4852" y="96769"/>
                  </a:cubicBezTo>
                  <a:cubicBezTo>
                    <a:pt x="4852" y="96769"/>
                    <a:pt x="4852" y="96943"/>
                    <a:pt x="4852" y="96885"/>
                  </a:cubicBezTo>
                  <a:close/>
                </a:path>
              </a:pathLst>
            </a:custGeom>
            <a:grpFill/>
            <a:ln w="1934" cap="flat">
              <a:noFill/>
              <a:prstDash val="solid"/>
              <a:miter/>
            </a:ln>
          </p:spPr>
          <p:txBody>
            <a:bodyPr rtlCol="0" anchor="ctr"/>
            <a:lstStyle/>
            <a:p>
              <a:endParaRPr lang="en-IN" dirty="0"/>
            </a:p>
          </p:txBody>
        </p:sp>
        <p:sp>
          <p:nvSpPr>
            <p:cNvPr id="6177" name="Freeform: Shape 6176">
              <a:extLst>
                <a:ext uri="{FF2B5EF4-FFF2-40B4-BE49-F238E27FC236}">
                  <a16:creationId xmlns:a16="http://schemas.microsoft.com/office/drawing/2014/main" id="{C7D83117-D36D-C822-2434-857F9324184D}"/>
                </a:ext>
              </a:extLst>
            </p:cNvPr>
            <p:cNvSpPr/>
            <p:nvPr/>
          </p:nvSpPr>
          <p:spPr>
            <a:xfrm>
              <a:off x="5959400" y="5492111"/>
              <a:ext cx="1061987" cy="46841"/>
            </a:xfrm>
            <a:custGeom>
              <a:avLst/>
              <a:gdLst>
                <a:gd name="connsiteX0" fmla="*/ 1051183 w 1061987"/>
                <a:gd name="connsiteY0" fmla="*/ 46185 h 46841"/>
                <a:gd name="connsiteX1" fmla="*/ 1050932 w 1061987"/>
                <a:gd name="connsiteY1" fmla="*/ 46185 h 46841"/>
                <a:gd name="connsiteX2" fmla="*/ 9539 w 1061987"/>
                <a:gd name="connsiteY2" fmla="*/ 19676 h 46841"/>
                <a:gd name="connsiteX3" fmla="*/ -501 w 1061987"/>
                <a:gd name="connsiteY3" fmla="*/ 9394 h 46841"/>
                <a:gd name="connsiteX4" fmla="*/ 9790 w 1061987"/>
                <a:gd name="connsiteY4" fmla="*/ -656 h 46841"/>
                <a:gd name="connsiteX5" fmla="*/ 10042 w 1061987"/>
                <a:gd name="connsiteY5" fmla="*/ -656 h 46841"/>
                <a:gd name="connsiteX6" fmla="*/ 1051435 w 1061987"/>
                <a:gd name="connsiteY6" fmla="*/ 25795 h 46841"/>
                <a:gd name="connsiteX7" fmla="*/ 1061485 w 1061987"/>
                <a:gd name="connsiteY7" fmla="*/ 36077 h 46841"/>
                <a:gd name="connsiteX8" fmla="*/ 1051203 w 1061987"/>
                <a:gd name="connsiteY8" fmla="*/ 46126 h 4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1987" h="46841">
                  <a:moveTo>
                    <a:pt x="1051183" y="46185"/>
                  </a:moveTo>
                  <a:lnTo>
                    <a:pt x="1050932" y="46185"/>
                  </a:lnTo>
                  <a:lnTo>
                    <a:pt x="9539" y="19676"/>
                  </a:lnTo>
                  <a:cubicBezTo>
                    <a:pt x="3925" y="19598"/>
                    <a:pt x="-571" y="14990"/>
                    <a:pt x="-501" y="9394"/>
                  </a:cubicBezTo>
                  <a:cubicBezTo>
                    <a:pt x="-432" y="3778"/>
                    <a:pt x="4177" y="-733"/>
                    <a:pt x="9790" y="-656"/>
                  </a:cubicBezTo>
                  <a:lnTo>
                    <a:pt x="10042" y="-656"/>
                  </a:lnTo>
                  <a:lnTo>
                    <a:pt x="1051435" y="25795"/>
                  </a:lnTo>
                  <a:cubicBezTo>
                    <a:pt x="1057050" y="25853"/>
                    <a:pt x="1061543" y="30461"/>
                    <a:pt x="1061485" y="36077"/>
                  </a:cubicBezTo>
                  <a:cubicBezTo>
                    <a:pt x="1061427" y="41692"/>
                    <a:pt x="1056818" y="46185"/>
                    <a:pt x="1051203" y="46126"/>
                  </a:cubicBezTo>
                  <a:close/>
                </a:path>
              </a:pathLst>
            </a:custGeom>
            <a:grpFill/>
            <a:ln w="1934" cap="flat">
              <a:noFill/>
              <a:prstDash val="solid"/>
              <a:miter/>
            </a:ln>
          </p:spPr>
          <p:txBody>
            <a:bodyPr rtlCol="0" anchor="ctr"/>
            <a:lstStyle/>
            <a:p>
              <a:endParaRPr lang="en-IN" dirty="0"/>
            </a:p>
          </p:txBody>
        </p:sp>
        <p:sp>
          <p:nvSpPr>
            <p:cNvPr id="6178" name="Freeform: Shape 6177">
              <a:extLst>
                <a:ext uri="{FF2B5EF4-FFF2-40B4-BE49-F238E27FC236}">
                  <a16:creationId xmlns:a16="http://schemas.microsoft.com/office/drawing/2014/main" id="{202B746C-40C5-0128-030A-0E52437335F9}"/>
                </a:ext>
              </a:extLst>
            </p:cNvPr>
            <p:cNvSpPr/>
            <p:nvPr/>
          </p:nvSpPr>
          <p:spPr>
            <a:xfrm>
              <a:off x="6890620" y="5318304"/>
              <a:ext cx="286198" cy="27632"/>
            </a:xfrm>
            <a:custGeom>
              <a:avLst/>
              <a:gdLst>
                <a:gd name="connsiteX0" fmla="*/ 275394 w 286198"/>
                <a:gd name="connsiteY0" fmla="*/ 26975 h 27632"/>
                <a:gd name="connsiteX1" fmla="*/ 275123 w 286198"/>
                <a:gd name="connsiteY1" fmla="*/ 26975 h 27632"/>
                <a:gd name="connsiteX2" fmla="*/ 9377 w 286198"/>
                <a:gd name="connsiteY2" fmla="*/ 19694 h 27632"/>
                <a:gd name="connsiteX3" fmla="*/ -498 w 286198"/>
                <a:gd name="connsiteY3" fmla="*/ 9218 h 27632"/>
                <a:gd name="connsiteX4" fmla="*/ 9920 w 286198"/>
                <a:gd name="connsiteY4" fmla="*/ -657 h 27632"/>
                <a:gd name="connsiteX5" fmla="*/ 275665 w 286198"/>
                <a:gd name="connsiteY5" fmla="*/ 6643 h 27632"/>
                <a:gd name="connsiteX6" fmla="*/ 285696 w 286198"/>
                <a:gd name="connsiteY6" fmla="*/ 16944 h 27632"/>
                <a:gd name="connsiteX7" fmla="*/ 275394 w 286198"/>
                <a:gd name="connsiteY7" fmla="*/ 26975 h 2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198" h="27632">
                  <a:moveTo>
                    <a:pt x="275394" y="26975"/>
                  </a:moveTo>
                  <a:lnTo>
                    <a:pt x="275123" y="26975"/>
                  </a:lnTo>
                  <a:lnTo>
                    <a:pt x="9377" y="19694"/>
                  </a:lnTo>
                  <a:cubicBezTo>
                    <a:pt x="3762" y="19520"/>
                    <a:pt x="-653" y="14834"/>
                    <a:pt x="-498" y="9218"/>
                  </a:cubicBezTo>
                  <a:cubicBezTo>
                    <a:pt x="-324" y="3603"/>
                    <a:pt x="4672" y="79"/>
                    <a:pt x="9920" y="-657"/>
                  </a:cubicBezTo>
                  <a:lnTo>
                    <a:pt x="275665" y="6643"/>
                  </a:lnTo>
                  <a:cubicBezTo>
                    <a:pt x="281281" y="6721"/>
                    <a:pt x="285773" y="11329"/>
                    <a:pt x="285696" y="16944"/>
                  </a:cubicBezTo>
                  <a:cubicBezTo>
                    <a:pt x="285618" y="22560"/>
                    <a:pt x="281010" y="27053"/>
                    <a:pt x="275394" y="26975"/>
                  </a:cubicBezTo>
                  <a:close/>
                </a:path>
              </a:pathLst>
            </a:custGeom>
            <a:grpFill/>
            <a:ln w="1934" cap="flat">
              <a:noFill/>
              <a:prstDash val="solid"/>
              <a:miter/>
            </a:ln>
          </p:spPr>
          <p:txBody>
            <a:bodyPr rtlCol="0" anchor="ctr"/>
            <a:lstStyle/>
            <a:p>
              <a:endParaRPr lang="en-IN" dirty="0"/>
            </a:p>
          </p:txBody>
        </p:sp>
      </p:grpSp>
      <p:pic>
        <p:nvPicPr>
          <p:cNvPr id="6184" name="Picture 6183" descr="A logo with white text and pink design&#10;&#10;Description automatically generated">
            <a:extLst>
              <a:ext uri="{FF2B5EF4-FFF2-40B4-BE49-F238E27FC236}">
                <a16:creationId xmlns:a16="http://schemas.microsoft.com/office/drawing/2014/main" id="{E6F66EF7-7E32-2EE6-DC77-F25C2577869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sp>
        <p:nvSpPr>
          <p:cNvPr id="5" name="TextBox 4">
            <a:extLst>
              <a:ext uri="{FF2B5EF4-FFF2-40B4-BE49-F238E27FC236}">
                <a16:creationId xmlns:a16="http://schemas.microsoft.com/office/drawing/2014/main" id="{47AFFF7B-7DC5-8295-4ACC-F6A12F392A53}"/>
              </a:ext>
            </a:extLst>
          </p:cNvPr>
          <p:cNvSpPr txBox="1"/>
          <p:nvPr/>
        </p:nvSpPr>
        <p:spPr>
          <a:xfrm>
            <a:off x="1108011" y="1968529"/>
            <a:ext cx="6097554" cy="4603568"/>
          </a:xfrm>
          <a:prstGeom prst="rect">
            <a:avLst/>
          </a:prstGeom>
          <a:noFill/>
        </p:spPr>
        <p:txBody>
          <a:bodyPr wrap="square">
            <a:spAutoFit/>
          </a:bodyPr>
          <a:lstStyle/>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CREATE DATABASE t20imatches;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USE t20imatches;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CREATE TABLE t20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Team1 VARCHAR(50),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Team2 VARCHAR(50),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Winner VARCHAR(50),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Margin VARCHAR(50),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MatchDate DATE,</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Ground VARCHAR(50)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6" name="TextBox 5">
            <a:extLst>
              <a:ext uri="{FF2B5EF4-FFF2-40B4-BE49-F238E27FC236}">
                <a16:creationId xmlns:a16="http://schemas.microsoft.com/office/drawing/2014/main" id="{48C547B1-9B5D-7642-7FB3-895C112EEB5B}"/>
              </a:ext>
            </a:extLst>
          </p:cNvPr>
          <p:cNvSpPr txBox="1"/>
          <p:nvPr/>
        </p:nvSpPr>
        <p:spPr>
          <a:xfrm>
            <a:off x="655639" y="768480"/>
            <a:ext cx="7518885" cy="646331"/>
          </a:xfrm>
          <a:prstGeom prst="rect">
            <a:avLst/>
          </a:prstGeom>
          <a:noFill/>
        </p:spPr>
        <p:txBody>
          <a:bodyPr wrap="square">
            <a:spAutoFit/>
          </a:bodyPr>
          <a:lstStyle/>
          <a:p>
            <a:pPr algn="ctr"/>
            <a:r>
              <a:rPr lang="en-IN" sz="3600" b="1" i="0">
                <a:solidFill>
                  <a:schemeClr val="bg1"/>
                </a:solidFill>
                <a:effectLst/>
                <a:latin typeface="Montserrat" panose="00000500000000000000" pitchFamily="2" charset="0"/>
              </a:rPr>
              <a:t>Database and Table Creation</a:t>
            </a:r>
            <a:endParaRPr lang="en-IN" sz="3600" b="1" i="0" dirty="0">
              <a:solidFill>
                <a:schemeClr val="bg1"/>
              </a:solidFill>
              <a:effectLst/>
              <a:latin typeface="Montserrat" panose="00000500000000000000" pitchFamily="2" charset="0"/>
            </a:endParaRPr>
          </a:p>
        </p:txBody>
      </p:sp>
    </p:spTree>
    <p:extLst>
      <p:ext uri="{BB962C8B-B14F-4D97-AF65-F5344CB8AC3E}">
        <p14:creationId xmlns:p14="http://schemas.microsoft.com/office/powerpoint/2010/main" val="343777222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6A7577-B885-A4D6-D72C-0CA878581F5A}"/>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7C434AB8-6B5D-BD29-0D08-0AA9849B822A}"/>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B998D76A-43C2-11E2-18E4-F3E9C57672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sp>
        <p:nvSpPr>
          <p:cNvPr id="7181" name="TextBox 7180">
            <a:extLst>
              <a:ext uri="{FF2B5EF4-FFF2-40B4-BE49-F238E27FC236}">
                <a16:creationId xmlns:a16="http://schemas.microsoft.com/office/drawing/2014/main" id="{C5D08967-213D-6ECA-62F1-3F3C828F609F}"/>
              </a:ext>
            </a:extLst>
          </p:cNvPr>
          <p:cNvSpPr txBox="1"/>
          <p:nvPr/>
        </p:nvSpPr>
        <p:spPr>
          <a:xfrm>
            <a:off x="3201988" y="816570"/>
            <a:ext cx="5788025" cy="646331"/>
          </a:xfrm>
          <a:prstGeom prst="rect">
            <a:avLst/>
          </a:prstGeom>
          <a:noFill/>
        </p:spPr>
        <p:txBody>
          <a:bodyPr wrap="square">
            <a:spAutoFit/>
          </a:bodyPr>
          <a:lstStyle/>
          <a:p>
            <a:pPr algn="ctr"/>
            <a:r>
              <a:rPr lang="en-IN" sz="3600" b="1">
                <a:solidFill>
                  <a:schemeClr val="bg1"/>
                </a:solidFill>
                <a:latin typeface="Montserrat" panose="00000500000000000000" pitchFamily="2" charset="0"/>
              </a:rPr>
              <a:t>	QUESTIONS</a:t>
            </a:r>
            <a:endParaRPr lang="en-IN" sz="3600" b="1" i="0" dirty="0">
              <a:solidFill>
                <a:schemeClr val="bg1"/>
              </a:solidFill>
              <a:effectLst/>
              <a:latin typeface="Montserrat" panose="00000500000000000000" pitchFamily="2" charset="0"/>
            </a:endParaRPr>
          </a:p>
        </p:txBody>
      </p:sp>
      <p:pic>
        <p:nvPicPr>
          <p:cNvPr id="2" name="Graphic 1">
            <a:extLst>
              <a:ext uri="{FF2B5EF4-FFF2-40B4-BE49-F238E27FC236}">
                <a16:creationId xmlns:a16="http://schemas.microsoft.com/office/drawing/2014/main" id="{218EEE77-034D-8698-E522-884B8108006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pic>
        <p:nvPicPr>
          <p:cNvPr id="7170" name="Picture 2" descr="40% Jump In Quick Commerce Spending During T20 World Cup Final: Report">
            <a:extLst>
              <a:ext uri="{FF2B5EF4-FFF2-40B4-BE49-F238E27FC236}">
                <a16:creationId xmlns:a16="http://schemas.microsoft.com/office/drawing/2014/main" id="{BAB716F0-5413-109A-9DB7-22C3C11AD140}"/>
              </a:ext>
            </a:extLst>
          </p:cNvPr>
          <p:cNvPicPr>
            <a:picLocks noChangeAspect="1" noChangeArrowheads="1"/>
          </p:cNvPicPr>
          <p:nvPr/>
        </p:nvPicPr>
        <p:blipFill>
          <a:blip r:embed="rId6">
            <a:extLst>
              <a:ext uri="{28A0092B-C50C-407E-A947-70E740481C1C}">
                <a14:useLocalDpi xmlns:a14="http://schemas.microsoft.com/office/drawing/2010/main"/>
              </a:ext>
            </a:extLst>
          </a:blip>
          <a:stretch>
            <a:fillRect/>
          </a:stretch>
        </p:blipFill>
        <p:spPr bwMode="auto">
          <a:xfrm>
            <a:off x="7305866" y="2569137"/>
            <a:ext cx="4886132" cy="32542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81543B-CAE2-FCE9-3B5B-AA33D4A7E3E0}"/>
              </a:ext>
            </a:extLst>
          </p:cNvPr>
          <p:cNvSpPr txBox="1"/>
          <p:nvPr/>
        </p:nvSpPr>
        <p:spPr>
          <a:xfrm>
            <a:off x="717847" y="2244612"/>
            <a:ext cx="6097554" cy="4079835"/>
          </a:xfrm>
          <a:prstGeom prst="rect">
            <a:avLst/>
          </a:prstGeom>
          <a:noFill/>
        </p:spPr>
        <p:txBody>
          <a:bodyPr wrap="square">
            <a:spAutoFit/>
          </a:bodyPr>
          <a:lstStyle/>
          <a:p>
            <a:pPr>
              <a:lnSpc>
                <a:spcPct val="115000"/>
              </a:lnSpc>
              <a:spcAft>
                <a:spcPts val="800"/>
              </a:spcAft>
            </a:pPr>
            <a:r>
              <a:rPr lang="en-IN" sz="1800"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Q1. Find the team with the highest number of wins in 2024 and the total matches it won.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Winner, COUNT(*) AS 'Number of Wins'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YEAR(MatchDate) = 2024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Winner</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COUNT(*) DESC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LIMIT 1;</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7585078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7DF9904F-CECA-1DF9-39B5-FB1B974AD3E6}"/>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74C7A6E8-A943-4651-7E8F-10BE21EDB01F}"/>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A2D88C03-7EF4-BF29-9A66-F9D8E0B91C15}"/>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E459E39E-A2EC-FDFD-2F9D-E3D6487ADD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pic>
        <p:nvPicPr>
          <p:cNvPr id="2" name="Graphic 1">
            <a:extLst>
              <a:ext uri="{FF2B5EF4-FFF2-40B4-BE49-F238E27FC236}">
                <a16:creationId xmlns:a16="http://schemas.microsoft.com/office/drawing/2014/main" id="{AEADE004-AC10-F14A-9FD2-240C92D565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grpSp>
        <p:nvGrpSpPr>
          <p:cNvPr id="3093" name="Group 3092">
            <a:extLst>
              <a:ext uri="{FF2B5EF4-FFF2-40B4-BE49-F238E27FC236}">
                <a16:creationId xmlns:a16="http://schemas.microsoft.com/office/drawing/2014/main" id="{48D44D61-75D4-871C-6F96-47FDB76CE5DE}"/>
              </a:ext>
            </a:extLst>
          </p:cNvPr>
          <p:cNvGrpSpPr/>
          <p:nvPr/>
        </p:nvGrpSpPr>
        <p:grpSpPr>
          <a:xfrm>
            <a:off x="958521" y="392730"/>
            <a:ext cx="10756513" cy="1520046"/>
            <a:chOff x="838039" y="3197516"/>
            <a:chExt cx="10756513" cy="2251564"/>
          </a:xfrm>
        </p:grpSpPr>
        <p:grpSp>
          <p:nvGrpSpPr>
            <p:cNvPr id="17" name="Graphic 15">
              <a:extLst>
                <a:ext uri="{FF2B5EF4-FFF2-40B4-BE49-F238E27FC236}">
                  <a16:creationId xmlns:a16="http://schemas.microsoft.com/office/drawing/2014/main" id="{A6693A9C-0A78-C0B3-3DC4-95B5202AA650}"/>
                </a:ext>
              </a:extLst>
            </p:cNvPr>
            <p:cNvGrpSpPr/>
            <p:nvPr/>
          </p:nvGrpSpPr>
          <p:grpSpPr>
            <a:xfrm>
              <a:off x="838039" y="3258345"/>
              <a:ext cx="2822680" cy="2079513"/>
              <a:chOff x="838039" y="3258345"/>
              <a:chExt cx="2822680" cy="2079513"/>
            </a:xfrm>
          </p:grpSpPr>
          <p:sp>
            <p:nvSpPr>
              <p:cNvPr id="18" name="Freeform: Shape 17">
                <a:extLst>
                  <a:ext uri="{FF2B5EF4-FFF2-40B4-BE49-F238E27FC236}">
                    <a16:creationId xmlns:a16="http://schemas.microsoft.com/office/drawing/2014/main" id="{6C8CED4A-93DC-17E4-68C8-BA6AB3DE2211}"/>
                  </a:ext>
                </a:extLst>
              </p:cNvPr>
              <p:cNvSpPr/>
              <p:nvPr/>
            </p:nvSpPr>
            <p:spPr>
              <a:xfrm>
                <a:off x="865460" y="4180731"/>
                <a:ext cx="1831375" cy="1136806"/>
              </a:xfrm>
              <a:custGeom>
                <a:avLst/>
                <a:gdLst>
                  <a:gd name="connsiteX0" fmla="*/ 1815656 w 1831375"/>
                  <a:gd name="connsiteY0" fmla="*/ 432779 h 1136806"/>
                  <a:gd name="connsiteX1" fmla="*/ 1743960 w 1831375"/>
                  <a:gd name="connsiteY1" fmla="*/ 452015 h 1136806"/>
                  <a:gd name="connsiteX2" fmla="*/ 1634666 w 1831375"/>
                  <a:gd name="connsiteY2" fmla="*/ 375072 h 1136806"/>
                  <a:gd name="connsiteX3" fmla="*/ 1562970 w 1831375"/>
                  <a:gd name="connsiteY3" fmla="*/ 324360 h 1136806"/>
                  <a:gd name="connsiteX4" fmla="*/ 1437939 w 1831375"/>
                  <a:gd name="connsiteY4" fmla="*/ 236926 h 1136806"/>
                  <a:gd name="connsiteX5" fmla="*/ 1307661 w 1831375"/>
                  <a:gd name="connsiteY5" fmla="*/ 149491 h 1136806"/>
                  <a:gd name="connsiteX6" fmla="*/ 1269190 w 1831375"/>
                  <a:gd name="connsiteY6" fmla="*/ 101402 h 1136806"/>
                  <a:gd name="connsiteX7" fmla="*/ 1305038 w 1831375"/>
                  <a:gd name="connsiteY7" fmla="*/ 69051 h 1136806"/>
                  <a:gd name="connsiteX8" fmla="*/ 1355750 w 1831375"/>
                  <a:gd name="connsiteY8" fmla="*/ 46318 h 1136806"/>
                  <a:gd name="connsiteX9" fmla="*/ 1513132 w 1831375"/>
                  <a:gd name="connsiteY9" fmla="*/ 20962 h 1136806"/>
                  <a:gd name="connsiteX10" fmla="*/ 1503515 w 1831375"/>
                  <a:gd name="connsiteY10" fmla="*/ 1727 h 1136806"/>
                  <a:gd name="connsiteX11" fmla="*/ 1323400 w 1831375"/>
                  <a:gd name="connsiteY11" fmla="*/ 32329 h 1136806"/>
                  <a:gd name="connsiteX12" fmla="*/ 1163394 w 1831375"/>
                  <a:gd name="connsiteY12" fmla="*/ 207198 h 1136806"/>
                  <a:gd name="connsiteX13" fmla="*/ 1026996 w 1831375"/>
                  <a:gd name="connsiteY13" fmla="*/ 393434 h 1136806"/>
                  <a:gd name="connsiteX14" fmla="*/ 1005137 w 1831375"/>
                  <a:gd name="connsiteY14" fmla="*/ 444145 h 1136806"/>
                  <a:gd name="connsiteX15" fmla="*/ 711357 w 1831375"/>
                  <a:gd name="connsiteY15" fmla="*/ 284141 h 1136806"/>
                  <a:gd name="connsiteX16" fmla="*/ 591572 w 1831375"/>
                  <a:gd name="connsiteY16" fmla="*/ 214193 h 1136806"/>
                  <a:gd name="connsiteX17" fmla="*/ 582828 w 1831375"/>
                  <a:gd name="connsiteY17" fmla="*/ 208947 h 1136806"/>
                  <a:gd name="connsiteX18" fmla="*/ 467415 w 1831375"/>
                  <a:gd name="connsiteY18" fmla="*/ 138999 h 1136806"/>
                  <a:gd name="connsiteX19" fmla="*/ 328394 w 1831375"/>
                  <a:gd name="connsiteY19" fmla="*/ 45444 h 1136806"/>
                  <a:gd name="connsiteX20" fmla="*/ 191121 w 1831375"/>
                  <a:gd name="connsiteY20" fmla="*/ 8722 h 1136806"/>
                  <a:gd name="connsiteX21" fmla="*/ 183252 w 1831375"/>
                  <a:gd name="connsiteY21" fmla="*/ 51564 h 1136806"/>
                  <a:gd name="connsiteX22" fmla="*/ 295168 w 1831375"/>
                  <a:gd name="connsiteY22" fmla="*/ 51564 h 1136806"/>
                  <a:gd name="connsiteX23" fmla="*/ 470038 w 1831375"/>
                  <a:gd name="connsiteY23" fmla="*/ 163480 h 1136806"/>
                  <a:gd name="connsiteX24" fmla="*/ 568839 w 1831375"/>
                  <a:gd name="connsiteY24" fmla="*/ 222936 h 1136806"/>
                  <a:gd name="connsiteX25" fmla="*/ 433315 w 1831375"/>
                  <a:gd name="connsiteY25" fmla="*/ 432779 h 1136806"/>
                  <a:gd name="connsiteX26" fmla="*/ 433315 w 1831375"/>
                  <a:gd name="connsiteY26" fmla="*/ 439774 h 1136806"/>
                  <a:gd name="connsiteX27" fmla="*/ 320525 w 1831375"/>
                  <a:gd name="connsiteY27" fmla="*/ 607648 h 1136806"/>
                  <a:gd name="connsiteX28" fmla="*/ 274184 w 1831375"/>
                  <a:gd name="connsiteY28" fmla="*/ 577921 h 1136806"/>
                  <a:gd name="connsiteX29" fmla="*/ 143907 w 1831375"/>
                  <a:gd name="connsiteY29" fmla="*/ 497481 h 1136806"/>
                  <a:gd name="connsiteX30" fmla="*/ 12755 w 1831375"/>
                  <a:gd name="connsiteY30" fmla="*/ 486989 h 1136806"/>
                  <a:gd name="connsiteX31" fmla="*/ 2263 w 1831375"/>
                  <a:gd name="connsiteY31" fmla="*/ 515842 h 1136806"/>
                  <a:gd name="connsiteX32" fmla="*/ 171012 w 1831375"/>
                  <a:gd name="connsiteY32" fmla="*/ 538575 h 1136806"/>
                  <a:gd name="connsiteX33" fmla="*/ 276807 w 1831375"/>
                  <a:gd name="connsiteY33" fmla="*/ 605025 h 1136806"/>
                  <a:gd name="connsiteX34" fmla="*/ 307409 w 1831375"/>
                  <a:gd name="connsiteY34" fmla="*/ 643497 h 1136806"/>
                  <a:gd name="connsiteX35" fmla="*/ 317902 w 1831375"/>
                  <a:gd name="connsiteY35" fmla="*/ 692460 h 1136806"/>
                  <a:gd name="connsiteX36" fmla="*/ 352875 w 1831375"/>
                  <a:gd name="connsiteY36" fmla="*/ 836727 h 1136806"/>
                  <a:gd name="connsiteX37" fmla="*/ 373860 w 1831375"/>
                  <a:gd name="connsiteY37" fmla="*/ 911921 h 1136806"/>
                  <a:gd name="connsiteX38" fmla="*/ 367739 w 1831375"/>
                  <a:gd name="connsiteY38" fmla="*/ 954764 h 1136806"/>
                  <a:gd name="connsiteX39" fmla="*/ 330142 w 1831375"/>
                  <a:gd name="connsiteY39" fmla="*/ 984491 h 1136806"/>
                  <a:gd name="connsiteX40" fmla="*/ 249702 w 1831375"/>
                  <a:gd name="connsiteY40" fmla="*/ 1040449 h 1136806"/>
                  <a:gd name="connsiteX41" fmla="*/ 186750 w 1831375"/>
                  <a:gd name="connsiteY41" fmla="*/ 1127884 h 1136806"/>
                  <a:gd name="connsiteX42" fmla="*/ 202488 w 1831375"/>
                  <a:gd name="connsiteY42" fmla="*/ 1134879 h 1136806"/>
                  <a:gd name="connsiteX43" fmla="*/ 202488 w 1831375"/>
                  <a:gd name="connsiteY43" fmla="*/ 1115643 h 1136806"/>
                  <a:gd name="connsiteX44" fmla="*/ 245331 w 1831375"/>
                  <a:gd name="connsiteY44" fmla="*/ 1072800 h 1136806"/>
                  <a:gd name="connsiteX45" fmla="*/ 277681 w 1831375"/>
                  <a:gd name="connsiteY45" fmla="*/ 1046570 h 1136806"/>
                  <a:gd name="connsiteX46" fmla="*/ 387849 w 1831375"/>
                  <a:gd name="connsiteY46" fmla="*/ 969627 h 1136806"/>
                  <a:gd name="connsiteX47" fmla="*/ 626546 w 1831375"/>
                  <a:gd name="connsiteY47" fmla="*/ 822737 h 1136806"/>
                  <a:gd name="connsiteX48" fmla="*/ 634415 w 1831375"/>
                  <a:gd name="connsiteY48" fmla="*/ 822737 h 1136806"/>
                  <a:gd name="connsiteX49" fmla="*/ 822399 w 1831375"/>
                  <a:gd name="connsiteY49" fmla="*/ 735303 h 1136806"/>
                  <a:gd name="connsiteX50" fmla="*/ 1329520 w 1831375"/>
                  <a:gd name="connsiteY50" fmla="*/ 578795 h 1136806"/>
                  <a:gd name="connsiteX51" fmla="*/ 1600567 w 1831375"/>
                  <a:gd name="connsiteY51" fmla="*/ 512345 h 1136806"/>
                  <a:gd name="connsiteX52" fmla="*/ 1727347 w 1831375"/>
                  <a:gd name="connsiteY52" fmla="*/ 476496 h 1136806"/>
                  <a:gd name="connsiteX53" fmla="*/ 1825274 w 1831375"/>
                  <a:gd name="connsiteY53" fmla="*/ 453763 h 1136806"/>
                  <a:gd name="connsiteX54" fmla="*/ 1815656 w 1831375"/>
                  <a:gd name="connsiteY54" fmla="*/ 432779 h 1136806"/>
                  <a:gd name="connsiteX55" fmla="*/ 530367 w 1831375"/>
                  <a:gd name="connsiteY55" fmla="*/ 855088 h 1136806"/>
                  <a:gd name="connsiteX56" fmla="*/ 442933 w 1831375"/>
                  <a:gd name="connsiteY56" fmla="*/ 911921 h 1136806"/>
                  <a:gd name="connsiteX57" fmla="*/ 401839 w 1831375"/>
                  <a:gd name="connsiteY57" fmla="*/ 904051 h 1136806"/>
                  <a:gd name="connsiteX58" fmla="*/ 367739 w 1831375"/>
                  <a:gd name="connsiteY58" fmla="*/ 805251 h 1136806"/>
                  <a:gd name="connsiteX59" fmla="*/ 367739 w 1831375"/>
                  <a:gd name="connsiteY59" fmla="*/ 793884 h 1136806"/>
                  <a:gd name="connsiteX60" fmla="*/ 341509 w 1831375"/>
                  <a:gd name="connsiteY60" fmla="*/ 688088 h 1136806"/>
                  <a:gd name="connsiteX61" fmla="*/ 341509 w 1831375"/>
                  <a:gd name="connsiteY61" fmla="*/ 660983 h 1136806"/>
                  <a:gd name="connsiteX62" fmla="*/ 380854 w 1831375"/>
                  <a:gd name="connsiteY62" fmla="*/ 668852 h 1136806"/>
                  <a:gd name="connsiteX63" fmla="*/ 414080 w 1831375"/>
                  <a:gd name="connsiteY63" fmla="*/ 688962 h 1136806"/>
                  <a:gd name="connsiteX64" fmla="*/ 480530 w 1831375"/>
                  <a:gd name="connsiteY64" fmla="*/ 730931 h 1136806"/>
                  <a:gd name="connsiteX65" fmla="*/ 546980 w 1831375"/>
                  <a:gd name="connsiteY65" fmla="*/ 772025 h 1136806"/>
                  <a:gd name="connsiteX66" fmla="*/ 589823 w 1831375"/>
                  <a:gd name="connsiteY66" fmla="*/ 802628 h 1136806"/>
                  <a:gd name="connsiteX67" fmla="*/ 530367 w 1831375"/>
                  <a:gd name="connsiteY67" fmla="*/ 855088 h 1136806"/>
                  <a:gd name="connsiteX68" fmla="*/ 967540 w 1831375"/>
                  <a:gd name="connsiteY68" fmla="*/ 650491 h 1136806"/>
                  <a:gd name="connsiteX69" fmla="*/ 783054 w 1831375"/>
                  <a:gd name="connsiteY69" fmla="*/ 722187 h 1136806"/>
                  <a:gd name="connsiteX70" fmla="*/ 715729 w 1831375"/>
                  <a:gd name="connsiteY70" fmla="*/ 753664 h 1136806"/>
                  <a:gd name="connsiteX71" fmla="*/ 600315 w 1831375"/>
                  <a:gd name="connsiteY71" fmla="*/ 785140 h 1136806"/>
                  <a:gd name="connsiteX72" fmla="*/ 565341 w 1831375"/>
                  <a:gd name="connsiteY72" fmla="*/ 761533 h 1136806"/>
                  <a:gd name="connsiteX73" fmla="*/ 520750 w 1831375"/>
                  <a:gd name="connsiteY73" fmla="*/ 733554 h 1136806"/>
                  <a:gd name="connsiteX74" fmla="*/ 485776 w 1831375"/>
                  <a:gd name="connsiteY74" fmla="*/ 712570 h 1136806"/>
                  <a:gd name="connsiteX75" fmla="*/ 365116 w 1831375"/>
                  <a:gd name="connsiteY75" fmla="*/ 637376 h 1136806"/>
                  <a:gd name="connsiteX76" fmla="*/ 350252 w 1831375"/>
                  <a:gd name="connsiteY76" fmla="*/ 598905 h 1136806"/>
                  <a:gd name="connsiteX77" fmla="*/ 377357 w 1831375"/>
                  <a:gd name="connsiteY77" fmla="*/ 556936 h 1136806"/>
                  <a:gd name="connsiteX78" fmla="*/ 442059 w 1831375"/>
                  <a:gd name="connsiteY78" fmla="*/ 456386 h 1136806"/>
                  <a:gd name="connsiteX79" fmla="*/ 447305 w 1831375"/>
                  <a:gd name="connsiteY79" fmla="*/ 448517 h 1136806"/>
                  <a:gd name="connsiteX80" fmla="*/ 522498 w 1831375"/>
                  <a:gd name="connsiteY80" fmla="*/ 331355 h 1136806"/>
                  <a:gd name="connsiteX81" fmla="*/ 561844 w 1831375"/>
                  <a:gd name="connsiteY81" fmla="*/ 271025 h 1136806"/>
                  <a:gd name="connsiteX82" fmla="*/ 583703 w 1831375"/>
                  <a:gd name="connsiteY82" fmla="*/ 248292 h 1136806"/>
                  <a:gd name="connsiteX83" fmla="*/ 617802 w 1831375"/>
                  <a:gd name="connsiteY83" fmla="*/ 258784 h 1136806"/>
                  <a:gd name="connsiteX84" fmla="*/ 705237 w 1831375"/>
                  <a:gd name="connsiteY84" fmla="*/ 309496 h 1136806"/>
                  <a:gd name="connsiteX85" fmla="*/ 859996 w 1831375"/>
                  <a:gd name="connsiteY85" fmla="*/ 396931 h 1136806"/>
                  <a:gd name="connsiteX86" fmla="*/ 936938 w 1831375"/>
                  <a:gd name="connsiteY86" fmla="*/ 438900 h 1136806"/>
                  <a:gd name="connsiteX87" fmla="*/ 994645 w 1831375"/>
                  <a:gd name="connsiteY87" fmla="*/ 484365 h 1136806"/>
                  <a:gd name="connsiteX88" fmla="*/ 994645 w 1831375"/>
                  <a:gd name="connsiteY88" fmla="*/ 546444 h 1136806"/>
                  <a:gd name="connsiteX89" fmla="*/ 968415 w 1831375"/>
                  <a:gd name="connsiteY89" fmla="*/ 651366 h 1136806"/>
                  <a:gd name="connsiteX90" fmla="*/ 1135415 w 1831375"/>
                  <a:gd name="connsiteY90" fmla="*/ 598905 h 1136806"/>
                  <a:gd name="connsiteX91" fmla="*/ 1083829 w 1831375"/>
                  <a:gd name="connsiteY91" fmla="*/ 613769 h 1136806"/>
                  <a:gd name="connsiteX92" fmla="*/ 1032242 w 1831375"/>
                  <a:gd name="connsiteY92" fmla="*/ 603276 h 1136806"/>
                  <a:gd name="connsiteX93" fmla="*/ 1023499 w 1831375"/>
                  <a:gd name="connsiteY93" fmla="*/ 569177 h 1136806"/>
                  <a:gd name="connsiteX94" fmla="*/ 1023499 w 1831375"/>
                  <a:gd name="connsiteY94" fmla="*/ 524586 h 1136806"/>
                  <a:gd name="connsiteX95" fmla="*/ 1048855 w 1831375"/>
                  <a:gd name="connsiteY95" fmla="*/ 493109 h 1136806"/>
                  <a:gd name="connsiteX96" fmla="*/ 1098692 w 1831375"/>
                  <a:gd name="connsiteY96" fmla="*/ 522837 h 1136806"/>
                  <a:gd name="connsiteX97" fmla="*/ 1141535 w 1831375"/>
                  <a:gd name="connsiteY97" fmla="*/ 549067 h 1136806"/>
                  <a:gd name="connsiteX98" fmla="*/ 1171263 w 1831375"/>
                  <a:gd name="connsiteY98" fmla="*/ 577046 h 1136806"/>
                  <a:gd name="connsiteX99" fmla="*/ 1136289 w 1831375"/>
                  <a:gd name="connsiteY99" fmla="*/ 598905 h 1136806"/>
                  <a:gd name="connsiteX100" fmla="*/ 1179132 w 1831375"/>
                  <a:gd name="connsiteY100" fmla="*/ 546444 h 1136806"/>
                  <a:gd name="connsiteX101" fmla="*/ 1025247 w 1831375"/>
                  <a:gd name="connsiteY101" fmla="*/ 459010 h 1136806"/>
                  <a:gd name="connsiteX102" fmla="*/ 1055850 w 1831375"/>
                  <a:gd name="connsiteY102" fmla="*/ 389936 h 1136806"/>
                  <a:gd name="connsiteX103" fmla="*/ 1103064 w 1831375"/>
                  <a:gd name="connsiteY103" fmla="*/ 322611 h 1136806"/>
                  <a:gd name="connsiteX104" fmla="*/ 1152902 w 1831375"/>
                  <a:gd name="connsiteY104" fmla="*/ 322611 h 1136806"/>
                  <a:gd name="connsiteX105" fmla="*/ 1277059 w 1831375"/>
                  <a:gd name="connsiteY105" fmla="*/ 393434 h 1136806"/>
                  <a:gd name="connsiteX106" fmla="*/ 1420452 w 1831375"/>
                  <a:gd name="connsiteY106" fmla="*/ 488737 h 1136806"/>
                  <a:gd name="connsiteX107" fmla="*/ 1351379 w 1831375"/>
                  <a:gd name="connsiteY107" fmla="*/ 551690 h 1136806"/>
                  <a:gd name="connsiteX108" fmla="*/ 1180007 w 1831375"/>
                  <a:gd name="connsiteY108" fmla="*/ 546444 h 1136806"/>
                  <a:gd name="connsiteX109" fmla="*/ 1696745 w 1831375"/>
                  <a:gd name="connsiteY109" fmla="*/ 459010 h 1136806"/>
                  <a:gd name="connsiteX110" fmla="*/ 1653028 w 1831375"/>
                  <a:gd name="connsiteY110" fmla="*/ 472999 h 1136806"/>
                  <a:gd name="connsiteX111" fmla="*/ 1556850 w 1831375"/>
                  <a:gd name="connsiteY111" fmla="*/ 498355 h 1136806"/>
                  <a:gd name="connsiteX112" fmla="*/ 1477284 w 1831375"/>
                  <a:gd name="connsiteY112" fmla="*/ 498355 h 1136806"/>
                  <a:gd name="connsiteX113" fmla="*/ 1413457 w 1831375"/>
                  <a:gd name="connsiteY113" fmla="*/ 458135 h 1136806"/>
                  <a:gd name="connsiteX114" fmla="*/ 1326022 w 1831375"/>
                  <a:gd name="connsiteY114" fmla="*/ 398680 h 1136806"/>
                  <a:gd name="connsiteX115" fmla="*/ 1180881 w 1831375"/>
                  <a:gd name="connsiteY115" fmla="*/ 311245 h 1136806"/>
                  <a:gd name="connsiteX116" fmla="*/ 1141535 w 1831375"/>
                  <a:gd name="connsiteY116" fmla="*/ 285889 h 1136806"/>
                  <a:gd name="connsiteX117" fmla="*/ 1178258 w 1831375"/>
                  <a:gd name="connsiteY117" fmla="*/ 222061 h 1136806"/>
                  <a:gd name="connsiteX118" fmla="*/ 1245582 w 1831375"/>
                  <a:gd name="connsiteY118" fmla="*/ 142496 h 1136806"/>
                  <a:gd name="connsiteX119" fmla="*/ 1296295 w 1831375"/>
                  <a:gd name="connsiteY119" fmla="*/ 167852 h 1136806"/>
                  <a:gd name="connsiteX120" fmla="*/ 1494771 w 1831375"/>
                  <a:gd name="connsiteY120" fmla="*/ 308622 h 1136806"/>
                  <a:gd name="connsiteX121" fmla="*/ 1588326 w 1831375"/>
                  <a:gd name="connsiteY121" fmla="*/ 375072 h 1136806"/>
                  <a:gd name="connsiteX122" fmla="*/ 1657400 w 1831375"/>
                  <a:gd name="connsiteY122" fmla="*/ 421413 h 1136806"/>
                  <a:gd name="connsiteX123" fmla="*/ 1688002 w 1831375"/>
                  <a:gd name="connsiteY123" fmla="*/ 438900 h 1136806"/>
                  <a:gd name="connsiteX124" fmla="*/ 1697619 w 1831375"/>
                  <a:gd name="connsiteY124" fmla="*/ 455512 h 1136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831375" h="1136806">
                    <a:moveTo>
                      <a:pt x="1815656" y="432779"/>
                    </a:moveTo>
                    <a:cubicBezTo>
                      <a:pt x="1793290" y="443936"/>
                      <a:pt x="1768905" y="450476"/>
                      <a:pt x="1743960" y="452015"/>
                    </a:cubicBezTo>
                    <a:cubicBezTo>
                      <a:pt x="1711399" y="421264"/>
                      <a:pt x="1674589" y="395357"/>
                      <a:pt x="1634666" y="375072"/>
                    </a:cubicBezTo>
                    <a:lnTo>
                      <a:pt x="1562970" y="324360"/>
                    </a:lnTo>
                    <a:cubicBezTo>
                      <a:pt x="1521002" y="294632"/>
                      <a:pt x="1481656" y="261407"/>
                      <a:pt x="1437939" y="236926"/>
                    </a:cubicBezTo>
                    <a:cubicBezTo>
                      <a:pt x="1394221" y="212444"/>
                      <a:pt x="1350504" y="181842"/>
                      <a:pt x="1307661" y="149491"/>
                    </a:cubicBezTo>
                    <a:cubicBezTo>
                      <a:pt x="1293672" y="139873"/>
                      <a:pt x="1262195" y="122386"/>
                      <a:pt x="1269190" y="101402"/>
                    </a:cubicBezTo>
                    <a:cubicBezTo>
                      <a:pt x="1276185" y="80418"/>
                      <a:pt x="1294546" y="76920"/>
                      <a:pt x="1305038" y="69051"/>
                    </a:cubicBezTo>
                    <a:cubicBezTo>
                      <a:pt x="1320348" y="58332"/>
                      <a:pt x="1337564" y="50620"/>
                      <a:pt x="1355750" y="46318"/>
                    </a:cubicBezTo>
                    <a:cubicBezTo>
                      <a:pt x="1409960" y="35826"/>
                      <a:pt x="1463295" y="46318"/>
                      <a:pt x="1513132" y="20962"/>
                    </a:cubicBezTo>
                    <a:cubicBezTo>
                      <a:pt x="1525373" y="13967"/>
                      <a:pt x="1513132" y="-6142"/>
                      <a:pt x="1503515" y="1727"/>
                    </a:cubicBezTo>
                    <a:cubicBezTo>
                      <a:pt x="1447556" y="33203"/>
                      <a:pt x="1381106" y="8722"/>
                      <a:pt x="1323400" y="32329"/>
                    </a:cubicBezTo>
                    <a:cubicBezTo>
                      <a:pt x="1265692" y="55936"/>
                      <a:pt x="1206237" y="148617"/>
                      <a:pt x="1163394" y="207198"/>
                    </a:cubicBezTo>
                    <a:cubicBezTo>
                      <a:pt x="1120551" y="265779"/>
                      <a:pt x="1065467" y="326109"/>
                      <a:pt x="1026996" y="393434"/>
                    </a:cubicBezTo>
                    <a:cubicBezTo>
                      <a:pt x="1017885" y="409496"/>
                      <a:pt x="1010558" y="426493"/>
                      <a:pt x="1005137" y="444145"/>
                    </a:cubicBezTo>
                    <a:cubicBezTo>
                      <a:pt x="908085" y="389062"/>
                      <a:pt x="809284" y="336601"/>
                      <a:pt x="711357" y="284141"/>
                    </a:cubicBezTo>
                    <a:lnTo>
                      <a:pt x="591572" y="214193"/>
                    </a:lnTo>
                    <a:cubicBezTo>
                      <a:pt x="589482" y="211334"/>
                      <a:pt x="586335" y="209445"/>
                      <a:pt x="582828" y="208947"/>
                    </a:cubicBezTo>
                    <a:lnTo>
                      <a:pt x="467415" y="138999"/>
                    </a:lnTo>
                    <a:cubicBezTo>
                      <a:pt x="420200" y="108397"/>
                      <a:pt x="379980" y="73423"/>
                      <a:pt x="328394" y="45444"/>
                    </a:cubicBezTo>
                    <a:cubicBezTo>
                      <a:pt x="276807" y="17465"/>
                      <a:pt x="240959" y="-8766"/>
                      <a:pt x="191121" y="8722"/>
                    </a:cubicBezTo>
                    <a:cubicBezTo>
                      <a:pt x="171012" y="15716"/>
                      <a:pt x="156147" y="40198"/>
                      <a:pt x="183252" y="51564"/>
                    </a:cubicBezTo>
                    <a:cubicBezTo>
                      <a:pt x="209483" y="11344"/>
                      <a:pt x="261943" y="36701"/>
                      <a:pt x="295168" y="51564"/>
                    </a:cubicBezTo>
                    <a:cubicBezTo>
                      <a:pt x="356373" y="83041"/>
                      <a:pt x="409708" y="126758"/>
                      <a:pt x="470038" y="163480"/>
                    </a:cubicBezTo>
                    <a:lnTo>
                      <a:pt x="568839" y="222936"/>
                    </a:lnTo>
                    <a:lnTo>
                      <a:pt x="433315" y="432779"/>
                    </a:lnTo>
                    <a:lnTo>
                      <a:pt x="433315" y="439774"/>
                    </a:lnTo>
                    <a:lnTo>
                      <a:pt x="320525" y="607648"/>
                    </a:lnTo>
                    <a:lnTo>
                      <a:pt x="274184" y="577921"/>
                    </a:lnTo>
                    <a:cubicBezTo>
                      <a:pt x="231341" y="549941"/>
                      <a:pt x="186750" y="521088"/>
                      <a:pt x="143907" y="497481"/>
                    </a:cubicBezTo>
                    <a:cubicBezTo>
                      <a:pt x="101064" y="473873"/>
                      <a:pt x="45105" y="457261"/>
                      <a:pt x="12755" y="486989"/>
                    </a:cubicBezTo>
                    <a:cubicBezTo>
                      <a:pt x="5760" y="493983"/>
                      <a:pt x="-4732" y="509721"/>
                      <a:pt x="2263" y="515842"/>
                    </a:cubicBezTo>
                    <a:cubicBezTo>
                      <a:pt x="47729" y="459884"/>
                      <a:pt x="126420" y="510596"/>
                      <a:pt x="171012" y="538575"/>
                    </a:cubicBezTo>
                    <a:cubicBezTo>
                      <a:pt x="215603" y="566554"/>
                      <a:pt x="240085" y="584915"/>
                      <a:pt x="276807" y="605025"/>
                    </a:cubicBezTo>
                    <a:cubicBezTo>
                      <a:pt x="292309" y="612545"/>
                      <a:pt x="303571" y="626701"/>
                      <a:pt x="307409" y="643497"/>
                    </a:cubicBezTo>
                    <a:cubicBezTo>
                      <a:pt x="312157" y="659523"/>
                      <a:pt x="315663" y="675891"/>
                      <a:pt x="317902" y="692460"/>
                    </a:cubicBezTo>
                    <a:cubicBezTo>
                      <a:pt x="327519" y="740549"/>
                      <a:pt x="338886" y="789512"/>
                      <a:pt x="352875" y="836727"/>
                    </a:cubicBezTo>
                    <a:cubicBezTo>
                      <a:pt x="359870" y="861209"/>
                      <a:pt x="368614" y="886565"/>
                      <a:pt x="373860" y="911921"/>
                    </a:cubicBezTo>
                    <a:cubicBezTo>
                      <a:pt x="377549" y="926452"/>
                      <a:pt x="375346" y="941850"/>
                      <a:pt x="367739" y="954764"/>
                    </a:cubicBezTo>
                    <a:cubicBezTo>
                      <a:pt x="359870" y="969627"/>
                      <a:pt x="344132" y="974873"/>
                      <a:pt x="330142" y="984491"/>
                    </a:cubicBezTo>
                    <a:cubicBezTo>
                      <a:pt x="316153" y="994109"/>
                      <a:pt x="275933" y="1020340"/>
                      <a:pt x="249702" y="1040449"/>
                    </a:cubicBezTo>
                    <a:cubicBezTo>
                      <a:pt x="223472" y="1060559"/>
                      <a:pt x="168388" y="1098156"/>
                      <a:pt x="186750" y="1127884"/>
                    </a:cubicBezTo>
                    <a:cubicBezTo>
                      <a:pt x="186750" y="1133130"/>
                      <a:pt x="196367" y="1140125"/>
                      <a:pt x="202488" y="1134879"/>
                    </a:cubicBezTo>
                    <a:cubicBezTo>
                      <a:pt x="208608" y="1129633"/>
                      <a:pt x="202488" y="1121763"/>
                      <a:pt x="202488" y="1115643"/>
                    </a:cubicBezTo>
                    <a:cubicBezTo>
                      <a:pt x="202488" y="1109523"/>
                      <a:pt x="233090" y="1084166"/>
                      <a:pt x="245331" y="1072800"/>
                    </a:cubicBezTo>
                    <a:lnTo>
                      <a:pt x="277681" y="1046570"/>
                    </a:lnTo>
                    <a:cubicBezTo>
                      <a:pt x="312655" y="1019465"/>
                      <a:pt x="350252" y="994109"/>
                      <a:pt x="387849" y="969627"/>
                    </a:cubicBezTo>
                    <a:cubicBezTo>
                      <a:pt x="464791" y="918041"/>
                      <a:pt x="545231" y="868204"/>
                      <a:pt x="626546" y="822737"/>
                    </a:cubicBezTo>
                    <a:cubicBezTo>
                      <a:pt x="629081" y="823673"/>
                      <a:pt x="631879" y="823673"/>
                      <a:pt x="634415" y="822737"/>
                    </a:cubicBezTo>
                    <a:cubicBezTo>
                      <a:pt x="695409" y="790133"/>
                      <a:pt x="758170" y="760948"/>
                      <a:pt x="822399" y="735303"/>
                    </a:cubicBezTo>
                    <a:cubicBezTo>
                      <a:pt x="986173" y="667401"/>
                      <a:pt x="1155962" y="615001"/>
                      <a:pt x="1329520" y="578795"/>
                    </a:cubicBezTo>
                    <a:cubicBezTo>
                      <a:pt x="1416955" y="558685"/>
                      <a:pt x="1510510" y="535952"/>
                      <a:pt x="1600567" y="512345"/>
                    </a:cubicBezTo>
                    <a:cubicBezTo>
                      <a:pt x="1642160" y="498154"/>
                      <a:pt x="1684478" y="486193"/>
                      <a:pt x="1727347" y="476496"/>
                    </a:cubicBezTo>
                    <a:cubicBezTo>
                      <a:pt x="1761150" y="475307"/>
                      <a:pt x="1794401" y="467587"/>
                      <a:pt x="1825274" y="453763"/>
                    </a:cubicBezTo>
                    <a:cubicBezTo>
                      <a:pt x="1838389" y="445894"/>
                      <a:pt x="1827897" y="425784"/>
                      <a:pt x="1815656" y="432779"/>
                    </a:cubicBezTo>
                    <a:close/>
                    <a:moveTo>
                      <a:pt x="530367" y="855088"/>
                    </a:moveTo>
                    <a:lnTo>
                      <a:pt x="442933" y="911921"/>
                    </a:lnTo>
                    <a:cubicBezTo>
                      <a:pt x="429398" y="921014"/>
                      <a:pt x="411063" y="917499"/>
                      <a:pt x="401839" y="904051"/>
                    </a:cubicBezTo>
                    <a:cubicBezTo>
                      <a:pt x="384806" y="873353"/>
                      <a:pt x="373274" y="839918"/>
                      <a:pt x="367739" y="805251"/>
                    </a:cubicBezTo>
                    <a:lnTo>
                      <a:pt x="367739" y="793884"/>
                    </a:lnTo>
                    <a:cubicBezTo>
                      <a:pt x="356845" y="759190"/>
                      <a:pt x="348084" y="723858"/>
                      <a:pt x="341509" y="688088"/>
                    </a:cubicBezTo>
                    <a:cubicBezTo>
                      <a:pt x="338912" y="679240"/>
                      <a:pt x="338912" y="669831"/>
                      <a:pt x="341509" y="660983"/>
                    </a:cubicBezTo>
                    <a:cubicBezTo>
                      <a:pt x="347629" y="646120"/>
                      <a:pt x="372111" y="660983"/>
                      <a:pt x="380854" y="668852"/>
                    </a:cubicBezTo>
                    <a:lnTo>
                      <a:pt x="414080" y="688962"/>
                    </a:lnTo>
                    <a:lnTo>
                      <a:pt x="480530" y="730931"/>
                    </a:lnTo>
                    <a:lnTo>
                      <a:pt x="546980" y="772025"/>
                    </a:lnTo>
                    <a:cubicBezTo>
                      <a:pt x="560095" y="779895"/>
                      <a:pt x="584577" y="787763"/>
                      <a:pt x="589823" y="802628"/>
                    </a:cubicBezTo>
                    <a:cubicBezTo>
                      <a:pt x="595069" y="817491"/>
                      <a:pt x="546106" y="845470"/>
                      <a:pt x="530367" y="855088"/>
                    </a:cubicBezTo>
                    <a:close/>
                    <a:moveTo>
                      <a:pt x="967540" y="650491"/>
                    </a:moveTo>
                    <a:cubicBezTo>
                      <a:pt x="904798" y="671038"/>
                      <a:pt x="843209" y="694969"/>
                      <a:pt x="783054" y="722187"/>
                    </a:cubicBezTo>
                    <a:cubicBezTo>
                      <a:pt x="760320" y="731805"/>
                      <a:pt x="738462" y="742298"/>
                      <a:pt x="715729" y="753664"/>
                    </a:cubicBezTo>
                    <a:cubicBezTo>
                      <a:pt x="692996" y="765031"/>
                      <a:pt x="642284" y="801753"/>
                      <a:pt x="600315" y="785140"/>
                    </a:cubicBezTo>
                    <a:cubicBezTo>
                      <a:pt x="588127" y="778085"/>
                      <a:pt x="576445" y="770198"/>
                      <a:pt x="565341" y="761533"/>
                    </a:cubicBezTo>
                    <a:lnTo>
                      <a:pt x="520750" y="733554"/>
                    </a:lnTo>
                    <a:lnTo>
                      <a:pt x="485776" y="712570"/>
                    </a:lnTo>
                    <a:lnTo>
                      <a:pt x="365116" y="637376"/>
                    </a:lnTo>
                    <a:cubicBezTo>
                      <a:pt x="348504" y="626884"/>
                      <a:pt x="341509" y="619015"/>
                      <a:pt x="350252" y="598905"/>
                    </a:cubicBezTo>
                    <a:cubicBezTo>
                      <a:pt x="358261" y="584277"/>
                      <a:pt x="367319" y="570253"/>
                      <a:pt x="377357" y="556936"/>
                    </a:cubicBezTo>
                    <a:lnTo>
                      <a:pt x="442059" y="456386"/>
                    </a:lnTo>
                    <a:lnTo>
                      <a:pt x="447305" y="448517"/>
                    </a:lnTo>
                    <a:lnTo>
                      <a:pt x="522498" y="331355"/>
                    </a:lnTo>
                    <a:lnTo>
                      <a:pt x="561844" y="271025"/>
                    </a:lnTo>
                    <a:cubicBezTo>
                      <a:pt x="566478" y="261285"/>
                      <a:pt x="574146" y="253302"/>
                      <a:pt x="583703" y="248292"/>
                    </a:cubicBezTo>
                    <a:cubicBezTo>
                      <a:pt x="597692" y="242172"/>
                      <a:pt x="606436" y="248292"/>
                      <a:pt x="617802" y="258784"/>
                    </a:cubicBezTo>
                    <a:lnTo>
                      <a:pt x="705237" y="309496"/>
                    </a:lnTo>
                    <a:lnTo>
                      <a:pt x="859996" y="396931"/>
                    </a:lnTo>
                    <a:lnTo>
                      <a:pt x="936938" y="438900"/>
                    </a:lnTo>
                    <a:cubicBezTo>
                      <a:pt x="956174" y="450266"/>
                      <a:pt x="990274" y="459010"/>
                      <a:pt x="994645" y="484365"/>
                    </a:cubicBezTo>
                    <a:cubicBezTo>
                      <a:pt x="996394" y="505018"/>
                      <a:pt x="996394" y="525792"/>
                      <a:pt x="994645" y="546444"/>
                    </a:cubicBezTo>
                    <a:cubicBezTo>
                      <a:pt x="999891" y="583167"/>
                      <a:pt x="1020001" y="634753"/>
                      <a:pt x="968415" y="651366"/>
                    </a:cubicBezTo>
                    <a:close/>
                    <a:moveTo>
                      <a:pt x="1135415" y="598905"/>
                    </a:moveTo>
                    <a:lnTo>
                      <a:pt x="1083829" y="613769"/>
                    </a:lnTo>
                    <a:cubicBezTo>
                      <a:pt x="1064593" y="619889"/>
                      <a:pt x="1043609" y="625135"/>
                      <a:pt x="1032242" y="603276"/>
                    </a:cubicBezTo>
                    <a:cubicBezTo>
                      <a:pt x="1027599" y="592426"/>
                      <a:pt x="1024653" y="580919"/>
                      <a:pt x="1023499" y="569177"/>
                    </a:cubicBezTo>
                    <a:cubicBezTo>
                      <a:pt x="1022196" y="554339"/>
                      <a:pt x="1022196" y="539423"/>
                      <a:pt x="1023499" y="524586"/>
                    </a:cubicBezTo>
                    <a:cubicBezTo>
                      <a:pt x="1023499" y="502727"/>
                      <a:pt x="1023499" y="475622"/>
                      <a:pt x="1048855" y="493109"/>
                    </a:cubicBezTo>
                    <a:lnTo>
                      <a:pt x="1098692" y="522837"/>
                    </a:lnTo>
                    <a:lnTo>
                      <a:pt x="1141535" y="549067"/>
                    </a:lnTo>
                    <a:cubicBezTo>
                      <a:pt x="1152027" y="555188"/>
                      <a:pt x="1172137" y="562183"/>
                      <a:pt x="1171263" y="577046"/>
                    </a:cubicBezTo>
                    <a:cubicBezTo>
                      <a:pt x="1170389" y="591910"/>
                      <a:pt x="1148530" y="596282"/>
                      <a:pt x="1136289" y="598905"/>
                    </a:cubicBezTo>
                    <a:close/>
                    <a:moveTo>
                      <a:pt x="1179132" y="546444"/>
                    </a:moveTo>
                    <a:cubicBezTo>
                      <a:pt x="1126401" y="519908"/>
                      <a:pt x="1075041" y="490722"/>
                      <a:pt x="1025247" y="459010"/>
                    </a:cubicBezTo>
                    <a:cubicBezTo>
                      <a:pt x="1032268" y="434703"/>
                      <a:pt x="1042559" y="411463"/>
                      <a:pt x="1055850" y="389936"/>
                    </a:cubicBezTo>
                    <a:cubicBezTo>
                      <a:pt x="1070713" y="366329"/>
                      <a:pt x="1087326" y="345345"/>
                      <a:pt x="1103064" y="322611"/>
                    </a:cubicBezTo>
                    <a:cubicBezTo>
                      <a:pt x="1118803" y="299879"/>
                      <a:pt x="1132792" y="308622"/>
                      <a:pt x="1152902" y="322611"/>
                    </a:cubicBezTo>
                    <a:cubicBezTo>
                      <a:pt x="1195518" y="343989"/>
                      <a:pt x="1236962" y="367631"/>
                      <a:pt x="1277059" y="393434"/>
                    </a:cubicBezTo>
                    <a:cubicBezTo>
                      <a:pt x="1325148" y="424910"/>
                      <a:pt x="1373237" y="455512"/>
                      <a:pt x="1420452" y="488737"/>
                    </a:cubicBezTo>
                    <a:cubicBezTo>
                      <a:pt x="1467666" y="521962"/>
                      <a:pt x="1374111" y="545570"/>
                      <a:pt x="1351379" y="551690"/>
                    </a:cubicBezTo>
                    <a:cubicBezTo>
                      <a:pt x="1295280" y="569186"/>
                      <a:pt x="1234933" y="567341"/>
                      <a:pt x="1180007" y="546444"/>
                    </a:cubicBezTo>
                    <a:close/>
                    <a:moveTo>
                      <a:pt x="1696745" y="459010"/>
                    </a:moveTo>
                    <a:cubicBezTo>
                      <a:pt x="1683027" y="466022"/>
                      <a:pt x="1668268" y="470743"/>
                      <a:pt x="1653028" y="472999"/>
                    </a:cubicBezTo>
                    <a:lnTo>
                      <a:pt x="1556850" y="498355"/>
                    </a:lnTo>
                    <a:cubicBezTo>
                      <a:pt x="1531196" y="507938"/>
                      <a:pt x="1502938" y="507938"/>
                      <a:pt x="1477284" y="498355"/>
                    </a:cubicBezTo>
                    <a:cubicBezTo>
                      <a:pt x="1454770" y="487015"/>
                      <a:pt x="1433401" y="473550"/>
                      <a:pt x="1413457" y="458135"/>
                    </a:cubicBezTo>
                    <a:cubicBezTo>
                      <a:pt x="1384603" y="439774"/>
                      <a:pt x="1356624" y="418789"/>
                      <a:pt x="1326022" y="398680"/>
                    </a:cubicBezTo>
                    <a:cubicBezTo>
                      <a:pt x="1279595" y="366407"/>
                      <a:pt x="1231112" y="337196"/>
                      <a:pt x="1180881" y="311245"/>
                    </a:cubicBezTo>
                    <a:cubicBezTo>
                      <a:pt x="1168640" y="305125"/>
                      <a:pt x="1147656" y="299879"/>
                      <a:pt x="1141535" y="285889"/>
                    </a:cubicBezTo>
                    <a:cubicBezTo>
                      <a:pt x="1135415" y="271900"/>
                      <a:pt x="1168640" y="236051"/>
                      <a:pt x="1178258" y="222061"/>
                    </a:cubicBezTo>
                    <a:cubicBezTo>
                      <a:pt x="1187876" y="208072"/>
                      <a:pt x="1217603" y="143371"/>
                      <a:pt x="1245582" y="142496"/>
                    </a:cubicBezTo>
                    <a:cubicBezTo>
                      <a:pt x="1264451" y="146256"/>
                      <a:pt x="1281964" y="155017"/>
                      <a:pt x="1296295" y="167852"/>
                    </a:cubicBezTo>
                    <a:cubicBezTo>
                      <a:pt x="1364494" y="211570"/>
                      <a:pt x="1430070" y="260533"/>
                      <a:pt x="1494771" y="308622"/>
                    </a:cubicBezTo>
                    <a:lnTo>
                      <a:pt x="1588326" y="375072"/>
                    </a:lnTo>
                    <a:cubicBezTo>
                      <a:pt x="1611059" y="390810"/>
                      <a:pt x="1633792" y="406548"/>
                      <a:pt x="1657400" y="421413"/>
                    </a:cubicBezTo>
                    <a:cubicBezTo>
                      <a:pt x="1667017" y="428407"/>
                      <a:pt x="1680132" y="431905"/>
                      <a:pt x="1688002" y="438900"/>
                    </a:cubicBezTo>
                    <a:cubicBezTo>
                      <a:pt x="1695871" y="445894"/>
                      <a:pt x="1702865" y="451140"/>
                      <a:pt x="1697619" y="455512"/>
                    </a:cubicBezTo>
                    <a:close/>
                  </a:path>
                </a:pathLst>
              </a:custGeom>
              <a:solidFill>
                <a:srgbClr val="2D2D2D"/>
              </a:solidFill>
              <a:ln w="87213" cap="flat">
                <a:noFill/>
                <a:prstDash val="solid"/>
                <a:miter/>
              </a:ln>
            </p:spPr>
            <p:txBody>
              <a:bodyPr rtlCol="0" anchor="ctr"/>
              <a:lstStyle/>
              <a:p>
                <a:endParaRPr lang="en-IN" dirty="0"/>
              </a:p>
            </p:txBody>
          </p:sp>
          <p:sp>
            <p:nvSpPr>
              <p:cNvPr id="19" name="Freeform: Shape 18">
                <a:extLst>
                  <a:ext uri="{FF2B5EF4-FFF2-40B4-BE49-F238E27FC236}">
                    <a16:creationId xmlns:a16="http://schemas.microsoft.com/office/drawing/2014/main" id="{0C6420EF-D85D-F105-E03D-339D8238A752}"/>
                  </a:ext>
                </a:extLst>
              </p:cNvPr>
              <p:cNvSpPr/>
              <p:nvPr/>
            </p:nvSpPr>
            <p:spPr>
              <a:xfrm>
                <a:off x="2740959" y="5118078"/>
                <a:ext cx="146643" cy="146567"/>
              </a:xfrm>
              <a:custGeom>
                <a:avLst/>
                <a:gdLst>
                  <a:gd name="connsiteX0" fmla="*/ 137759 w 146643"/>
                  <a:gd name="connsiteY0" fmla="*/ -70 h 146567"/>
                  <a:gd name="connsiteX1" fmla="*/ 115900 w 146643"/>
                  <a:gd name="connsiteY1" fmla="*/ 12171 h 146567"/>
                  <a:gd name="connsiteX2" fmla="*/ 77429 w 146643"/>
                  <a:gd name="connsiteY2" fmla="*/ 20040 h 146567"/>
                  <a:gd name="connsiteX3" fmla="*/ 36335 w 146643"/>
                  <a:gd name="connsiteY3" fmla="*/ 10422 h 146567"/>
                  <a:gd name="connsiteX4" fmla="*/ 487 w 146643"/>
                  <a:gd name="connsiteY4" fmla="*/ 81244 h 146567"/>
                  <a:gd name="connsiteX5" fmla="*/ 116775 w 146643"/>
                  <a:gd name="connsiteY5" fmla="*/ 145072 h 146567"/>
                  <a:gd name="connsiteX6" fmla="*/ 143879 w 146643"/>
                  <a:gd name="connsiteY6" fmla="*/ 41024 h 146567"/>
                  <a:gd name="connsiteX7" fmla="*/ 143879 w 146643"/>
                  <a:gd name="connsiteY7" fmla="*/ -70 h 14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43" h="146567">
                    <a:moveTo>
                      <a:pt x="137759" y="-70"/>
                    </a:moveTo>
                    <a:cubicBezTo>
                      <a:pt x="130764" y="-70"/>
                      <a:pt x="121146" y="9548"/>
                      <a:pt x="115900" y="12171"/>
                    </a:cubicBezTo>
                    <a:cubicBezTo>
                      <a:pt x="104341" y="19078"/>
                      <a:pt x="90772" y="21850"/>
                      <a:pt x="77429" y="20040"/>
                    </a:cubicBezTo>
                    <a:cubicBezTo>
                      <a:pt x="64078" y="15502"/>
                      <a:pt x="50316" y="12276"/>
                      <a:pt x="36335" y="10422"/>
                    </a:cubicBezTo>
                    <a:cubicBezTo>
                      <a:pt x="10979" y="10422"/>
                      <a:pt x="-3011" y="58512"/>
                      <a:pt x="487" y="81244"/>
                    </a:cubicBezTo>
                    <a:cubicBezTo>
                      <a:pt x="19949" y="126737"/>
                      <a:pt x="67943" y="153081"/>
                      <a:pt x="116775" y="145072"/>
                    </a:cubicBezTo>
                    <a:cubicBezTo>
                      <a:pt x="150000" y="133705"/>
                      <a:pt x="143005" y="70752"/>
                      <a:pt x="143879" y="41024"/>
                    </a:cubicBezTo>
                    <a:cubicBezTo>
                      <a:pt x="143879" y="32281"/>
                      <a:pt x="150000" y="4302"/>
                      <a:pt x="143879" y="-70"/>
                    </a:cubicBezTo>
                    <a:close/>
                  </a:path>
                </a:pathLst>
              </a:custGeom>
              <a:solidFill>
                <a:srgbClr val="3A3834"/>
              </a:solidFill>
              <a:ln w="87213" cap="flat">
                <a:noFill/>
                <a:prstDash val="solid"/>
                <a:miter/>
              </a:ln>
            </p:spPr>
            <p:txBody>
              <a:bodyPr rtlCol="0" anchor="ctr"/>
              <a:lstStyle/>
              <a:p>
                <a:endParaRPr lang="en-IN" dirty="0"/>
              </a:p>
            </p:txBody>
          </p:sp>
          <p:sp>
            <p:nvSpPr>
              <p:cNvPr id="20" name="Freeform: Shape 19">
                <a:extLst>
                  <a:ext uri="{FF2B5EF4-FFF2-40B4-BE49-F238E27FC236}">
                    <a16:creationId xmlns:a16="http://schemas.microsoft.com/office/drawing/2014/main" id="{70A100D1-8C8B-5B92-CE86-16200564E10E}"/>
                  </a:ext>
                </a:extLst>
              </p:cNvPr>
              <p:cNvSpPr/>
              <p:nvPr/>
            </p:nvSpPr>
            <p:spPr>
              <a:xfrm>
                <a:off x="2740959" y="5118078"/>
                <a:ext cx="146643" cy="146567"/>
              </a:xfrm>
              <a:custGeom>
                <a:avLst/>
                <a:gdLst>
                  <a:gd name="connsiteX0" fmla="*/ 137759 w 146643"/>
                  <a:gd name="connsiteY0" fmla="*/ -70 h 146567"/>
                  <a:gd name="connsiteX1" fmla="*/ 115900 w 146643"/>
                  <a:gd name="connsiteY1" fmla="*/ 12171 h 146567"/>
                  <a:gd name="connsiteX2" fmla="*/ 77429 w 146643"/>
                  <a:gd name="connsiteY2" fmla="*/ 20040 h 146567"/>
                  <a:gd name="connsiteX3" fmla="*/ 36335 w 146643"/>
                  <a:gd name="connsiteY3" fmla="*/ 10422 h 146567"/>
                  <a:gd name="connsiteX4" fmla="*/ 487 w 146643"/>
                  <a:gd name="connsiteY4" fmla="*/ 81244 h 146567"/>
                  <a:gd name="connsiteX5" fmla="*/ 116775 w 146643"/>
                  <a:gd name="connsiteY5" fmla="*/ 145072 h 146567"/>
                  <a:gd name="connsiteX6" fmla="*/ 143879 w 146643"/>
                  <a:gd name="connsiteY6" fmla="*/ 41024 h 146567"/>
                  <a:gd name="connsiteX7" fmla="*/ 143879 w 146643"/>
                  <a:gd name="connsiteY7" fmla="*/ -70 h 14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43" h="146567">
                    <a:moveTo>
                      <a:pt x="137759" y="-70"/>
                    </a:moveTo>
                    <a:cubicBezTo>
                      <a:pt x="130764" y="-70"/>
                      <a:pt x="121146" y="9548"/>
                      <a:pt x="115900" y="12171"/>
                    </a:cubicBezTo>
                    <a:cubicBezTo>
                      <a:pt x="104341" y="19078"/>
                      <a:pt x="90772" y="21850"/>
                      <a:pt x="77429" y="20040"/>
                    </a:cubicBezTo>
                    <a:cubicBezTo>
                      <a:pt x="64078" y="15502"/>
                      <a:pt x="50316" y="12276"/>
                      <a:pt x="36335" y="10422"/>
                    </a:cubicBezTo>
                    <a:cubicBezTo>
                      <a:pt x="10979" y="10422"/>
                      <a:pt x="-3011" y="58512"/>
                      <a:pt x="487" y="81244"/>
                    </a:cubicBezTo>
                    <a:cubicBezTo>
                      <a:pt x="19949" y="126737"/>
                      <a:pt x="67943" y="153081"/>
                      <a:pt x="116775" y="145072"/>
                    </a:cubicBezTo>
                    <a:cubicBezTo>
                      <a:pt x="150000" y="133705"/>
                      <a:pt x="143005" y="70752"/>
                      <a:pt x="143879" y="41024"/>
                    </a:cubicBezTo>
                    <a:cubicBezTo>
                      <a:pt x="143879" y="32281"/>
                      <a:pt x="150000" y="4302"/>
                      <a:pt x="143879" y="-70"/>
                    </a:cubicBezTo>
                    <a:close/>
                  </a:path>
                </a:pathLst>
              </a:custGeom>
              <a:gradFill>
                <a:gsLst>
                  <a:gs pos="0">
                    <a:srgbClr val="CCE0F4">
                      <a:alpha val="0"/>
                    </a:srgbClr>
                  </a:gs>
                  <a:gs pos="99000">
                    <a:srgbClr val="000000"/>
                  </a:gs>
                </a:gsLst>
                <a:lin ang="20929320" scaled="1"/>
              </a:gradFill>
              <a:ln w="87213" cap="flat">
                <a:noFill/>
                <a:prstDash val="solid"/>
                <a:miter/>
              </a:ln>
            </p:spPr>
            <p:txBody>
              <a:bodyPr rtlCol="0" anchor="ctr"/>
              <a:lstStyle/>
              <a:p>
                <a:endParaRPr lang="en-IN" dirty="0"/>
              </a:p>
            </p:txBody>
          </p:sp>
          <p:sp>
            <p:nvSpPr>
              <p:cNvPr id="21" name="Freeform: Shape 20">
                <a:extLst>
                  <a:ext uri="{FF2B5EF4-FFF2-40B4-BE49-F238E27FC236}">
                    <a16:creationId xmlns:a16="http://schemas.microsoft.com/office/drawing/2014/main" id="{37056335-286D-19C7-8C68-14853A13FA3F}"/>
                  </a:ext>
                </a:extLst>
              </p:cNvPr>
              <p:cNvSpPr/>
              <p:nvPr/>
            </p:nvSpPr>
            <p:spPr>
              <a:xfrm>
                <a:off x="2575364" y="4399366"/>
                <a:ext cx="318359" cy="769970"/>
              </a:xfrm>
              <a:custGeom>
                <a:avLst/>
                <a:gdLst>
                  <a:gd name="connsiteX0" fmla="*/ -44 w 318359"/>
                  <a:gd name="connsiteY0" fmla="*/ -70 h 769970"/>
                  <a:gd name="connsiteX1" fmla="*/ 55914 w 318359"/>
                  <a:gd name="connsiteY1" fmla="*/ 280595 h 769970"/>
                  <a:gd name="connsiteX2" fmla="*/ 159087 w 318359"/>
                  <a:gd name="connsiteY2" fmla="*/ 675799 h 769970"/>
                  <a:gd name="connsiteX3" fmla="*/ 188815 w 318359"/>
                  <a:gd name="connsiteY3" fmla="*/ 749244 h 769970"/>
                  <a:gd name="connsiteX4" fmla="*/ 258762 w 318359"/>
                  <a:gd name="connsiteY4" fmla="*/ 766731 h 769970"/>
                  <a:gd name="connsiteX5" fmla="*/ 290239 w 318359"/>
                  <a:gd name="connsiteY5" fmla="*/ 760611 h 769970"/>
                  <a:gd name="connsiteX6" fmla="*/ 315595 w 318359"/>
                  <a:gd name="connsiteY6" fmla="*/ 754490 h 769970"/>
                  <a:gd name="connsiteX7" fmla="*/ 315595 w 318359"/>
                  <a:gd name="connsiteY7" fmla="*/ 728260 h 769970"/>
                  <a:gd name="connsiteX8" fmla="*/ 315595 w 318359"/>
                  <a:gd name="connsiteY8" fmla="*/ 689789 h 769970"/>
                  <a:gd name="connsiteX9" fmla="*/ 315595 w 318359"/>
                  <a:gd name="connsiteY9" fmla="*/ 639077 h 769970"/>
                  <a:gd name="connsiteX10" fmla="*/ 309474 w 318359"/>
                  <a:gd name="connsiteY10" fmla="*/ 590987 h 769970"/>
                  <a:gd name="connsiteX11" fmla="*/ 280621 w 318359"/>
                  <a:gd name="connsiteY11" fmla="*/ 435354 h 769970"/>
                  <a:gd name="connsiteX12" fmla="*/ 222040 w 318359"/>
                  <a:gd name="connsiteY12" fmla="*/ 257862 h 769970"/>
                  <a:gd name="connsiteX13" fmla="*/ 110997 w 318359"/>
                  <a:gd name="connsiteY13" fmla="*/ 117092 h 769970"/>
                  <a:gd name="connsiteX14" fmla="*/ 49794 w 318359"/>
                  <a:gd name="connsiteY14" fmla="*/ 46270 h 769970"/>
                  <a:gd name="connsiteX15" fmla="*/ 13946 w 318359"/>
                  <a:gd name="connsiteY15" fmla="*/ 9548 h 76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8359" h="769970">
                    <a:moveTo>
                      <a:pt x="-44" y="-70"/>
                    </a:moveTo>
                    <a:cubicBezTo>
                      <a:pt x="23563" y="87365"/>
                      <a:pt x="38427" y="187914"/>
                      <a:pt x="55914" y="280595"/>
                    </a:cubicBezTo>
                    <a:cubicBezTo>
                      <a:pt x="83307" y="414055"/>
                      <a:pt x="117748" y="545976"/>
                      <a:pt x="159087" y="675799"/>
                    </a:cubicBezTo>
                    <a:cubicBezTo>
                      <a:pt x="163450" y="702178"/>
                      <a:pt x="173601" y="727254"/>
                      <a:pt x="188815" y="749244"/>
                    </a:cubicBezTo>
                    <a:cubicBezTo>
                      <a:pt x="207001" y="767745"/>
                      <a:pt x="234010" y="774495"/>
                      <a:pt x="258762" y="766731"/>
                    </a:cubicBezTo>
                    <a:cubicBezTo>
                      <a:pt x="268861" y="763015"/>
                      <a:pt x="279484" y="760951"/>
                      <a:pt x="290239" y="760611"/>
                    </a:cubicBezTo>
                    <a:cubicBezTo>
                      <a:pt x="298982" y="760611"/>
                      <a:pt x="309474" y="760611"/>
                      <a:pt x="315595" y="754490"/>
                    </a:cubicBezTo>
                    <a:cubicBezTo>
                      <a:pt x="321715" y="748370"/>
                      <a:pt x="315595" y="735254"/>
                      <a:pt x="315595" y="728260"/>
                    </a:cubicBezTo>
                    <a:cubicBezTo>
                      <a:pt x="314720" y="715450"/>
                      <a:pt x="314720" y="702598"/>
                      <a:pt x="315595" y="689789"/>
                    </a:cubicBezTo>
                    <a:cubicBezTo>
                      <a:pt x="315595" y="673176"/>
                      <a:pt x="315595" y="656563"/>
                      <a:pt x="315595" y="639077"/>
                    </a:cubicBezTo>
                    <a:cubicBezTo>
                      <a:pt x="315595" y="621590"/>
                      <a:pt x="315595" y="607600"/>
                      <a:pt x="309474" y="590987"/>
                    </a:cubicBezTo>
                    <a:cubicBezTo>
                      <a:pt x="309474" y="539401"/>
                      <a:pt x="290239" y="486941"/>
                      <a:pt x="280621" y="435354"/>
                    </a:cubicBezTo>
                    <a:cubicBezTo>
                      <a:pt x="269246" y="373800"/>
                      <a:pt x="249538" y="314091"/>
                      <a:pt x="222040" y="257862"/>
                    </a:cubicBezTo>
                    <a:cubicBezTo>
                      <a:pt x="190563" y="206817"/>
                      <a:pt x="153307" y="159585"/>
                      <a:pt x="110997" y="117092"/>
                    </a:cubicBezTo>
                    <a:cubicBezTo>
                      <a:pt x="90013" y="93485"/>
                      <a:pt x="69029" y="70752"/>
                      <a:pt x="49794" y="46270"/>
                    </a:cubicBezTo>
                    <a:cubicBezTo>
                      <a:pt x="30558" y="21789"/>
                      <a:pt x="27060" y="13045"/>
                      <a:pt x="13946" y="9548"/>
                    </a:cubicBezTo>
                    <a:close/>
                  </a:path>
                </a:pathLst>
              </a:custGeom>
              <a:solidFill>
                <a:srgbClr val="19140F"/>
              </a:solidFill>
              <a:ln w="87213" cap="flat">
                <a:noFill/>
                <a:prstDash val="solid"/>
                <a:miter/>
              </a:ln>
            </p:spPr>
            <p:txBody>
              <a:bodyPr rtlCol="0" anchor="ctr"/>
              <a:lstStyle/>
              <a:p>
                <a:endParaRPr lang="en-IN" dirty="0"/>
              </a:p>
            </p:txBody>
          </p:sp>
          <p:sp>
            <p:nvSpPr>
              <p:cNvPr id="22" name="Freeform: Shape 21">
                <a:extLst>
                  <a:ext uri="{FF2B5EF4-FFF2-40B4-BE49-F238E27FC236}">
                    <a16:creationId xmlns:a16="http://schemas.microsoft.com/office/drawing/2014/main" id="{D4597807-C097-68EC-E417-A75171BC5584}"/>
                  </a:ext>
                </a:extLst>
              </p:cNvPr>
              <p:cNvSpPr/>
              <p:nvPr/>
            </p:nvSpPr>
            <p:spPr>
              <a:xfrm>
                <a:off x="2717804" y="5078732"/>
                <a:ext cx="473890" cy="259126"/>
              </a:xfrm>
              <a:custGeom>
                <a:avLst/>
                <a:gdLst>
                  <a:gd name="connsiteX0" fmla="*/ 469558 w 473890"/>
                  <a:gd name="connsiteY0" fmla="*/ 200155 h 259126"/>
                  <a:gd name="connsiteX1" fmla="*/ 426716 w 473890"/>
                  <a:gd name="connsiteY1" fmla="*/ 231632 h 259126"/>
                  <a:gd name="connsiteX2" fmla="*/ 378626 w 473890"/>
                  <a:gd name="connsiteY2" fmla="*/ 245621 h 259126"/>
                  <a:gd name="connsiteX3" fmla="*/ 143427 w 473890"/>
                  <a:gd name="connsiteY3" fmla="*/ 257862 h 259126"/>
                  <a:gd name="connsiteX4" fmla="*/ 21019 w 473890"/>
                  <a:gd name="connsiteY4" fmla="*/ 211521 h 259126"/>
                  <a:gd name="connsiteX5" fmla="*/ 18369 w 473890"/>
                  <a:gd name="connsiteY5" fmla="*/ 116349 h 259126"/>
                  <a:gd name="connsiteX6" fmla="*/ 26265 w 473890"/>
                  <a:gd name="connsiteY6" fmla="*/ 109223 h 259126"/>
                  <a:gd name="connsiteX7" fmla="*/ 74354 w 473890"/>
                  <a:gd name="connsiteY7" fmla="*/ 162558 h 259126"/>
                  <a:gd name="connsiteX8" fmla="*/ 148674 w 473890"/>
                  <a:gd name="connsiteY8" fmla="*/ 172176 h 259126"/>
                  <a:gd name="connsiteX9" fmla="*/ 294689 w 473890"/>
                  <a:gd name="connsiteY9" fmla="*/ 141574 h 259126"/>
                  <a:gd name="connsiteX10" fmla="*/ 369008 w 473890"/>
                  <a:gd name="connsiteY10" fmla="*/ 96108 h 259126"/>
                  <a:gd name="connsiteX11" fmla="*/ 359391 w 473890"/>
                  <a:gd name="connsiteY11" fmla="*/ 49768 h 259126"/>
                  <a:gd name="connsiteX12" fmla="*/ 359391 w 473890"/>
                  <a:gd name="connsiteY12" fmla="*/ -70 h 259126"/>
                  <a:gd name="connsiteX13" fmla="*/ 397862 w 473890"/>
                  <a:gd name="connsiteY13" fmla="*/ 46270 h 259126"/>
                  <a:gd name="connsiteX14" fmla="*/ 417972 w 473890"/>
                  <a:gd name="connsiteY14" fmla="*/ 98731 h 259126"/>
                  <a:gd name="connsiteX15" fmla="*/ 438956 w 473890"/>
                  <a:gd name="connsiteY15" fmla="*/ 116218 h 259126"/>
                  <a:gd name="connsiteX16" fmla="*/ 455568 w 473890"/>
                  <a:gd name="connsiteY16" fmla="*/ 144197 h 259126"/>
                  <a:gd name="connsiteX17" fmla="*/ 473056 w 473890"/>
                  <a:gd name="connsiteY17" fmla="*/ 196658 h 25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3890" h="259126">
                    <a:moveTo>
                      <a:pt x="469558" y="200155"/>
                    </a:moveTo>
                    <a:cubicBezTo>
                      <a:pt x="444202" y="190537"/>
                      <a:pt x="436333" y="216768"/>
                      <a:pt x="426716" y="231632"/>
                    </a:cubicBezTo>
                    <a:cubicBezTo>
                      <a:pt x="417098" y="246495"/>
                      <a:pt x="403108" y="252616"/>
                      <a:pt x="378626" y="245621"/>
                    </a:cubicBezTo>
                    <a:cubicBezTo>
                      <a:pt x="303432" y="223762"/>
                      <a:pt x="222993" y="266606"/>
                      <a:pt x="143427" y="257862"/>
                    </a:cubicBezTo>
                    <a:cubicBezTo>
                      <a:pt x="98504" y="256979"/>
                      <a:pt x="55267" y="240611"/>
                      <a:pt x="21019" y="211521"/>
                    </a:cubicBezTo>
                    <a:cubicBezTo>
                      <a:pt x="-5999" y="185973"/>
                      <a:pt x="-7179" y="143358"/>
                      <a:pt x="18369" y="116349"/>
                    </a:cubicBezTo>
                    <a:cubicBezTo>
                      <a:pt x="20809" y="113770"/>
                      <a:pt x="23449" y="111383"/>
                      <a:pt x="26265" y="109223"/>
                    </a:cubicBezTo>
                    <a:cubicBezTo>
                      <a:pt x="29588" y="135296"/>
                      <a:pt x="48762" y="156560"/>
                      <a:pt x="74354" y="162558"/>
                    </a:cubicBezTo>
                    <a:cubicBezTo>
                      <a:pt x="98066" y="171416"/>
                      <a:pt x="123492" y="174703"/>
                      <a:pt x="148674" y="172176"/>
                    </a:cubicBezTo>
                    <a:cubicBezTo>
                      <a:pt x="198275" y="167052"/>
                      <a:pt x="247204" y="156796"/>
                      <a:pt x="294689" y="141574"/>
                    </a:cubicBezTo>
                    <a:cubicBezTo>
                      <a:pt x="322668" y="133705"/>
                      <a:pt x="366385" y="131082"/>
                      <a:pt x="369008" y="96108"/>
                    </a:cubicBezTo>
                    <a:cubicBezTo>
                      <a:pt x="367155" y="80414"/>
                      <a:pt x="363929" y="64903"/>
                      <a:pt x="359391" y="49768"/>
                    </a:cubicBezTo>
                    <a:cubicBezTo>
                      <a:pt x="359391" y="32281"/>
                      <a:pt x="359391" y="16543"/>
                      <a:pt x="359391" y="-70"/>
                    </a:cubicBezTo>
                    <a:cubicBezTo>
                      <a:pt x="373398" y="14357"/>
                      <a:pt x="386260" y="29850"/>
                      <a:pt x="397862" y="46270"/>
                    </a:cubicBezTo>
                    <a:cubicBezTo>
                      <a:pt x="408354" y="63758"/>
                      <a:pt x="403108" y="82993"/>
                      <a:pt x="417972" y="98731"/>
                    </a:cubicBezTo>
                    <a:cubicBezTo>
                      <a:pt x="432836" y="114469"/>
                      <a:pt x="432836" y="107475"/>
                      <a:pt x="438956" y="116218"/>
                    </a:cubicBezTo>
                    <a:cubicBezTo>
                      <a:pt x="445505" y="124909"/>
                      <a:pt x="451074" y="134290"/>
                      <a:pt x="455568" y="144197"/>
                    </a:cubicBezTo>
                    <a:cubicBezTo>
                      <a:pt x="462563" y="158186"/>
                      <a:pt x="477427" y="186165"/>
                      <a:pt x="473056" y="196658"/>
                    </a:cubicBezTo>
                    <a:close/>
                  </a:path>
                </a:pathLst>
              </a:custGeom>
              <a:solidFill>
                <a:srgbClr val="1E1D1B"/>
              </a:solidFill>
              <a:ln w="87213" cap="flat">
                <a:noFill/>
                <a:prstDash val="solid"/>
                <a:miter/>
              </a:ln>
            </p:spPr>
            <p:txBody>
              <a:bodyPr rtlCol="0" anchor="ctr"/>
              <a:lstStyle/>
              <a:p>
                <a:endParaRPr lang="en-IN" dirty="0"/>
              </a:p>
            </p:txBody>
          </p:sp>
          <p:sp>
            <p:nvSpPr>
              <p:cNvPr id="23" name="Freeform: Shape 22">
                <a:extLst>
                  <a:ext uri="{FF2B5EF4-FFF2-40B4-BE49-F238E27FC236}">
                    <a16:creationId xmlns:a16="http://schemas.microsoft.com/office/drawing/2014/main" id="{14C81AD8-90D2-4FE7-A4BD-EEF9198C7403}"/>
                  </a:ext>
                </a:extLst>
              </p:cNvPr>
              <p:cNvSpPr/>
              <p:nvPr/>
            </p:nvSpPr>
            <p:spPr>
              <a:xfrm>
                <a:off x="2800071" y="4680031"/>
                <a:ext cx="293294" cy="584936"/>
              </a:xfrm>
              <a:custGeom>
                <a:avLst/>
                <a:gdLst>
                  <a:gd name="connsiteX0" fmla="*/ -44 w 293294"/>
                  <a:gd name="connsiteY0" fmla="*/ -70 h 584936"/>
                  <a:gd name="connsiteX1" fmla="*/ 32307 w 293294"/>
                  <a:gd name="connsiteY1" fmla="*/ 144197 h 584936"/>
                  <a:gd name="connsiteX2" fmla="*/ 74275 w 293294"/>
                  <a:gd name="connsiteY2" fmla="*/ 433605 h 584936"/>
                  <a:gd name="connsiteX3" fmla="*/ 74275 w 293294"/>
                  <a:gd name="connsiteY3" fmla="*/ 521040 h 584936"/>
                  <a:gd name="connsiteX4" fmla="*/ 74275 w 293294"/>
                  <a:gd name="connsiteY4" fmla="*/ 561260 h 584936"/>
                  <a:gd name="connsiteX5" fmla="*/ 84768 w 293294"/>
                  <a:gd name="connsiteY5" fmla="*/ 584867 h 584936"/>
                  <a:gd name="connsiteX6" fmla="*/ 119741 w 293294"/>
                  <a:gd name="connsiteY6" fmla="*/ 584867 h 584936"/>
                  <a:gd name="connsiteX7" fmla="*/ 196684 w 293294"/>
                  <a:gd name="connsiteY7" fmla="*/ 516668 h 584936"/>
                  <a:gd name="connsiteX8" fmla="*/ 243898 w 293294"/>
                  <a:gd name="connsiteY8" fmla="*/ 549019 h 584936"/>
                  <a:gd name="connsiteX9" fmla="*/ 280621 w 293294"/>
                  <a:gd name="connsiteY9" fmla="*/ 539401 h 584936"/>
                  <a:gd name="connsiteX10" fmla="*/ 292862 w 293294"/>
                  <a:gd name="connsiteY10" fmla="*/ 508799 h 584936"/>
                  <a:gd name="connsiteX11" fmla="*/ 292862 w 293294"/>
                  <a:gd name="connsiteY11" fmla="*/ 467705 h 584936"/>
                  <a:gd name="connsiteX12" fmla="*/ 264883 w 293294"/>
                  <a:gd name="connsiteY12" fmla="*/ 380270 h 584936"/>
                  <a:gd name="connsiteX13" fmla="*/ 200181 w 293294"/>
                  <a:gd name="connsiteY13" fmla="*/ 275349 h 584936"/>
                  <a:gd name="connsiteX14" fmla="*/ 112747 w 293294"/>
                  <a:gd name="connsiteY14" fmla="*/ 146820 h 584936"/>
                  <a:gd name="connsiteX15" fmla="*/ 58537 w 293294"/>
                  <a:gd name="connsiteY15" fmla="*/ 74249 h 584936"/>
                  <a:gd name="connsiteX16" fmla="*/ 29684 w 293294"/>
                  <a:gd name="connsiteY16" fmla="*/ 36652 h 584936"/>
                  <a:gd name="connsiteX17" fmla="*/ -44 w 293294"/>
                  <a:gd name="connsiteY17" fmla="*/ -70 h 5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3294" h="584936">
                    <a:moveTo>
                      <a:pt x="-44" y="-70"/>
                    </a:moveTo>
                    <a:cubicBezTo>
                      <a:pt x="12197" y="47145"/>
                      <a:pt x="22689" y="96108"/>
                      <a:pt x="32307" y="144197"/>
                    </a:cubicBezTo>
                    <a:cubicBezTo>
                      <a:pt x="52827" y="239605"/>
                      <a:pt x="66852" y="336299"/>
                      <a:pt x="74275" y="433605"/>
                    </a:cubicBezTo>
                    <a:cubicBezTo>
                      <a:pt x="75954" y="462730"/>
                      <a:pt x="75954" y="491916"/>
                      <a:pt x="74275" y="521040"/>
                    </a:cubicBezTo>
                    <a:cubicBezTo>
                      <a:pt x="74275" y="535029"/>
                      <a:pt x="74275" y="548145"/>
                      <a:pt x="74275" y="561260"/>
                    </a:cubicBezTo>
                    <a:cubicBezTo>
                      <a:pt x="74275" y="574375"/>
                      <a:pt x="67280" y="583993"/>
                      <a:pt x="84768" y="584867"/>
                    </a:cubicBezTo>
                    <a:cubicBezTo>
                      <a:pt x="96405" y="583993"/>
                      <a:pt x="108104" y="583993"/>
                      <a:pt x="119741" y="584867"/>
                    </a:cubicBezTo>
                    <a:cubicBezTo>
                      <a:pt x="123816" y="545618"/>
                      <a:pt x="157233" y="516004"/>
                      <a:pt x="196684" y="516668"/>
                    </a:cubicBezTo>
                    <a:cubicBezTo>
                      <a:pt x="217668" y="516668"/>
                      <a:pt x="251767" y="516668"/>
                      <a:pt x="243898" y="549019"/>
                    </a:cubicBezTo>
                    <a:cubicBezTo>
                      <a:pt x="256752" y="548932"/>
                      <a:pt x="269377" y="545626"/>
                      <a:pt x="280621" y="539401"/>
                    </a:cubicBezTo>
                    <a:cubicBezTo>
                      <a:pt x="292862" y="532406"/>
                      <a:pt x="291988" y="521915"/>
                      <a:pt x="292862" y="508799"/>
                    </a:cubicBezTo>
                    <a:cubicBezTo>
                      <a:pt x="293736" y="495684"/>
                      <a:pt x="292862" y="480820"/>
                      <a:pt x="292862" y="467705"/>
                    </a:cubicBezTo>
                    <a:cubicBezTo>
                      <a:pt x="292223" y="436464"/>
                      <a:pt x="282501" y="406081"/>
                      <a:pt x="264883" y="380270"/>
                    </a:cubicBezTo>
                    <a:cubicBezTo>
                      <a:pt x="243898" y="345296"/>
                      <a:pt x="222040" y="310322"/>
                      <a:pt x="200181" y="275349"/>
                    </a:cubicBezTo>
                    <a:cubicBezTo>
                      <a:pt x="178323" y="240375"/>
                      <a:pt x="143349" y="187914"/>
                      <a:pt x="112747" y="146820"/>
                    </a:cubicBezTo>
                    <a:cubicBezTo>
                      <a:pt x="95260" y="122339"/>
                      <a:pt x="76898" y="98731"/>
                      <a:pt x="58537" y="74249"/>
                    </a:cubicBezTo>
                    <a:lnTo>
                      <a:pt x="29684" y="36652"/>
                    </a:lnTo>
                    <a:cubicBezTo>
                      <a:pt x="21814" y="27034"/>
                      <a:pt x="2579" y="10422"/>
                      <a:pt x="-44" y="-70"/>
                    </a:cubicBezTo>
                    <a:close/>
                  </a:path>
                </a:pathLst>
              </a:custGeom>
              <a:solidFill>
                <a:srgbClr val="353129"/>
              </a:solidFill>
              <a:ln w="87213" cap="flat">
                <a:noFill/>
                <a:prstDash val="solid"/>
                <a:miter/>
              </a:ln>
            </p:spPr>
            <p:txBody>
              <a:bodyPr rtlCol="0" anchor="ctr"/>
              <a:lstStyle/>
              <a:p>
                <a:endParaRPr lang="en-IN" dirty="0"/>
              </a:p>
            </p:txBody>
          </p:sp>
          <p:sp>
            <p:nvSpPr>
              <p:cNvPr id="24" name="Freeform: Shape 23">
                <a:extLst>
                  <a:ext uri="{FF2B5EF4-FFF2-40B4-BE49-F238E27FC236}">
                    <a16:creationId xmlns:a16="http://schemas.microsoft.com/office/drawing/2014/main" id="{6B579A6B-E836-9600-7CFE-2C271F989F57}"/>
                  </a:ext>
                </a:extLst>
              </p:cNvPr>
              <p:cNvSpPr/>
              <p:nvPr/>
            </p:nvSpPr>
            <p:spPr>
              <a:xfrm>
                <a:off x="1344424" y="3317970"/>
                <a:ext cx="2316295" cy="1953992"/>
              </a:xfrm>
              <a:custGeom>
                <a:avLst/>
                <a:gdLst>
                  <a:gd name="connsiteX0" fmla="*/ 20171 w 2441571"/>
                  <a:gd name="connsiteY0" fmla="*/ 268158 h 2185668"/>
                  <a:gd name="connsiteX1" fmla="*/ 313077 w 2441571"/>
                  <a:gd name="connsiteY1" fmla="*/ 479750 h 2185668"/>
                  <a:gd name="connsiteX2" fmla="*/ 438983 w 2441571"/>
                  <a:gd name="connsiteY2" fmla="*/ 409803 h 2185668"/>
                  <a:gd name="connsiteX3" fmla="*/ 453847 w 2441571"/>
                  <a:gd name="connsiteY3" fmla="*/ 415048 h 2185668"/>
                  <a:gd name="connsiteX4" fmla="*/ 1385025 w 2441571"/>
                  <a:gd name="connsiteY4" fmla="*/ 2357 h 2185668"/>
                  <a:gd name="connsiteX5" fmla="*/ 1909633 w 2441571"/>
                  <a:gd name="connsiteY5" fmla="*/ 213949 h 2185668"/>
                  <a:gd name="connsiteX6" fmla="*/ 2387026 w 2441571"/>
                  <a:gd name="connsiteY6" fmla="*/ 784022 h 2185668"/>
                  <a:gd name="connsiteX7" fmla="*/ 2435114 w 2441571"/>
                  <a:gd name="connsiteY7" fmla="*/ 1221195 h 2185668"/>
                  <a:gd name="connsiteX8" fmla="*/ 2281230 w 2441571"/>
                  <a:gd name="connsiteY8" fmla="*/ 1716075 h 2185668"/>
                  <a:gd name="connsiteX9" fmla="*/ 1977832 w 2441571"/>
                  <a:gd name="connsiteY9" fmla="*/ 2185599 h 2185668"/>
                  <a:gd name="connsiteX10" fmla="*/ 1961219 w 2441571"/>
                  <a:gd name="connsiteY10" fmla="*/ 2182976 h 2185668"/>
                  <a:gd name="connsiteX11" fmla="*/ 1517051 w 2441571"/>
                  <a:gd name="connsiteY11" fmla="*/ 1508855 h 2185668"/>
                  <a:gd name="connsiteX12" fmla="*/ 849051 w 2441571"/>
                  <a:gd name="connsiteY12" fmla="*/ 923043 h 2185668"/>
                  <a:gd name="connsiteX13" fmla="*/ 44653 w 2441571"/>
                  <a:gd name="connsiteY13" fmla="*/ 346850 h 2185668"/>
                  <a:gd name="connsiteX14" fmla="*/ 61 w 2441571"/>
                  <a:gd name="connsiteY14" fmla="*/ 275153 h 2185668"/>
                  <a:gd name="connsiteX15" fmla="*/ 20171 w 2441571"/>
                  <a:gd name="connsiteY15" fmla="*/ 268158 h 21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1571" h="2185668">
                    <a:moveTo>
                      <a:pt x="20171" y="268158"/>
                    </a:moveTo>
                    <a:cubicBezTo>
                      <a:pt x="20171" y="268158"/>
                      <a:pt x="107606" y="324116"/>
                      <a:pt x="313077" y="479750"/>
                    </a:cubicBezTo>
                    <a:cubicBezTo>
                      <a:pt x="364935" y="482303"/>
                      <a:pt x="413749" y="455181"/>
                      <a:pt x="438983" y="409803"/>
                    </a:cubicBezTo>
                    <a:lnTo>
                      <a:pt x="453847" y="415048"/>
                    </a:lnTo>
                    <a:cubicBezTo>
                      <a:pt x="453847" y="415048"/>
                      <a:pt x="910255" y="-36988"/>
                      <a:pt x="1385025" y="2357"/>
                    </a:cubicBezTo>
                    <a:cubicBezTo>
                      <a:pt x="1575265" y="26262"/>
                      <a:pt x="1756037" y="99173"/>
                      <a:pt x="1909633" y="213949"/>
                    </a:cubicBezTo>
                    <a:cubicBezTo>
                      <a:pt x="2116267" y="358539"/>
                      <a:pt x="2280968" y="555215"/>
                      <a:pt x="2387026" y="784022"/>
                    </a:cubicBezTo>
                    <a:cubicBezTo>
                      <a:pt x="2435526" y="924320"/>
                      <a:pt x="2451955" y="1073711"/>
                      <a:pt x="2435114" y="1221195"/>
                    </a:cubicBezTo>
                    <a:cubicBezTo>
                      <a:pt x="2415250" y="1394333"/>
                      <a:pt x="2363051" y="1562199"/>
                      <a:pt x="2281230" y="1716075"/>
                    </a:cubicBezTo>
                    <a:cubicBezTo>
                      <a:pt x="2199452" y="1884273"/>
                      <a:pt x="2097582" y="2041935"/>
                      <a:pt x="1977832" y="2185599"/>
                    </a:cubicBezTo>
                    <a:lnTo>
                      <a:pt x="1961219" y="2182976"/>
                    </a:lnTo>
                    <a:cubicBezTo>
                      <a:pt x="1834482" y="1944926"/>
                      <a:pt x="1685782" y="1719240"/>
                      <a:pt x="1517051" y="1508855"/>
                    </a:cubicBezTo>
                    <a:cubicBezTo>
                      <a:pt x="1336508" y="1270220"/>
                      <a:pt x="1109213" y="1070887"/>
                      <a:pt x="849051" y="923043"/>
                    </a:cubicBezTo>
                    <a:cubicBezTo>
                      <a:pt x="849051" y="923043"/>
                      <a:pt x="250998" y="602158"/>
                      <a:pt x="44653" y="346850"/>
                    </a:cubicBezTo>
                    <a:cubicBezTo>
                      <a:pt x="44653" y="346850"/>
                      <a:pt x="-2562" y="299635"/>
                      <a:pt x="61" y="275153"/>
                    </a:cubicBezTo>
                    <a:cubicBezTo>
                      <a:pt x="61" y="278651"/>
                      <a:pt x="6182" y="259415"/>
                      <a:pt x="20171" y="268158"/>
                    </a:cubicBezTo>
                    <a:close/>
                  </a:path>
                </a:pathLst>
              </a:custGeom>
              <a:solidFill>
                <a:schemeClr val="bg1"/>
              </a:solidFill>
              <a:ln w="87213" cap="flat">
                <a:noFill/>
                <a:prstDash val="solid"/>
                <a:miter/>
              </a:ln>
            </p:spPr>
            <p:txBody>
              <a:bodyPr rtlCol="0" anchor="ctr"/>
              <a:lstStyle/>
              <a:p>
                <a:endParaRPr lang="en-IN" dirty="0"/>
              </a:p>
            </p:txBody>
          </p:sp>
          <p:sp>
            <p:nvSpPr>
              <p:cNvPr id="27" name="Freeform: Shape 26">
                <a:extLst>
                  <a:ext uri="{FF2B5EF4-FFF2-40B4-BE49-F238E27FC236}">
                    <a16:creationId xmlns:a16="http://schemas.microsoft.com/office/drawing/2014/main" id="{7F4DF3E1-F6AC-2105-851A-4CA6B487B7B4}"/>
                  </a:ext>
                </a:extLst>
              </p:cNvPr>
              <p:cNvSpPr/>
              <p:nvPr/>
            </p:nvSpPr>
            <p:spPr>
              <a:xfrm>
                <a:off x="2805317" y="4692272"/>
                <a:ext cx="84217" cy="574445"/>
              </a:xfrm>
              <a:custGeom>
                <a:avLst/>
                <a:gdLst>
                  <a:gd name="connsiteX0" fmla="*/ -44 w 84217"/>
                  <a:gd name="connsiteY0" fmla="*/ -70 h 574445"/>
                  <a:gd name="connsiteX1" fmla="*/ 9574 w 84217"/>
                  <a:gd name="connsiteY1" fmla="*/ 35778 h 574445"/>
                  <a:gd name="connsiteX2" fmla="*/ 20066 w 84217"/>
                  <a:gd name="connsiteY2" fmla="*/ 89113 h 574445"/>
                  <a:gd name="connsiteX3" fmla="*/ 43673 w 84217"/>
                  <a:gd name="connsiteY3" fmla="*/ 192286 h 574445"/>
                  <a:gd name="connsiteX4" fmla="*/ 60286 w 84217"/>
                  <a:gd name="connsiteY4" fmla="*/ 323438 h 574445"/>
                  <a:gd name="connsiteX5" fmla="*/ 70778 w 84217"/>
                  <a:gd name="connsiteY5" fmla="*/ 448469 h 574445"/>
                  <a:gd name="connsiteX6" fmla="*/ 70778 w 84217"/>
                  <a:gd name="connsiteY6" fmla="*/ 529783 h 574445"/>
                  <a:gd name="connsiteX7" fmla="*/ 70778 w 84217"/>
                  <a:gd name="connsiteY7" fmla="*/ 556014 h 574445"/>
                  <a:gd name="connsiteX8" fmla="*/ 70778 w 84217"/>
                  <a:gd name="connsiteY8" fmla="*/ 569129 h 574445"/>
                  <a:gd name="connsiteX9" fmla="*/ 78647 w 84217"/>
                  <a:gd name="connsiteY9" fmla="*/ 574375 h 574445"/>
                  <a:gd name="connsiteX10" fmla="*/ 83893 w 84217"/>
                  <a:gd name="connsiteY10" fmla="*/ 574375 h 574445"/>
                  <a:gd name="connsiteX11" fmla="*/ 83893 w 84217"/>
                  <a:gd name="connsiteY11" fmla="*/ 559511 h 574445"/>
                  <a:gd name="connsiteX12" fmla="*/ 83893 w 84217"/>
                  <a:gd name="connsiteY12" fmla="*/ 529783 h 574445"/>
                  <a:gd name="connsiteX13" fmla="*/ 83893 w 84217"/>
                  <a:gd name="connsiteY13" fmla="*/ 473825 h 574445"/>
                  <a:gd name="connsiteX14" fmla="*/ 83893 w 84217"/>
                  <a:gd name="connsiteY14" fmla="*/ 381145 h 574445"/>
                  <a:gd name="connsiteX15" fmla="*/ 78647 w 84217"/>
                  <a:gd name="connsiteY15" fmla="*/ 318192 h 574445"/>
                  <a:gd name="connsiteX16" fmla="*/ 32307 w 84217"/>
                  <a:gd name="connsiteY16" fmla="*/ 102228 h 574445"/>
                  <a:gd name="connsiteX17" fmla="*/ 15694 w 84217"/>
                  <a:gd name="connsiteY17" fmla="*/ 41898 h 574445"/>
                  <a:gd name="connsiteX18" fmla="*/ -44 w 84217"/>
                  <a:gd name="connsiteY18" fmla="*/ 805 h 57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4217" h="574445">
                    <a:moveTo>
                      <a:pt x="-44" y="-70"/>
                    </a:moveTo>
                    <a:cubicBezTo>
                      <a:pt x="6076" y="6925"/>
                      <a:pt x="6951" y="26160"/>
                      <a:pt x="9574" y="35778"/>
                    </a:cubicBezTo>
                    <a:cubicBezTo>
                      <a:pt x="12197" y="45396"/>
                      <a:pt x="15694" y="71626"/>
                      <a:pt x="20066" y="89113"/>
                    </a:cubicBezTo>
                    <a:cubicBezTo>
                      <a:pt x="27061" y="123212"/>
                      <a:pt x="35804" y="158186"/>
                      <a:pt x="43673" y="192286"/>
                    </a:cubicBezTo>
                    <a:cubicBezTo>
                      <a:pt x="52697" y="235487"/>
                      <a:pt x="58249" y="279345"/>
                      <a:pt x="60286" y="323438"/>
                    </a:cubicBezTo>
                    <a:cubicBezTo>
                      <a:pt x="60286" y="365407"/>
                      <a:pt x="69029" y="410872"/>
                      <a:pt x="70778" y="448469"/>
                    </a:cubicBezTo>
                    <a:cubicBezTo>
                      <a:pt x="72544" y="475548"/>
                      <a:pt x="72544" y="502705"/>
                      <a:pt x="70778" y="529783"/>
                    </a:cubicBezTo>
                    <a:cubicBezTo>
                      <a:pt x="70778" y="538527"/>
                      <a:pt x="70778" y="547271"/>
                      <a:pt x="70778" y="556014"/>
                    </a:cubicBezTo>
                    <a:cubicBezTo>
                      <a:pt x="69886" y="560342"/>
                      <a:pt x="69886" y="564801"/>
                      <a:pt x="70778" y="569129"/>
                    </a:cubicBezTo>
                    <a:cubicBezTo>
                      <a:pt x="72868" y="571568"/>
                      <a:pt x="75596" y="573379"/>
                      <a:pt x="78647" y="574375"/>
                    </a:cubicBezTo>
                    <a:cubicBezTo>
                      <a:pt x="78647" y="574375"/>
                      <a:pt x="85642" y="574375"/>
                      <a:pt x="83893" y="574375"/>
                    </a:cubicBezTo>
                    <a:cubicBezTo>
                      <a:pt x="81681" y="569671"/>
                      <a:pt x="81681" y="564224"/>
                      <a:pt x="83893" y="559511"/>
                    </a:cubicBezTo>
                    <a:cubicBezTo>
                      <a:pt x="83893" y="549894"/>
                      <a:pt x="83893" y="539401"/>
                      <a:pt x="83893" y="529783"/>
                    </a:cubicBezTo>
                    <a:cubicBezTo>
                      <a:pt x="83893" y="520165"/>
                      <a:pt x="83893" y="493061"/>
                      <a:pt x="83893" y="473825"/>
                    </a:cubicBezTo>
                    <a:cubicBezTo>
                      <a:pt x="83893" y="454590"/>
                      <a:pt x="83893" y="411747"/>
                      <a:pt x="83893" y="381145"/>
                    </a:cubicBezTo>
                    <a:cubicBezTo>
                      <a:pt x="83447" y="360073"/>
                      <a:pt x="81699" y="339045"/>
                      <a:pt x="78647" y="318192"/>
                    </a:cubicBezTo>
                    <a:cubicBezTo>
                      <a:pt x="67211" y="245402"/>
                      <a:pt x="51743" y="173304"/>
                      <a:pt x="32307" y="102228"/>
                    </a:cubicBezTo>
                    <a:cubicBezTo>
                      <a:pt x="27061" y="82118"/>
                      <a:pt x="21814" y="61134"/>
                      <a:pt x="15694" y="41898"/>
                    </a:cubicBezTo>
                    <a:cubicBezTo>
                      <a:pt x="12049" y="27638"/>
                      <a:pt x="6767" y="13849"/>
                      <a:pt x="-44" y="805"/>
                    </a:cubicBezTo>
                    <a:close/>
                  </a:path>
                </a:pathLst>
              </a:custGeom>
              <a:solidFill>
                <a:srgbClr val="848484">
                  <a:alpha val="20000"/>
                </a:srgbClr>
              </a:solidFill>
              <a:ln w="87213" cap="flat">
                <a:noFill/>
                <a:prstDash val="solid"/>
                <a:miter/>
              </a:ln>
            </p:spPr>
            <p:txBody>
              <a:bodyPr rtlCol="0" anchor="ctr"/>
              <a:lstStyle/>
              <a:p>
                <a:endParaRPr lang="en-IN" dirty="0"/>
              </a:p>
            </p:txBody>
          </p:sp>
          <p:sp>
            <p:nvSpPr>
              <p:cNvPr id="28" name="Freeform: Shape 27">
                <a:extLst>
                  <a:ext uri="{FF2B5EF4-FFF2-40B4-BE49-F238E27FC236}">
                    <a16:creationId xmlns:a16="http://schemas.microsoft.com/office/drawing/2014/main" id="{80457414-D3CA-0BBE-B39A-DD468EAB6C87}"/>
                  </a:ext>
                </a:extLst>
              </p:cNvPr>
              <p:cNvSpPr/>
              <p:nvPr/>
            </p:nvSpPr>
            <p:spPr>
              <a:xfrm>
                <a:off x="1532269" y="3496167"/>
                <a:ext cx="472174" cy="469621"/>
              </a:xfrm>
              <a:custGeom>
                <a:avLst/>
                <a:gdLst>
                  <a:gd name="connsiteX0" fmla="*/ 125862 w 472174"/>
                  <a:gd name="connsiteY0" fmla="*/ -70 h 469621"/>
                  <a:gd name="connsiteX1" fmla="*/ 140726 w 472174"/>
                  <a:gd name="connsiteY1" fmla="*/ 5176 h 469621"/>
                  <a:gd name="connsiteX2" fmla="*/ 472103 w 472174"/>
                  <a:gd name="connsiteY2" fmla="*/ 465082 h 469621"/>
                  <a:gd name="connsiteX3" fmla="*/ 442375 w 472174"/>
                  <a:gd name="connsiteY3" fmla="*/ 455464 h 469621"/>
                  <a:gd name="connsiteX4" fmla="*/ 309474 w 472174"/>
                  <a:gd name="connsiteY4" fmla="*/ 333930 h 469621"/>
                  <a:gd name="connsiteX5" fmla="*/ -44 w 472174"/>
                  <a:gd name="connsiteY5" fmla="*/ 71626 h 469621"/>
                  <a:gd name="connsiteX6" fmla="*/ 125862 w 472174"/>
                  <a:gd name="connsiteY6" fmla="*/ -70 h 46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74" h="469620">
                    <a:moveTo>
                      <a:pt x="125862" y="-70"/>
                    </a:moveTo>
                    <a:lnTo>
                      <a:pt x="140726" y="5176"/>
                    </a:lnTo>
                    <a:cubicBezTo>
                      <a:pt x="140726" y="5176"/>
                      <a:pt x="475600" y="255239"/>
                      <a:pt x="472103" y="465082"/>
                    </a:cubicBezTo>
                    <a:cubicBezTo>
                      <a:pt x="472103" y="465082"/>
                      <a:pt x="472103" y="479946"/>
                      <a:pt x="442375" y="455464"/>
                    </a:cubicBezTo>
                    <a:cubicBezTo>
                      <a:pt x="407480" y="405740"/>
                      <a:pt x="362110" y="364253"/>
                      <a:pt x="309474" y="333930"/>
                    </a:cubicBezTo>
                    <a:cubicBezTo>
                      <a:pt x="196404" y="258894"/>
                      <a:pt x="92523" y="170855"/>
                      <a:pt x="-44" y="71626"/>
                    </a:cubicBezTo>
                    <a:cubicBezTo>
                      <a:pt x="52845" y="76689"/>
                      <a:pt x="103225" y="48001"/>
                      <a:pt x="125862" y="-70"/>
                    </a:cubicBezTo>
                    <a:close/>
                  </a:path>
                </a:pathLst>
              </a:custGeom>
              <a:solidFill>
                <a:schemeClr val="accent3"/>
              </a:solidFill>
              <a:ln w="87213" cap="flat">
                <a:noFill/>
                <a:prstDash val="solid"/>
                <a:miter/>
              </a:ln>
            </p:spPr>
            <p:txBody>
              <a:bodyPr rtlCol="0" anchor="ctr"/>
              <a:lstStyle/>
              <a:p>
                <a:endParaRPr lang="en-IN" dirty="0"/>
              </a:p>
            </p:txBody>
          </p:sp>
          <p:sp>
            <p:nvSpPr>
              <p:cNvPr id="29" name="Freeform: Shape 28">
                <a:extLst>
                  <a:ext uri="{FF2B5EF4-FFF2-40B4-BE49-F238E27FC236}">
                    <a16:creationId xmlns:a16="http://schemas.microsoft.com/office/drawing/2014/main" id="{79A1EBAC-3EFE-54FE-4DED-5A5184BFBB4F}"/>
                  </a:ext>
                </a:extLst>
              </p:cNvPr>
              <p:cNvSpPr/>
              <p:nvPr/>
            </p:nvSpPr>
            <p:spPr>
              <a:xfrm>
                <a:off x="1794573" y="3258345"/>
                <a:ext cx="762429" cy="699476"/>
              </a:xfrm>
              <a:custGeom>
                <a:avLst/>
                <a:gdLst>
                  <a:gd name="connsiteX0" fmla="*/ 209799 w 762429"/>
                  <a:gd name="connsiteY0" fmla="*/ 699407 h 699476"/>
                  <a:gd name="connsiteX1" fmla="*/ 762386 w 762429"/>
                  <a:gd name="connsiteY1" fmla="*/ -70 h 699476"/>
                  <a:gd name="connsiteX2" fmla="*/ 526312 w 762429"/>
                  <a:gd name="connsiteY2" fmla="*/ 82119 h 699476"/>
                  <a:gd name="connsiteX3" fmla="*/ 320841 w 762429"/>
                  <a:gd name="connsiteY3" fmla="*/ 235129 h 699476"/>
                  <a:gd name="connsiteX4" fmla="*/ 188815 w 762429"/>
                  <a:gd name="connsiteY4" fmla="*/ 316443 h 699476"/>
                  <a:gd name="connsiteX5" fmla="*/ -44 w 762429"/>
                  <a:gd name="connsiteY5" fmla="*/ 336553 h 699476"/>
                  <a:gd name="connsiteX6" fmla="*/ 209799 w 762429"/>
                  <a:gd name="connsiteY6" fmla="*/ 699407 h 69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429" h="699476">
                    <a:moveTo>
                      <a:pt x="209799" y="699407"/>
                    </a:moveTo>
                    <a:cubicBezTo>
                      <a:pt x="209799" y="699407"/>
                      <a:pt x="344448" y="93485"/>
                      <a:pt x="762386" y="-70"/>
                    </a:cubicBezTo>
                    <a:cubicBezTo>
                      <a:pt x="680626" y="17557"/>
                      <a:pt x="601340" y="45160"/>
                      <a:pt x="526312" y="82119"/>
                    </a:cubicBezTo>
                    <a:cubicBezTo>
                      <a:pt x="452587" y="125687"/>
                      <a:pt x="383706" y="176976"/>
                      <a:pt x="320841" y="235129"/>
                    </a:cubicBezTo>
                    <a:cubicBezTo>
                      <a:pt x="282029" y="269884"/>
                      <a:pt x="237314" y="297426"/>
                      <a:pt x="188815" y="316443"/>
                    </a:cubicBezTo>
                    <a:cubicBezTo>
                      <a:pt x="129053" y="340942"/>
                      <a:pt x="63538" y="347920"/>
                      <a:pt x="-44" y="336553"/>
                    </a:cubicBezTo>
                    <a:cubicBezTo>
                      <a:pt x="-44" y="336553"/>
                      <a:pt x="209799" y="515794"/>
                      <a:pt x="209799" y="699407"/>
                    </a:cubicBezTo>
                    <a:close/>
                  </a:path>
                </a:pathLst>
              </a:custGeom>
              <a:solidFill>
                <a:schemeClr val="accent3"/>
              </a:solidFill>
              <a:ln w="87213" cap="flat">
                <a:noFill/>
                <a:prstDash val="solid"/>
                <a:miter/>
              </a:ln>
            </p:spPr>
            <p:txBody>
              <a:bodyPr rtlCol="0" anchor="ctr"/>
              <a:lstStyle/>
              <a:p>
                <a:endParaRPr lang="en-IN" dirty="0"/>
              </a:p>
            </p:txBody>
          </p:sp>
          <p:sp>
            <p:nvSpPr>
              <p:cNvPr id="31" name="Freeform: Shape 30">
                <a:extLst>
                  <a:ext uri="{FF2B5EF4-FFF2-40B4-BE49-F238E27FC236}">
                    <a16:creationId xmlns:a16="http://schemas.microsoft.com/office/drawing/2014/main" id="{3FB14DB8-0E1E-FB3A-C4BC-933DFFBC3E05}"/>
                  </a:ext>
                </a:extLst>
              </p:cNvPr>
              <p:cNvSpPr/>
              <p:nvPr/>
            </p:nvSpPr>
            <p:spPr>
              <a:xfrm>
                <a:off x="838039" y="4187774"/>
                <a:ext cx="2339450" cy="1140146"/>
              </a:xfrm>
              <a:custGeom>
                <a:avLst/>
                <a:gdLst>
                  <a:gd name="connsiteX0" fmla="*/ 2338831 w 2339450"/>
                  <a:gd name="connsiteY0" fmla="*/ 403878 h 1140146"/>
                  <a:gd name="connsiteX1" fmla="*/ 2326354 w 2339450"/>
                  <a:gd name="connsiteY1" fmla="*/ 382526 h 1140146"/>
                  <a:gd name="connsiteX2" fmla="*/ 2312601 w 2339450"/>
                  <a:gd name="connsiteY2" fmla="*/ 384642 h 1140146"/>
                  <a:gd name="connsiteX3" fmla="*/ 2157841 w 2339450"/>
                  <a:gd name="connsiteY3" fmla="*/ 532407 h 1140146"/>
                  <a:gd name="connsiteX4" fmla="*/ 1421642 w 2339450"/>
                  <a:gd name="connsiteY4" fmla="*/ 182669 h 1140146"/>
                  <a:gd name="connsiteX5" fmla="*/ 1534433 w 2339450"/>
                  <a:gd name="connsiteY5" fmla="*/ 119716 h 1140146"/>
                  <a:gd name="connsiteX6" fmla="*/ 1630611 w 2339450"/>
                  <a:gd name="connsiteY6" fmla="*/ 119716 h 1140146"/>
                  <a:gd name="connsiteX7" fmla="*/ 1777501 w 2339450"/>
                  <a:gd name="connsiteY7" fmla="*/ 62008 h 1140146"/>
                  <a:gd name="connsiteX8" fmla="*/ 1772255 w 2339450"/>
                  <a:gd name="connsiteY8" fmla="*/ 46271 h 1140146"/>
                  <a:gd name="connsiteX9" fmla="*/ 1755459 w 2339450"/>
                  <a:gd name="connsiteY9" fmla="*/ 42082 h 1140146"/>
                  <a:gd name="connsiteX10" fmla="*/ 1751271 w 2339450"/>
                  <a:gd name="connsiteY10" fmla="*/ 46271 h 1140146"/>
                  <a:gd name="connsiteX11" fmla="*/ 1558040 w 2339450"/>
                  <a:gd name="connsiteY11" fmla="*/ 90862 h 1140146"/>
                  <a:gd name="connsiteX12" fmla="*/ 1470606 w 2339450"/>
                  <a:gd name="connsiteY12" fmla="*/ 96982 h 1140146"/>
                  <a:gd name="connsiteX13" fmla="*/ 1397161 w 2339450"/>
                  <a:gd name="connsiteY13" fmla="*/ 156438 h 1140146"/>
                  <a:gd name="connsiteX14" fmla="*/ 1234532 w 2339450"/>
                  <a:gd name="connsiteY14" fmla="*/ 382019 h 1140146"/>
                  <a:gd name="connsiteX15" fmla="*/ 1080648 w 2339450"/>
                  <a:gd name="connsiteY15" fmla="*/ 597983 h 1140146"/>
                  <a:gd name="connsiteX16" fmla="*/ 744899 w 2339450"/>
                  <a:gd name="connsiteY16" fmla="*/ 412621 h 1140146"/>
                  <a:gd name="connsiteX17" fmla="*/ 395160 w 2339450"/>
                  <a:gd name="connsiteY17" fmla="*/ 175674 h 1140146"/>
                  <a:gd name="connsiteX18" fmla="*/ 300731 w 2339450"/>
                  <a:gd name="connsiteY18" fmla="*/ 106600 h 1140146"/>
                  <a:gd name="connsiteX19" fmla="*/ 243024 w 2339450"/>
                  <a:gd name="connsiteY19" fmla="*/ 62008 h 1140146"/>
                  <a:gd name="connsiteX20" fmla="*/ 229034 w 2339450"/>
                  <a:gd name="connsiteY20" fmla="*/ 42773 h 1140146"/>
                  <a:gd name="connsiteX21" fmla="*/ 243024 w 2339450"/>
                  <a:gd name="connsiteY21" fmla="*/ -70 h 1140146"/>
                  <a:gd name="connsiteX22" fmla="*/ 195809 w 2339450"/>
                  <a:gd name="connsiteY22" fmla="*/ 18291 h 1140146"/>
                  <a:gd name="connsiteX23" fmla="*/ 187940 w 2339450"/>
                  <a:gd name="connsiteY23" fmla="*/ 50642 h 1140146"/>
                  <a:gd name="connsiteX24" fmla="*/ 176574 w 2339450"/>
                  <a:gd name="connsiteY24" fmla="*/ 83867 h 1140146"/>
                  <a:gd name="connsiteX25" fmla="*/ 141600 w 2339450"/>
                  <a:gd name="connsiteY25" fmla="*/ 166056 h 1140146"/>
                  <a:gd name="connsiteX26" fmla="*/ 70778 w 2339450"/>
                  <a:gd name="connsiteY26" fmla="*/ 326936 h 1140146"/>
                  <a:gd name="connsiteX27" fmla="*/ -44 w 2339450"/>
                  <a:gd name="connsiteY27" fmla="*/ 604978 h 1140146"/>
                  <a:gd name="connsiteX28" fmla="*/ 101380 w 2339450"/>
                  <a:gd name="connsiteY28" fmla="*/ 974826 h 1140146"/>
                  <a:gd name="connsiteX29" fmla="*/ 173076 w 2339450"/>
                  <a:gd name="connsiteY29" fmla="*/ 1091114 h 1140146"/>
                  <a:gd name="connsiteX30" fmla="*/ 236904 w 2339450"/>
                  <a:gd name="connsiteY30" fmla="*/ 1140077 h 1140146"/>
                  <a:gd name="connsiteX31" fmla="*/ 282370 w 2339450"/>
                  <a:gd name="connsiteY31" fmla="*/ 1132208 h 1140146"/>
                  <a:gd name="connsiteX32" fmla="*/ 339202 w 2339450"/>
                  <a:gd name="connsiteY32" fmla="*/ 1118218 h 1140146"/>
                  <a:gd name="connsiteX33" fmla="*/ 352317 w 2339450"/>
                  <a:gd name="connsiteY33" fmla="*/ 1118218 h 1140146"/>
                  <a:gd name="connsiteX34" fmla="*/ 493087 w 2339450"/>
                  <a:gd name="connsiteY34" fmla="*/ 1081496 h 1140146"/>
                  <a:gd name="connsiteX35" fmla="*/ 563035 w 2339450"/>
                  <a:gd name="connsiteY35" fmla="*/ 1062260 h 1140146"/>
                  <a:gd name="connsiteX36" fmla="*/ 614621 w 2339450"/>
                  <a:gd name="connsiteY36" fmla="*/ 1052642 h 1140146"/>
                  <a:gd name="connsiteX37" fmla="*/ 638228 w 2339450"/>
                  <a:gd name="connsiteY37" fmla="*/ 1044774 h 1140146"/>
                  <a:gd name="connsiteX38" fmla="*/ 695061 w 2339450"/>
                  <a:gd name="connsiteY38" fmla="*/ 1025538 h 1140146"/>
                  <a:gd name="connsiteX39" fmla="*/ 765883 w 2339450"/>
                  <a:gd name="connsiteY39" fmla="*/ 1004554 h 1140146"/>
                  <a:gd name="connsiteX40" fmla="*/ 909275 w 2339450"/>
                  <a:gd name="connsiteY40" fmla="*/ 961710 h 1140146"/>
                  <a:gd name="connsiteX41" fmla="*/ 1019443 w 2339450"/>
                  <a:gd name="connsiteY41" fmla="*/ 928485 h 1140146"/>
                  <a:gd name="connsiteX42" fmla="*/ 1073653 w 2339450"/>
                  <a:gd name="connsiteY42" fmla="*/ 911873 h 1140146"/>
                  <a:gd name="connsiteX43" fmla="*/ 1109501 w 2339450"/>
                  <a:gd name="connsiteY43" fmla="*/ 911873 h 1140146"/>
                  <a:gd name="connsiteX44" fmla="*/ 1132234 w 2339450"/>
                  <a:gd name="connsiteY44" fmla="*/ 897883 h 1140146"/>
                  <a:gd name="connsiteX45" fmla="*/ 1161087 w 2339450"/>
                  <a:gd name="connsiteY45" fmla="*/ 890014 h 1140146"/>
                  <a:gd name="connsiteX46" fmla="*/ 1226663 w 2339450"/>
                  <a:gd name="connsiteY46" fmla="*/ 870778 h 1140146"/>
                  <a:gd name="connsiteX47" fmla="*/ 1358689 w 2339450"/>
                  <a:gd name="connsiteY47" fmla="*/ 833182 h 1140146"/>
                  <a:gd name="connsiteX48" fmla="*/ 1402407 w 2339450"/>
                  <a:gd name="connsiteY48" fmla="*/ 820941 h 1140146"/>
                  <a:gd name="connsiteX49" fmla="*/ 1417271 w 2339450"/>
                  <a:gd name="connsiteY49" fmla="*/ 816569 h 1140146"/>
                  <a:gd name="connsiteX50" fmla="*/ 1806355 w 2339450"/>
                  <a:gd name="connsiteY50" fmla="*/ 705527 h 1140146"/>
                  <a:gd name="connsiteX51" fmla="*/ 1811600 w 2339450"/>
                  <a:gd name="connsiteY51" fmla="*/ 705527 h 1140146"/>
                  <a:gd name="connsiteX52" fmla="*/ 1824550 w 2339450"/>
                  <a:gd name="connsiteY52" fmla="*/ 701365 h 1140146"/>
                  <a:gd name="connsiteX53" fmla="*/ 1825590 w 2339450"/>
                  <a:gd name="connsiteY53" fmla="*/ 697658 h 1140146"/>
                  <a:gd name="connsiteX54" fmla="*/ 1904282 w 2339450"/>
                  <a:gd name="connsiteY54" fmla="*/ 671428 h 1140146"/>
                  <a:gd name="connsiteX55" fmla="*/ 2156968 w 2339450"/>
                  <a:gd name="connsiteY55" fmla="*/ 574375 h 1140146"/>
                  <a:gd name="connsiteX56" fmla="*/ 2163088 w 2339450"/>
                  <a:gd name="connsiteY56" fmla="*/ 574375 h 1140146"/>
                  <a:gd name="connsiteX57" fmla="*/ 2163088 w 2339450"/>
                  <a:gd name="connsiteY57" fmla="*/ 574375 h 1140146"/>
                  <a:gd name="connsiteX58" fmla="*/ 2178450 w 2339450"/>
                  <a:gd name="connsiteY58" fmla="*/ 569654 h 1140146"/>
                  <a:gd name="connsiteX59" fmla="*/ 2179700 w 2339450"/>
                  <a:gd name="connsiteY59" fmla="*/ 563009 h 1140146"/>
                  <a:gd name="connsiteX60" fmla="*/ 2338831 w 2339450"/>
                  <a:gd name="connsiteY60" fmla="*/ 403878 h 1140146"/>
                  <a:gd name="connsiteX61" fmla="*/ 222914 w 2339450"/>
                  <a:gd name="connsiteY61" fmla="*/ 99605 h 1140146"/>
                  <a:gd name="connsiteX62" fmla="*/ 321715 w 2339450"/>
                  <a:gd name="connsiteY62" fmla="*/ 175674 h 1140146"/>
                  <a:gd name="connsiteX63" fmla="*/ 574401 w 2339450"/>
                  <a:gd name="connsiteY63" fmla="*/ 359286 h 1140146"/>
                  <a:gd name="connsiteX64" fmla="*/ 441500 w 2339450"/>
                  <a:gd name="connsiteY64" fmla="*/ 561260 h 1140146"/>
                  <a:gd name="connsiteX65" fmla="*/ 326087 w 2339450"/>
                  <a:gd name="connsiteY65" fmla="*/ 754491 h 1140146"/>
                  <a:gd name="connsiteX66" fmla="*/ 316469 w 2339450"/>
                  <a:gd name="connsiteY66" fmla="*/ 778972 h 1140146"/>
                  <a:gd name="connsiteX67" fmla="*/ 160836 w 2339450"/>
                  <a:gd name="connsiteY67" fmla="*/ 651318 h 1140146"/>
                  <a:gd name="connsiteX68" fmla="*/ 62909 w 2339450"/>
                  <a:gd name="connsiteY68" fmla="*/ 563883 h 1140146"/>
                  <a:gd name="connsiteX69" fmla="*/ 35804 w 2339450"/>
                  <a:gd name="connsiteY69" fmla="*/ 530658 h 1140146"/>
                  <a:gd name="connsiteX70" fmla="*/ 105752 w 2339450"/>
                  <a:gd name="connsiteY70" fmla="*/ 330433 h 1140146"/>
                  <a:gd name="connsiteX71" fmla="*/ 211547 w 2339450"/>
                  <a:gd name="connsiteY71" fmla="*/ 88239 h 1140146"/>
                  <a:gd name="connsiteX72" fmla="*/ 1127862 w 2339450"/>
                  <a:gd name="connsiteY72" fmla="*/ 624213 h 1140146"/>
                  <a:gd name="connsiteX73" fmla="*/ 1109501 w 2339450"/>
                  <a:gd name="connsiteY73" fmla="*/ 614596 h 1140146"/>
                  <a:gd name="connsiteX74" fmla="*/ 1249396 w 2339450"/>
                  <a:gd name="connsiteY74" fmla="*/ 419616 h 1140146"/>
                  <a:gd name="connsiteX75" fmla="*/ 1578150 w 2339450"/>
                  <a:gd name="connsiteY75" fmla="*/ 583119 h 1140146"/>
                  <a:gd name="connsiteX76" fmla="*/ 1665585 w 2339450"/>
                  <a:gd name="connsiteY76" fmla="*/ 632082 h 1140146"/>
                  <a:gd name="connsiteX77" fmla="*/ 1739904 w 2339450"/>
                  <a:gd name="connsiteY77" fmla="*/ 667930 h 1140146"/>
                  <a:gd name="connsiteX78" fmla="*/ 1677826 w 2339450"/>
                  <a:gd name="connsiteY78" fmla="*/ 704653 h 1140146"/>
                  <a:gd name="connsiteX79" fmla="*/ 1562412 w 2339450"/>
                  <a:gd name="connsiteY79" fmla="*/ 736130 h 1140146"/>
                  <a:gd name="connsiteX80" fmla="*/ 1423391 w 2339450"/>
                  <a:gd name="connsiteY80" fmla="*/ 756239 h 1140146"/>
                  <a:gd name="connsiteX81" fmla="*/ 1408527 w 2339450"/>
                  <a:gd name="connsiteY81" fmla="*/ 756239 h 1140146"/>
                  <a:gd name="connsiteX82" fmla="*/ 1310600 w 2339450"/>
                  <a:gd name="connsiteY82" fmla="*/ 716019 h 1140146"/>
                  <a:gd name="connsiteX83" fmla="*/ 1125239 w 2339450"/>
                  <a:gd name="connsiteY83" fmla="*/ 622464 h 1140146"/>
                  <a:gd name="connsiteX84" fmla="*/ 1714548 w 2339450"/>
                  <a:gd name="connsiteY84" fmla="*/ 624213 h 1140146"/>
                  <a:gd name="connsiteX85" fmla="*/ 1570281 w 2339450"/>
                  <a:gd name="connsiteY85" fmla="*/ 547271 h 1140146"/>
                  <a:gd name="connsiteX86" fmla="*/ 1263386 w 2339450"/>
                  <a:gd name="connsiteY86" fmla="*/ 394260 h 1140146"/>
                  <a:gd name="connsiteX87" fmla="*/ 1405904 w 2339450"/>
                  <a:gd name="connsiteY87" fmla="*/ 201904 h 1140146"/>
                  <a:gd name="connsiteX88" fmla="*/ 1815972 w 2339450"/>
                  <a:gd name="connsiteY88" fmla="*/ 401255 h 1140146"/>
                  <a:gd name="connsiteX89" fmla="*/ 1980349 w 2339450"/>
                  <a:gd name="connsiteY89" fmla="*/ 475574 h 1140146"/>
                  <a:gd name="connsiteX90" fmla="*/ 2059041 w 2339450"/>
                  <a:gd name="connsiteY90" fmla="*/ 509674 h 1140146"/>
                  <a:gd name="connsiteX91" fmla="*/ 2097512 w 2339450"/>
                  <a:gd name="connsiteY91" fmla="*/ 528035 h 1140146"/>
                  <a:gd name="connsiteX92" fmla="*/ 2097512 w 2339450"/>
                  <a:gd name="connsiteY92" fmla="*/ 537653 h 1140146"/>
                  <a:gd name="connsiteX93" fmla="*/ 2097512 w 2339450"/>
                  <a:gd name="connsiteY93" fmla="*/ 543773 h 1140146"/>
                  <a:gd name="connsiteX94" fmla="*/ 2078276 w 2339450"/>
                  <a:gd name="connsiteY94" fmla="*/ 559511 h 1140146"/>
                  <a:gd name="connsiteX95" fmla="*/ 2010951 w 2339450"/>
                  <a:gd name="connsiteY95" fmla="*/ 591862 h 1140146"/>
                  <a:gd name="connsiteX96" fmla="*/ 1945375 w 2339450"/>
                  <a:gd name="connsiteY96" fmla="*/ 617219 h 1140146"/>
                  <a:gd name="connsiteX97" fmla="*/ 1875428 w 2339450"/>
                  <a:gd name="connsiteY97" fmla="*/ 640826 h 1140146"/>
                  <a:gd name="connsiteX98" fmla="*/ 1801983 w 2339450"/>
                  <a:gd name="connsiteY98" fmla="*/ 653941 h 1140146"/>
                  <a:gd name="connsiteX99" fmla="*/ 1714548 w 2339450"/>
                  <a:gd name="connsiteY99" fmla="*/ 625962 h 1140146"/>
                  <a:gd name="connsiteX100" fmla="*/ 1057914 w 2339450"/>
                  <a:gd name="connsiteY100" fmla="*/ 750119 h 1140146"/>
                  <a:gd name="connsiteX101" fmla="*/ 1072778 w 2339450"/>
                  <a:gd name="connsiteY101" fmla="*/ 863784 h 1140146"/>
                  <a:gd name="connsiteX102" fmla="*/ 985344 w 2339450"/>
                  <a:gd name="connsiteY102" fmla="*/ 900506 h 1140146"/>
                  <a:gd name="connsiteX103" fmla="*/ 870804 w 2339450"/>
                  <a:gd name="connsiteY103" fmla="*/ 935480 h 1140146"/>
                  <a:gd name="connsiteX104" fmla="*/ 757139 w 2339450"/>
                  <a:gd name="connsiteY104" fmla="*/ 969580 h 1140146"/>
                  <a:gd name="connsiteX105" fmla="*/ 698558 w 2339450"/>
                  <a:gd name="connsiteY105" fmla="*/ 986193 h 1140146"/>
                  <a:gd name="connsiteX106" fmla="*/ 642600 w 2339450"/>
                  <a:gd name="connsiteY106" fmla="*/ 1002805 h 1140146"/>
                  <a:gd name="connsiteX107" fmla="*/ 341825 w 2339450"/>
                  <a:gd name="connsiteY107" fmla="*/ 798208 h 1140146"/>
                  <a:gd name="connsiteX108" fmla="*/ 356689 w 2339450"/>
                  <a:gd name="connsiteY108" fmla="*/ 757114 h 1140146"/>
                  <a:gd name="connsiteX109" fmla="*/ 473851 w 2339450"/>
                  <a:gd name="connsiteY109" fmla="*/ 566506 h 1140146"/>
                  <a:gd name="connsiteX110" fmla="*/ 598883 w 2339450"/>
                  <a:gd name="connsiteY110" fmla="*/ 375024 h 1140146"/>
                  <a:gd name="connsiteX111" fmla="*/ 651344 w 2339450"/>
                  <a:gd name="connsiteY111" fmla="*/ 409124 h 1140146"/>
                  <a:gd name="connsiteX112" fmla="*/ 1045674 w 2339450"/>
                  <a:gd name="connsiteY112" fmla="*/ 631208 h 1140146"/>
                  <a:gd name="connsiteX113" fmla="*/ 1060537 w 2339450"/>
                  <a:gd name="connsiteY113" fmla="*/ 639077 h 1140146"/>
                  <a:gd name="connsiteX114" fmla="*/ 1057914 w 2339450"/>
                  <a:gd name="connsiteY114" fmla="*/ 751868 h 1140146"/>
                  <a:gd name="connsiteX115" fmla="*/ 31432 w 2339450"/>
                  <a:gd name="connsiteY115" fmla="*/ 601480 h 1140146"/>
                  <a:gd name="connsiteX116" fmla="*/ 31432 w 2339450"/>
                  <a:gd name="connsiteY116" fmla="*/ 561260 h 1140146"/>
                  <a:gd name="connsiteX117" fmla="*/ 49794 w 2339450"/>
                  <a:gd name="connsiteY117" fmla="*/ 581370 h 1140146"/>
                  <a:gd name="connsiteX118" fmla="*/ 137228 w 2339450"/>
                  <a:gd name="connsiteY118" fmla="*/ 663559 h 1140146"/>
                  <a:gd name="connsiteX119" fmla="*/ 305102 w 2339450"/>
                  <a:gd name="connsiteY119" fmla="*/ 800831 h 1140146"/>
                  <a:gd name="connsiteX120" fmla="*/ 305102 w 2339450"/>
                  <a:gd name="connsiteY120" fmla="*/ 800831 h 1140146"/>
                  <a:gd name="connsiteX121" fmla="*/ 291987 w 2339450"/>
                  <a:gd name="connsiteY121" fmla="*/ 860287 h 1140146"/>
                  <a:gd name="connsiteX122" fmla="*/ 291987 w 2339450"/>
                  <a:gd name="connsiteY122" fmla="*/ 996684 h 1140146"/>
                  <a:gd name="connsiteX123" fmla="*/ 305102 w 2339450"/>
                  <a:gd name="connsiteY123" fmla="*/ 1057014 h 1140146"/>
                  <a:gd name="connsiteX124" fmla="*/ 298108 w 2339450"/>
                  <a:gd name="connsiteY124" fmla="*/ 1077124 h 1140146"/>
                  <a:gd name="connsiteX125" fmla="*/ 210673 w 2339450"/>
                  <a:gd name="connsiteY125" fmla="*/ 1096360 h 1140146"/>
                  <a:gd name="connsiteX126" fmla="*/ 123239 w 2339450"/>
                  <a:gd name="connsiteY126" fmla="*/ 969580 h 1140146"/>
                  <a:gd name="connsiteX127" fmla="*/ 31432 w 2339450"/>
                  <a:gd name="connsiteY127" fmla="*/ 601480 h 1140146"/>
                  <a:gd name="connsiteX128" fmla="*/ 338328 w 2339450"/>
                  <a:gd name="connsiteY128" fmla="*/ 824438 h 1140146"/>
                  <a:gd name="connsiteX129" fmla="*/ 481720 w 2339450"/>
                  <a:gd name="connsiteY129" fmla="*/ 934606 h 1140146"/>
                  <a:gd name="connsiteX130" fmla="*/ 546422 w 2339450"/>
                  <a:gd name="connsiteY130" fmla="*/ 980072 h 1140146"/>
                  <a:gd name="connsiteX131" fmla="*/ 575275 w 2339450"/>
                  <a:gd name="connsiteY131" fmla="*/ 995810 h 1140146"/>
                  <a:gd name="connsiteX132" fmla="*/ 575275 w 2339450"/>
                  <a:gd name="connsiteY132" fmla="*/ 995810 h 1140146"/>
                  <a:gd name="connsiteX133" fmla="*/ 477349 w 2339450"/>
                  <a:gd name="connsiteY133" fmla="*/ 1046522 h 1140146"/>
                  <a:gd name="connsiteX134" fmla="*/ 349694 w 2339450"/>
                  <a:gd name="connsiteY134" fmla="*/ 1079748 h 1140146"/>
                  <a:gd name="connsiteX135" fmla="*/ 338328 w 2339450"/>
                  <a:gd name="connsiteY135" fmla="*/ 824438 h 1140146"/>
                  <a:gd name="connsiteX136" fmla="*/ 1097260 w 2339450"/>
                  <a:gd name="connsiteY136" fmla="*/ 780721 h 1140146"/>
                  <a:gd name="connsiteX137" fmla="*/ 1092014 w 2339450"/>
                  <a:gd name="connsiteY137" fmla="*/ 655689 h 1140146"/>
                  <a:gd name="connsiteX138" fmla="*/ 1123490 w 2339450"/>
                  <a:gd name="connsiteY138" fmla="*/ 669679 h 1140146"/>
                  <a:gd name="connsiteX139" fmla="*/ 1281747 w 2339450"/>
                  <a:gd name="connsiteY139" fmla="*/ 757114 h 1140146"/>
                  <a:gd name="connsiteX140" fmla="*/ 1328962 w 2339450"/>
                  <a:gd name="connsiteY140" fmla="*/ 784218 h 1140146"/>
                  <a:gd name="connsiteX141" fmla="*/ 1328962 w 2339450"/>
                  <a:gd name="connsiteY141" fmla="*/ 784218 h 1140146"/>
                  <a:gd name="connsiteX142" fmla="*/ 1322841 w 2339450"/>
                  <a:gd name="connsiteY142" fmla="*/ 804329 h 1140146"/>
                  <a:gd name="connsiteX143" fmla="*/ 1287867 w 2339450"/>
                  <a:gd name="connsiteY143" fmla="*/ 814820 h 1140146"/>
                  <a:gd name="connsiteX144" fmla="*/ 1247648 w 2339450"/>
                  <a:gd name="connsiteY144" fmla="*/ 826187 h 1140146"/>
                  <a:gd name="connsiteX145" fmla="*/ 1125239 w 2339450"/>
                  <a:gd name="connsiteY145" fmla="*/ 862035 h 1140146"/>
                  <a:gd name="connsiteX146" fmla="*/ 1095511 w 2339450"/>
                  <a:gd name="connsiteY146" fmla="*/ 780721 h 114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2339450" h="1140146">
                    <a:moveTo>
                      <a:pt x="2338831" y="403878"/>
                    </a:moveTo>
                    <a:cubicBezTo>
                      <a:pt x="2341279" y="394540"/>
                      <a:pt x="2335692" y="384974"/>
                      <a:pt x="2326354" y="382526"/>
                    </a:cubicBezTo>
                    <a:cubicBezTo>
                      <a:pt x="2321677" y="381302"/>
                      <a:pt x="2316693" y="382063"/>
                      <a:pt x="2312601" y="384642"/>
                    </a:cubicBezTo>
                    <a:cubicBezTo>
                      <a:pt x="2273474" y="445488"/>
                      <a:pt x="2220428" y="496139"/>
                      <a:pt x="2157841" y="532407"/>
                    </a:cubicBezTo>
                    <a:cubicBezTo>
                      <a:pt x="1913899" y="412621"/>
                      <a:pt x="1661213" y="312946"/>
                      <a:pt x="1421642" y="182669"/>
                    </a:cubicBezTo>
                    <a:cubicBezTo>
                      <a:pt x="1446928" y="144766"/>
                      <a:pt x="1488897" y="121342"/>
                      <a:pt x="1534433" y="119716"/>
                    </a:cubicBezTo>
                    <a:cubicBezTo>
                      <a:pt x="1566784" y="119716"/>
                      <a:pt x="1598260" y="119716"/>
                      <a:pt x="1630611" y="119716"/>
                    </a:cubicBezTo>
                    <a:cubicBezTo>
                      <a:pt x="1686123" y="126125"/>
                      <a:pt x="1741198" y="104493"/>
                      <a:pt x="1777501" y="62008"/>
                    </a:cubicBezTo>
                    <a:cubicBezTo>
                      <a:pt x="1782747" y="55014"/>
                      <a:pt x="1777501" y="48894"/>
                      <a:pt x="1772255" y="46271"/>
                    </a:cubicBezTo>
                    <a:cubicBezTo>
                      <a:pt x="1768775" y="40473"/>
                      <a:pt x="1761256" y="38603"/>
                      <a:pt x="1755459" y="42082"/>
                    </a:cubicBezTo>
                    <a:cubicBezTo>
                      <a:pt x="1753745" y="43114"/>
                      <a:pt x="1752302" y="44557"/>
                      <a:pt x="1751271" y="46271"/>
                    </a:cubicBezTo>
                    <a:cubicBezTo>
                      <a:pt x="1705805" y="105726"/>
                      <a:pt x="1624490" y="94359"/>
                      <a:pt x="1558040" y="90862"/>
                    </a:cubicBezTo>
                    <a:cubicBezTo>
                      <a:pt x="1528776" y="87277"/>
                      <a:pt x="1499092" y="89358"/>
                      <a:pt x="1470606" y="96982"/>
                    </a:cubicBezTo>
                    <a:cubicBezTo>
                      <a:pt x="1441271" y="109914"/>
                      <a:pt x="1415915" y="130435"/>
                      <a:pt x="1397161" y="156438"/>
                    </a:cubicBezTo>
                    <a:cubicBezTo>
                      <a:pt x="1339104" y="228781"/>
                      <a:pt x="1284825" y="304071"/>
                      <a:pt x="1234532" y="382019"/>
                    </a:cubicBezTo>
                    <a:cubicBezTo>
                      <a:pt x="1185569" y="456339"/>
                      <a:pt x="1129611" y="524537"/>
                      <a:pt x="1080648" y="597983"/>
                    </a:cubicBezTo>
                    <a:cubicBezTo>
                      <a:pt x="967857" y="538527"/>
                      <a:pt x="855940" y="476449"/>
                      <a:pt x="744899" y="412621"/>
                    </a:cubicBezTo>
                    <a:cubicBezTo>
                      <a:pt x="623286" y="341327"/>
                      <a:pt x="506464" y="262182"/>
                      <a:pt x="395160" y="175674"/>
                    </a:cubicBezTo>
                    <a:lnTo>
                      <a:pt x="300731" y="106600"/>
                    </a:lnTo>
                    <a:cubicBezTo>
                      <a:pt x="280350" y="93275"/>
                      <a:pt x="261053" y="78368"/>
                      <a:pt x="243024" y="62008"/>
                    </a:cubicBezTo>
                    <a:cubicBezTo>
                      <a:pt x="237201" y="56526"/>
                      <a:pt x="232453" y="50004"/>
                      <a:pt x="229034" y="42773"/>
                    </a:cubicBezTo>
                    <a:cubicBezTo>
                      <a:pt x="219417" y="23538"/>
                      <a:pt x="221165" y="9548"/>
                      <a:pt x="243024" y="-70"/>
                    </a:cubicBezTo>
                    <a:cubicBezTo>
                      <a:pt x="226411" y="-70"/>
                      <a:pt x="206302" y="-70"/>
                      <a:pt x="195809" y="18291"/>
                    </a:cubicBezTo>
                    <a:cubicBezTo>
                      <a:pt x="190554" y="28259"/>
                      <a:pt x="187853" y="39372"/>
                      <a:pt x="187940" y="50642"/>
                    </a:cubicBezTo>
                    <a:cubicBezTo>
                      <a:pt x="185334" y="62087"/>
                      <a:pt x="181522" y="73227"/>
                      <a:pt x="176574" y="83867"/>
                    </a:cubicBezTo>
                    <a:cubicBezTo>
                      <a:pt x="165207" y="110972"/>
                      <a:pt x="153841" y="138951"/>
                      <a:pt x="141600" y="166056"/>
                    </a:cubicBezTo>
                    <a:cubicBezTo>
                      <a:pt x="117992" y="219391"/>
                      <a:pt x="93511" y="273601"/>
                      <a:pt x="70778" y="326936"/>
                    </a:cubicBezTo>
                    <a:cubicBezTo>
                      <a:pt x="24927" y="412481"/>
                      <a:pt x="620" y="507917"/>
                      <a:pt x="-44" y="604978"/>
                    </a:cubicBezTo>
                    <a:cubicBezTo>
                      <a:pt x="8035" y="733908"/>
                      <a:pt x="42562" y="859806"/>
                      <a:pt x="101380" y="974826"/>
                    </a:cubicBezTo>
                    <a:cubicBezTo>
                      <a:pt x="121394" y="1015859"/>
                      <a:pt x="145403" y="1054802"/>
                      <a:pt x="173076" y="1091114"/>
                    </a:cubicBezTo>
                    <a:cubicBezTo>
                      <a:pt x="186847" y="1115403"/>
                      <a:pt x="209877" y="1133065"/>
                      <a:pt x="236904" y="1140077"/>
                    </a:cubicBezTo>
                    <a:cubicBezTo>
                      <a:pt x="252397" y="1140025"/>
                      <a:pt x="267759" y="1137358"/>
                      <a:pt x="282370" y="1132208"/>
                    </a:cubicBezTo>
                    <a:lnTo>
                      <a:pt x="339202" y="1118218"/>
                    </a:lnTo>
                    <a:cubicBezTo>
                      <a:pt x="343032" y="1121288"/>
                      <a:pt x="348488" y="1121288"/>
                      <a:pt x="352317" y="1118218"/>
                    </a:cubicBezTo>
                    <a:cubicBezTo>
                      <a:pt x="399532" y="1106852"/>
                      <a:pt x="445872" y="1094611"/>
                      <a:pt x="493087" y="1081496"/>
                    </a:cubicBezTo>
                    <a:lnTo>
                      <a:pt x="563035" y="1062260"/>
                    </a:lnTo>
                    <a:cubicBezTo>
                      <a:pt x="579735" y="1056796"/>
                      <a:pt x="597073" y="1053560"/>
                      <a:pt x="614621" y="1052642"/>
                    </a:cubicBezTo>
                    <a:cubicBezTo>
                      <a:pt x="623146" y="1052704"/>
                      <a:pt x="631452" y="1049941"/>
                      <a:pt x="638228" y="1044774"/>
                    </a:cubicBezTo>
                    <a:cubicBezTo>
                      <a:pt x="656196" y="1035767"/>
                      <a:pt x="675318" y="1029298"/>
                      <a:pt x="695061" y="1025538"/>
                    </a:cubicBezTo>
                    <a:lnTo>
                      <a:pt x="765883" y="1004554"/>
                    </a:lnTo>
                    <a:lnTo>
                      <a:pt x="909275" y="961710"/>
                    </a:lnTo>
                    <a:lnTo>
                      <a:pt x="1019443" y="928485"/>
                    </a:lnTo>
                    <a:cubicBezTo>
                      <a:pt x="1036930" y="923240"/>
                      <a:pt x="1056166" y="918868"/>
                      <a:pt x="1073653" y="911873"/>
                    </a:cubicBezTo>
                    <a:cubicBezTo>
                      <a:pt x="1085561" y="910535"/>
                      <a:pt x="1097592" y="910535"/>
                      <a:pt x="1109501" y="911873"/>
                    </a:cubicBezTo>
                    <a:cubicBezTo>
                      <a:pt x="1118244" y="911873"/>
                      <a:pt x="1123490" y="900506"/>
                      <a:pt x="1132234" y="897883"/>
                    </a:cubicBezTo>
                    <a:cubicBezTo>
                      <a:pt x="1140977" y="895261"/>
                      <a:pt x="1152344" y="892637"/>
                      <a:pt x="1161087" y="890014"/>
                    </a:cubicBezTo>
                    <a:lnTo>
                      <a:pt x="1226663" y="870778"/>
                    </a:lnTo>
                    <a:lnTo>
                      <a:pt x="1358689" y="833182"/>
                    </a:lnTo>
                    <a:lnTo>
                      <a:pt x="1402407" y="820941"/>
                    </a:lnTo>
                    <a:cubicBezTo>
                      <a:pt x="1407661" y="820819"/>
                      <a:pt x="1412785" y="819315"/>
                      <a:pt x="1417271" y="816569"/>
                    </a:cubicBezTo>
                    <a:cubicBezTo>
                      <a:pt x="1546674" y="780721"/>
                      <a:pt x="1679574" y="744873"/>
                      <a:pt x="1806355" y="705527"/>
                    </a:cubicBezTo>
                    <a:lnTo>
                      <a:pt x="1811600" y="705527"/>
                    </a:lnTo>
                    <a:cubicBezTo>
                      <a:pt x="1816322" y="707958"/>
                      <a:pt x="1822119" y="706095"/>
                      <a:pt x="1824550" y="701365"/>
                    </a:cubicBezTo>
                    <a:cubicBezTo>
                      <a:pt x="1825144" y="700211"/>
                      <a:pt x="1825494" y="698952"/>
                      <a:pt x="1825590" y="697658"/>
                    </a:cubicBezTo>
                    <a:lnTo>
                      <a:pt x="1904282" y="671428"/>
                    </a:lnTo>
                    <a:cubicBezTo>
                      <a:pt x="1990728" y="645189"/>
                      <a:pt x="2075181" y="612751"/>
                      <a:pt x="2156968" y="574375"/>
                    </a:cubicBezTo>
                    <a:lnTo>
                      <a:pt x="2163088" y="574375"/>
                    </a:lnTo>
                    <a:lnTo>
                      <a:pt x="2163088" y="574375"/>
                    </a:lnTo>
                    <a:cubicBezTo>
                      <a:pt x="2168631" y="577313"/>
                      <a:pt x="2175512" y="575206"/>
                      <a:pt x="2178450" y="569654"/>
                    </a:cubicBezTo>
                    <a:cubicBezTo>
                      <a:pt x="2179534" y="567617"/>
                      <a:pt x="2179972" y="565300"/>
                      <a:pt x="2179700" y="563009"/>
                    </a:cubicBezTo>
                    <a:cubicBezTo>
                      <a:pt x="2244463" y="523139"/>
                      <a:pt x="2298961" y="468641"/>
                      <a:pt x="2338831" y="403878"/>
                    </a:cubicBezTo>
                    <a:close/>
                    <a:moveTo>
                      <a:pt x="222914" y="99605"/>
                    </a:moveTo>
                    <a:cubicBezTo>
                      <a:pt x="252546" y="128984"/>
                      <a:pt x="285736" y="154541"/>
                      <a:pt x="321715" y="175674"/>
                    </a:cubicBezTo>
                    <a:cubicBezTo>
                      <a:pt x="409150" y="235129"/>
                      <a:pt x="488715" y="299831"/>
                      <a:pt x="574401" y="359286"/>
                    </a:cubicBezTo>
                    <a:cubicBezTo>
                      <a:pt x="528935" y="425737"/>
                      <a:pt x="486967" y="493935"/>
                      <a:pt x="441500" y="561260"/>
                    </a:cubicBezTo>
                    <a:cubicBezTo>
                      <a:pt x="397381" y="622124"/>
                      <a:pt x="358752" y="686790"/>
                      <a:pt x="326087" y="754491"/>
                    </a:cubicBezTo>
                    <a:cubicBezTo>
                      <a:pt x="326087" y="762360"/>
                      <a:pt x="319966" y="770229"/>
                      <a:pt x="316469" y="778972"/>
                    </a:cubicBezTo>
                    <a:cubicBezTo>
                      <a:pt x="264008" y="737004"/>
                      <a:pt x="212422" y="691538"/>
                      <a:pt x="160836" y="651318"/>
                    </a:cubicBezTo>
                    <a:cubicBezTo>
                      <a:pt x="126587" y="624021"/>
                      <a:pt x="93895" y="594835"/>
                      <a:pt x="62909" y="563883"/>
                    </a:cubicBezTo>
                    <a:cubicBezTo>
                      <a:pt x="53291" y="553391"/>
                      <a:pt x="44547" y="542025"/>
                      <a:pt x="35804" y="530658"/>
                    </a:cubicBezTo>
                    <a:cubicBezTo>
                      <a:pt x="50676" y="461262"/>
                      <a:pt x="74179" y="393998"/>
                      <a:pt x="105752" y="330433"/>
                    </a:cubicBezTo>
                    <a:cubicBezTo>
                      <a:pt x="140726" y="249993"/>
                      <a:pt x="178322" y="169553"/>
                      <a:pt x="211547" y="88239"/>
                    </a:cubicBezTo>
                    <a:close/>
                    <a:moveTo>
                      <a:pt x="1127862" y="624213"/>
                    </a:moveTo>
                    <a:lnTo>
                      <a:pt x="1109501" y="614596"/>
                    </a:lnTo>
                    <a:cubicBezTo>
                      <a:pt x="1154093" y="548145"/>
                      <a:pt x="1204805" y="486067"/>
                      <a:pt x="1249396" y="419616"/>
                    </a:cubicBezTo>
                    <a:cubicBezTo>
                      <a:pt x="1361313" y="468579"/>
                      <a:pt x="1469731" y="527161"/>
                      <a:pt x="1578150" y="583119"/>
                    </a:cubicBezTo>
                    <a:lnTo>
                      <a:pt x="1665585" y="632082"/>
                    </a:lnTo>
                    <a:cubicBezTo>
                      <a:pt x="1690066" y="645198"/>
                      <a:pt x="1717171" y="653941"/>
                      <a:pt x="1739904" y="667930"/>
                    </a:cubicBezTo>
                    <a:cubicBezTo>
                      <a:pt x="1745150" y="684543"/>
                      <a:pt x="1688318" y="702030"/>
                      <a:pt x="1677826" y="704653"/>
                    </a:cubicBezTo>
                    <a:lnTo>
                      <a:pt x="1562412" y="736130"/>
                    </a:lnTo>
                    <a:cubicBezTo>
                      <a:pt x="1517645" y="751098"/>
                      <a:pt x="1470562" y="757910"/>
                      <a:pt x="1423391" y="756239"/>
                    </a:cubicBezTo>
                    <a:lnTo>
                      <a:pt x="1408527" y="756239"/>
                    </a:lnTo>
                    <a:cubicBezTo>
                      <a:pt x="1374218" y="747312"/>
                      <a:pt x="1341281" y="733786"/>
                      <a:pt x="1310600" y="716019"/>
                    </a:cubicBezTo>
                    <a:cubicBezTo>
                      <a:pt x="1250271" y="687166"/>
                      <a:pt x="1189066" y="654815"/>
                      <a:pt x="1125239" y="622464"/>
                    </a:cubicBezTo>
                    <a:close/>
                    <a:moveTo>
                      <a:pt x="1714548" y="624213"/>
                    </a:moveTo>
                    <a:cubicBezTo>
                      <a:pt x="1665585" y="598857"/>
                      <a:pt x="1618370" y="571752"/>
                      <a:pt x="1570281" y="547271"/>
                    </a:cubicBezTo>
                    <a:cubicBezTo>
                      <a:pt x="1468857" y="494810"/>
                      <a:pt x="1368307" y="440600"/>
                      <a:pt x="1263386" y="394260"/>
                    </a:cubicBezTo>
                    <a:cubicBezTo>
                      <a:pt x="1307977" y="327810"/>
                      <a:pt x="1356066" y="264857"/>
                      <a:pt x="1405904" y="201904"/>
                    </a:cubicBezTo>
                    <a:cubicBezTo>
                      <a:pt x="1539679" y="275349"/>
                      <a:pt x="1677826" y="338302"/>
                      <a:pt x="1815972" y="401255"/>
                    </a:cubicBezTo>
                    <a:lnTo>
                      <a:pt x="1980349" y="475574"/>
                    </a:lnTo>
                    <a:cubicBezTo>
                      <a:pt x="2006580" y="486941"/>
                      <a:pt x="2031936" y="499181"/>
                      <a:pt x="2059041" y="509674"/>
                    </a:cubicBezTo>
                    <a:cubicBezTo>
                      <a:pt x="2072514" y="514325"/>
                      <a:pt x="2085419" y="520490"/>
                      <a:pt x="2097512" y="528035"/>
                    </a:cubicBezTo>
                    <a:cubicBezTo>
                      <a:pt x="2098290" y="531192"/>
                      <a:pt x="2098290" y="534496"/>
                      <a:pt x="2097512" y="537653"/>
                    </a:cubicBezTo>
                    <a:cubicBezTo>
                      <a:pt x="2097993" y="539664"/>
                      <a:pt x="2097993" y="541763"/>
                      <a:pt x="2097512" y="543773"/>
                    </a:cubicBezTo>
                    <a:cubicBezTo>
                      <a:pt x="2097512" y="551643"/>
                      <a:pt x="2085271" y="556014"/>
                      <a:pt x="2078276" y="559511"/>
                    </a:cubicBezTo>
                    <a:cubicBezTo>
                      <a:pt x="2055543" y="570004"/>
                      <a:pt x="2031936" y="579622"/>
                      <a:pt x="2010951" y="591862"/>
                    </a:cubicBezTo>
                    <a:cubicBezTo>
                      <a:pt x="1990002" y="602494"/>
                      <a:pt x="1968030" y="610993"/>
                      <a:pt x="1945375" y="617219"/>
                    </a:cubicBezTo>
                    <a:cubicBezTo>
                      <a:pt x="1922669" y="626784"/>
                      <a:pt x="1899289" y="634671"/>
                      <a:pt x="1875428" y="640826"/>
                    </a:cubicBezTo>
                    <a:cubicBezTo>
                      <a:pt x="1851908" y="649482"/>
                      <a:pt x="1827042" y="653915"/>
                      <a:pt x="1801983" y="653941"/>
                    </a:cubicBezTo>
                    <a:cubicBezTo>
                      <a:pt x="1771249" y="650610"/>
                      <a:pt x="1741504" y="641096"/>
                      <a:pt x="1714548" y="625962"/>
                    </a:cubicBezTo>
                    <a:close/>
                    <a:moveTo>
                      <a:pt x="1057914" y="750119"/>
                    </a:moveTo>
                    <a:cubicBezTo>
                      <a:pt x="1064909" y="784218"/>
                      <a:pt x="1096385" y="831433"/>
                      <a:pt x="1072778" y="863784"/>
                    </a:cubicBezTo>
                    <a:cubicBezTo>
                      <a:pt x="1049171" y="896134"/>
                      <a:pt x="1013323" y="892637"/>
                      <a:pt x="985344" y="900506"/>
                    </a:cubicBezTo>
                    <a:lnTo>
                      <a:pt x="870804" y="935480"/>
                    </a:lnTo>
                    <a:lnTo>
                      <a:pt x="757139" y="969580"/>
                    </a:lnTo>
                    <a:lnTo>
                      <a:pt x="698558" y="986193"/>
                    </a:lnTo>
                    <a:cubicBezTo>
                      <a:pt x="688066" y="986193"/>
                      <a:pt x="652218" y="1006302"/>
                      <a:pt x="642600" y="1002805"/>
                    </a:cubicBezTo>
                    <a:cubicBezTo>
                      <a:pt x="532983" y="949496"/>
                      <a:pt x="431673" y="880580"/>
                      <a:pt x="341825" y="798208"/>
                    </a:cubicBezTo>
                    <a:cubicBezTo>
                      <a:pt x="341825" y="784218"/>
                      <a:pt x="351443" y="770229"/>
                      <a:pt x="356689" y="757114"/>
                    </a:cubicBezTo>
                    <a:cubicBezTo>
                      <a:pt x="389984" y="690209"/>
                      <a:pt x="429190" y="626416"/>
                      <a:pt x="473851" y="566506"/>
                    </a:cubicBezTo>
                    <a:cubicBezTo>
                      <a:pt x="515820" y="503553"/>
                      <a:pt x="556040" y="438852"/>
                      <a:pt x="598883" y="375024"/>
                    </a:cubicBezTo>
                    <a:cubicBezTo>
                      <a:pt x="616370" y="387265"/>
                      <a:pt x="632982" y="398632"/>
                      <a:pt x="651344" y="409124"/>
                    </a:cubicBezTo>
                    <a:cubicBezTo>
                      <a:pt x="778998" y="488690"/>
                      <a:pt x="913647" y="558637"/>
                      <a:pt x="1045674" y="631208"/>
                    </a:cubicBezTo>
                    <a:lnTo>
                      <a:pt x="1060537" y="639077"/>
                    </a:lnTo>
                    <a:cubicBezTo>
                      <a:pt x="1047221" y="675353"/>
                      <a:pt x="1046303" y="715014"/>
                      <a:pt x="1057914" y="751868"/>
                    </a:cubicBezTo>
                    <a:close/>
                    <a:moveTo>
                      <a:pt x="31432" y="601480"/>
                    </a:moveTo>
                    <a:cubicBezTo>
                      <a:pt x="30558" y="588085"/>
                      <a:pt x="30558" y="574655"/>
                      <a:pt x="31432" y="561260"/>
                    </a:cubicBezTo>
                    <a:lnTo>
                      <a:pt x="49794" y="581370"/>
                    </a:lnTo>
                    <a:cubicBezTo>
                      <a:pt x="77458" y="610302"/>
                      <a:pt x="106644" y="637730"/>
                      <a:pt x="137228" y="663559"/>
                    </a:cubicBezTo>
                    <a:cubicBezTo>
                      <a:pt x="192312" y="709899"/>
                      <a:pt x="248270" y="756239"/>
                      <a:pt x="305102" y="800831"/>
                    </a:cubicBezTo>
                    <a:lnTo>
                      <a:pt x="305102" y="800831"/>
                    </a:lnTo>
                    <a:cubicBezTo>
                      <a:pt x="305102" y="810449"/>
                      <a:pt x="292862" y="855041"/>
                      <a:pt x="291987" y="860287"/>
                    </a:cubicBezTo>
                    <a:cubicBezTo>
                      <a:pt x="285579" y="905525"/>
                      <a:pt x="285579" y="951446"/>
                      <a:pt x="291987" y="996684"/>
                    </a:cubicBezTo>
                    <a:cubicBezTo>
                      <a:pt x="298930" y="1016147"/>
                      <a:pt x="303345" y="1036423"/>
                      <a:pt x="305102" y="1057014"/>
                    </a:cubicBezTo>
                    <a:cubicBezTo>
                      <a:pt x="305041" y="1064306"/>
                      <a:pt x="302585" y="1071371"/>
                      <a:pt x="298108" y="1077124"/>
                    </a:cubicBezTo>
                    <a:cubicBezTo>
                      <a:pt x="278557" y="1105532"/>
                      <a:pt x="240340" y="1113934"/>
                      <a:pt x="210673" y="1096360"/>
                    </a:cubicBezTo>
                    <a:cubicBezTo>
                      <a:pt x="172001" y="1061535"/>
                      <a:pt x="142054" y="1018106"/>
                      <a:pt x="123239" y="969580"/>
                    </a:cubicBezTo>
                    <a:cubicBezTo>
                      <a:pt x="68137" y="854324"/>
                      <a:pt x="36914" y="729117"/>
                      <a:pt x="31432" y="601480"/>
                    </a:cubicBezTo>
                    <a:close/>
                    <a:moveTo>
                      <a:pt x="338328" y="824438"/>
                    </a:moveTo>
                    <a:lnTo>
                      <a:pt x="481720" y="934606"/>
                    </a:lnTo>
                    <a:cubicBezTo>
                      <a:pt x="502705" y="950344"/>
                      <a:pt x="523689" y="965208"/>
                      <a:pt x="546422" y="980072"/>
                    </a:cubicBezTo>
                    <a:cubicBezTo>
                      <a:pt x="556302" y="984820"/>
                      <a:pt x="565929" y="990074"/>
                      <a:pt x="575275" y="995810"/>
                    </a:cubicBezTo>
                    <a:lnTo>
                      <a:pt x="575275" y="995810"/>
                    </a:lnTo>
                    <a:cubicBezTo>
                      <a:pt x="585768" y="1028161"/>
                      <a:pt x="495710" y="1041276"/>
                      <a:pt x="477349" y="1046522"/>
                    </a:cubicBezTo>
                    <a:cubicBezTo>
                      <a:pt x="458987" y="1051769"/>
                      <a:pt x="370678" y="1076250"/>
                      <a:pt x="349694" y="1079748"/>
                    </a:cubicBezTo>
                    <a:cubicBezTo>
                      <a:pt x="319853" y="997812"/>
                      <a:pt x="315883" y="908699"/>
                      <a:pt x="338328" y="824438"/>
                    </a:cubicBezTo>
                    <a:close/>
                    <a:moveTo>
                      <a:pt x="1097260" y="780721"/>
                    </a:moveTo>
                    <a:cubicBezTo>
                      <a:pt x="1079458" y="741279"/>
                      <a:pt x="1077578" y="696487"/>
                      <a:pt x="1092014" y="655689"/>
                    </a:cubicBezTo>
                    <a:cubicBezTo>
                      <a:pt x="1102733" y="659825"/>
                      <a:pt x="1113243" y="664494"/>
                      <a:pt x="1123490" y="669679"/>
                    </a:cubicBezTo>
                    <a:cubicBezTo>
                      <a:pt x="1175951" y="699407"/>
                      <a:pt x="1229286" y="725637"/>
                      <a:pt x="1281747" y="757114"/>
                    </a:cubicBezTo>
                    <a:cubicBezTo>
                      <a:pt x="1297957" y="765297"/>
                      <a:pt x="1313722" y="774347"/>
                      <a:pt x="1328962" y="784218"/>
                    </a:cubicBezTo>
                    <a:lnTo>
                      <a:pt x="1328962" y="784218"/>
                    </a:lnTo>
                    <a:cubicBezTo>
                      <a:pt x="1328962" y="791213"/>
                      <a:pt x="1328962" y="798208"/>
                      <a:pt x="1322841" y="804329"/>
                    </a:cubicBezTo>
                    <a:cubicBezTo>
                      <a:pt x="1311615" y="809137"/>
                      <a:pt x="1299881" y="812652"/>
                      <a:pt x="1287867" y="814820"/>
                    </a:cubicBezTo>
                    <a:lnTo>
                      <a:pt x="1247648" y="826187"/>
                    </a:lnTo>
                    <a:lnTo>
                      <a:pt x="1125239" y="862035"/>
                    </a:lnTo>
                    <a:cubicBezTo>
                      <a:pt x="1112998" y="834930"/>
                      <a:pt x="1103380" y="807826"/>
                      <a:pt x="1095511" y="780721"/>
                    </a:cubicBezTo>
                    <a:close/>
                  </a:path>
                </a:pathLst>
              </a:custGeom>
              <a:solidFill>
                <a:schemeClr val="bg1"/>
              </a:solidFill>
              <a:ln w="87213" cap="flat">
                <a:noFill/>
                <a:prstDash val="solid"/>
                <a:miter/>
              </a:ln>
            </p:spPr>
            <p:txBody>
              <a:bodyPr rtlCol="0" anchor="ctr"/>
              <a:lstStyle/>
              <a:p>
                <a:endParaRPr lang="en-IN" dirty="0"/>
              </a:p>
            </p:txBody>
          </p:sp>
          <p:grpSp>
            <p:nvGrpSpPr>
              <p:cNvPr id="32" name="Graphic 15">
                <a:extLst>
                  <a:ext uri="{FF2B5EF4-FFF2-40B4-BE49-F238E27FC236}">
                    <a16:creationId xmlns:a16="http://schemas.microsoft.com/office/drawing/2014/main" id="{D09B685B-4AA1-1783-D4DA-CD037664E205}"/>
                  </a:ext>
                </a:extLst>
              </p:cNvPr>
              <p:cNvGrpSpPr/>
              <p:nvPr/>
            </p:nvGrpSpPr>
            <p:grpSpPr>
              <a:xfrm>
                <a:off x="2220034" y="3824455"/>
                <a:ext cx="1084687" cy="836790"/>
                <a:chOff x="2220034" y="3824455"/>
                <a:chExt cx="1084687" cy="836790"/>
              </a:xfrm>
            </p:grpSpPr>
            <p:sp>
              <p:nvSpPr>
                <p:cNvPr id="33" name="Freeform: Shape 32">
                  <a:extLst>
                    <a:ext uri="{FF2B5EF4-FFF2-40B4-BE49-F238E27FC236}">
                      <a16:creationId xmlns:a16="http://schemas.microsoft.com/office/drawing/2014/main" id="{61BD4D05-0A90-9069-F839-5767AA24C124}"/>
                    </a:ext>
                  </a:extLst>
                </p:cNvPr>
                <p:cNvSpPr/>
                <p:nvPr/>
              </p:nvSpPr>
              <p:spPr>
                <a:xfrm>
                  <a:off x="2220034" y="3824455"/>
                  <a:ext cx="1083872" cy="836790"/>
                </a:xfrm>
                <a:custGeom>
                  <a:avLst/>
                  <a:gdLst>
                    <a:gd name="connsiteX0" fmla="*/ 632453 w 1083872"/>
                    <a:gd name="connsiteY0" fmla="*/ 278438 h 836790"/>
                    <a:gd name="connsiteX1" fmla="*/ 1031155 w 1083872"/>
                    <a:gd name="connsiteY1" fmla="*/ 534621 h 836790"/>
                    <a:gd name="connsiteX2" fmla="*/ 1076621 w 1083872"/>
                    <a:gd name="connsiteY2" fmla="*/ 583584 h 836790"/>
                    <a:gd name="connsiteX3" fmla="*/ 1076621 w 1083872"/>
                    <a:gd name="connsiteY3" fmla="*/ 650909 h 836790"/>
                    <a:gd name="connsiteX4" fmla="*/ 1056511 w 1083872"/>
                    <a:gd name="connsiteY4" fmla="*/ 688506 h 836790"/>
                    <a:gd name="connsiteX5" fmla="*/ 994432 w 1083872"/>
                    <a:gd name="connsiteY5" fmla="*/ 785558 h 836790"/>
                    <a:gd name="connsiteX6" fmla="*/ 966453 w 1083872"/>
                    <a:gd name="connsiteY6" fmla="*/ 817909 h 836790"/>
                    <a:gd name="connsiteX7" fmla="*/ 879019 w 1083872"/>
                    <a:gd name="connsiteY7" fmla="*/ 830150 h 836790"/>
                    <a:gd name="connsiteX8" fmla="*/ 841422 w 1083872"/>
                    <a:gd name="connsiteY8" fmla="*/ 810040 h 836790"/>
                    <a:gd name="connsiteX9" fmla="*/ 57134 w 1083872"/>
                    <a:gd name="connsiteY9" fmla="*/ 308165 h 836790"/>
                    <a:gd name="connsiteX10" fmla="*/ 11668 w 1083872"/>
                    <a:gd name="connsiteY10" fmla="*/ 263574 h 836790"/>
                    <a:gd name="connsiteX11" fmla="*/ 11668 w 1083872"/>
                    <a:gd name="connsiteY11" fmla="*/ 176139 h 836790"/>
                    <a:gd name="connsiteX12" fmla="*/ 91233 w 1083872"/>
                    <a:gd name="connsiteY12" fmla="*/ 51107 h 836790"/>
                    <a:gd name="connsiteX13" fmla="*/ 135825 w 1083872"/>
                    <a:gd name="connsiteY13" fmla="*/ 8265 h 836790"/>
                    <a:gd name="connsiteX14" fmla="*/ 217139 w 1083872"/>
                    <a:gd name="connsiteY14" fmla="*/ 13511 h 836790"/>
                    <a:gd name="connsiteX15" fmla="*/ 521412 w 1083872"/>
                    <a:gd name="connsiteY15" fmla="*/ 206741 h 83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872" h="836790">
                      <a:moveTo>
                        <a:pt x="632453" y="278438"/>
                      </a:moveTo>
                      <a:lnTo>
                        <a:pt x="1031155" y="534621"/>
                      </a:lnTo>
                      <a:cubicBezTo>
                        <a:pt x="1050741" y="546180"/>
                        <a:pt x="1066540" y="563195"/>
                        <a:pt x="1076621" y="583584"/>
                      </a:cubicBezTo>
                      <a:cubicBezTo>
                        <a:pt x="1086230" y="604997"/>
                        <a:pt x="1086230" y="629496"/>
                        <a:pt x="1076621" y="650909"/>
                      </a:cubicBezTo>
                      <a:cubicBezTo>
                        <a:pt x="1071323" y="664137"/>
                        <a:pt x="1064573" y="676746"/>
                        <a:pt x="1056511" y="688506"/>
                      </a:cubicBezTo>
                      <a:cubicBezTo>
                        <a:pt x="1036401" y="720857"/>
                        <a:pt x="1015417" y="753207"/>
                        <a:pt x="994432" y="785558"/>
                      </a:cubicBezTo>
                      <a:cubicBezTo>
                        <a:pt x="986319" y="797327"/>
                        <a:pt x="976937" y="808177"/>
                        <a:pt x="966453" y="817909"/>
                      </a:cubicBezTo>
                      <a:cubicBezTo>
                        <a:pt x="941657" y="837486"/>
                        <a:pt x="908240" y="842163"/>
                        <a:pt x="879019" y="830150"/>
                      </a:cubicBezTo>
                      <a:cubicBezTo>
                        <a:pt x="865790" y="824851"/>
                        <a:pt x="853182" y="818101"/>
                        <a:pt x="841422" y="810040"/>
                      </a:cubicBezTo>
                      <a:lnTo>
                        <a:pt x="57134" y="308165"/>
                      </a:lnTo>
                      <a:cubicBezTo>
                        <a:pt x="38711" y="297044"/>
                        <a:pt x="23139" y="281777"/>
                        <a:pt x="11668" y="263574"/>
                      </a:cubicBezTo>
                      <a:cubicBezTo>
                        <a:pt x="-3948" y="236522"/>
                        <a:pt x="-3948" y="203191"/>
                        <a:pt x="11668" y="176139"/>
                      </a:cubicBezTo>
                      <a:cubicBezTo>
                        <a:pt x="35275" y="132422"/>
                        <a:pt x="64128" y="88704"/>
                        <a:pt x="91233" y="51107"/>
                      </a:cubicBezTo>
                      <a:cubicBezTo>
                        <a:pt x="101498" y="32703"/>
                        <a:pt x="117027" y="17787"/>
                        <a:pt x="135825" y="8265"/>
                      </a:cubicBezTo>
                      <a:cubicBezTo>
                        <a:pt x="161950" y="-4492"/>
                        <a:pt x="192867" y="-2499"/>
                        <a:pt x="217139" y="13511"/>
                      </a:cubicBezTo>
                      <a:cubicBezTo>
                        <a:pt x="320312" y="74715"/>
                        <a:pt x="419987" y="142914"/>
                        <a:pt x="521412" y="206741"/>
                      </a:cubicBezTo>
                      <a:close/>
                    </a:path>
                  </a:pathLst>
                </a:custGeom>
                <a:solidFill>
                  <a:srgbClr val="FBFBFC"/>
                </a:solidFill>
                <a:ln w="87213" cap="flat">
                  <a:noFill/>
                  <a:prstDash val="solid"/>
                  <a:miter/>
                </a:ln>
              </p:spPr>
              <p:txBody>
                <a:bodyPr rtlCol="0" anchor="ctr"/>
                <a:lstStyle/>
                <a:p>
                  <a:endParaRPr lang="en-IN" dirty="0"/>
                </a:p>
              </p:txBody>
            </p:sp>
            <p:sp>
              <p:nvSpPr>
                <p:cNvPr id="34" name="Freeform: Shape 33">
                  <a:extLst>
                    <a:ext uri="{FF2B5EF4-FFF2-40B4-BE49-F238E27FC236}">
                      <a16:creationId xmlns:a16="http://schemas.microsoft.com/office/drawing/2014/main" id="{A0AA8F9A-D3AA-FFD9-C9A1-9A40A72F27D3}"/>
                    </a:ext>
                  </a:extLst>
                </p:cNvPr>
                <p:cNvSpPr/>
                <p:nvPr/>
              </p:nvSpPr>
              <p:spPr>
                <a:xfrm>
                  <a:off x="2224991" y="3829524"/>
                  <a:ext cx="1042661" cy="822182"/>
                </a:xfrm>
                <a:custGeom>
                  <a:avLst/>
                  <a:gdLst>
                    <a:gd name="connsiteX0" fmla="*/ 88025 w 1042661"/>
                    <a:gd name="connsiteY0" fmla="*/ 46913 h 822182"/>
                    <a:gd name="connsiteX1" fmla="*/ 95894 w 1042661"/>
                    <a:gd name="connsiteY1" fmla="*/ 37295 h 822182"/>
                    <a:gd name="connsiteX2" fmla="*/ 116004 w 1042661"/>
                    <a:gd name="connsiteY2" fmla="*/ 16311 h 822182"/>
                    <a:gd name="connsiteX3" fmla="*/ 156224 w 1042661"/>
                    <a:gd name="connsiteY3" fmla="*/ 573 h 822182"/>
                    <a:gd name="connsiteX4" fmla="*/ 164968 w 1042661"/>
                    <a:gd name="connsiteY4" fmla="*/ 573 h 822182"/>
                    <a:gd name="connsiteX5" fmla="*/ 185078 w 1042661"/>
                    <a:gd name="connsiteY5" fmla="*/ 573 h 822182"/>
                    <a:gd name="connsiteX6" fmla="*/ 212182 w 1042661"/>
                    <a:gd name="connsiteY6" fmla="*/ 11939 h 822182"/>
                    <a:gd name="connsiteX7" fmla="*/ 223549 w 1042661"/>
                    <a:gd name="connsiteY7" fmla="*/ 17186 h 822182"/>
                    <a:gd name="connsiteX8" fmla="*/ 232293 w 1042661"/>
                    <a:gd name="connsiteY8" fmla="*/ 24180 h 822182"/>
                    <a:gd name="connsiteX9" fmla="*/ 1019204 w 1042661"/>
                    <a:gd name="connsiteY9" fmla="*/ 532175 h 822182"/>
                    <a:gd name="connsiteX10" fmla="*/ 1031445 w 1042661"/>
                    <a:gd name="connsiteY10" fmla="*/ 540919 h 822182"/>
                    <a:gd name="connsiteX11" fmla="*/ 1041063 w 1042661"/>
                    <a:gd name="connsiteY11" fmla="*/ 549662 h 822182"/>
                    <a:gd name="connsiteX12" fmla="*/ 1041063 w 1042661"/>
                    <a:gd name="connsiteY12" fmla="*/ 554908 h 822182"/>
                    <a:gd name="connsiteX13" fmla="*/ 1018329 w 1042661"/>
                    <a:gd name="connsiteY13" fmla="*/ 540044 h 822182"/>
                    <a:gd name="connsiteX14" fmla="*/ 1006963 w 1042661"/>
                    <a:gd name="connsiteY14" fmla="*/ 531301 h 822182"/>
                    <a:gd name="connsiteX15" fmla="*/ 231418 w 1042661"/>
                    <a:gd name="connsiteY15" fmla="*/ 32049 h 822182"/>
                    <a:gd name="connsiteX16" fmla="*/ 170214 w 1042661"/>
                    <a:gd name="connsiteY16" fmla="*/ 7568 h 822182"/>
                    <a:gd name="connsiteX17" fmla="*/ 138738 w 1042661"/>
                    <a:gd name="connsiteY17" fmla="*/ 12814 h 822182"/>
                    <a:gd name="connsiteX18" fmla="*/ 87151 w 1042661"/>
                    <a:gd name="connsiteY18" fmla="*/ 62651 h 822182"/>
                    <a:gd name="connsiteX19" fmla="*/ 29444 w 1042661"/>
                    <a:gd name="connsiteY19" fmla="*/ 150086 h 822182"/>
                    <a:gd name="connsiteX20" fmla="*/ 9334 w 1042661"/>
                    <a:gd name="connsiteY20" fmla="*/ 194678 h 822182"/>
                    <a:gd name="connsiteX21" fmla="*/ 25947 w 1042661"/>
                    <a:gd name="connsiteY21" fmla="*/ 264625 h 822182"/>
                    <a:gd name="connsiteX22" fmla="*/ 69664 w 1042661"/>
                    <a:gd name="connsiteY22" fmla="*/ 301348 h 822182"/>
                    <a:gd name="connsiteX23" fmla="*/ 830345 w 1042661"/>
                    <a:gd name="connsiteY23" fmla="*/ 790107 h 822182"/>
                    <a:gd name="connsiteX24" fmla="*/ 881057 w 1042661"/>
                    <a:gd name="connsiteY24" fmla="*/ 814589 h 822182"/>
                    <a:gd name="connsiteX25" fmla="*/ 905539 w 1042661"/>
                    <a:gd name="connsiteY25" fmla="*/ 814589 h 822182"/>
                    <a:gd name="connsiteX26" fmla="*/ 949256 w 1042661"/>
                    <a:gd name="connsiteY26" fmla="*/ 801473 h 822182"/>
                    <a:gd name="connsiteX27" fmla="*/ 957999 w 1042661"/>
                    <a:gd name="connsiteY27" fmla="*/ 801473 h 822182"/>
                    <a:gd name="connsiteX28" fmla="*/ 937015 w 1042661"/>
                    <a:gd name="connsiteY28" fmla="*/ 818086 h 822182"/>
                    <a:gd name="connsiteX29" fmla="*/ 884555 w 1042661"/>
                    <a:gd name="connsiteY29" fmla="*/ 818086 h 822182"/>
                    <a:gd name="connsiteX30" fmla="*/ 872314 w 1042661"/>
                    <a:gd name="connsiteY30" fmla="*/ 818086 h 822182"/>
                    <a:gd name="connsiteX31" fmla="*/ 863570 w 1042661"/>
                    <a:gd name="connsiteY31" fmla="*/ 818086 h 822182"/>
                    <a:gd name="connsiteX32" fmla="*/ 852203 w 1042661"/>
                    <a:gd name="connsiteY32" fmla="*/ 812840 h 822182"/>
                    <a:gd name="connsiteX33" fmla="*/ 839963 w 1042661"/>
                    <a:gd name="connsiteY33" fmla="*/ 804971 h 822182"/>
                    <a:gd name="connsiteX34" fmla="*/ 61795 w 1042661"/>
                    <a:gd name="connsiteY34" fmla="*/ 303096 h 822182"/>
                    <a:gd name="connsiteX35" fmla="*/ 18952 w 1042661"/>
                    <a:gd name="connsiteY35" fmla="*/ 268122 h 822182"/>
                    <a:gd name="connsiteX36" fmla="*/ 4088 w 1042661"/>
                    <a:gd name="connsiteY36" fmla="*/ 190306 h 822182"/>
                    <a:gd name="connsiteX37" fmla="*/ 17203 w 1042661"/>
                    <a:gd name="connsiteY37" fmla="*/ 157081 h 822182"/>
                    <a:gd name="connsiteX38" fmla="*/ 21575 w 1042661"/>
                    <a:gd name="connsiteY38" fmla="*/ 157081 h 822182"/>
                    <a:gd name="connsiteX39" fmla="*/ 88025 w 1042661"/>
                    <a:gd name="connsiteY39" fmla="*/ 53033 h 822182"/>
                    <a:gd name="connsiteX40" fmla="*/ 88025 w 1042661"/>
                    <a:gd name="connsiteY40" fmla="*/ 46913 h 82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42661" h="822181">
                      <a:moveTo>
                        <a:pt x="88025" y="46913"/>
                      </a:moveTo>
                      <a:cubicBezTo>
                        <a:pt x="88025" y="46913"/>
                        <a:pt x="88025" y="39044"/>
                        <a:pt x="95894" y="37295"/>
                      </a:cubicBezTo>
                      <a:lnTo>
                        <a:pt x="116004" y="16311"/>
                      </a:lnTo>
                      <a:cubicBezTo>
                        <a:pt x="126820" y="5976"/>
                        <a:pt x="141273" y="319"/>
                        <a:pt x="156224" y="573"/>
                      </a:cubicBezTo>
                      <a:lnTo>
                        <a:pt x="164968" y="573"/>
                      </a:lnTo>
                      <a:cubicBezTo>
                        <a:pt x="171648" y="-284"/>
                        <a:pt x="178398" y="-284"/>
                        <a:pt x="185078" y="573"/>
                      </a:cubicBezTo>
                      <a:lnTo>
                        <a:pt x="212182" y="11939"/>
                      </a:lnTo>
                      <a:lnTo>
                        <a:pt x="223549" y="17186"/>
                      </a:lnTo>
                      <a:cubicBezTo>
                        <a:pt x="223549" y="17186"/>
                        <a:pt x="229669" y="21557"/>
                        <a:pt x="232293" y="24180"/>
                      </a:cubicBezTo>
                      <a:lnTo>
                        <a:pt x="1019204" y="532175"/>
                      </a:lnTo>
                      <a:cubicBezTo>
                        <a:pt x="1019204" y="532175"/>
                        <a:pt x="1028822" y="536547"/>
                        <a:pt x="1031445" y="540919"/>
                      </a:cubicBezTo>
                      <a:cubicBezTo>
                        <a:pt x="1034068" y="545290"/>
                        <a:pt x="1037565" y="547039"/>
                        <a:pt x="1041063" y="549662"/>
                      </a:cubicBezTo>
                      <a:cubicBezTo>
                        <a:pt x="1044560" y="552285"/>
                        <a:pt x="1041063" y="549662"/>
                        <a:pt x="1041063" y="554908"/>
                      </a:cubicBezTo>
                      <a:cubicBezTo>
                        <a:pt x="1033097" y="550571"/>
                        <a:pt x="1025490" y="545605"/>
                        <a:pt x="1018329" y="540044"/>
                      </a:cubicBezTo>
                      <a:lnTo>
                        <a:pt x="1006963" y="531301"/>
                      </a:lnTo>
                      <a:lnTo>
                        <a:pt x="231418" y="32049"/>
                      </a:lnTo>
                      <a:cubicBezTo>
                        <a:pt x="213398" y="18881"/>
                        <a:pt x="192344" y="10462"/>
                        <a:pt x="170214" y="7568"/>
                      </a:cubicBezTo>
                      <a:cubicBezTo>
                        <a:pt x="159450" y="4901"/>
                        <a:pt x="148058" y="6798"/>
                        <a:pt x="138738" y="12814"/>
                      </a:cubicBezTo>
                      <a:cubicBezTo>
                        <a:pt x="116616" y="23419"/>
                        <a:pt x="98517" y="40906"/>
                        <a:pt x="87151" y="62651"/>
                      </a:cubicBezTo>
                      <a:cubicBezTo>
                        <a:pt x="67041" y="90630"/>
                        <a:pt x="48680" y="120358"/>
                        <a:pt x="29444" y="150086"/>
                      </a:cubicBezTo>
                      <a:cubicBezTo>
                        <a:pt x="20683" y="163936"/>
                        <a:pt x="13916" y="178948"/>
                        <a:pt x="9334" y="194678"/>
                      </a:cubicBezTo>
                      <a:cubicBezTo>
                        <a:pt x="1745" y="219281"/>
                        <a:pt x="8110" y="246063"/>
                        <a:pt x="25947" y="264625"/>
                      </a:cubicBezTo>
                      <a:cubicBezTo>
                        <a:pt x="39071" y="278492"/>
                        <a:pt x="53733" y="290820"/>
                        <a:pt x="69664" y="301348"/>
                      </a:cubicBezTo>
                      <a:lnTo>
                        <a:pt x="830345" y="790107"/>
                      </a:lnTo>
                      <a:cubicBezTo>
                        <a:pt x="845865" y="800862"/>
                        <a:pt x="862975" y="809124"/>
                        <a:pt x="881057" y="814589"/>
                      </a:cubicBezTo>
                      <a:cubicBezTo>
                        <a:pt x="889171" y="815865"/>
                        <a:pt x="897425" y="815865"/>
                        <a:pt x="905539" y="814589"/>
                      </a:cubicBezTo>
                      <a:cubicBezTo>
                        <a:pt x="921312" y="816626"/>
                        <a:pt x="937207" y="811861"/>
                        <a:pt x="949256" y="801473"/>
                      </a:cubicBezTo>
                      <a:cubicBezTo>
                        <a:pt x="949256" y="801473"/>
                        <a:pt x="954502" y="801473"/>
                        <a:pt x="957999" y="801473"/>
                      </a:cubicBezTo>
                      <a:cubicBezTo>
                        <a:pt x="961497" y="801473"/>
                        <a:pt x="945758" y="814589"/>
                        <a:pt x="937015" y="818086"/>
                      </a:cubicBezTo>
                      <a:cubicBezTo>
                        <a:pt x="919939" y="823455"/>
                        <a:pt x="901630" y="823455"/>
                        <a:pt x="884555" y="818086"/>
                      </a:cubicBezTo>
                      <a:cubicBezTo>
                        <a:pt x="884555" y="818086"/>
                        <a:pt x="876685" y="818086"/>
                        <a:pt x="872314" y="818086"/>
                      </a:cubicBezTo>
                      <a:cubicBezTo>
                        <a:pt x="867942" y="818086"/>
                        <a:pt x="867068" y="818086"/>
                        <a:pt x="863570" y="818086"/>
                      </a:cubicBezTo>
                      <a:cubicBezTo>
                        <a:pt x="860073" y="818086"/>
                        <a:pt x="856575" y="812840"/>
                        <a:pt x="852203" y="812840"/>
                      </a:cubicBezTo>
                      <a:cubicBezTo>
                        <a:pt x="847316" y="811765"/>
                        <a:pt x="842971" y="808967"/>
                        <a:pt x="839963" y="804971"/>
                      </a:cubicBezTo>
                      <a:lnTo>
                        <a:pt x="61795" y="303096"/>
                      </a:lnTo>
                      <a:cubicBezTo>
                        <a:pt x="46590" y="292622"/>
                        <a:pt x="32260" y="280923"/>
                        <a:pt x="18952" y="268122"/>
                      </a:cubicBezTo>
                      <a:cubicBezTo>
                        <a:pt x="844" y="246517"/>
                        <a:pt x="-4787" y="217069"/>
                        <a:pt x="4088" y="190306"/>
                      </a:cubicBezTo>
                      <a:cubicBezTo>
                        <a:pt x="9334" y="178939"/>
                        <a:pt x="12831" y="168447"/>
                        <a:pt x="17203" y="157081"/>
                      </a:cubicBezTo>
                      <a:cubicBezTo>
                        <a:pt x="21575" y="145714"/>
                        <a:pt x="17203" y="157081"/>
                        <a:pt x="21575" y="157081"/>
                      </a:cubicBezTo>
                      <a:lnTo>
                        <a:pt x="88025" y="53033"/>
                      </a:lnTo>
                      <a:cubicBezTo>
                        <a:pt x="88506" y="51022"/>
                        <a:pt x="88506" y="48924"/>
                        <a:pt x="88025" y="46913"/>
                      </a:cubicBezTo>
                      <a:close/>
                    </a:path>
                  </a:pathLst>
                </a:custGeom>
                <a:solidFill>
                  <a:srgbClr val="FAFAFB"/>
                </a:solidFill>
                <a:ln w="87213" cap="flat">
                  <a:noFill/>
                  <a:prstDash val="solid"/>
                  <a:miter/>
                </a:ln>
              </p:spPr>
              <p:txBody>
                <a:bodyPr rtlCol="0" anchor="ctr"/>
                <a:lstStyle/>
                <a:p>
                  <a:endParaRPr lang="en-IN" dirty="0"/>
                </a:p>
              </p:txBody>
            </p:sp>
            <p:sp>
              <p:nvSpPr>
                <p:cNvPr id="35" name="Freeform: Shape 34">
                  <a:extLst>
                    <a:ext uri="{FF2B5EF4-FFF2-40B4-BE49-F238E27FC236}">
                      <a16:creationId xmlns:a16="http://schemas.microsoft.com/office/drawing/2014/main" id="{D58A9855-77EE-C3A9-1DC4-9AB3002AE029}"/>
                    </a:ext>
                  </a:extLst>
                </p:cNvPr>
                <p:cNvSpPr/>
                <p:nvPr/>
              </p:nvSpPr>
              <p:spPr>
                <a:xfrm>
                  <a:off x="2449458" y="3847653"/>
                  <a:ext cx="800026" cy="515864"/>
                </a:xfrm>
                <a:custGeom>
                  <a:avLst/>
                  <a:gdLst>
                    <a:gd name="connsiteX0" fmla="*/ 799108 w 800026"/>
                    <a:gd name="connsiteY0" fmla="*/ 515794 h 515864"/>
                    <a:gd name="connsiteX1" fmla="*/ 7825 w 800026"/>
                    <a:gd name="connsiteY1" fmla="*/ 6925 h 515864"/>
                    <a:gd name="connsiteX2" fmla="*/ -44 w 800026"/>
                    <a:gd name="connsiteY2" fmla="*/ -70 h 515864"/>
                    <a:gd name="connsiteX3" fmla="*/ 799982 w 800026"/>
                    <a:gd name="connsiteY3" fmla="*/ 514920 h 515864"/>
                    <a:gd name="connsiteX4" fmla="*/ 799982 w 800026"/>
                    <a:gd name="connsiteY4" fmla="*/ 514920 h 515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26" h="515864">
                      <a:moveTo>
                        <a:pt x="799108" y="515794"/>
                      </a:moveTo>
                      <a:lnTo>
                        <a:pt x="7825" y="6925"/>
                      </a:lnTo>
                      <a:cubicBezTo>
                        <a:pt x="7825" y="6925"/>
                        <a:pt x="830" y="6925"/>
                        <a:pt x="-44" y="-70"/>
                      </a:cubicBezTo>
                      <a:lnTo>
                        <a:pt x="799982" y="514920"/>
                      </a:lnTo>
                      <a:lnTo>
                        <a:pt x="799982" y="514920"/>
                      </a:lnTo>
                      <a:close/>
                    </a:path>
                  </a:pathLst>
                </a:custGeom>
                <a:solidFill>
                  <a:srgbClr val="FBFBFC"/>
                </a:solidFill>
                <a:ln w="87213" cap="flat">
                  <a:noFill/>
                  <a:prstDash val="solid"/>
                  <a:miter/>
                </a:ln>
              </p:spPr>
              <p:txBody>
                <a:bodyPr rtlCol="0" anchor="ctr"/>
                <a:lstStyle/>
                <a:p>
                  <a:endParaRPr lang="en-IN" dirty="0"/>
                </a:p>
              </p:txBody>
            </p:sp>
            <p:sp>
              <p:nvSpPr>
                <p:cNvPr id="36" name="Freeform: Shape 35">
                  <a:extLst>
                    <a:ext uri="{FF2B5EF4-FFF2-40B4-BE49-F238E27FC236}">
                      <a16:creationId xmlns:a16="http://schemas.microsoft.com/office/drawing/2014/main" id="{B8882094-099E-171E-62C2-A9BB8CB4FBDD}"/>
                    </a:ext>
                  </a:extLst>
                </p:cNvPr>
                <p:cNvSpPr/>
                <p:nvPr/>
              </p:nvSpPr>
              <p:spPr>
                <a:xfrm>
                  <a:off x="3122705" y="4384502"/>
                  <a:ext cx="182016" cy="271993"/>
                </a:xfrm>
                <a:custGeom>
                  <a:avLst/>
                  <a:gdLst>
                    <a:gd name="connsiteX0" fmla="*/ 152092 w 182016"/>
                    <a:gd name="connsiteY0" fmla="*/ -70 h 271993"/>
                    <a:gd name="connsiteX1" fmla="*/ 152092 w 182016"/>
                    <a:gd name="connsiteY1" fmla="*/ -70 h 271993"/>
                    <a:gd name="connsiteX2" fmla="*/ 177448 w 182016"/>
                    <a:gd name="connsiteY2" fmla="*/ 87365 h 271993"/>
                    <a:gd name="connsiteX3" fmla="*/ 161710 w 182016"/>
                    <a:gd name="connsiteY3" fmla="*/ 120590 h 271993"/>
                    <a:gd name="connsiteX4" fmla="*/ 100506 w 182016"/>
                    <a:gd name="connsiteY4" fmla="*/ 215893 h 271993"/>
                    <a:gd name="connsiteX5" fmla="*/ 100506 w 182016"/>
                    <a:gd name="connsiteY5" fmla="*/ 221140 h 271993"/>
                    <a:gd name="connsiteX6" fmla="*/ 58537 w 182016"/>
                    <a:gd name="connsiteY6" fmla="*/ 263108 h 271993"/>
                    <a:gd name="connsiteX7" fmla="*/ -44 w 182016"/>
                    <a:gd name="connsiteY7" fmla="*/ 268354 h 271993"/>
                    <a:gd name="connsiteX8" fmla="*/ 27060 w 182016"/>
                    <a:gd name="connsiteY8" fmla="*/ 268354 h 271993"/>
                    <a:gd name="connsiteX9" fmla="*/ 72526 w 182016"/>
                    <a:gd name="connsiteY9" fmla="*/ 246495 h 271993"/>
                    <a:gd name="connsiteX10" fmla="*/ 72526 w 182016"/>
                    <a:gd name="connsiteY10" fmla="*/ 238627 h 271993"/>
                    <a:gd name="connsiteX11" fmla="*/ 150343 w 182016"/>
                    <a:gd name="connsiteY11" fmla="*/ 123213 h 271993"/>
                    <a:gd name="connsiteX12" fmla="*/ 171328 w 182016"/>
                    <a:gd name="connsiteY12" fmla="*/ 84742 h 271993"/>
                    <a:gd name="connsiteX13" fmla="*/ 165207 w 182016"/>
                    <a:gd name="connsiteY13" fmla="*/ 15668 h 271993"/>
                    <a:gd name="connsiteX14" fmla="*/ 152092 w 182016"/>
                    <a:gd name="connsiteY14" fmla="*/ 10422 h 271993"/>
                    <a:gd name="connsiteX15" fmla="*/ 152092 w 182016"/>
                    <a:gd name="connsiteY15" fmla="*/ 3427 h 27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016" h="271993">
                      <a:moveTo>
                        <a:pt x="152092" y="-70"/>
                      </a:moveTo>
                      <a:lnTo>
                        <a:pt x="152092" y="-70"/>
                      </a:lnTo>
                      <a:cubicBezTo>
                        <a:pt x="178489" y="20573"/>
                        <a:pt x="188701" y="55801"/>
                        <a:pt x="177448" y="87365"/>
                      </a:cubicBezTo>
                      <a:cubicBezTo>
                        <a:pt x="173461" y="98994"/>
                        <a:pt x="168180" y="110142"/>
                        <a:pt x="161710" y="120590"/>
                      </a:cubicBezTo>
                      <a:lnTo>
                        <a:pt x="100506" y="215893"/>
                      </a:lnTo>
                      <a:cubicBezTo>
                        <a:pt x="100506" y="215893"/>
                        <a:pt x="100506" y="215893"/>
                        <a:pt x="100506" y="221140"/>
                      </a:cubicBezTo>
                      <a:cubicBezTo>
                        <a:pt x="89498" y="237822"/>
                        <a:pt x="75219" y="252100"/>
                        <a:pt x="58537" y="263108"/>
                      </a:cubicBezTo>
                      <a:cubicBezTo>
                        <a:pt x="40499" y="272639"/>
                        <a:pt x="19392" y="274527"/>
                        <a:pt x="-44" y="268354"/>
                      </a:cubicBezTo>
                      <a:cubicBezTo>
                        <a:pt x="8970" y="269229"/>
                        <a:pt x="18046" y="269229"/>
                        <a:pt x="27060" y="268354"/>
                      </a:cubicBezTo>
                      <a:cubicBezTo>
                        <a:pt x="44740" y="268302"/>
                        <a:pt x="61449" y="260267"/>
                        <a:pt x="72526" y="246495"/>
                      </a:cubicBezTo>
                      <a:cubicBezTo>
                        <a:pt x="71862" y="243917"/>
                        <a:pt x="71862" y="241206"/>
                        <a:pt x="72526" y="238627"/>
                      </a:cubicBezTo>
                      <a:cubicBezTo>
                        <a:pt x="100462" y="201537"/>
                        <a:pt x="126438" y="163013"/>
                        <a:pt x="150343" y="123213"/>
                      </a:cubicBezTo>
                      <a:cubicBezTo>
                        <a:pt x="158693" y="111182"/>
                        <a:pt x="165732" y="98277"/>
                        <a:pt x="171328" y="84742"/>
                      </a:cubicBezTo>
                      <a:cubicBezTo>
                        <a:pt x="182021" y="62323"/>
                        <a:pt x="179677" y="35857"/>
                        <a:pt x="165207" y="15668"/>
                      </a:cubicBezTo>
                      <a:cubicBezTo>
                        <a:pt x="165207" y="15668"/>
                        <a:pt x="152092" y="10422"/>
                        <a:pt x="152092" y="10422"/>
                      </a:cubicBezTo>
                      <a:cubicBezTo>
                        <a:pt x="152590" y="8114"/>
                        <a:pt x="152590" y="5736"/>
                        <a:pt x="152092" y="3427"/>
                      </a:cubicBezTo>
                      <a:close/>
                    </a:path>
                  </a:pathLst>
                </a:custGeom>
                <a:solidFill>
                  <a:srgbClr val="FBFBFB"/>
                </a:solidFill>
                <a:ln w="87213" cap="flat">
                  <a:noFill/>
                  <a:prstDash val="solid"/>
                  <a:miter/>
                </a:ln>
              </p:spPr>
              <p:txBody>
                <a:bodyPr rtlCol="0" anchor="ctr"/>
                <a:lstStyle/>
                <a:p>
                  <a:endParaRPr lang="en-IN" dirty="0"/>
                </a:p>
              </p:txBody>
            </p:sp>
            <p:sp>
              <p:nvSpPr>
                <p:cNvPr id="37" name="Freeform: Shape 36">
                  <a:extLst>
                    <a:ext uri="{FF2B5EF4-FFF2-40B4-BE49-F238E27FC236}">
                      <a16:creationId xmlns:a16="http://schemas.microsoft.com/office/drawing/2014/main" id="{AC928C92-C7F3-91FA-2FF2-FA82602B3F03}"/>
                    </a:ext>
                  </a:extLst>
                </p:cNvPr>
                <p:cNvSpPr/>
                <p:nvPr/>
              </p:nvSpPr>
              <p:spPr>
                <a:xfrm>
                  <a:off x="2243987" y="3876507"/>
                  <a:ext cx="69073" cy="111041"/>
                </a:xfrm>
                <a:custGeom>
                  <a:avLst/>
                  <a:gdLst>
                    <a:gd name="connsiteX0" fmla="*/ 69029 w 69073"/>
                    <a:gd name="connsiteY0" fmla="*/ -70 h 111041"/>
                    <a:gd name="connsiteX1" fmla="*/ 69029 w 69073"/>
                    <a:gd name="connsiteY1" fmla="*/ 7799 h 111041"/>
                    <a:gd name="connsiteX2" fmla="*/ 5202 w 69073"/>
                    <a:gd name="connsiteY2" fmla="*/ 105726 h 111041"/>
                    <a:gd name="connsiteX3" fmla="*/ -44 w 69073"/>
                    <a:gd name="connsiteY3" fmla="*/ 110972 h 111041"/>
                  </a:gdLst>
                  <a:ahLst/>
                  <a:cxnLst>
                    <a:cxn ang="0">
                      <a:pos x="connsiteX0" y="connsiteY0"/>
                    </a:cxn>
                    <a:cxn ang="0">
                      <a:pos x="connsiteX1" y="connsiteY1"/>
                    </a:cxn>
                    <a:cxn ang="0">
                      <a:pos x="connsiteX2" y="connsiteY2"/>
                    </a:cxn>
                    <a:cxn ang="0">
                      <a:pos x="connsiteX3" y="connsiteY3"/>
                    </a:cxn>
                  </a:cxnLst>
                  <a:rect l="l" t="t" r="r" b="b"/>
                  <a:pathLst>
                    <a:path w="69073" h="111041">
                      <a:moveTo>
                        <a:pt x="69029" y="-70"/>
                      </a:moveTo>
                      <a:cubicBezTo>
                        <a:pt x="69029" y="-70"/>
                        <a:pt x="69029" y="5176"/>
                        <a:pt x="69029" y="7799"/>
                      </a:cubicBezTo>
                      <a:cubicBezTo>
                        <a:pt x="48045" y="40150"/>
                        <a:pt x="27061" y="73375"/>
                        <a:pt x="5202" y="105726"/>
                      </a:cubicBezTo>
                      <a:cubicBezTo>
                        <a:pt x="5202" y="105726"/>
                        <a:pt x="5202" y="110972"/>
                        <a:pt x="-44" y="110972"/>
                      </a:cubicBezTo>
                      <a:close/>
                    </a:path>
                  </a:pathLst>
                </a:custGeom>
                <a:solidFill>
                  <a:srgbClr val="FBFBFC"/>
                </a:solidFill>
                <a:ln w="87213" cap="flat">
                  <a:noFill/>
                  <a:prstDash val="solid"/>
                  <a:miter/>
                </a:ln>
              </p:spPr>
              <p:txBody>
                <a:bodyPr rtlCol="0" anchor="ctr"/>
                <a:lstStyle/>
                <a:p>
                  <a:endParaRPr lang="en-IN" dirty="0"/>
                </a:p>
              </p:txBody>
            </p:sp>
            <p:sp>
              <p:nvSpPr>
                <p:cNvPr id="38" name="Freeform: Shape 37">
                  <a:extLst>
                    <a:ext uri="{FF2B5EF4-FFF2-40B4-BE49-F238E27FC236}">
                      <a16:creationId xmlns:a16="http://schemas.microsoft.com/office/drawing/2014/main" id="{428245A1-2D22-1787-A50E-DC3C06AB218E}"/>
                    </a:ext>
                  </a:extLst>
                </p:cNvPr>
                <p:cNvSpPr/>
                <p:nvPr/>
              </p:nvSpPr>
              <p:spPr>
                <a:xfrm>
                  <a:off x="3210950" y="4502539"/>
                  <a:ext cx="69136" cy="104921"/>
                </a:xfrm>
                <a:custGeom>
                  <a:avLst/>
                  <a:gdLst>
                    <a:gd name="connsiteX0" fmla="*/ 893 w 69136"/>
                    <a:gd name="connsiteY0" fmla="*/ 104851 h 104921"/>
                    <a:gd name="connsiteX1" fmla="*/ 893 w 69136"/>
                    <a:gd name="connsiteY1" fmla="*/ 97856 h 104921"/>
                    <a:gd name="connsiteX2" fmla="*/ 63846 w 69136"/>
                    <a:gd name="connsiteY2" fmla="*/ 5176 h 104921"/>
                    <a:gd name="connsiteX3" fmla="*/ 69092 w 69136"/>
                    <a:gd name="connsiteY3" fmla="*/ -70 h 104921"/>
                  </a:gdLst>
                  <a:ahLst/>
                  <a:cxnLst>
                    <a:cxn ang="0">
                      <a:pos x="connsiteX0" y="connsiteY0"/>
                    </a:cxn>
                    <a:cxn ang="0">
                      <a:pos x="connsiteX1" y="connsiteY1"/>
                    </a:cxn>
                    <a:cxn ang="0">
                      <a:pos x="connsiteX2" y="connsiteY2"/>
                    </a:cxn>
                    <a:cxn ang="0">
                      <a:pos x="connsiteX3" y="connsiteY3"/>
                    </a:cxn>
                  </a:cxnLst>
                  <a:rect l="l" t="t" r="r" b="b"/>
                  <a:pathLst>
                    <a:path w="69136" h="104921">
                      <a:moveTo>
                        <a:pt x="893" y="104851"/>
                      </a:moveTo>
                      <a:cubicBezTo>
                        <a:pt x="-357" y="102691"/>
                        <a:pt x="-357" y="100025"/>
                        <a:pt x="893" y="97856"/>
                      </a:cubicBezTo>
                      <a:lnTo>
                        <a:pt x="63846" y="5176"/>
                      </a:lnTo>
                      <a:cubicBezTo>
                        <a:pt x="63846" y="5176"/>
                        <a:pt x="63846" y="804"/>
                        <a:pt x="69092" y="-70"/>
                      </a:cubicBezTo>
                      <a:close/>
                    </a:path>
                  </a:pathLst>
                </a:custGeom>
                <a:solidFill>
                  <a:srgbClr val="FBFBFC"/>
                </a:solidFill>
                <a:ln w="87213" cap="flat">
                  <a:noFill/>
                  <a:prstDash val="solid"/>
                  <a:miter/>
                </a:ln>
              </p:spPr>
              <p:txBody>
                <a:bodyPr rtlCol="0" anchor="ctr"/>
                <a:lstStyle/>
                <a:p>
                  <a:endParaRPr lang="en-IN" dirty="0"/>
                </a:p>
              </p:txBody>
            </p:sp>
            <p:sp>
              <p:nvSpPr>
                <p:cNvPr id="39" name="Freeform: Shape 38">
                  <a:extLst>
                    <a:ext uri="{FF2B5EF4-FFF2-40B4-BE49-F238E27FC236}">
                      <a16:creationId xmlns:a16="http://schemas.microsoft.com/office/drawing/2014/main" id="{072CAD5A-3529-1242-772D-2A2A232673B4}"/>
                    </a:ext>
                  </a:extLst>
                </p:cNvPr>
                <p:cNvSpPr/>
                <p:nvPr/>
              </p:nvSpPr>
              <p:spPr>
                <a:xfrm>
                  <a:off x="2410987" y="3831041"/>
                  <a:ext cx="27104" cy="11366"/>
                </a:xfrm>
                <a:custGeom>
                  <a:avLst/>
                  <a:gdLst>
                    <a:gd name="connsiteX0" fmla="*/ 27061 w 27104"/>
                    <a:gd name="connsiteY0" fmla="*/ 11296 h 11366"/>
                    <a:gd name="connsiteX1" fmla="*/ -44 w 27104"/>
                    <a:gd name="connsiteY1" fmla="*/ -70 h 11366"/>
                    <a:gd name="connsiteX2" fmla="*/ 27061 w 27104"/>
                    <a:gd name="connsiteY2" fmla="*/ 11296 h 11366"/>
                  </a:gdLst>
                  <a:ahLst/>
                  <a:cxnLst>
                    <a:cxn ang="0">
                      <a:pos x="connsiteX0" y="connsiteY0"/>
                    </a:cxn>
                    <a:cxn ang="0">
                      <a:pos x="connsiteX1" y="connsiteY1"/>
                    </a:cxn>
                    <a:cxn ang="0">
                      <a:pos x="connsiteX2" y="connsiteY2"/>
                    </a:cxn>
                  </a:cxnLst>
                  <a:rect l="l" t="t" r="r" b="b"/>
                  <a:pathLst>
                    <a:path w="27103" h="11366">
                      <a:moveTo>
                        <a:pt x="27061" y="11296"/>
                      </a:moveTo>
                      <a:cubicBezTo>
                        <a:pt x="17670" y="8420"/>
                        <a:pt x="8594" y="4607"/>
                        <a:pt x="-44" y="-70"/>
                      </a:cubicBezTo>
                      <a:cubicBezTo>
                        <a:pt x="9722" y="1652"/>
                        <a:pt x="18990" y="5534"/>
                        <a:pt x="27061" y="11296"/>
                      </a:cubicBezTo>
                      <a:close/>
                    </a:path>
                  </a:pathLst>
                </a:custGeom>
                <a:solidFill>
                  <a:srgbClr val="FBFBFC"/>
                </a:solidFill>
                <a:ln w="87213" cap="flat">
                  <a:noFill/>
                  <a:prstDash val="solid"/>
                  <a:miter/>
                </a:ln>
              </p:spPr>
              <p:txBody>
                <a:bodyPr rtlCol="0" anchor="ctr"/>
                <a:lstStyle/>
                <a:p>
                  <a:endParaRPr lang="en-IN" dirty="0"/>
                </a:p>
              </p:txBody>
            </p:sp>
            <p:sp>
              <p:nvSpPr>
                <p:cNvPr id="40" name="Freeform: Shape 39">
                  <a:extLst>
                    <a:ext uri="{FF2B5EF4-FFF2-40B4-BE49-F238E27FC236}">
                      <a16:creationId xmlns:a16="http://schemas.microsoft.com/office/drawing/2014/main" id="{B4F22565-C7A7-6AEF-D1FE-B5236E72E96C}"/>
                    </a:ext>
                  </a:extLst>
                </p:cNvPr>
                <p:cNvSpPr/>
                <p:nvPr/>
              </p:nvSpPr>
              <p:spPr>
                <a:xfrm>
                  <a:off x="2321804" y="3845905"/>
                  <a:ext cx="20110" cy="20984"/>
                </a:xfrm>
                <a:custGeom>
                  <a:avLst/>
                  <a:gdLst>
                    <a:gd name="connsiteX0" fmla="*/ 20066 w 20110"/>
                    <a:gd name="connsiteY0" fmla="*/ -70 h 20984"/>
                    <a:gd name="connsiteX1" fmla="*/ -44 w 20110"/>
                    <a:gd name="connsiteY1" fmla="*/ 20914 h 20984"/>
                    <a:gd name="connsiteX2" fmla="*/ 20066 w 20110"/>
                    <a:gd name="connsiteY2" fmla="*/ -70 h 20984"/>
                  </a:gdLst>
                  <a:ahLst/>
                  <a:cxnLst>
                    <a:cxn ang="0">
                      <a:pos x="connsiteX0" y="connsiteY0"/>
                    </a:cxn>
                    <a:cxn ang="0">
                      <a:pos x="connsiteX1" y="connsiteY1"/>
                    </a:cxn>
                    <a:cxn ang="0">
                      <a:pos x="connsiteX2" y="connsiteY2"/>
                    </a:cxn>
                  </a:cxnLst>
                  <a:rect l="l" t="t" r="r" b="b"/>
                  <a:pathLst>
                    <a:path w="20110" h="20984">
                      <a:moveTo>
                        <a:pt x="20066" y="-70"/>
                      </a:moveTo>
                      <a:cubicBezTo>
                        <a:pt x="14278" y="7747"/>
                        <a:pt x="7528" y="14802"/>
                        <a:pt x="-44" y="20914"/>
                      </a:cubicBezTo>
                      <a:cubicBezTo>
                        <a:pt x="5010" y="12503"/>
                        <a:pt x="11873" y="5333"/>
                        <a:pt x="20066" y="-70"/>
                      </a:cubicBezTo>
                      <a:close/>
                    </a:path>
                  </a:pathLst>
                </a:custGeom>
                <a:solidFill>
                  <a:srgbClr val="FBFBFC"/>
                </a:solidFill>
                <a:ln w="87213" cap="flat">
                  <a:noFill/>
                  <a:prstDash val="solid"/>
                  <a:miter/>
                </a:ln>
              </p:spPr>
              <p:txBody>
                <a:bodyPr rtlCol="0" anchor="ctr"/>
                <a:lstStyle/>
                <a:p>
                  <a:endParaRPr lang="en-IN" dirty="0"/>
                </a:p>
              </p:txBody>
            </p:sp>
            <p:sp>
              <p:nvSpPr>
                <p:cNvPr id="41" name="Freeform: Shape 40">
                  <a:extLst>
                    <a:ext uri="{FF2B5EF4-FFF2-40B4-BE49-F238E27FC236}">
                      <a16:creationId xmlns:a16="http://schemas.microsoft.com/office/drawing/2014/main" id="{B9A3A775-995E-09DA-F2C4-B889D2109735}"/>
                    </a:ext>
                  </a:extLst>
                </p:cNvPr>
                <p:cNvSpPr/>
                <p:nvPr/>
              </p:nvSpPr>
              <p:spPr>
                <a:xfrm>
                  <a:off x="3099972" y="4651177"/>
                  <a:ext cx="12240" cy="1639"/>
                </a:xfrm>
                <a:custGeom>
                  <a:avLst/>
                  <a:gdLst>
                    <a:gd name="connsiteX0" fmla="*/ -44 w 12240"/>
                    <a:gd name="connsiteY0" fmla="*/ -70 h 1639"/>
                    <a:gd name="connsiteX1" fmla="*/ 12197 w 12240"/>
                    <a:gd name="connsiteY1" fmla="*/ -70 h 1639"/>
                    <a:gd name="connsiteX2" fmla="*/ -44 w 12240"/>
                    <a:gd name="connsiteY2" fmla="*/ -70 h 1639"/>
                  </a:gdLst>
                  <a:ahLst/>
                  <a:cxnLst>
                    <a:cxn ang="0">
                      <a:pos x="connsiteX0" y="connsiteY0"/>
                    </a:cxn>
                    <a:cxn ang="0">
                      <a:pos x="connsiteX1" y="connsiteY1"/>
                    </a:cxn>
                    <a:cxn ang="0">
                      <a:pos x="connsiteX2" y="connsiteY2"/>
                    </a:cxn>
                  </a:cxnLst>
                  <a:rect l="l" t="t" r="r" b="b"/>
                  <a:pathLst>
                    <a:path w="12240" h="1639">
                      <a:moveTo>
                        <a:pt x="-44" y="-70"/>
                      </a:moveTo>
                      <a:cubicBezTo>
                        <a:pt x="5202" y="-70"/>
                        <a:pt x="8699" y="-70"/>
                        <a:pt x="12197" y="-70"/>
                      </a:cubicBezTo>
                      <a:cubicBezTo>
                        <a:pt x="8411" y="2116"/>
                        <a:pt x="3741" y="2116"/>
                        <a:pt x="-44" y="-70"/>
                      </a:cubicBezTo>
                      <a:close/>
                    </a:path>
                  </a:pathLst>
                </a:custGeom>
                <a:solidFill>
                  <a:srgbClr val="FBFBFB"/>
                </a:solidFill>
                <a:ln w="87213" cap="flat">
                  <a:noFill/>
                  <a:prstDash val="solid"/>
                  <a:miter/>
                </a:ln>
              </p:spPr>
              <p:txBody>
                <a:bodyPr rtlCol="0" anchor="ctr"/>
                <a:lstStyle/>
                <a:p>
                  <a:endParaRPr lang="en-IN" dirty="0"/>
                </a:p>
              </p:txBody>
            </p:sp>
            <p:sp>
              <p:nvSpPr>
                <p:cNvPr id="42" name="Freeform: Shape 41">
                  <a:extLst>
                    <a:ext uri="{FF2B5EF4-FFF2-40B4-BE49-F238E27FC236}">
                      <a16:creationId xmlns:a16="http://schemas.microsoft.com/office/drawing/2014/main" id="{E21364EC-0E05-5B4F-15D9-3C286962C234}"/>
                    </a:ext>
                  </a:extLst>
                </p:cNvPr>
                <p:cNvSpPr/>
                <p:nvPr/>
              </p:nvSpPr>
              <p:spPr>
                <a:xfrm>
                  <a:off x="3248610" y="4363518"/>
                  <a:ext cx="10492" cy="8743"/>
                </a:xfrm>
                <a:custGeom>
                  <a:avLst/>
                  <a:gdLst>
                    <a:gd name="connsiteX0" fmla="*/ -44 w 10492"/>
                    <a:gd name="connsiteY0" fmla="*/ -70 h 8743"/>
                    <a:gd name="connsiteX1" fmla="*/ -44 w 10492"/>
                    <a:gd name="connsiteY1" fmla="*/ -70 h 8743"/>
                    <a:gd name="connsiteX2" fmla="*/ 10448 w 10492"/>
                    <a:gd name="connsiteY2" fmla="*/ 8673 h 8743"/>
                  </a:gdLst>
                  <a:ahLst/>
                  <a:cxnLst>
                    <a:cxn ang="0">
                      <a:pos x="connsiteX0" y="connsiteY0"/>
                    </a:cxn>
                    <a:cxn ang="0">
                      <a:pos x="connsiteX1" y="connsiteY1"/>
                    </a:cxn>
                    <a:cxn ang="0">
                      <a:pos x="connsiteX2" y="connsiteY2"/>
                    </a:cxn>
                  </a:cxnLst>
                  <a:rect l="l" t="t" r="r" b="b"/>
                  <a:pathLst>
                    <a:path w="10492" h="8743">
                      <a:moveTo>
                        <a:pt x="-44" y="-70"/>
                      </a:moveTo>
                      <a:lnTo>
                        <a:pt x="-44" y="-70"/>
                      </a:lnTo>
                      <a:cubicBezTo>
                        <a:pt x="-44" y="-70"/>
                        <a:pt x="8700" y="-70"/>
                        <a:pt x="10448" y="8673"/>
                      </a:cubicBezTo>
                      <a:close/>
                    </a:path>
                  </a:pathLst>
                </a:custGeom>
                <a:solidFill>
                  <a:srgbClr val="FBFBFB"/>
                </a:solidFill>
                <a:ln w="87213" cap="flat">
                  <a:noFill/>
                  <a:prstDash val="solid"/>
                  <a:miter/>
                </a:ln>
              </p:spPr>
              <p:txBody>
                <a:bodyPr rtlCol="0" anchor="ctr"/>
                <a:lstStyle/>
                <a:p>
                  <a:endParaRPr lang="en-IN" dirty="0"/>
                </a:p>
              </p:txBody>
            </p:sp>
            <p:sp>
              <p:nvSpPr>
                <p:cNvPr id="43" name="Freeform: Shape 42">
                  <a:extLst>
                    <a:ext uri="{FF2B5EF4-FFF2-40B4-BE49-F238E27FC236}">
                      <a16:creationId xmlns:a16="http://schemas.microsoft.com/office/drawing/2014/main" id="{E267A0C3-1BF4-BC4A-29F1-CFCA823227D9}"/>
                    </a:ext>
                  </a:extLst>
                </p:cNvPr>
                <p:cNvSpPr/>
                <p:nvPr/>
              </p:nvSpPr>
              <p:spPr>
                <a:xfrm>
                  <a:off x="3066747" y="4634565"/>
                  <a:ext cx="12240" cy="7871"/>
                </a:xfrm>
                <a:custGeom>
                  <a:avLst/>
                  <a:gdLst>
                    <a:gd name="connsiteX0" fmla="*/ -44 w 12240"/>
                    <a:gd name="connsiteY0" fmla="*/ -70 h 7871"/>
                    <a:gd name="connsiteX1" fmla="*/ 12197 w 12240"/>
                    <a:gd name="connsiteY1" fmla="*/ 7799 h 7871"/>
                    <a:gd name="connsiteX2" fmla="*/ -44 w 12240"/>
                    <a:gd name="connsiteY2" fmla="*/ -70 h 7871"/>
                  </a:gdLst>
                  <a:ahLst/>
                  <a:cxnLst>
                    <a:cxn ang="0">
                      <a:pos x="connsiteX0" y="connsiteY0"/>
                    </a:cxn>
                    <a:cxn ang="0">
                      <a:pos x="connsiteX1" y="connsiteY1"/>
                    </a:cxn>
                    <a:cxn ang="0">
                      <a:pos x="connsiteX2" y="connsiteY2"/>
                    </a:cxn>
                  </a:cxnLst>
                  <a:rect l="l" t="t" r="r" b="b"/>
                  <a:pathLst>
                    <a:path w="12240" h="7870">
                      <a:moveTo>
                        <a:pt x="-44" y="-70"/>
                      </a:moveTo>
                      <a:lnTo>
                        <a:pt x="12197" y="7799"/>
                      </a:lnTo>
                      <a:cubicBezTo>
                        <a:pt x="6898" y="7887"/>
                        <a:pt x="2072" y="4783"/>
                        <a:pt x="-44" y="-70"/>
                      </a:cubicBezTo>
                      <a:close/>
                    </a:path>
                  </a:pathLst>
                </a:custGeom>
                <a:solidFill>
                  <a:srgbClr val="FBFBFB"/>
                </a:solidFill>
                <a:ln w="87213" cap="flat">
                  <a:noFill/>
                  <a:prstDash val="solid"/>
                  <a:miter/>
                </a:ln>
              </p:spPr>
              <p:txBody>
                <a:bodyPr rtlCol="0" anchor="ctr"/>
                <a:lstStyle/>
                <a:p>
                  <a:endParaRPr lang="en-IN" dirty="0"/>
                </a:p>
              </p:txBody>
            </p:sp>
            <p:sp>
              <p:nvSpPr>
                <p:cNvPr id="44" name="Freeform: Shape 43">
                  <a:extLst>
                    <a:ext uri="{FF2B5EF4-FFF2-40B4-BE49-F238E27FC236}">
                      <a16:creationId xmlns:a16="http://schemas.microsoft.com/office/drawing/2014/main" id="{4ADB1B3E-A8D3-EF79-AF01-0ECDB23AFFCF}"/>
                    </a:ext>
                  </a:extLst>
                </p:cNvPr>
                <p:cNvSpPr/>
                <p:nvPr/>
              </p:nvSpPr>
              <p:spPr>
                <a:xfrm>
                  <a:off x="3078988" y="4642434"/>
                  <a:ext cx="12067" cy="6901"/>
                </a:xfrm>
                <a:custGeom>
                  <a:avLst/>
                  <a:gdLst>
                    <a:gd name="connsiteX0" fmla="*/ -44 w 12067"/>
                    <a:gd name="connsiteY0" fmla="*/ -70 h 6901"/>
                    <a:gd name="connsiteX1" fmla="*/ 11322 w 12067"/>
                    <a:gd name="connsiteY1" fmla="*/ 5176 h 6901"/>
                    <a:gd name="connsiteX2" fmla="*/ -44 w 12067"/>
                    <a:gd name="connsiteY2" fmla="*/ -70 h 6901"/>
                  </a:gdLst>
                  <a:ahLst/>
                  <a:cxnLst>
                    <a:cxn ang="0">
                      <a:pos x="connsiteX0" y="connsiteY0"/>
                    </a:cxn>
                    <a:cxn ang="0">
                      <a:pos x="connsiteX1" y="connsiteY1"/>
                    </a:cxn>
                    <a:cxn ang="0">
                      <a:pos x="connsiteX2" y="connsiteY2"/>
                    </a:cxn>
                  </a:cxnLst>
                  <a:rect l="l" t="t" r="r" b="b"/>
                  <a:pathLst>
                    <a:path w="12067" h="6901">
                      <a:moveTo>
                        <a:pt x="-44" y="-70"/>
                      </a:moveTo>
                      <a:cubicBezTo>
                        <a:pt x="5202" y="-70"/>
                        <a:pt x="7825" y="-70"/>
                        <a:pt x="11322" y="5176"/>
                      </a:cubicBezTo>
                      <a:cubicBezTo>
                        <a:pt x="14820" y="10422"/>
                        <a:pt x="4327" y="1678"/>
                        <a:pt x="-44" y="-70"/>
                      </a:cubicBezTo>
                      <a:close/>
                    </a:path>
                  </a:pathLst>
                </a:custGeom>
                <a:solidFill>
                  <a:srgbClr val="FBFBFB"/>
                </a:solidFill>
                <a:ln w="87213" cap="flat">
                  <a:noFill/>
                  <a:prstDash val="solid"/>
                  <a:miter/>
                </a:ln>
              </p:spPr>
              <p:txBody>
                <a:bodyPr rtlCol="0" anchor="ctr"/>
                <a:lstStyle/>
                <a:p>
                  <a:endParaRPr lang="en-IN" dirty="0"/>
                </a:p>
              </p:txBody>
            </p:sp>
            <p:sp>
              <p:nvSpPr>
                <p:cNvPr id="45" name="Freeform: Shape 44">
                  <a:extLst>
                    <a:ext uri="{FF2B5EF4-FFF2-40B4-BE49-F238E27FC236}">
                      <a16:creationId xmlns:a16="http://schemas.microsoft.com/office/drawing/2014/main" id="{9B792373-75D7-5589-3B51-EE24A8BDC511}"/>
                    </a:ext>
                  </a:extLst>
                </p:cNvPr>
                <p:cNvSpPr/>
                <p:nvPr/>
              </p:nvSpPr>
              <p:spPr>
                <a:xfrm>
                  <a:off x="2382134" y="3827968"/>
                  <a:ext cx="8743" cy="2649"/>
                </a:xfrm>
                <a:custGeom>
                  <a:avLst/>
                  <a:gdLst>
                    <a:gd name="connsiteX0" fmla="*/ 8699 w 8743"/>
                    <a:gd name="connsiteY0" fmla="*/ 1254 h 2649"/>
                    <a:gd name="connsiteX1" fmla="*/ -44 w 8743"/>
                    <a:gd name="connsiteY1" fmla="*/ 1254 h 2649"/>
                    <a:gd name="connsiteX2" fmla="*/ 8699 w 8743"/>
                    <a:gd name="connsiteY2" fmla="*/ 1254 h 2649"/>
                  </a:gdLst>
                  <a:ahLst/>
                  <a:cxnLst>
                    <a:cxn ang="0">
                      <a:pos x="connsiteX0" y="connsiteY0"/>
                    </a:cxn>
                    <a:cxn ang="0">
                      <a:pos x="connsiteX1" y="connsiteY1"/>
                    </a:cxn>
                    <a:cxn ang="0">
                      <a:pos x="connsiteX2" y="connsiteY2"/>
                    </a:cxn>
                  </a:cxnLst>
                  <a:rect l="l" t="t" r="r" b="b"/>
                  <a:pathLst>
                    <a:path w="8743" h="2649">
                      <a:moveTo>
                        <a:pt x="8699" y="1254"/>
                      </a:moveTo>
                      <a:cubicBezTo>
                        <a:pt x="6050" y="3021"/>
                        <a:pt x="2605" y="3021"/>
                        <a:pt x="-44" y="1254"/>
                      </a:cubicBezTo>
                      <a:cubicBezTo>
                        <a:pt x="2605" y="-511"/>
                        <a:pt x="6050" y="-511"/>
                        <a:pt x="8699" y="1254"/>
                      </a:cubicBezTo>
                      <a:close/>
                    </a:path>
                  </a:pathLst>
                </a:custGeom>
                <a:solidFill>
                  <a:srgbClr val="FBFBFC"/>
                </a:solidFill>
                <a:ln w="87213" cap="flat">
                  <a:noFill/>
                  <a:prstDash val="solid"/>
                  <a:miter/>
                </a:ln>
              </p:spPr>
              <p:txBody>
                <a:bodyPr rtlCol="0" anchor="ctr"/>
                <a:lstStyle/>
                <a:p>
                  <a:endParaRPr lang="en-IN" dirty="0"/>
                </a:p>
              </p:txBody>
            </p:sp>
            <p:sp>
              <p:nvSpPr>
                <p:cNvPr id="46" name="Freeform: Shape 45">
                  <a:extLst>
                    <a:ext uri="{FF2B5EF4-FFF2-40B4-BE49-F238E27FC236}">
                      <a16:creationId xmlns:a16="http://schemas.microsoft.com/office/drawing/2014/main" id="{A269F476-5FE7-B1CD-D7F5-A8AA8F7F19FC}"/>
                    </a:ext>
                  </a:extLst>
                </p:cNvPr>
                <p:cNvSpPr/>
                <p:nvPr/>
              </p:nvSpPr>
              <p:spPr>
                <a:xfrm>
                  <a:off x="3090354" y="4647680"/>
                  <a:ext cx="9228" cy="777"/>
                </a:xfrm>
                <a:custGeom>
                  <a:avLst/>
                  <a:gdLst>
                    <a:gd name="connsiteX0" fmla="*/ -44 w 9228"/>
                    <a:gd name="connsiteY0" fmla="*/ -70 h 777"/>
                    <a:gd name="connsiteX1" fmla="*/ 8699 w 9228"/>
                    <a:gd name="connsiteY1" fmla="*/ -70 h 777"/>
                    <a:gd name="connsiteX2" fmla="*/ -44 w 9228"/>
                    <a:gd name="connsiteY2" fmla="*/ -70 h 777"/>
                  </a:gdLst>
                  <a:ahLst/>
                  <a:cxnLst>
                    <a:cxn ang="0">
                      <a:pos x="connsiteX0" y="connsiteY0"/>
                    </a:cxn>
                    <a:cxn ang="0">
                      <a:pos x="connsiteX1" y="connsiteY1"/>
                    </a:cxn>
                    <a:cxn ang="0">
                      <a:pos x="connsiteX2" y="connsiteY2"/>
                    </a:cxn>
                  </a:cxnLst>
                  <a:rect l="l" t="t" r="r" b="b"/>
                  <a:pathLst>
                    <a:path w="9228" h="777">
                      <a:moveTo>
                        <a:pt x="-44" y="-70"/>
                      </a:moveTo>
                      <a:cubicBezTo>
                        <a:pt x="-44" y="-70"/>
                        <a:pt x="6076" y="-70"/>
                        <a:pt x="8699" y="-70"/>
                      </a:cubicBezTo>
                      <a:cubicBezTo>
                        <a:pt x="11322" y="-70"/>
                        <a:pt x="2579" y="1679"/>
                        <a:pt x="-44" y="-70"/>
                      </a:cubicBezTo>
                      <a:close/>
                    </a:path>
                  </a:pathLst>
                </a:custGeom>
                <a:solidFill>
                  <a:srgbClr val="FBFBFB"/>
                </a:solidFill>
                <a:ln w="87213" cap="flat">
                  <a:noFill/>
                  <a:prstDash val="solid"/>
                  <a:miter/>
                </a:ln>
              </p:spPr>
              <p:txBody>
                <a:bodyPr rtlCol="0" anchor="ctr"/>
                <a:lstStyle/>
                <a:p>
                  <a:endParaRPr lang="en-IN" dirty="0"/>
                </a:p>
              </p:txBody>
            </p:sp>
            <p:sp>
              <p:nvSpPr>
                <p:cNvPr id="47" name="Freeform: Shape 46">
                  <a:extLst>
                    <a:ext uri="{FF2B5EF4-FFF2-40B4-BE49-F238E27FC236}">
                      <a16:creationId xmlns:a16="http://schemas.microsoft.com/office/drawing/2014/main" id="{4F6D0A80-6D9F-B682-81FD-EA34212F34D6}"/>
                    </a:ext>
                  </a:extLst>
                </p:cNvPr>
                <p:cNvSpPr/>
                <p:nvPr/>
              </p:nvSpPr>
              <p:spPr>
                <a:xfrm>
                  <a:off x="2230570" y="3840562"/>
                  <a:ext cx="1062127" cy="810757"/>
                </a:xfrm>
                <a:custGeom>
                  <a:avLst/>
                  <a:gdLst>
                    <a:gd name="connsiteX0" fmla="*/ 904331 w 1062127"/>
                    <a:gd name="connsiteY0" fmla="*/ 810546 h 810757"/>
                    <a:gd name="connsiteX1" fmla="*/ 854494 w 1062127"/>
                    <a:gd name="connsiteY1" fmla="*/ 798305 h 810757"/>
                    <a:gd name="connsiteX2" fmla="*/ 454043 w 1062127"/>
                    <a:gd name="connsiteY2" fmla="*/ 543870 h 810757"/>
                    <a:gd name="connsiteX3" fmla="*/ 56216 w 1062127"/>
                    <a:gd name="connsiteY3" fmla="*/ 286813 h 810757"/>
                    <a:gd name="connsiteX4" fmla="*/ 5503 w 1062127"/>
                    <a:gd name="connsiteY4" fmla="*/ 233478 h 810757"/>
                    <a:gd name="connsiteX5" fmla="*/ 5503 w 1062127"/>
                    <a:gd name="connsiteY5" fmla="*/ 175771 h 810757"/>
                    <a:gd name="connsiteX6" fmla="*/ 63210 w 1062127"/>
                    <a:gd name="connsiteY6" fmla="*/ 76970 h 810757"/>
                    <a:gd name="connsiteX7" fmla="*/ 99933 w 1062127"/>
                    <a:gd name="connsiteY7" fmla="*/ 29755 h 810757"/>
                    <a:gd name="connsiteX8" fmla="*/ 133158 w 1062127"/>
                    <a:gd name="connsiteY8" fmla="*/ 5273 h 810757"/>
                    <a:gd name="connsiteX9" fmla="*/ 205729 w 1062127"/>
                    <a:gd name="connsiteY9" fmla="*/ 13142 h 810757"/>
                    <a:gd name="connsiteX10" fmla="*/ 895588 w 1062127"/>
                    <a:gd name="connsiteY10" fmla="*/ 455562 h 810757"/>
                    <a:gd name="connsiteX11" fmla="*/ 1004881 w 1062127"/>
                    <a:gd name="connsiteY11" fmla="*/ 525509 h 810757"/>
                    <a:gd name="connsiteX12" fmla="*/ 1038106 w 1062127"/>
                    <a:gd name="connsiteY12" fmla="*/ 550865 h 810757"/>
                    <a:gd name="connsiteX13" fmla="*/ 1061713 w 1062127"/>
                    <a:gd name="connsiteY13" fmla="*/ 612943 h 810757"/>
                    <a:gd name="connsiteX14" fmla="*/ 1045101 w 1062127"/>
                    <a:gd name="connsiteY14" fmla="*/ 657535 h 810757"/>
                    <a:gd name="connsiteX15" fmla="*/ 984771 w 1062127"/>
                    <a:gd name="connsiteY15" fmla="*/ 752839 h 810757"/>
                    <a:gd name="connsiteX16" fmla="*/ 958540 w 1062127"/>
                    <a:gd name="connsiteY16" fmla="*/ 788687 h 810757"/>
                    <a:gd name="connsiteX17" fmla="*/ 904331 w 1062127"/>
                    <a:gd name="connsiteY17" fmla="*/ 810546 h 81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2127" h="810757">
                      <a:moveTo>
                        <a:pt x="904331" y="810546"/>
                      </a:moveTo>
                      <a:cubicBezTo>
                        <a:pt x="886871" y="811542"/>
                        <a:pt x="869506" y="807276"/>
                        <a:pt x="854494" y="798305"/>
                      </a:cubicBezTo>
                      <a:cubicBezTo>
                        <a:pt x="718095" y="718739"/>
                        <a:pt x="592190" y="628682"/>
                        <a:pt x="454043" y="543870"/>
                      </a:cubicBezTo>
                      <a:cubicBezTo>
                        <a:pt x="315896" y="459059"/>
                        <a:pt x="191739" y="373373"/>
                        <a:pt x="56216" y="286813"/>
                      </a:cubicBezTo>
                      <a:cubicBezTo>
                        <a:pt x="33378" y="275805"/>
                        <a:pt x="15349" y="256840"/>
                        <a:pt x="5503" y="233478"/>
                      </a:cubicBezTo>
                      <a:cubicBezTo>
                        <a:pt x="-1893" y="214950"/>
                        <a:pt x="-1893" y="194298"/>
                        <a:pt x="5503" y="175771"/>
                      </a:cubicBezTo>
                      <a:cubicBezTo>
                        <a:pt x="21985" y="141304"/>
                        <a:pt x="41291" y="108263"/>
                        <a:pt x="63210" y="76970"/>
                      </a:cubicBezTo>
                      <a:cubicBezTo>
                        <a:pt x="73886" y="60077"/>
                        <a:pt x="86188" y="44260"/>
                        <a:pt x="99933" y="29755"/>
                      </a:cubicBezTo>
                      <a:cubicBezTo>
                        <a:pt x="107942" y="18091"/>
                        <a:pt x="119649" y="9470"/>
                        <a:pt x="133158" y="5273"/>
                      </a:cubicBezTo>
                      <a:cubicBezTo>
                        <a:pt x="157194" y="-4012"/>
                        <a:pt x="184237" y="-1075"/>
                        <a:pt x="205729" y="13142"/>
                      </a:cubicBezTo>
                      <a:cubicBezTo>
                        <a:pt x="437430" y="157409"/>
                        <a:pt x="664761" y="308671"/>
                        <a:pt x="895588" y="455562"/>
                      </a:cubicBezTo>
                      <a:lnTo>
                        <a:pt x="1004881" y="525509"/>
                      </a:lnTo>
                      <a:cubicBezTo>
                        <a:pt x="1016877" y="532679"/>
                        <a:pt x="1028025" y="541186"/>
                        <a:pt x="1038106" y="550865"/>
                      </a:cubicBezTo>
                      <a:cubicBezTo>
                        <a:pt x="1055296" y="566699"/>
                        <a:pt x="1064039" y="589686"/>
                        <a:pt x="1061713" y="612943"/>
                      </a:cubicBezTo>
                      <a:cubicBezTo>
                        <a:pt x="1059755" y="628909"/>
                        <a:pt x="1054063" y="644184"/>
                        <a:pt x="1045101" y="657535"/>
                      </a:cubicBezTo>
                      <a:cubicBezTo>
                        <a:pt x="1025865" y="689886"/>
                        <a:pt x="1004881" y="721363"/>
                        <a:pt x="984771" y="752839"/>
                      </a:cubicBezTo>
                      <a:cubicBezTo>
                        <a:pt x="977243" y="765630"/>
                        <a:pt x="968456" y="777644"/>
                        <a:pt x="958540" y="788687"/>
                      </a:cubicBezTo>
                      <a:cubicBezTo>
                        <a:pt x="943851" y="802510"/>
                        <a:pt x="924502" y="810318"/>
                        <a:pt x="904331" y="810546"/>
                      </a:cubicBezTo>
                      <a:close/>
                    </a:path>
                  </a:pathLst>
                </a:custGeom>
                <a:solidFill>
                  <a:srgbClr val="F4F4F6"/>
                </a:solidFill>
                <a:ln w="87213" cap="flat">
                  <a:noFill/>
                  <a:prstDash val="solid"/>
                  <a:miter/>
                </a:ln>
              </p:spPr>
              <p:txBody>
                <a:bodyPr rtlCol="0" anchor="ctr"/>
                <a:lstStyle/>
                <a:p>
                  <a:endParaRPr lang="en-IN" dirty="0"/>
                </a:p>
              </p:txBody>
            </p:sp>
            <p:sp>
              <p:nvSpPr>
                <p:cNvPr id="48" name="Freeform: Shape 47">
                  <a:extLst>
                    <a:ext uri="{FF2B5EF4-FFF2-40B4-BE49-F238E27FC236}">
                      <a16:creationId xmlns:a16="http://schemas.microsoft.com/office/drawing/2014/main" id="{E78145E2-5386-9BFD-DE64-25FF84D8CB47}"/>
                    </a:ext>
                  </a:extLst>
                </p:cNvPr>
                <p:cNvSpPr/>
                <p:nvPr/>
              </p:nvSpPr>
              <p:spPr>
                <a:xfrm>
                  <a:off x="2369018" y="3832966"/>
                  <a:ext cx="931200" cy="818655"/>
                </a:xfrm>
                <a:custGeom>
                  <a:avLst/>
                  <a:gdLst>
                    <a:gd name="connsiteX0" fmla="*/ 765883 w 931200"/>
                    <a:gd name="connsiteY0" fmla="*/ 818141 h 818655"/>
                    <a:gd name="connsiteX1" fmla="*/ 785119 w 931200"/>
                    <a:gd name="connsiteY1" fmla="*/ 812021 h 818655"/>
                    <a:gd name="connsiteX2" fmla="*/ 827087 w 931200"/>
                    <a:gd name="connsiteY2" fmla="*/ 779670 h 818655"/>
                    <a:gd name="connsiteX3" fmla="*/ 897035 w 931200"/>
                    <a:gd name="connsiteY3" fmla="*/ 672999 h 818655"/>
                    <a:gd name="connsiteX4" fmla="*/ 919768 w 931200"/>
                    <a:gd name="connsiteY4" fmla="*/ 627534 h 818655"/>
                    <a:gd name="connsiteX5" fmla="*/ 905778 w 931200"/>
                    <a:gd name="connsiteY5" fmla="*/ 561958 h 818655"/>
                    <a:gd name="connsiteX6" fmla="*/ 870804 w 931200"/>
                    <a:gd name="connsiteY6" fmla="*/ 534853 h 818655"/>
                    <a:gd name="connsiteX7" fmla="*/ 83893 w 931200"/>
                    <a:gd name="connsiteY7" fmla="*/ 26858 h 818655"/>
                    <a:gd name="connsiteX8" fmla="*/ 29684 w 931200"/>
                    <a:gd name="connsiteY8" fmla="*/ 7623 h 818655"/>
                    <a:gd name="connsiteX9" fmla="*/ 8700 w 931200"/>
                    <a:gd name="connsiteY9" fmla="*/ 7623 h 818655"/>
                    <a:gd name="connsiteX10" fmla="*/ -44 w 931200"/>
                    <a:gd name="connsiteY10" fmla="*/ 7623 h 818655"/>
                    <a:gd name="connsiteX11" fmla="*/ 31432 w 931200"/>
                    <a:gd name="connsiteY11" fmla="*/ 628 h 818655"/>
                    <a:gd name="connsiteX12" fmla="*/ 69903 w 931200"/>
                    <a:gd name="connsiteY12" fmla="*/ 11119 h 818655"/>
                    <a:gd name="connsiteX13" fmla="*/ 92637 w 931200"/>
                    <a:gd name="connsiteY13" fmla="*/ 24235 h 818655"/>
                    <a:gd name="connsiteX14" fmla="*/ 873427 w 931200"/>
                    <a:gd name="connsiteY14" fmla="*/ 527858 h 818655"/>
                    <a:gd name="connsiteX15" fmla="*/ 900532 w 931200"/>
                    <a:gd name="connsiteY15" fmla="*/ 547968 h 818655"/>
                    <a:gd name="connsiteX16" fmla="*/ 906653 w 931200"/>
                    <a:gd name="connsiteY16" fmla="*/ 547968 h 818655"/>
                    <a:gd name="connsiteX17" fmla="*/ 911899 w 931200"/>
                    <a:gd name="connsiteY17" fmla="*/ 553214 h 818655"/>
                    <a:gd name="connsiteX18" fmla="*/ 918019 w 931200"/>
                    <a:gd name="connsiteY18" fmla="*/ 564581 h 818655"/>
                    <a:gd name="connsiteX19" fmla="*/ 928512 w 931200"/>
                    <a:gd name="connsiteY19" fmla="*/ 624036 h 818655"/>
                    <a:gd name="connsiteX20" fmla="*/ 913647 w 931200"/>
                    <a:gd name="connsiteY20" fmla="*/ 657261 h 818655"/>
                    <a:gd name="connsiteX21" fmla="*/ 854192 w 931200"/>
                    <a:gd name="connsiteY21" fmla="*/ 751690 h 818655"/>
                    <a:gd name="connsiteX22" fmla="*/ 820092 w 931200"/>
                    <a:gd name="connsiteY22" fmla="*/ 797157 h 818655"/>
                    <a:gd name="connsiteX23" fmla="*/ 804354 w 931200"/>
                    <a:gd name="connsiteY23" fmla="*/ 806775 h 818655"/>
                    <a:gd name="connsiteX24" fmla="*/ 765883 w 931200"/>
                    <a:gd name="connsiteY24" fmla="*/ 818141 h 81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31200" h="818655">
                      <a:moveTo>
                        <a:pt x="765883" y="818141"/>
                      </a:moveTo>
                      <a:cubicBezTo>
                        <a:pt x="771129" y="813769"/>
                        <a:pt x="778998" y="818141"/>
                        <a:pt x="785119" y="812021"/>
                      </a:cubicBezTo>
                      <a:cubicBezTo>
                        <a:pt x="801906" y="805463"/>
                        <a:pt x="816473" y="794236"/>
                        <a:pt x="827087" y="779670"/>
                      </a:cubicBezTo>
                      <a:cubicBezTo>
                        <a:pt x="852443" y="745570"/>
                        <a:pt x="874302" y="708848"/>
                        <a:pt x="897035" y="672999"/>
                      </a:cubicBezTo>
                      <a:cubicBezTo>
                        <a:pt x="907693" y="659587"/>
                        <a:pt x="915431" y="644102"/>
                        <a:pt x="919768" y="627534"/>
                      </a:cubicBezTo>
                      <a:cubicBezTo>
                        <a:pt x="924009" y="604687"/>
                        <a:pt x="918972" y="581089"/>
                        <a:pt x="905778" y="561958"/>
                      </a:cubicBezTo>
                      <a:cubicBezTo>
                        <a:pt x="895750" y="550994"/>
                        <a:pt x="883920" y="541830"/>
                        <a:pt x="870804" y="534853"/>
                      </a:cubicBezTo>
                      <a:lnTo>
                        <a:pt x="83893" y="26858"/>
                      </a:lnTo>
                      <a:cubicBezTo>
                        <a:pt x="67674" y="16104"/>
                        <a:pt x="49059" y="9503"/>
                        <a:pt x="29684" y="7623"/>
                      </a:cubicBezTo>
                      <a:cubicBezTo>
                        <a:pt x="22750" y="6337"/>
                        <a:pt x="15633" y="6337"/>
                        <a:pt x="8700" y="7623"/>
                      </a:cubicBezTo>
                      <a:cubicBezTo>
                        <a:pt x="8700" y="7623"/>
                        <a:pt x="3453" y="7623"/>
                        <a:pt x="-44" y="7623"/>
                      </a:cubicBezTo>
                      <a:cubicBezTo>
                        <a:pt x="9058" y="1100"/>
                        <a:pt x="20424" y="-1427"/>
                        <a:pt x="31432" y="628"/>
                      </a:cubicBezTo>
                      <a:cubicBezTo>
                        <a:pt x="44845" y="1424"/>
                        <a:pt x="57943" y="4999"/>
                        <a:pt x="69903" y="11119"/>
                      </a:cubicBezTo>
                      <a:cubicBezTo>
                        <a:pt x="76898" y="16366"/>
                        <a:pt x="85642" y="19863"/>
                        <a:pt x="92637" y="24235"/>
                      </a:cubicBezTo>
                      <a:lnTo>
                        <a:pt x="873427" y="527858"/>
                      </a:lnTo>
                      <a:cubicBezTo>
                        <a:pt x="883168" y="533559"/>
                        <a:pt x="892252" y="540300"/>
                        <a:pt x="900532" y="547968"/>
                      </a:cubicBezTo>
                      <a:cubicBezTo>
                        <a:pt x="900532" y="547968"/>
                        <a:pt x="904904" y="547968"/>
                        <a:pt x="906653" y="547968"/>
                      </a:cubicBezTo>
                      <a:cubicBezTo>
                        <a:pt x="908401" y="547968"/>
                        <a:pt x="906653" y="547968"/>
                        <a:pt x="911899" y="553214"/>
                      </a:cubicBezTo>
                      <a:cubicBezTo>
                        <a:pt x="917145" y="558460"/>
                        <a:pt x="911899" y="561083"/>
                        <a:pt x="918019" y="564581"/>
                      </a:cubicBezTo>
                      <a:cubicBezTo>
                        <a:pt x="930453" y="581744"/>
                        <a:pt x="934317" y="603655"/>
                        <a:pt x="928512" y="624036"/>
                      </a:cubicBezTo>
                      <a:cubicBezTo>
                        <a:pt x="924831" y="635638"/>
                        <a:pt x="919846" y="646787"/>
                        <a:pt x="913647" y="657261"/>
                      </a:cubicBezTo>
                      <a:cubicBezTo>
                        <a:pt x="896160" y="689612"/>
                        <a:pt x="873427" y="720214"/>
                        <a:pt x="854192" y="751690"/>
                      </a:cubicBezTo>
                      <a:cubicBezTo>
                        <a:pt x="843604" y="767411"/>
                        <a:pt x="832220" y="782590"/>
                        <a:pt x="820092" y="797157"/>
                      </a:cubicBezTo>
                      <a:cubicBezTo>
                        <a:pt x="814549" y="799841"/>
                        <a:pt x="809277" y="803058"/>
                        <a:pt x="804354" y="806775"/>
                      </a:cubicBezTo>
                      <a:cubicBezTo>
                        <a:pt x="793739" y="815885"/>
                        <a:pt x="779742" y="820021"/>
                        <a:pt x="765883" y="818141"/>
                      </a:cubicBezTo>
                      <a:close/>
                    </a:path>
                  </a:pathLst>
                </a:custGeom>
                <a:solidFill>
                  <a:srgbClr val="F6F6F7"/>
                </a:solidFill>
                <a:ln w="87213" cap="flat">
                  <a:noFill/>
                  <a:prstDash val="solid"/>
                  <a:miter/>
                </a:ln>
              </p:spPr>
              <p:txBody>
                <a:bodyPr rtlCol="0" anchor="ctr"/>
                <a:lstStyle/>
                <a:p>
                  <a:endParaRPr lang="en-IN" dirty="0"/>
                </a:p>
              </p:txBody>
            </p:sp>
            <p:sp>
              <p:nvSpPr>
                <p:cNvPr id="49" name="Freeform: Shape 48">
                  <a:extLst>
                    <a:ext uri="{FF2B5EF4-FFF2-40B4-BE49-F238E27FC236}">
                      <a16:creationId xmlns:a16="http://schemas.microsoft.com/office/drawing/2014/main" id="{AB41C867-6E15-5259-6E1F-A757FF11BA59}"/>
                    </a:ext>
                  </a:extLst>
                </p:cNvPr>
                <p:cNvSpPr/>
                <p:nvPr/>
              </p:nvSpPr>
              <p:spPr>
                <a:xfrm>
                  <a:off x="3269510" y="4382737"/>
                  <a:ext cx="5331" cy="7011"/>
                </a:xfrm>
                <a:custGeom>
                  <a:avLst/>
                  <a:gdLst>
                    <a:gd name="connsiteX0" fmla="*/ 5287 w 5331"/>
                    <a:gd name="connsiteY0" fmla="*/ 6941 h 7011"/>
                    <a:gd name="connsiteX1" fmla="*/ 41 w 5331"/>
                    <a:gd name="connsiteY1" fmla="*/ 1695 h 7011"/>
                    <a:gd name="connsiteX2" fmla="*/ 5287 w 5331"/>
                    <a:gd name="connsiteY2" fmla="*/ 6941 h 7011"/>
                  </a:gdLst>
                  <a:ahLst/>
                  <a:cxnLst>
                    <a:cxn ang="0">
                      <a:pos x="connsiteX0" y="connsiteY0"/>
                    </a:cxn>
                    <a:cxn ang="0">
                      <a:pos x="connsiteX1" y="connsiteY1"/>
                    </a:cxn>
                    <a:cxn ang="0">
                      <a:pos x="connsiteX2" y="connsiteY2"/>
                    </a:cxn>
                  </a:cxnLst>
                  <a:rect l="l" t="t" r="r" b="b"/>
                  <a:pathLst>
                    <a:path w="5331" h="7011">
                      <a:moveTo>
                        <a:pt x="5287" y="6941"/>
                      </a:moveTo>
                      <a:cubicBezTo>
                        <a:pt x="5287" y="6941"/>
                        <a:pt x="-833" y="6941"/>
                        <a:pt x="41" y="1695"/>
                      </a:cubicBezTo>
                      <a:cubicBezTo>
                        <a:pt x="915" y="-3551"/>
                        <a:pt x="5287" y="4318"/>
                        <a:pt x="5287" y="6941"/>
                      </a:cubicBezTo>
                      <a:close/>
                    </a:path>
                  </a:pathLst>
                </a:custGeom>
                <a:solidFill>
                  <a:srgbClr val="FAFAFB"/>
                </a:solidFill>
                <a:ln w="87213" cap="flat">
                  <a:noFill/>
                  <a:prstDash val="solid"/>
                  <a:miter/>
                </a:ln>
              </p:spPr>
              <p:txBody>
                <a:bodyPr rtlCol="0" anchor="ctr"/>
                <a:lstStyle/>
                <a:p>
                  <a:endParaRPr lang="en-IN" dirty="0"/>
                </a:p>
              </p:txBody>
            </p:sp>
            <p:sp>
              <p:nvSpPr>
                <p:cNvPr id="50" name="Freeform: Shape 49">
                  <a:extLst>
                    <a:ext uri="{FF2B5EF4-FFF2-40B4-BE49-F238E27FC236}">
                      <a16:creationId xmlns:a16="http://schemas.microsoft.com/office/drawing/2014/main" id="{8343F71E-8F8A-FE7E-14B0-86DB2A5C9E43}"/>
                    </a:ext>
                  </a:extLst>
                </p:cNvPr>
                <p:cNvSpPr/>
                <p:nvPr/>
              </p:nvSpPr>
              <p:spPr>
                <a:xfrm>
                  <a:off x="2236150" y="3841765"/>
                  <a:ext cx="1049786" cy="803169"/>
                </a:xfrm>
                <a:custGeom>
                  <a:avLst/>
                  <a:gdLst>
                    <a:gd name="connsiteX0" fmla="*/ 607594 w 1049786"/>
                    <a:gd name="connsiteY0" fmla="*/ 274243 h 803169"/>
                    <a:gd name="connsiteX1" fmla="*/ 1002798 w 1049786"/>
                    <a:gd name="connsiteY1" fmla="*/ 529552 h 803169"/>
                    <a:gd name="connsiteX2" fmla="*/ 1043018 w 1049786"/>
                    <a:gd name="connsiteY2" fmla="*/ 571521 h 803169"/>
                    <a:gd name="connsiteX3" fmla="*/ 1038646 w 1049786"/>
                    <a:gd name="connsiteY3" fmla="*/ 640594 h 803169"/>
                    <a:gd name="connsiteX4" fmla="*/ 963453 w 1049786"/>
                    <a:gd name="connsiteY4" fmla="*/ 760380 h 803169"/>
                    <a:gd name="connsiteX5" fmla="*/ 921484 w 1049786"/>
                    <a:gd name="connsiteY5" fmla="*/ 798850 h 803169"/>
                    <a:gd name="connsiteX6" fmla="*/ 870772 w 1049786"/>
                    <a:gd name="connsiteY6" fmla="*/ 798850 h 803169"/>
                    <a:gd name="connsiteX7" fmla="*/ 829678 w 1049786"/>
                    <a:gd name="connsiteY7" fmla="*/ 779615 h 803169"/>
                    <a:gd name="connsiteX8" fmla="*/ 51510 w 1049786"/>
                    <a:gd name="connsiteY8" fmla="*/ 278615 h 803169"/>
                    <a:gd name="connsiteX9" fmla="*/ 14787 w 1049786"/>
                    <a:gd name="connsiteY9" fmla="*/ 245390 h 803169"/>
                    <a:gd name="connsiteX10" fmla="*/ 6044 w 1049786"/>
                    <a:gd name="connsiteY10" fmla="*/ 172819 h 803169"/>
                    <a:gd name="connsiteX11" fmla="*/ 26154 w 1049786"/>
                    <a:gd name="connsiteY11" fmla="*/ 135222 h 803169"/>
                    <a:gd name="connsiteX12" fmla="*/ 83861 w 1049786"/>
                    <a:gd name="connsiteY12" fmla="*/ 47788 h 803169"/>
                    <a:gd name="connsiteX13" fmla="*/ 125829 w 1049786"/>
                    <a:gd name="connsiteY13" fmla="*/ 8442 h 803169"/>
                    <a:gd name="connsiteX14" fmla="*/ 194902 w 1049786"/>
                    <a:gd name="connsiteY14" fmla="*/ 8442 h 803169"/>
                    <a:gd name="connsiteX15" fmla="*/ 298075 w 1049786"/>
                    <a:gd name="connsiteY15" fmla="*/ 72269 h 80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9786" h="803169">
                      <a:moveTo>
                        <a:pt x="607594" y="274243"/>
                      </a:moveTo>
                      <a:cubicBezTo>
                        <a:pt x="739908" y="358766"/>
                        <a:pt x="871646" y="443866"/>
                        <a:pt x="1002798" y="529552"/>
                      </a:cubicBezTo>
                      <a:cubicBezTo>
                        <a:pt x="1019953" y="539397"/>
                        <a:pt x="1033908" y="553964"/>
                        <a:pt x="1043018" y="571521"/>
                      </a:cubicBezTo>
                      <a:cubicBezTo>
                        <a:pt x="1053344" y="593799"/>
                        <a:pt x="1051692" y="619793"/>
                        <a:pt x="1038646" y="640594"/>
                      </a:cubicBezTo>
                      <a:cubicBezTo>
                        <a:pt x="1016788" y="682563"/>
                        <a:pt x="988809" y="721034"/>
                        <a:pt x="963453" y="760380"/>
                      </a:cubicBezTo>
                      <a:cubicBezTo>
                        <a:pt x="953503" y="777010"/>
                        <a:pt x="938918" y="790378"/>
                        <a:pt x="921484" y="798850"/>
                      </a:cubicBezTo>
                      <a:cubicBezTo>
                        <a:pt x="905055" y="804516"/>
                        <a:pt x="887201" y="804516"/>
                        <a:pt x="870772" y="798850"/>
                      </a:cubicBezTo>
                      <a:cubicBezTo>
                        <a:pt x="856293" y="794252"/>
                        <a:pt x="842478" y="787782"/>
                        <a:pt x="829678" y="779615"/>
                      </a:cubicBezTo>
                      <a:lnTo>
                        <a:pt x="51510" y="278615"/>
                      </a:lnTo>
                      <a:cubicBezTo>
                        <a:pt x="37101" y="270195"/>
                        <a:pt x="24597" y="258881"/>
                        <a:pt x="14787" y="245390"/>
                      </a:cubicBezTo>
                      <a:cubicBezTo>
                        <a:pt x="-1170" y="224615"/>
                        <a:pt x="-4518" y="196794"/>
                        <a:pt x="6044" y="172819"/>
                      </a:cubicBezTo>
                      <a:cubicBezTo>
                        <a:pt x="11876" y="159844"/>
                        <a:pt x="18599" y="147280"/>
                        <a:pt x="26154" y="135222"/>
                      </a:cubicBezTo>
                      <a:cubicBezTo>
                        <a:pt x="45389" y="105494"/>
                        <a:pt x="63751" y="75767"/>
                        <a:pt x="83861" y="47788"/>
                      </a:cubicBezTo>
                      <a:cubicBezTo>
                        <a:pt x="93986" y="31079"/>
                        <a:pt x="108500" y="17465"/>
                        <a:pt x="125829" y="8442"/>
                      </a:cubicBezTo>
                      <a:cubicBezTo>
                        <a:pt x="147452" y="-2907"/>
                        <a:pt x="173280" y="-2907"/>
                        <a:pt x="194902" y="8442"/>
                      </a:cubicBezTo>
                      <a:cubicBezTo>
                        <a:pt x="230751" y="26804"/>
                        <a:pt x="263976" y="50411"/>
                        <a:pt x="298075" y="72269"/>
                      </a:cubicBezTo>
                      <a:close/>
                    </a:path>
                  </a:pathLst>
                </a:custGeom>
                <a:solidFill>
                  <a:srgbClr val="EBECEE"/>
                </a:solidFill>
                <a:ln w="87213" cap="flat">
                  <a:noFill/>
                  <a:prstDash val="solid"/>
                  <a:miter/>
                </a:ln>
              </p:spPr>
              <p:txBody>
                <a:bodyPr rtlCol="0" anchor="ctr"/>
                <a:lstStyle/>
                <a:p>
                  <a:endParaRPr lang="en-IN" dirty="0"/>
                </a:p>
              </p:txBody>
            </p:sp>
            <p:sp>
              <p:nvSpPr>
                <p:cNvPr id="51" name="Freeform: Shape 50">
                  <a:extLst>
                    <a:ext uri="{FF2B5EF4-FFF2-40B4-BE49-F238E27FC236}">
                      <a16:creationId xmlns:a16="http://schemas.microsoft.com/office/drawing/2014/main" id="{3744ABC8-3457-8FA8-B118-A6F19B5456AC}"/>
                    </a:ext>
                  </a:extLst>
                </p:cNvPr>
                <p:cNvSpPr/>
                <p:nvPr/>
              </p:nvSpPr>
              <p:spPr>
                <a:xfrm>
                  <a:off x="2245255" y="3848130"/>
                  <a:ext cx="1040550" cy="787794"/>
                </a:xfrm>
                <a:custGeom>
                  <a:avLst/>
                  <a:gdLst>
                    <a:gd name="connsiteX0" fmla="*/ 942107 w 1040550"/>
                    <a:gd name="connsiteY0" fmla="*/ 768003 h 787794"/>
                    <a:gd name="connsiteX1" fmla="*/ 936862 w 1040550"/>
                    <a:gd name="connsiteY1" fmla="*/ 773249 h 787794"/>
                    <a:gd name="connsiteX2" fmla="*/ 928992 w 1040550"/>
                    <a:gd name="connsiteY2" fmla="*/ 778496 h 787794"/>
                    <a:gd name="connsiteX3" fmla="*/ 921123 w 1040550"/>
                    <a:gd name="connsiteY3" fmla="*/ 784616 h 787794"/>
                    <a:gd name="connsiteX4" fmla="*/ 911505 w 1040550"/>
                    <a:gd name="connsiteY4" fmla="*/ 784616 h 787794"/>
                    <a:gd name="connsiteX5" fmla="*/ 878280 w 1040550"/>
                    <a:gd name="connsiteY5" fmla="*/ 784616 h 787794"/>
                    <a:gd name="connsiteX6" fmla="*/ 870411 w 1040550"/>
                    <a:gd name="connsiteY6" fmla="*/ 784616 h 787794"/>
                    <a:gd name="connsiteX7" fmla="*/ 856421 w 1040550"/>
                    <a:gd name="connsiteY7" fmla="*/ 784616 h 787794"/>
                    <a:gd name="connsiteX8" fmla="*/ 838935 w 1040550"/>
                    <a:gd name="connsiteY8" fmla="*/ 775873 h 787794"/>
                    <a:gd name="connsiteX9" fmla="*/ 42405 w 1040550"/>
                    <a:gd name="connsiteY9" fmla="*/ 263506 h 787794"/>
                    <a:gd name="connsiteX10" fmla="*/ 30165 w 1040550"/>
                    <a:gd name="connsiteY10" fmla="*/ 254763 h 787794"/>
                    <a:gd name="connsiteX11" fmla="*/ 7432 w 1040550"/>
                    <a:gd name="connsiteY11" fmla="*/ 161207 h 787794"/>
                    <a:gd name="connsiteX12" fmla="*/ 15301 w 1040550"/>
                    <a:gd name="connsiteY12" fmla="*/ 148966 h 787794"/>
                    <a:gd name="connsiteX13" fmla="*/ 87871 w 1040550"/>
                    <a:gd name="connsiteY13" fmla="*/ 36176 h 787794"/>
                    <a:gd name="connsiteX14" fmla="*/ 96615 w 1040550"/>
                    <a:gd name="connsiteY14" fmla="*/ 23935 h 787794"/>
                    <a:gd name="connsiteX15" fmla="*/ 129840 w 1040550"/>
                    <a:gd name="connsiteY15" fmla="*/ 1202 h 787794"/>
                    <a:gd name="connsiteX16" fmla="*/ 159568 w 1040550"/>
                    <a:gd name="connsiteY16" fmla="*/ 1202 h 787794"/>
                    <a:gd name="connsiteX17" fmla="*/ 169186 w 1040550"/>
                    <a:gd name="connsiteY17" fmla="*/ 1202 h 787794"/>
                    <a:gd name="connsiteX18" fmla="*/ 184050 w 1040550"/>
                    <a:gd name="connsiteY18" fmla="*/ 7323 h 787794"/>
                    <a:gd name="connsiteX19" fmla="*/ 198039 w 1040550"/>
                    <a:gd name="connsiteY19" fmla="*/ 12569 h 787794"/>
                    <a:gd name="connsiteX20" fmla="*/ 998940 w 1040550"/>
                    <a:gd name="connsiteY20" fmla="*/ 528433 h 787794"/>
                    <a:gd name="connsiteX21" fmla="*/ 1005935 w 1040550"/>
                    <a:gd name="connsiteY21" fmla="*/ 533679 h 787794"/>
                    <a:gd name="connsiteX22" fmla="*/ 1017301 w 1040550"/>
                    <a:gd name="connsiteY22" fmla="*/ 543296 h 787794"/>
                    <a:gd name="connsiteX23" fmla="*/ 1022547 w 1040550"/>
                    <a:gd name="connsiteY23" fmla="*/ 548542 h 787794"/>
                    <a:gd name="connsiteX24" fmla="*/ 1029542 w 1040550"/>
                    <a:gd name="connsiteY24" fmla="*/ 557286 h 787794"/>
                    <a:gd name="connsiteX25" fmla="*/ 1040034 w 1040550"/>
                    <a:gd name="connsiteY25" fmla="*/ 606249 h 787794"/>
                    <a:gd name="connsiteX26" fmla="*/ 1040034 w 1040550"/>
                    <a:gd name="connsiteY26" fmla="*/ 617616 h 787794"/>
                    <a:gd name="connsiteX27" fmla="*/ 1040034 w 1040550"/>
                    <a:gd name="connsiteY27" fmla="*/ 624611 h 787794"/>
                    <a:gd name="connsiteX28" fmla="*/ 1033914 w 1040550"/>
                    <a:gd name="connsiteY28" fmla="*/ 637726 h 787794"/>
                    <a:gd name="connsiteX29" fmla="*/ 1033914 w 1040550"/>
                    <a:gd name="connsiteY29" fmla="*/ 642972 h 787794"/>
                    <a:gd name="connsiteX30" fmla="*/ 963092 w 1040550"/>
                    <a:gd name="connsiteY30" fmla="*/ 752265 h 787794"/>
                    <a:gd name="connsiteX31" fmla="*/ 963092 w 1040550"/>
                    <a:gd name="connsiteY31" fmla="*/ 757511 h 787794"/>
                    <a:gd name="connsiteX32" fmla="*/ 942107 w 1040550"/>
                    <a:gd name="connsiteY32" fmla="*/ 768003 h 78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40550" h="787794">
                      <a:moveTo>
                        <a:pt x="942107" y="768003"/>
                      </a:moveTo>
                      <a:cubicBezTo>
                        <a:pt x="942107" y="768003"/>
                        <a:pt x="942107" y="768003"/>
                        <a:pt x="936862" y="773249"/>
                      </a:cubicBezTo>
                      <a:cubicBezTo>
                        <a:pt x="931615" y="778496"/>
                        <a:pt x="936862" y="773249"/>
                        <a:pt x="928992" y="778496"/>
                      </a:cubicBezTo>
                      <a:lnTo>
                        <a:pt x="921123" y="784616"/>
                      </a:lnTo>
                      <a:lnTo>
                        <a:pt x="911505" y="784616"/>
                      </a:lnTo>
                      <a:cubicBezTo>
                        <a:pt x="901013" y="784616"/>
                        <a:pt x="889647" y="791611"/>
                        <a:pt x="878280" y="784616"/>
                      </a:cubicBezTo>
                      <a:cubicBezTo>
                        <a:pt x="866914" y="777621"/>
                        <a:pt x="873034" y="784616"/>
                        <a:pt x="870411" y="784616"/>
                      </a:cubicBezTo>
                      <a:lnTo>
                        <a:pt x="856421" y="784616"/>
                      </a:lnTo>
                      <a:cubicBezTo>
                        <a:pt x="850301" y="784616"/>
                        <a:pt x="845930" y="776747"/>
                        <a:pt x="838935" y="775873"/>
                      </a:cubicBezTo>
                      <a:lnTo>
                        <a:pt x="42405" y="263506"/>
                      </a:lnTo>
                      <a:cubicBezTo>
                        <a:pt x="42405" y="263506"/>
                        <a:pt x="36285" y="255637"/>
                        <a:pt x="30165" y="254763"/>
                      </a:cubicBezTo>
                      <a:cubicBezTo>
                        <a:pt x="1302" y="232947"/>
                        <a:pt x="-8202" y="193829"/>
                        <a:pt x="7432" y="161207"/>
                      </a:cubicBezTo>
                      <a:cubicBezTo>
                        <a:pt x="12678" y="161207"/>
                        <a:pt x="13552" y="153338"/>
                        <a:pt x="15301" y="148966"/>
                      </a:cubicBezTo>
                      <a:cubicBezTo>
                        <a:pt x="38908" y="111369"/>
                        <a:pt x="63390" y="73772"/>
                        <a:pt x="87871" y="36176"/>
                      </a:cubicBezTo>
                      <a:cubicBezTo>
                        <a:pt x="91998" y="33116"/>
                        <a:pt x="95058" y="28831"/>
                        <a:pt x="96615" y="23935"/>
                      </a:cubicBezTo>
                      <a:cubicBezTo>
                        <a:pt x="105997" y="14142"/>
                        <a:pt x="117311" y="6395"/>
                        <a:pt x="129840" y="1202"/>
                      </a:cubicBezTo>
                      <a:cubicBezTo>
                        <a:pt x="139676" y="-494"/>
                        <a:pt x="149731" y="-494"/>
                        <a:pt x="159568" y="1202"/>
                      </a:cubicBezTo>
                      <a:lnTo>
                        <a:pt x="169186" y="1202"/>
                      </a:lnTo>
                      <a:lnTo>
                        <a:pt x="184050" y="7323"/>
                      </a:lnTo>
                      <a:cubicBezTo>
                        <a:pt x="189296" y="7323"/>
                        <a:pt x="192793" y="12569"/>
                        <a:pt x="198039" y="12569"/>
                      </a:cubicBezTo>
                      <a:lnTo>
                        <a:pt x="998940" y="528433"/>
                      </a:lnTo>
                      <a:cubicBezTo>
                        <a:pt x="1001616" y="529674"/>
                        <a:pt x="1003994" y="531458"/>
                        <a:pt x="1005935" y="533679"/>
                      </a:cubicBezTo>
                      <a:cubicBezTo>
                        <a:pt x="1005935" y="538925"/>
                        <a:pt x="1014678" y="538925"/>
                        <a:pt x="1017301" y="543296"/>
                      </a:cubicBezTo>
                      <a:cubicBezTo>
                        <a:pt x="1019924" y="547668"/>
                        <a:pt x="1017301" y="543296"/>
                        <a:pt x="1022547" y="548542"/>
                      </a:cubicBezTo>
                      <a:cubicBezTo>
                        <a:pt x="1027794" y="553789"/>
                        <a:pt x="1027794" y="553789"/>
                        <a:pt x="1029542" y="557286"/>
                      </a:cubicBezTo>
                      <a:cubicBezTo>
                        <a:pt x="1038215" y="572054"/>
                        <a:pt x="1041896" y="589226"/>
                        <a:pt x="1040034" y="606249"/>
                      </a:cubicBezTo>
                      <a:cubicBezTo>
                        <a:pt x="1040034" y="606249"/>
                        <a:pt x="1040034" y="614118"/>
                        <a:pt x="1040034" y="617616"/>
                      </a:cubicBezTo>
                      <a:cubicBezTo>
                        <a:pt x="1038784" y="619776"/>
                        <a:pt x="1038784" y="622442"/>
                        <a:pt x="1040034" y="624611"/>
                      </a:cubicBezTo>
                      <a:cubicBezTo>
                        <a:pt x="1040034" y="629856"/>
                        <a:pt x="1033914" y="632480"/>
                        <a:pt x="1033914" y="637726"/>
                      </a:cubicBezTo>
                      <a:cubicBezTo>
                        <a:pt x="1033914" y="642972"/>
                        <a:pt x="1033914" y="637726"/>
                        <a:pt x="1033914" y="642972"/>
                      </a:cubicBezTo>
                      <a:lnTo>
                        <a:pt x="963092" y="752265"/>
                      </a:lnTo>
                      <a:cubicBezTo>
                        <a:pt x="963092" y="752265"/>
                        <a:pt x="963092" y="756637"/>
                        <a:pt x="963092" y="757511"/>
                      </a:cubicBezTo>
                      <a:cubicBezTo>
                        <a:pt x="963092" y="758385"/>
                        <a:pt x="942107" y="765380"/>
                        <a:pt x="942107" y="768003"/>
                      </a:cubicBezTo>
                      <a:close/>
                    </a:path>
                  </a:pathLst>
                </a:custGeom>
                <a:solidFill>
                  <a:srgbClr val="E3E5E8"/>
                </a:solidFill>
                <a:ln w="87213" cap="flat">
                  <a:noFill/>
                  <a:prstDash val="solid"/>
                  <a:miter/>
                </a:ln>
              </p:spPr>
              <p:txBody>
                <a:bodyPr rtlCol="0" anchor="ctr"/>
                <a:lstStyle/>
                <a:p>
                  <a:endParaRPr lang="en-IN" dirty="0"/>
                </a:p>
              </p:txBody>
            </p:sp>
            <p:sp>
              <p:nvSpPr>
                <p:cNvPr id="52" name="Freeform: Shape 51">
                  <a:extLst>
                    <a:ext uri="{FF2B5EF4-FFF2-40B4-BE49-F238E27FC236}">
                      <a16:creationId xmlns:a16="http://schemas.microsoft.com/office/drawing/2014/main" id="{95F0814C-E351-9A62-01A6-53103AA1A9A0}"/>
                    </a:ext>
                  </a:extLst>
                </p:cNvPr>
                <p:cNvSpPr/>
                <p:nvPr/>
              </p:nvSpPr>
              <p:spPr>
                <a:xfrm>
                  <a:off x="2436343" y="3857271"/>
                  <a:ext cx="810518" cy="524607"/>
                </a:xfrm>
                <a:custGeom>
                  <a:avLst/>
                  <a:gdLst>
                    <a:gd name="connsiteX0" fmla="*/ 810475 w 810518"/>
                    <a:gd name="connsiteY0" fmla="*/ 524537 h 524607"/>
                    <a:gd name="connsiteX1" fmla="*/ -44 w 810518"/>
                    <a:gd name="connsiteY1" fmla="*/ -70 h 524607"/>
                    <a:gd name="connsiteX2" fmla="*/ -44 w 810518"/>
                    <a:gd name="connsiteY2" fmla="*/ -70 h 524607"/>
                    <a:gd name="connsiteX3" fmla="*/ 8699 w 810518"/>
                    <a:gd name="connsiteY3" fmla="*/ -70 h 524607"/>
                    <a:gd name="connsiteX4" fmla="*/ 804354 w 810518"/>
                    <a:gd name="connsiteY4" fmla="*/ 512297 h 524607"/>
                    <a:gd name="connsiteX5" fmla="*/ 810475 w 810518"/>
                    <a:gd name="connsiteY5" fmla="*/ 524537 h 52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0518" h="524607">
                      <a:moveTo>
                        <a:pt x="810475" y="524537"/>
                      </a:moveTo>
                      <a:lnTo>
                        <a:pt x="-44" y="-70"/>
                      </a:lnTo>
                      <a:cubicBezTo>
                        <a:pt x="-44" y="-70"/>
                        <a:pt x="-44" y="-70"/>
                        <a:pt x="-44" y="-70"/>
                      </a:cubicBezTo>
                      <a:cubicBezTo>
                        <a:pt x="-44" y="-70"/>
                        <a:pt x="6076" y="-70"/>
                        <a:pt x="8699" y="-70"/>
                      </a:cubicBezTo>
                      <a:lnTo>
                        <a:pt x="804354" y="512297"/>
                      </a:lnTo>
                      <a:cubicBezTo>
                        <a:pt x="804354" y="512297"/>
                        <a:pt x="809600" y="521040"/>
                        <a:pt x="810475" y="524537"/>
                      </a:cubicBezTo>
                      <a:close/>
                    </a:path>
                  </a:pathLst>
                </a:custGeom>
                <a:solidFill>
                  <a:srgbClr val="E7E8EB"/>
                </a:solidFill>
                <a:ln w="87213" cap="flat">
                  <a:noFill/>
                  <a:prstDash val="solid"/>
                  <a:miter/>
                </a:ln>
              </p:spPr>
              <p:txBody>
                <a:bodyPr rtlCol="0" anchor="ctr"/>
                <a:lstStyle/>
                <a:p>
                  <a:endParaRPr lang="en-IN" dirty="0"/>
                </a:p>
              </p:txBody>
            </p:sp>
            <p:sp>
              <p:nvSpPr>
                <p:cNvPr id="53" name="Freeform: Shape 52">
                  <a:extLst>
                    <a:ext uri="{FF2B5EF4-FFF2-40B4-BE49-F238E27FC236}">
                      <a16:creationId xmlns:a16="http://schemas.microsoft.com/office/drawing/2014/main" id="{F4DAE07F-2184-7F39-B21B-13139EF57F52}"/>
                    </a:ext>
                  </a:extLst>
                </p:cNvPr>
                <p:cNvSpPr/>
                <p:nvPr/>
              </p:nvSpPr>
              <p:spPr>
                <a:xfrm>
                  <a:off x="2279835" y="4104801"/>
                  <a:ext cx="801775" cy="520145"/>
                </a:xfrm>
                <a:custGeom>
                  <a:avLst/>
                  <a:gdLst>
                    <a:gd name="connsiteX0" fmla="*/ 1705 w 801775"/>
                    <a:gd name="connsiteY0" fmla="*/ 5960 h 520145"/>
                    <a:gd name="connsiteX1" fmla="*/ 801731 w 801775"/>
                    <a:gd name="connsiteY1" fmla="*/ 520076 h 520145"/>
                    <a:gd name="connsiteX2" fmla="*/ 801731 w 801775"/>
                    <a:gd name="connsiteY2" fmla="*/ 520076 h 520145"/>
                    <a:gd name="connsiteX3" fmla="*/ 792988 w 801775"/>
                    <a:gd name="connsiteY3" fmla="*/ 515704 h 520145"/>
                    <a:gd name="connsiteX4" fmla="*/ 6076 w 801775"/>
                    <a:gd name="connsiteY4" fmla="*/ 9458 h 520145"/>
                    <a:gd name="connsiteX5" fmla="*/ -44 w 801775"/>
                    <a:gd name="connsiteY5" fmla="*/ 2463 h 520145"/>
                    <a:gd name="connsiteX6" fmla="*/ 1705 w 801775"/>
                    <a:gd name="connsiteY6" fmla="*/ 5960 h 52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775" h="520145">
                      <a:moveTo>
                        <a:pt x="1705" y="5960"/>
                      </a:moveTo>
                      <a:lnTo>
                        <a:pt x="801731" y="520076"/>
                      </a:lnTo>
                      <a:lnTo>
                        <a:pt x="801731" y="520076"/>
                      </a:lnTo>
                      <a:cubicBezTo>
                        <a:pt x="801731" y="520076"/>
                        <a:pt x="795611" y="520076"/>
                        <a:pt x="792988" y="515704"/>
                      </a:cubicBezTo>
                      <a:lnTo>
                        <a:pt x="6076" y="9458"/>
                      </a:lnTo>
                      <a:cubicBezTo>
                        <a:pt x="6076" y="9458"/>
                        <a:pt x="-44" y="9458"/>
                        <a:pt x="-44" y="2463"/>
                      </a:cubicBezTo>
                      <a:cubicBezTo>
                        <a:pt x="-44" y="-4532"/>
                        <a:pt x="1705" y="5086"/>
                        <a:pt x="1705" y="5960"/>
                      </a:cubicBezTo>
                      <a:close/>
                    </a:path>
                  </a:pathLst>
                </a:custGeom>
                <a:solidFill>
                  <a:srgbClr val="E7E8EB"/>
                </a:solidFill>
                <a:ln w="87213" cap="flat">
                  <a:noFill/>
                  <a:prstDash val="solid"/>
                  <a:miter/>
                </a:ln>
              </p:spPr>
              <p:txBody>
                <a:bodyPr rtlCol="0" anchor="ctr"/>
                <a:lstStyle/>
                <a:p>
                  <a:endParaRPr lang="en-IN" dirty="0"/>
                </a:p>
              </p:txBody>
            </p:sp>
            <p:sp>
              <p:nvSpPr>
                <p:cNvPr id="54" name="Freeform: Shape 53">
                  <a:extLst>
                    <a:ext uri="{FF2B5EF4-FFF2-40B4-BE49-F238E27FC236}">
                      <a16:creationId xmlns:a16="http://schemas.microsoft.com/office/drawing/2014/main" id="{C13639E9-46AF-012A-8BE6-BBE5E697F2CE}"/>
                    </a:ext>
                  </a:extLst>
                </p:cNvPr>
                <p:cNvSpPr/>
                <p:nvPr/>
              </p:nvSpPr>
              <p:spPr>
                <a:xfrm>
                  <a:off x="2255354" y="3879616"/>
                  <a:ext cx="77039" cy="120174"/>
                </a:xfrm>
                <a:custGeom>
                  <a:avLst/>
                  <a:gdLst>
                    <a:gd name="connsiteX0" fmla="*/ 75150 w 77039"/>
                    <a:gd name="connsiteY0" fmla="*/ 3816 h 120174"/>
                    <a:gd name="connsiteX1" fmla="*/ -44 w 77039"/>
                    <a:gd name="connsiteY1" fmla="*/ 120104 h 120174"/>
                    <a:gd name="connsiteX2" fmla="*/ -44 w 77039"/>
                    <a:gd name="connsiteY2" fmla="*/ 120104 h 120174"/>
                    <a:gd name="connsiteX3" fmla="*/ -44 w 77039"/>
                    <a:gd name="connsiteY3" fmla="*/ 120104 h 120174"/>
                    <a:gd name="connsiteX4" fmla="*/ -44 w 77039"/>
                    <a:gd name="connsiteY4" fmla="*/ 112235 h 120174"/>
                    <a:gd name="connsiteX5" fmla="*/ 68155 w 77039"/>
                    <a:gd name="connsiteY5" fmla="*/ 6439 h 120174"/>
                    <a:gd name="connsiteX6" fmla="*/ 74275 w 77039"/>
                    <a:gd name="connsiteY6" fmla="*/ 319 h 120174"/>
                    <a:gd name="connsiteX7" fmla="*/ 74275 w 77039"/>
                    <a:gd name="connsiteY7" fmla="*/ 319 h 12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039" h="120174">
                      <a:moveTo>
                        <a:pt x="75150" y="3816"/>
                      </a:moveTo>
                      <a:lnTo>
                        <a:pt x="-44" y="120104"/>
                      </a:lnTo>
                      <a:lnTo>
                        <a:pt x="-44" y="120104"/>
                      </a:lnTo>
                      <a:lnTo>
                        <a:pt x="-44" y="120104"/>
                      </a:lnTo>
                      <a:cubicBezTo>
                        <a:pt x="-44" y="120104"/>
                        <a:pt x="-44" y="114858"/>
                        <a:pt x="-44" y="112235"/>
                      </a:cubicBezTo>
                      <a:lnTo>
                        <a:pt x="68155" y="6439"/>
                      </a:lnTo>
                      <a:cubicBezTo>
                        <a:pt x="68155" y="6439"/>
                        <a:pt x="68155" y="1193"/>
                        <a:pt x="74275" y="319"/>
                      </a:cubicBezTo>
                      <a:cubicBezTo>
                        <a:pt x="80396" y="-556"/>
                        <a:pt x="74275" y="319"/>
                        <a:pt x="74275" y="319"/>
                      </a:cubicBezTo>
                      <a:close/>
                    </a:path>
                  </a:pathLst>
                </a:custGeom>
                <a:solidFill>
                  <a:srgbClr val="E7E8EB"/>
                </a:solidFill>
                <a:ln w="87213" cap="flat">
                  <a:noFill/>
                  <a:prstDash val="solid"/>
                  <a:miter/>
                </a:ln>
              </p:spPr>
              <p:txBody>
                <a:bodyPr rtlCol="0" anchor="ctr"/>
                <a:lstStyle/>
                <a:p>
                  <a:endParaRPr lang="en-IN" dirty="0"/>
                </a:p>
              </p:txBody>
            </p:sp>
            <p:sp>
              <p:nvSpPr>
                <p:cNvPr id="55" name="Freeform: Shape 54">
                  <a:extLst>
                    <a:ext uri="{FF2B5EF4-FFF2-40B4-BE49-F238E27FC236}">
                      <a16:creationId xmlns:a16="http://schemas.microsoft.com/office/drawing/2014/main" id="{1F25DA93-CAA2-1436-F33E-D4ACCCD9DD18}"/>
                    </a:ext>
                  </a:extLst>
                </p:cNvPr>
                <p:cNvSpPr/>
                <p:nvPr/>
              </p:nvSpPr>
              <p:spPr>
                <a:xfrm>
                  <a:off x="3192652" y="4482429"/>
                  <a:ext cx="76942" cy="123283"/>
                </a:xfrm>
                <a:custGeom>
                  <a:avLst/>
                  <a:gdLst>
                    <a:gd name="connsiteX0" fmla="*/ -44 w 76942"/>
                    <a:gd name="connsiteY0" fmla="*/ 123213 h 123283"/>
                    <a:gd name="connsiteX1" fmla="*/ 76899 w 76942"/>
                    <a:gd name="connsiteY1" fmla="*/ -70 h 123283"/>
                    <a:gd name="connsiteX2" fmla="*/ 76899 w 76942"/>
                    <a:gd name="connsiteY2" fmla="*/ 7799 h 123283"/>
                    <a:gd name="connsiteX3" fmla="*/ 8700 w 76942"/>
                    <a:gd name="connsiteY3" fmla="*/ 113595 h 123283"/>
                    <a:gd name="connsiteX4" fmla="*/ -44 w 76942"/>
                    <a:gd name="connsiteY4" fmla="*/ 123213 h 1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42" h="123283">
                      <a:moveTo>
                        <a:pt x="-44" y="123213"/>
                      </a:moveTo>
                      <a:lnTo>
                        <a:pt x="76899" y="-70"/>
                      </a:lnTo>
                      <a:cubicBezTo>
                        <a:pt x="76899" y="-70"/>
                        <a:pt x="76899" y="5176"/>
                        <a:pt x="76899" y="7799"/>
                      </a:cubicBezTo>
                      <a:lnTo>
                        <a:pt x="8700" y="113595"/>
                      </a:lnTo>
                      <a:cubicBezTo>
                        <a:pt x="8700" y="113595"/>
                        <a:pt x="3453" y="122339"/>
                        <a:pt x="-44" y="123213"/>
                      </a:cubicBezTo>
                      <a:close/>
                    </a:path>
                  </a:pathLst>
                </a:custGeom>
                <a:solidFill>
                  <a:srgbClr val="E7E8EB"/>
                </a:solidFill>
                <a:ln w="87213" cap="flat">
                  <a:noFill/>
                  <a:prstDash val="solid"/>
                  <a:miter/>
                </a:ln>
              </p:spPr>
              <p:txBody>
                <a:bodyPr rtlCol="0" anchor="ctr"/>
                <a:lstStyle/>
                <a:p>
                  <a:endParaRPr lang="en-IN" dirty="0"/>
                </a:p>
              </p:txBody>
            </p:sp>
            <p:sp>
              <p:nvSpPr>
                <p:cNvPr id="56" name="Freeform: Shape 55">
                  <a:extLst>
                    <a:ext uri="{FF2B5EF4-FFF2-40B4-BE49-F238E27FC236}">
                      <a16:creationId xmlns:a16="http://schemas.microsoft.com/office/drawing/2014/main" id="{AE359E79-6404-E059-A82C-F89A5AB00812}"/>
                    </a:ext>
                  </a:extLst>
                </p:cNvPr>
                <p:cNvSpPr/>
                <p:nvPr/>
              </p:nvSpPr>
              <p:spPr>
                <a:xfrm>
                  <a:off x="3083359" y="4626696"/>
                  <a:ext cx="16794" cy="9193"/>
                </a:xfrm>
                <a:custGeom>
                  <a:avLst/>
                  <a:gdLst>
                    <a:gd name="connsiteX0" fmla="*/ -44 w 16794"/>
                    <a:gd name="connsiteY0" fmla="*/ -70 h 9193"/>
                    <a:gd name="connsiteX1" fmla="*/ -44 w 16794"/>
                    <a:gd name="connsiteY1" fmla="*/ -70 h 9193"/>
                    <a:gd name="connsiteX2" fmla="*/ 15694 w 16794"/>
                    <a:gd name="connsiteY2" fmla="*/ 8673 h 9193"/>
                    <a:gd name="connsiteX3" fmla="*/ -44 w 16794"/>
                    <a:gd name="connsiteY3" fmla="*/ -70 h 9193"/>
                  </a:gdLst>
                  <a:ahLst/>
                  <a:cxnLst>
                    <a:cxn ang="0">
                      <a:pos x="connsiteX0" y="connsiteY0"/>
                    </a:cxn>
                    <a:cxn ang="0">
                      <a:pos x="connsiteX1" y="connsiteY1"/>
                    </a:cxn>
                    <a:cxn ang="0">
                      <a:pos x="connsiteX2" y="connsiteY2"/>
                    </a:cxn>
                    <a:cxn ang="0">
                      <a:pos x="connsiteX3" y="connsiteY3"/>
                    </a:cxn>
                  </a:cxnLst>
                  <a:rect l="l" t="t" r="r" b="b"/>
                  <a:pathLst>
                    <a:path w="16794" h="9193">
                      <a:moveTo>
                        <a:pt x="-44" y="-70"/>
                      </a:moveTo>
                      <a:lnTo>
                        <a:pt x="-44" y="-70"/>
                      </a:lnTo>
                      <a:cubicBezTo>
                        <a:pt x="6951" y="-70"/>
                        <a:pt x="10448" y="6050"/>
                        <a:pt x="15694" y="8673"/>
                      </a:cubicBezTo>
                      <a:cubicBezTo>
                        <a:pt x="20941" y="11296"/>
                        <a:pt x="5202" y="1678"/>
                        <a:pt x="-44" y="-70"/>
                      </a:cubicBezTo>
                      <a:close/>
                    </a:path>
                  </a:pathLst>
                </a:custGeom>
                <a:solidFill>
                  <a:srgbClr val="E6E7EA"/>
                </a:solidFill>
                <a:ln w="87213" cap="flat">
                  <a:noFill/>
                  <a:prstDash val="solid"/>
                  <a:miter/>
                </a:ln>
              </p:spPr>
              <p:txBody>
                <a:bodyPr rtlCol="0" anchor="ctr"/>
                <a:lstStyle/>
                <a:p>
                  <a:endParaRPr lang="en-IN" dirty="0"/>
                </a:p>
              </p:txBody>
            </p:sp>
            <p:sp>
              <p:nvSpPr>
                <p:cNvPr id="57" name="Freeform: Shape 56">
                  <a:extLst>
                    <a:ext uri="{FF2B5EF4-FFF2-40B4-BE49-F238E27FC236}">
                      <a16:creationId xmlns:a16="http://schemas.microsoft.com/office/drawing/2014/main" id="{922A3216-8881-0F99-0A39-E299F8FA74F1}"/>
                    </a:ext>
                  </a:extLst>
                </p:cNvPr>
                <p:cNvSpPr/>
                <p:nvPr/>
              </p:nvSpPr>
              <p:spPr>
                <a:xfrm>
                  <a:off x="3246680" y="4381547"/>
                  <a:ext cx="11548" cy="13447"/>
                </a:xfrm>
                <a:custGeom>
                  <a:avLst/>
                  <a:gdLst>
                    <a:gd name="connsiteX0" fmla="*/ 11504 w 11548"/>
                    <a:gd name="connsiteY0" fmla="*/ 13377 h 13447"/>
                    <a:gd name="connsiteX1" fmla="*/ 138 w 11548"/>
                    <a:gd name="connsiteY1" fmla="*/ 3759 h 13447"/>
                    <a:gd name="connsiteX2" fmla="*/ 11504 w 11548"/>
                    <a:gd name="connsiteY2" fmla="*/ 13377 h 13447"/>
                  </a:gdLst>
                  <a:ahLst/>
                  <a:cxnLst>
                    <a:cxn ang="0">
                      <a:pos x="connsiteX0" y="connsiteY0"/>
                    </a:cxn>
                    <a:cxn ang="0">
                      <a:pos x="connsiteX1" y="connsiteY1"/>
                    </a:cxn>
                    <a:cxn ang="0">
                      <a:pos x="connsiteX2" y="connsiteY2"/>
                    </a:cxn>
                  </a:cxnLst>
                  <a:rect l="l" t="t" r="r" b="b"/>
                  <a:pathLst>
                    <a:path w="11548" h="13447">
                      <a:moveTo>
                        <a:pt x="11504" y="13377"/>
                      </a:moveTo>
                      <a:cubicBezTo>
                        <a:pt x="11504" y="13377"/>
                        <a:pt x="1886" y="13377"/>
                        <a:pt x="138" y="3759"/>
                      </a:cubicBezTo>
                      <a:cubicBezTo>
                        <a:pt x="-1610" y="-5859"/>
                        <a:pt x="9756" y="4634"/>
                        <a:pt x="11504" y="13377"/>
                      </a:cubicBezTo>
                      <a:close/>
                    </a:path>
                  </a:pathLst>
                </a:custGeom>
                <a:solidFill>
                  <a:srgbClr val="E7E8EB"/>
                </a:solidFill>
                <a:ln w="87213" cap="flat">
                  <a:noFill/>
                  <a:prstDash val="solid"/>
                  <a:miter/>
                </a:ln>
              </p:spPr>
              <p:txBody>
                <a:bodyPr rtlCol="0" anchor="ctr"/>
                <a:lstStyle/>
                <a:p>
                  <a:endParaRPr lang="en-IN" dirty="0"/>
                </a:p>
              </p:txBody>
            </p:sp>
            <p:sp>
              <p:nvSpPr>
                <p:cNvPr id="58" name="Freeform: Shape 57">
                  <a:extLst>
                    <a:ext uri="{FF2B5EF4-FFF2-40B4-BE49-F238E27FC236}">
                      <a16:creationId xmlns:a16="http://schemas.microsoft.com/office/drawing/2014/main" id="{A6C15145-858E-BD29-10A5-8179089E06FA}"/>
                    </a:ext>
                  </a:extLst>
                </p:cNvPr>
                <p:cNvSpPr/>
                <p:nvPr/>
              </p:nvSpPr>
              <p:spPr>
                <a:xfrm>
                  <a:off x="3187406" y="4605516"/>
                  <a:ext cx="12310" cy="10687"/>
                </a:xfrm>
                <a:custGeom>
                  <a:avLst/>
                  <a:gdLst>
                    <a:gd name="connsiteX0" fmla="*/ -44 w 12310"/>
                    <a:gd name="connsiteY0" fmla="*/ 10618 h 10687"/>
                    <a:gd name="connsiteX1" fmla="*/ 9574 w 12310"/>
                    <a:gd name="connsiteY1" fmla="*/ 126 h 10687"/>
                    <a:gd name="connsiteX2" fmla="*/ -44 w 12310"/>
                    <a:gd name="connsiteY2" fmla="*/ 10618 h 10687"/>
                  </a:gdLst>
                  <a:ahLst/>
                  <a:cxnLst>
                    <a:cxn ang="0">
                      <a:pos x="connsiteX0" y="connsiteY0"/>
                    </a:cxn>
                    <a:cxn ang="0">
                      <a:pos x="connsiteX1" y="connsiteY1"/>
                    </a:cxn>
                    <a:cxn ang="0">
                      <a:pos x="connsiteX2" y="connsiteY2"/>
                    </a:cxn>
                  </a:cxnLst>
                  <a:rect l="l" t="t" r="r" b="b"/>
                  <a:pathLst>
                    <a:path w="12310" h="10687">
                      <a:moveTo>
                        <a:pt x="-44" y="10618"/>
                      </a:moveTo>
                      <a:cubicBezTo>
                        <a:pt x="-44" y="10618"/>
                        <a:pt x="-44" y="1874"/>
                        <a:pt x="9574" y="126"/>
                      </a:cubicBezTo>
                      <a:cubicBezTo>
                        <a:pt x="19192" y="-1623"/>
                        <a:pt x="-44" y="8869"/>
                        <a:pt x="-44" y="10618"/>
                      </a:cubicBezTo>
                      <a:close/>
                    </a:path>
                  </a:pathLst>
                </a:custGeom>
                <a:solidFill>
                  <a:srgbClr val="E7E8EB"/>
                </a:solidFill>
                <a:ln w="87213" cap="flat">
                  <a:noFill/>
                  <a:prstDash val="solid"/>
                  <a:miter/>
                </a:ln>
              </p:spPr>
              <p:txBody>
                <a:bodyPr rtlCol="0" anchor="ctr"/>
                <a:lstStyle/>
                <a:p>
                  <a:endParaRPr lang="en-IN" dirty="0"/>
                </a:p>
              </p:txBody>
            </p:sp>
            <p:sp>
              <p:nvSpPr>
                <p:cNvPr id="59" name="Freeform: Shape 58">
                  <a:extLst>
                    <a:ext uri="{FF2B5EF4-FFF2-40B4-BE49-F238E27FC236}">
                      <a16:creationId xmlns:a16="http://schemas.microsoft.com/office/drawing/2014/main" id="{E79FC329-6132-5EC5-DE14-FCA9F8C198F0}"/>
                    </a:ext>
                  </a:extLst>
                </p:cNvPr>
                <p:cNvSpPr/>
                <p:nvPr/>
              </p:nvSpPr>
              <p:spPr>
                <a:xfrm>
                  <a:off x="3269595" y="4468612"/>
                  <a:ext cx="8503" cy="13816"/>
                </a:xfrm>
                <a:custGeom>
                  <a:avLst/>
                  <a:gdLst>
                    <a:gd name="connsiteX0" fmla="*/ -44 w 8503"/>
                    <a:gd name="connsiteY0" fmla="*/ 13747 h 13816"/>
                    <a:gd name="connsiteX1" fmla="*/ 6076 w 8503"/>
                    <a:gd name="connsiteY1" fmla="*/ 631 h 13816"/>
                    <a:gd name="connsiteX2" fmla="*/ -44 w 8503"/>
                    <a:gd name="connsiteY2" fmla="*/ 13747 h 13816"/>
                  </a:gdLst>
                  <a:ahLst/>
                  <a:cxnLst>
                    <a:cxn ang="0">
                      <a:pos x="connsiteX0" y="connsiteY0"/>
                    </a:cxn>
                    <a:cxn ang="0">
                      <a:pos x="connsiteX1" y="connsiteY1"/>
                    </a:cxn>
                    <a:cxn ang="0">
                      <a:pos x="connsiteX2" y="connsiteY2"/>
                    </a:cxn>
                  </a:cxnLst>
                  <a:rect l="l" t="t" r="r" b="b"/>
                  <a:pathLst>
                    <a:path w="8503" h="13816">
                      <a:moveTo>
                        <a:pt x="-44" y="13747"/>
                      </a:moveTo>
                      <a:cubicBezTo>
                        <a:pt x="-44" y="7626"/>
                        <a:pt x="-44" y="5003"/>
                        <a:pt x="6076" y="631"/>
                      </a:cubicBezTo>
                      <a:cubicBezTo>
                        <a:pt x="12197" y="-3740"/>
                        <a:pt x="5202" y="13747"/>
                        <a:pt x="-44" y="13747"/>
                      </a:cubicBezTo>
                      <a:close/>
                    </a:path>
                  </a:pathLst>
                </a:custGeom>
                <a:solidFill>
                  <a:srgbClr val="E7E8EB"/>
                </a:solidFill>
                <a:ln w="87213" cap="flat">
                  <a:noFill/>
                  <a:prstDash val="solid"/>
                  <a:miter/>
                </a:ln>
              </p:spPr>
              <p:txBody>
                <a:bodyPr rtlCol="0" anchor="ctr"/>
                <a:lstStyle/>
                <a:p>
                  <a:endParaRPr lang="en-IN" dirty="0"/>
                </a:p>
              </p:txBody>
            </p:sp>
            <p:sp>
              <p:nvSpPr>
                <p:cNvPr id="60" name="Freeform: Shape 59">
                  <a:extLst>
                    <a:ext uri="{FF2B5EF4-FFF2-40B4-BE49-F238E27FC236}">
                      <a16:creationId xmlns:a16="http://schemas.microsoft.com/office/drawing/2014/main" id="{AC602B49-C4C9-BB8C-7ED1-8DF9ACFD33B2}"/>
                    </a:ext>
                  </a:extLst>
                </p:cNvPr>
                <p:cNvSpPr/>
                <p:nvPr/>
              </p:nvSpPr>
              <p:spPr>
                <a:xfrm>
                  <a:off x="3273838" y="4454450"/>
                  <a:ext cx="2006" cy="11366"/>
                </a:xfrm>
                <a:custGeom>
                  <a:avLst/>
                  <a:gdLst>
                    <a:gd name="connsiteX0" fmla="*/ 959 w 2006"/>
                    <a:gd name="connsiteY0" fmla="*/ 11296 h 11366"/>
                    <a:gd name="connsiteX1" fmla="*/ 959 w 2006"/>
                    <a:gd name="connsiteY1" fmla="*/ -70 h 11366"/>
                    <a:gd name="connsiteX2" fmla="*/ 959 w 2006"/>
                    <a:gd name="connsiteY2" fmla="*/ 11296 h 11366"/>
                  </a:gdLst>
                  <a:ahLst/>
                  <a:cxnLst>
                    <a:cxn ang="0">
                      <a:pos x="connsiteX0" y="connsiteY0"/>
                    </a:cxn>
                    <a:cxn ang="0">
                      <a:pos x="connsiteX1" y="connsiteY1"/>
                    </a:cxn>
                    <a:cxn ang="0">
                      <a:pos x="connsiteX2" y="connsiteY2"/>
                    </a:cxn>
                  </a:cxnLst>
                  <a:rect l="l" t="t" r="r" b="b"/>
                  <a:pathLst>
                    <a:path w="2006" h="11366">
                      <a:moveTo>
                        <a:pt x="959" y="11296"/>
                      </a:moveTo>
                      <a:cubicBezTo>
                        <a:pt x="-379" y="7624"/>
                        <a:pt x="-379" y="3602"/>
                        <a:pt x="959" y="-70"/>
                      </a:cubicBezTo>
                      <a:cubicBezTo>
                        <a:pt x="2296" y="3602"/>
                        <a:pt x="2296" y="7624"/>
                        <a:pt x="959" y="11296"/>
                      </a:cubicBezTo>
                      <a:close/>
                    </a:path>
                  </a:pathLst>
                </a:custGeom>
                <a:solidFill>
                  <a:srgbClr val="E7E8EB"/>
                </a:solidFill>
                <a:ln w="87213" cap="flat">
                  <a:noFill/>
                  <a:prstDash val="solid"/>
                  <a:miter/>
                </a:ln>
              </p:spPr>
              <p:txBody>
                <a:bodyPr rtlCol="0" anchor="ctr"/>
                <a:lstStyle/>
                <a:p>
                  <a:endParaRPr lang="en-IN" dirty="0"/>
                </a:p>
              </p:txBody>
            </p:sp>
            <p:sp>
              <p:nvSpPr>
                <p:cNvPr id="61" name="Freeform: Shape 60">
                  <a:extLst>
                    <a:ext uri="{FF2B5EF4-FFF2-40B4-BE49-F238E27FC236}">
                      <a16:creationId xmlns:a16="http://schemas.microsoft.com/office/drawing/2014/main" id="{FBF46B74-27C3-17D9-1A35-A9B593E8C030}"/>
                    </a:ext>
                  </a:extLst>
                </p:cNvPr>
                <p:cNvSpPr/>
                <p:nvPr/>
              </p:nvSpPr>
              <p:spPr>
                <a:xfrm>
                  <a:off x="3152432" y="4637188"/>
                  <a:ext cx="10424" cy="87434"/>
                </a:xfrm>
                <a:custGeom>
                  <a:avLst/>
                  <a:gdLst>
                    <a:gd name="connsiteX0" fmla="*/ -44 w 10424"/>
                    <a:gd name="connsiteY0" fmla="*/ -70 h 87434"/>
                    <a:gd name="connsiteX1" fmla="*/ 9574 w 10424"/>
                    <a:gd name="connsiteY1" fmla="*/ -70 h 87434"/>
                    <a:gd name="connsiteX2" fmla="*/ -44 w 10424"/>
                    <a:gd name="connsiteY2" fmla="*/ -70 h 87434"/>
                  </a:gdLst>
                  <a:ahLst/>
                  <a:cxnLst>
                    <a:cxn ang="0">
                      <a:pos x="connsiteX0" y="connsiteY0"/>
                    </a:cxn>
                    <a:cxn ang="0">
                      <a:pos x="connsiteX1" y="connsiteY1"/>
                    </a:cxn>
                    <a:cxn ang="0">
                      <a:pos x="connsiteX2" y="connsiteY2"/>
                    </a:cxn>
                  </a:cxnLst>
                  <a:rect l="l" t="t" r="r" b="b"/>
                  <a:pathLst>
                    <a:path w="10424" h="87434">
                      <a:moveTo>
                        <a:pt x="-44" y="-70"/>
                      </a:moveTo>
                      <a:cubicBezTo>
                        <a:pt x="-44" y="-70"/>
                        <a:pt x="6076" y="-70"/>
                        <a:pt x="9574" y="-70"/>
                      </a:cubicBezTo>
                      <a:cubicBezTo>
                        <a:pt x="13071" y="-70"/>
                        <a:pt x="4328" y="-70"/>
                        <a:pt x="-44" y="-70"/>
                      </a:cubicBezTo>
                      <a:close/>
                    </a:path>
                  </a:pathLst>
                </a:custGeom>
                <a:solidFill>
                  <a:srgbClr val="E7E8EB"/>
                </a:solidFill>
                <a:ln w="87213" cap="flat">
                  <a:noFill/>
                  <a:prstDash val="solid"/>
                  <a:miter/>
                </a:ln>
              </p:spPr>
              <p:txBody>
                <a:bodyPr rtlCol="0" anchor="ctr"/>
                <a:lstStyle/>
                <a:p>
                  <a:endParaRPr lang="en-IN" dirty="0"/>
                </a:p>
              </p:txBody>
            </p:sp>
            <p:sp>
              <p:nvSpPr>
                <p:cNvPr id="62" name="Freeform: Shape 61">
                  <a:extLst>
                    <a:ext uri="{FF2B5EF4-FFF2-40B4-BE49-F238E27FC236}">
                      <a16:creationId xmlns:a16="http://schemas.microsoft.com/office/drawing/2014/main" id="{E504F983-07E5-4FCF-D5F0-5B6B9AB56FAA}"/>
                    </a:ext>
                  </a:extLst>
                </p:cNvPr>
                <p:cNvSpPr/>
                <p:nvPr/>
              </p:nvSpPr>
              <p:spPr>
                <a:xfrm>
                  <a:off x="3267846" y="4396743"/>
                  <a:ext cx="6994" cy="8743"/>
                </a:xfrm>
                <a:custGeom>
                  <a:avLst/>
                  <a:gdLst>
                    <a:gd name="connsiteX0" fmla="*/ 6951 w 6994"/>
                    <a:gd name="connsiteY0" fmla="*/ 8674 h 8743"/>
                    <a:gd name="connsiteX1" fmla="*/ -44 w 6994"/>
                    <a:gd name="connsiteY1" fmla="*/ -70 h 8743"/>
                    <a:gd name="connsiteX2" fmla="*/ 6951 w 6994"/>
                    <a:gd name="connsiteY2" fmla="*/ 8674 h 8743"/>
                  </a:gdLst>
                  <a:ahLst/>
                  <a:cxnLst>
                    <a:cxn ang="0">
                      <a:pos x="connsiteX0" y="connsiteY0"/>
                    </a:cxn>
                    <a:cxn ang="0">
                      <a:pos x="connsiteX1" y="connsiteY1"/>
                    </a:cxn>
                    <a:cxn ang="0">
                      <a:pos x="connsiteX2" y="connsiteY2"/>
                    </a:cxn>
                  </a:cxnLst>
                  <a:rect l="l" t="t" r="r" b="b"/>
                  <a:pathLst>
                    <a:path w="6994" h="8743">
                      <a:moveTo>
                        <a:pt x="6951" y="8674"/>
                      </a:moveTo>
                      <a:cubicBezTo>
                        <a:pt x="3681" y="6654"/>
                        <a:pt x="1207" y="3568"/>
                        <a:pt x="-44" y="-70"/>
                      </a:cubicBezTo>
                      <a:cubicBezTo>
                        <a:pt x="3401" y="1740"/>
                        <a:pt x="5937" y="4914"/>
                        <a:pt x="6951" y="8674"/>
                      </a:cubicBezTo>
                      <a:close/>
                    </a:path>
                  </a:pathLst>
                </a:custGeom>
                <a:solidFill>
                  <a:srgbClr val="E7E8EB"/>
                </a:solidFill>
                <a:ln w="87213" cap="flat">
                  <a:noFill/>
                  <a:prstDash val="solid"/>
                  <a:miter/>
                </a:ln>
              </p:spPr>
              <p:txBody>
                <a:bodyPr rtlCol="0" anchor="ctr"/>
                <a:lstStyle/>
                <a:p>
                  <a:endParaRPr lang="en-IN" dirty="0"/>
                </a:p>
              </p:txBody>
            </p:sp>
            <p:sp>
              <p:nvSpPr>
                <p:cNvPr id="63" name="Freeform: Shape 62">
                  <a:extLst>
                    <a:ext uri="{FF2B5EF4-FFF2-40B4-BE49-F238E27FC236}">
                      <a16:creationId xmlns:a16="http://schemas.microsoft.com/office/drawing/2014/main" id="{ACCFD3FA-B227-AD25-5636-8BAB712B727B}"/>
                    </a:ext>
                  </a:extLst>
                </p:cNvPr>
                <p:cNvSpPr/>
                <p:nvPr/>
              </p:nvSpPr>
              <p:spPr>
                <a:xfrm>
                  <a:off x="2247484" y="4001539"/>
                  <a:ext cx="7072" cy="10492"/>
                </a:xfrm>
                <a:custGeom>
                  <a:avLst/>
                  <a:gdLst>
                    <a:gd name="connsiteX0" fmla="*/ 6951 w 7072"/>
                    <a:gd name="connsiteY0" fmla="*/ -70 h 10492"/>
                    <a:gd name="connsiteX1" fmla="*/ 6951 w 7072"/>
                    <a:gd name="connsiteY1" fmla="*/ -70 h 10492"/>
                    <a:gd name="connsiteX2" fmla="*/ -44 w 7072"/>
                    <a:gd name="connsiteY2" fmla="*/ 10422 h 10492"/>
                  </a:gdLst>
                  <a:ahLst/>
                  <a:cxnLst>
                    <a:cxn ang="0">
                      <a:pos x="connsiteX0" y="connsiteY0"/>
                    </a:cxn>
                    <a:cxn ang="0">
                      <a:pos x="connsiteX1" y="connsiteY1"/>
                    </a:cxn>
                    <a:cxn ang="0">
                      <a:pos x="connsiteX2" y="connsiteY2"/>
                    </a:cxn>
                  </a:cxnLst>
                  <a:rect l="l" t="t" r="r" b="b"/>
                  <a:pathLst>
                    <a:path w="7072" h="10492">
                      <a:moveTo>
                        <a:pt x="6951" y="-70"/>
                      </a:moveTo>
                      <a:lnTo>
                        <a:pt x="6951" y="-70"/>
                      </a:lnTo>
                      <a:cubicBezTo>
                        <a:pt x="7554" y="4678"/>
                        <a:pt x="4572" y="9154"/>
                        <a:pt x="-44" y="10422"/>
                      </a:cubicBezTo>
                      <a:close/>
                    </a:path>
                  </a:pathLst>
                </a:custGeom>
                <a:solidFill>
                  <a:srgbClr val="E6E7EA"/>
                </a:solidFill>
                <a:ln w="87213" cap="flat">
                  <a:noFill/>
                  <a:prstDash val="solid"/>
                  <a:miter/>
                </a:ln>
              </p:spPr>
              <p:txBody>
                <a:bodyPr rtlCol="0" anchor="ctr"/>
                <a:lstStyle/>
                <a:p>
                  <a:endParaRPr lang="en-IN" dirty="0"/>
                </a:p>
              </p:txBody>
            </p:sp>
            <p:sp>
              <p:nvSpPr>
                <p:cNvPr id="2048" name="Freeform: Shape 2047">
                  <a:extLst>
                    <a:ext uri="{FF2B5EF4-FFF2-40B4-BE49-F238E27FC236}">
                      <a16:creationId xmlns:a16="http://schemas.microsoft.com/office/drawing/2014/main" id="{102A6A2B-F189-B943-D7E9-6BB77EE1B2AC}"/>
                    </a:ext>
                  </a:extLst>
                </p:cNvPr>
                <p:cNvSpPr/>
                <p:nvPr/>
              </p:nvSpPr>
              <p:spPr>
                <a:xfrm>
                  <a:off x="2271966" y="4105530"/>
                  <a:ext cx="9617" cy="5301"/>
                </a:xfrm>
                <a:custGeom>
                  <a:avLst/>
                  <a:gdLst>
                    <a:gd name="connsiteX0" fmla="*/ 9574 w 9617"/>
                    <a:gd name="connsiteY0" fmla="*/ 5231 h 5301"/>
                    <a:gd name="connsiteX1" fmla="*/ 9574 w 9617"/>
                    <a:gd name="connsiteY1" fmla="*/ 5231 h 5301"/>
                    <a:gd name="connsiteX2" fmla="*/ -44 w 9617"/>
                    <a:gd name="connsiteY2" fmla="*/ -15 h 5301"/>
                    <a:gd name="connsiteX3" fmla="*/ 9574 w 9617"/>
                    <a:gd name="connsiteY3" fmla="*/ 5231 h 5301"/>
                  </a:gdLst>
                  <a:ahLst/>
                  <a:cxnLst>
                    <a:cxn ang="0">
                      <a:pos x="connsiteX0" y="connsiteY0"/>
                    </a:cxn>
                    <a:cxn ang="0">
                      <a:pos x="connsiteX1" y="connsiteY1"/>
                    </a:cxn>
                    <a:cxn ang="0">
                      <a:pos x="connsiteX2" y="connsiteY2"/>
                    </a:cxn>
                    <a:cxn ang="0">
                      <a:pos x="connsiteX3" y="connsiteY3"/>
                    </a:cxn>
                  </a:cxnLst>
                  <a:rect l="l" t="t" r="r" b="b"/>
                  <a:pathLst>
                    <a:path w="9617" h="5301">
                      <a:moveTo>
                        <a:pt x="9574" y="5231"/>
                      </a:moveTo>
                      <a:lnTo>
                        <a:pt x="9574" y="5231"/>
                      </a:lnTo>
                      <a:lnTo>
                        <a:pt x="-44" y="-15"/>
                      </a:lnTo>
                      <a:cubicBezTo>
                        <a:pt x="3943" y="-444"/>
                        <a:pt x="7773" y="1646"/>
                        <a:pt x="9574" y="5231"/>
                      </a:cubicBezTo>
                      <a:close/>
                    </a:path>
                  </a:pathLst>
                </a:custGeom>
                <a:solidFill>
                  <a:srgbClr val="E6E7EA"/>
                </a:solidFill>
                <a:ln w="87213" cap="flat">
                  <a:noFill/>
                  <a:prstDash val="solid"/>
                  <a:miter/>
                </a:ln>
              </p:spPr>
              <p:txBody>
                <a:bodyPr rtlCol="0" anchor="ctr"/>
                <a:lstStyle/>
                <a:p>
                  <a:endParaRPr lang="en-IN" dirty="0"/>
                </a:p>
              </p:txBody>
            </p:sp>
            <p:sp>
              <p:nvSpPr>
                <p:cNvPr id="2049" name="Freeform: Shape 2048">
                  <a:extLst>
                    <a:ext uri="{FF2B5EF4-FFF2-40B4-BE49-F238E27FC236}">
                      <a16:creationId xmlns:a16="http://schemas.microsoft.com/office/drawing/2014/main" id="{FFAD9C3E-B8A2-EB33-DE21-9BF33C57CA0B}"/>
                    </a:ext>
                  </a:extLst>
                </p:cNvPr>
                <p:cNvSpPr/>
                <p:nvPr/>
              </p:nvSpPr>
              <p:spPr>
                <a:xfrm>
                  <a:off x="2423171" y="3852993"/>
                  <a:ext cx="12298" cy="6901"/>
                </a:xfrm>
                <a:custGeom>
                  <a:avLst/>
                  <a:gdLst>
                    <a:gd name="connsiteX0" fmla="*/ 12254 w 12298"/>
                    <a:gd name="connsiteY0" fmla="*/ 6831 h 6901"/>
                    <a:gd name="connsiteX1" fmla="*/ 12254 w 12298"/>
                    <a:gd name="connsiteY1" fmla="*/ 6831 h 6901"/>
                    <a:gd name="connsiteX2" fmla="*/ 887 w 12298"/>
                    <a:gd name="connsiteY2" fmla="*/ 1585 h 6901"/>
                    <a:gd name="connsiteX3" fmla="*/ 12254 w 12298"/>
                    <a:gd name="connsiteY3" fmla="*/ 6831 h 6901"/>
                  </a:gdLst>
                  <a:ahLst/>
                  <a:cxnLst>
                    <a:cxn ang="0">
                      <a:pos x="connsiteX0" y="connsiteY0"/>
                    </a:cxn>
                    <a:cxn ang="0">
                      <a:pos x="connsiteX1" y="connsiteY1"/>
                    </a:cxn>
                    <a:cxn ang="0">
                      <a:pos x="connsiteX2" y="connsiteY2"/>
                    </a:cxn>
                    <a:cxn ang="0">
                      <a:pos x="connsiteX3" y="connsiteY3"/>
                    </a:cxn>
                  </a:cxnLst>
                  <a:rect l="l" t="t" r="r" b="b"/>
                  <a:pathLst>
                    <a:path w="12298" h="6901">
                      <a:moveTo>
                        <a:pt x="12254" y="6831"/>
                      </a:moveTo>
                      <a:lnTo>
                        <a:pt x="12254" y="6831"/>
                      </a:lnTo>
                      <a:cubicBezTo>
                        <a:pt x="12254" y="6831"/>
                        <a:pt x="5259" y="6831"/>
                        <a:pt x="887" y="1585"/>
                      </a:cubicBezTo>
                      <a:cubicBezTo>
                        <a:pt x="-3484" y="-3661"/>
                        <a:pt x="8757" y="5083"/>
                        <a:pt x="12254" y="6831"/>
                      </a:cubicBezTo>
                      <a:close/>
                    </a:path>
                  </a:pathLst>
                </a:custGeom>
                <a:solidFill>
                  <a:srgbClr val="E6E7EA"/>
                </a:solidFill>
                <a:ln w="87213" cap="flat">
                  <a:noFill/>
                  <a:prstDash val="solid"/>
                  <a:miter/>
                </a:ln>
              </p:spPr>
              <p:txBody>
                <a:bodyPr rtlCol="0" anchor="ctr"/>
                <a:lstStyle/>
                <a:p>
                  <a:endParaRPr lang="en-IN" dirty="0"/>
                </a:p>
              </p:txBody>
            </p:sp>
            <p:sp>
              <p:nvSpPr>
                <p:cNvPr id="2051" name="Freeform: Shape 2050">
                  <a:extLst>
                    <a:ext uri="{FF2B5EF4-FFF2-40B4-BE49-F238E27FC236}">
                      <a16:creationId xmlns:a16="http://schemas.microsoft.com/office/drawing/2014/main" id="{56126D24-F2F5-F56B-0358-6D60D2CD6D2F}"/>
                    </a:ext>
                  </a:extLst>
                </p:cNvPr>
                <p:cNvSpPr/>
                <p:nvPr/>
              </p:nvSpPr>
              <p:spPr>
                <a:xfrm>
                  <a:off x="2330547" y="3874759"/>
                  <a:ext cx="6120" cy="8743"/>
                </a:xfrm>
                <a:custGeom>
                  <a:avLst/>
                  <a:gdLst>
                    <a:gd name="connsiteX0" fmla="*/ -44 w 6120"/>
                    <a:gd name="connsiteY0" fmla="*/ 8673 h 8743"/>
                    <a:gd name="connsiteX1" fmla="*/ -44 w 6120"/>
                    <a:gd name="connsiteY1" fmla="*/ 8673 h 8743"/>
                    <a:gd name="connsiteX2" fmla="*/ 6076 w 6120"/>
                    <a:gd name="connsiteY2" fmla="*/ -70 h 8743"/>
                    <a:gd name="connsiteX3" fmla="*/ -44 w 6120"/>
                    <a:gd name="connsiteY3" fmla="*/ 8673 h 8743"/>
                  </a:gdLst>
                  <a:ahLst/>
                  <a:cxnLst>
                    <a:cxn ang="0">
                      <a:pos x="connsiteX0" y="connsiteY0"/>
                    </a:cxn>
                    <a:cxn ang="0">
                      <a:pos x="connsiteX1" y="connsiteY1"/>
                    </a:cxn>
                    <a:cxn ang="0">
                      <a:pos x="connsiteX2" y="connsiteY2"/>
                    </a:cxn>
                    <a:cxn ang="0">
                      <a:pos x="connsiteX3" y="connsiteY3"/>
                    </a:cxn>
                  </a:cxnLst>
                  <a:rect l="l" t="t" r="r" b="b"/>
                  <a:pathLst>
                    <a:path w="6120" h="8743">
                      <a:moveTo>
                        <a:pt x="-44" y="8673"/>
                      </a:moveTo>
                      <a:lnTo>
                        <a:pt x="-44" y="8673"/>
                      </a:lnTo>
                      <a:lnTo>
                        <a:pt x="6076" y="-70"/>
                      </a:lnTo>
                      <a:cubicBezTo>
                        <a:pt x="5779" y="3742"/>
                        <a:pt x="3436" y="7090"/>
                        <a:pt x="-44" y="8673"/>
                      </a:cubicBezTo>
                      <a:close/>
                    </a:path>
                  </a:pathLst>
                </a:custGeom>
                <a:solidFill>
                  <a:srgbClr val="E6E7EA"/>
                </a:solidFill>
                <a:ln w="87213" cap="flat">
                  <a:noFill/>
                  <a:prstDash val="solid"/>
                  <a:miter/>
                </a:ln>
              </p:spPr>
              <p:txBody>
                <a:bodyPr rtlCol="0" anchor="ctr"/>
                <a:lstStyle/>
                <a:p>
                  <a:endParaRPr lang="en-IN" dirty="0"/>
                </a:p>
              </p:txBody>
            </p:sp>
            <p:sp>
              <p:nvSpPr>
                <p:cNvPr id="2052" name="Freeform: Shape 2051">
                  <a:extLst>
                    <a:ext uri="{FF2B5EF4-FFF2-40B4-BE49-F238E27FC236}">
                      <a16:creationId xmlns:a16="http://schemas.microsoft.com/office/drawing/2014/main" id="{30A100CB-B5A9-515C-F770-2C99CB74B35B}"/>
                    </a:ext>
                  </a:extLst>
                </p:cNvPr>
                <p:cNvSpPr/>
                <p:nvPr/>
              </p:nvSpPr>
              <p:spPr>
                <a:xfrm>
                  <a:off x="3169920" y="4621374"/>
                  <a:ext cx="10574" cy="5398"/>
                </a:xfrm>
                <a:custGeom>
                  <a:avLst/>
                  <a:gdLst>
                    <a:gd name="connsiteX0" fmla="*/ -44 w 10574"/>
                    <a:gd name="connsiteY0" fmla="*/ 5252 h 5398"/>
                    <a:gd name="connsiteX1" fmla="*/ 7825 w 10574"/>
                    <a:gd name="connsiteY1" fmla="*/ 6 h 5398"/>
                    <a:gd name="connsiteX2" fmla="*/ -44 w 10574"/>
                    <a:gd name="connsiteY2" fmla="*/ 5252 h 5398"/>
                  </a:gdLst>
                  <a:ahLst/>
                  <a:cxnLst>
                    <a:cxn ang="0">
                      <a:pos x="connsiteX0" y="connsiteY0"/>
                    </a:cxn>
                    <a:cxn ang="0">
                      <a:pos x="connsiteX1" y="connsiteY1"/>
                    </a:cxn>
                    <a:cxn ang="0">
                      <a:pos x="connsiteX2" y="connsiteY2"/>
                    </a:cxn>
                  </a:cxnLst>
                  <a:rect l="l" t="t" r="r" b="b"/>
                  <a:pathLst>
                    <a:path w="10574" h="5398">
                      <a:moveTo>
                        <a:pt x="-44" y="5252"/>
                      </a:moveTo>
                      <a:cubicBezTo>
                        <a:pt x="-44" y="5252"/>
                        <a:pt x="-44" y="880"/>
                        <a:pt x="7825" y="6"/>
                      </a:cubicBezTo>
                      <a:cubicBezTo>
                        <a:pt x="15694" y="-868"/>
                        <a:pt x="4327" y="6127"/>
                        <a:pt x="-44" y="5252"/>
                      </a:cubicBezTo>
                      <a:close/>
                    </a:path>
                  </a:pathLst>
                </a:custGeom>
                <a:solidFill>
                  <a:srgbClr val="E7E8EB"/>
                </a:solidFill>
                <a:ln w="87213" cap="flat">
                  <a:noFill/>
                  <a:prstDash val="solid"/>
                  <a:miter/>
                </a:ln>
              </p:spPr>
              <p:txBody>
                <a:bodyPr rtlCol="0" anchor="ctr"/>
                <a:lstStyle/>
                <a:p>
                  <a:endParaRPr lang="en-IN" dirty="0"/>
                </a:p>
              </p:txBody>
            </p:sp>
            <p:sp>
              <p:nvSpPr>
                <p:cNvPr id="2053" name="Freeform: Shape 2052">
                  <a:extLst>
                    <a:ext uri="{FF2B5EF4-FFF2-40B4-BE49-F238E27FC236}">
                      <a16:creationId xmlns:a16="http://schemas.microsoft.com/office/drawing/2014/main" id="{399C0837-DA0A-CBF8-9CA9-CB49B69ABFD6}"/>
                    </a:ext>
                  </a:extLst>
                </p:cNvPr>
                <p:cNvSpPr/>
                <p:nvPr/>
              </p:nvSpPr>
              <p:spPr>
                <a:xfrm>
                  <a:off x="2400495" y="3848491"/>
                  <a:ext cx="9617" cy="2203"/>
                </a:xfrm>
                <a:custGeom>
                  <a:avLst/>
                  <a:gdLst>
                    <a:gd name="connsiteX0" fmla="*/ 9574 w 9617"/>
                    <a:gd name="connsiteY0" fmla="*/ 842 h 2203"/>
                    <a:gd name="connsiteX1" fmla="*/ -44 w 9617"/>
                    <a:gd name="connsiteY1" fmla="*/ 842 h 2203"/>
                    <a:gd name="connsiteX2" fmla="*/ 9574 w 9617"/>
                    <a:gd name="connsiteY2" fmla="*/ 842 h 2203"/>
                  </a:gdLst>
                  <a:ahLst/>
                  <a:cxnLst>
                    <a:cxn ang="0">
                      <a:pos x="connsiteX0" y="connsiteY0"/>
                    </a:cxn>
                    <a:cxn ang="0">
                      <a:pos x="connsiteX1" y="connsiteY1"/>
                    </a:cxn>
                    <a:cxn ang="0">
                      <a:pos x="connsiteX2" y="connsiteY2"/>
                    </a:cxn>
                  </a:cxnLst>
                  <a:rect l="l" t="t" r="r" b="b"/>
                  <a:pathLst>
                    <a:path w="9617" h="2203">
                      <a:moveTo>
                        <a:pt x="9574" y="842"/>
                      </a:moveTo>
                      <a:cubicBezTo>
                        <a:pt x="6601" y="2564"/>
                        <a:pt x="2929" y="2564"/>
                        <a:pt x="-44" y="842"/>
                      </a:cubicBezTo>
                      <a:cubicBezTo>
                        <a:pt x="3042" y="-374"/>
                        <a:pt x="6487" y="-374"/>
                        <a:pt x="9574" y="842"/>
                      </a:cubicBezTo>
                      <a:close/>
                    </a:path>
                  </a:pathLst>
                </a:custGeom>
                <a:solidFill>
                  <a:srgbClr val="E6E7EA"/>
                </a:solidFill>
                <a:ln w="87213" cap="flat">
                  <a:noFill/>
                  <a:prstDash val="solid"/>
                  <a:miter/>
                </a:ln>
              </p:spPr>
              <p:txBody>
                <a:bodyPr rtlCol="0" anchor="ctr"/>
                <a:lstStyle/>
                <a:p>
                  <a:endParaRPr lang="en-IN" dirty="0"/>
                </a:p>
              </p:txBody>
            </p:sp>
            <p:sp>
              <p:nvSpPr>
                <p:cNvPr id="2054" name="Freeform: Shape 2053">
                  <a:extLst>
                    <a:ext uri="{FF2B5EF4-FFF2-40B4-BE49-F238E27FC236}">
                      <a16:creationId xmlns:a16="http://schemas.microsoft.com/office/drawing/2014/main" id="{41CECFF4-E123-650F-EE6A-32578B919548}"/>
                    </a:ext>
                  </a:extLst>
                </p:cNvPr>
                <p:cNvSpPr/>
                <p:nvPr/>
              </p:nvSpPr>
              <p:spPr>
                <a:xfrm>
                  <a:off x="3111338" y="4637361"/>
                  <a:ext cx="7869" cy="1914"/>
                </a:xfrm>
                <a:custGeom>
                  <a:avLst/>
                  <a:gdLst>
                    <a:gd name="connsiteX0" fmla="*/ -44 w 7869"/>
                    <a:gd name="connsiteY0" fmla="*/ 631 h 1914"/>
                    <a:gd name="connsiteX1" fmla="*/ 7825 w 7869"/>
                    <a:gd name="connsiteY1" fmla="*/ 631 h 1914"/>
                    <a:gd name="connsiteX2" fmla="*/ -44 w 7869"/>
                    <a:gd name="connsiteY2" fmla="*/ 631 h 1914"/>
                  </a:gdLst>
                  <a:ahLst/>
                  <a:cxnLst>
                    <a:cxn ang="0">
                      <a:pos x="connsiteX0" y="connsiteY0"/>
                    </a:cxn>
                    <a:cxn ang="0">
                      <a:pos x="connsiteX1" y="connsiteY1"/>
                    </a:cxn>
                    <a:cxn ang="0">
                      <a:pos x="connsiteX2" y="connsiteY2"/>
                    </a:cxn>
                  </a:cxnLst>
                  <a:rect l="l" t="t" r="r" b="b"/>
                  <a:pathLst>
                    <a:path w="7869" h="1914">
                      <a:moveTo>
                        <a:pt x="-44" y="631"/>
                      </a:moveTo>
                      <a:cubicBezTo>
                        <a:pt x="2491" y="-304"/>
                        <a:pt x="5290" y="-304"/>
                        <a:pt x="7825" y="631"/>
                      </a:cubicBezTo>
                      <a:cubicBezTo>
                        <a:pt x="5447" y="2249"/>
                        <a:pt x="2335" y="2249"/>
                        <a:pt x="-44" y="631"/>
                      </a:cubicBezTo>
                      <a:close/>
                    </a:path>
                  </a:pathLst>
                </a:custGeom>
                <a:solidFill>
                  <a:srgbClr val="E6E7EA"/>
                </a:solidFill>
                <a:ln w="87213" cap="flat">
                  <a:noFill/>
                  <a:prstDash val="solid"/>
                  <a:miter/>
                </a:ln>
              </p:spPr>
              <p:txBody>
                <a:bodyPr rtlCol="0" anchor="ctr"/>
                <a:lstStyle/>
                <a:p>
                  <a:endParaRPr lang="en-IN" dirty="0"/>
                </a:p>
              </p:txBody>
            </p:sp>
            <p:sp>
              <p:nvSpPr>
                <p:cNvPr id="2055" name="Freeform: Shape 2054">
                  <a:extLst>
                    <a:ext uri="{FF2B5EF4-FFF2-40B4-BE49-F238E27FC236}">
                      <a16:creationId xmlns:a16="http://schemas.microsoft.com/office/drawing/2014/main" id="{C7231ED7-498C-FC5F-4D7A-2EAF0E802F05}"/>
                    </a:ext>
                  </a:extLst>
                </p:cNvPr>
                <p:cNvSpPr/>
                <p:nvPr/>
              </p:nvSpPr>
              <p:spPr>
                <a:xfrm>
                  <a:off x="2245518" y="3847526"/>
                  <a:ext cx="1029962" cy="789122"/>
                </a:xfrm>
                <a:custGeom>
                  <a:avLst/>
                  <a:gdLst>
                    <a:gd name="connsiteX0" fmla="*/ 585986 w 1029962"/>
                    <a:gd name="connsiteY0" fmla="*/ 271105 h 789122"/>
                    <a:gd name="connsiteX1" fmla="*/ 585986 w 1029962"/>
                    <a:gd name="connsiteY1" fmla="*/ 271105 h 789122"/>
                    <a:gd name="connsiteX2" fmla="*/ 593855 w 1029962"/>
                    <a:gd name="connsiteY2" fmla="*/ 277226 h 789122"/>
                    <a:gd name="connsiteX3" fmla="*/ 977693 w 1029962"/>
                    <a:gd name="connsiteY3" fmla="*/ 523791 h 789122"/>
                    <a:gd name="connsiteX4" fmla="*/ 1003049 w 1029962"/>
                    <a:gd name="connsiteY4" fmla="*/ 543026 h 789122"/>
                    <a:gd name="connsiteX5" fmla="*/ 1019661 w 1029962"/>
                    <a:gd name="connsiteY5" fmla="*/ 630461 h 789122"/>
                    <a:gd name="connsiteX6" fmla="*/ 995180 w 1029962"/>
                    <a:gd name="connsiteY6" fmla="*/ 671555 h 789122"/>
                    <a:gd name="connsiteX7" fmla="*/ 937473 w 1029962"/>
                    <a:gd name="connsiteY7" fmla="*/ 758990 h 789122"/>
                    <a:gd name="connsiteX8" fmla="*/ 905122 w 1029962"/>
                    <a:gd name="connsiteY8" fmla="*/ 785221 h 789122"/>
                    <a:gd name="connsiteX9" fmla="*/ 905122 w 1029962"/>
                    <a:gd name="connsiteY9" fmla="*/ 785221 h 789122"/>
                    <a:gd name="connsiteX10" fmla="*/ 835174 w 1029962"/>
                    <a:gd name="connsiteY10" fmla="*/ 774728 h 789122"/>
                    <a:gd name="connsiteX11" fmla="*/ 780091 w 1029962"/>
                    <a:gd name="connsiteY11" fmla="*/ 739754 h 789122"/>
                    <a:gd name="connsiteX12" fmla="*/ 378766 w 1029962"/>
                    <a:gd name="connsiteY12" fmla="*/ 477451 h 789122"/>
                    <a:gd name="connsiteX13" fmla="*/ 53509 w 1029962"/>
                    <a:gd name="connsiteY13" fmla="*/ 267608 h 789122"/>
                    <a:gd name="connsiteX14" fmla="*/ 15912 w 1029962"/>
                    <a:gd name="connsiteY14" fmla="*/ 237005 h 789122"/>
                    <a:gd name="connsiteX15" fmla="*/ 6294 w 1029962"/>
                    <a:gd name="connsiteY15" fmla="*/ 167058 h 789122"/>
                    <a:gd name="connsiteX16" fmla="*/ 19410 w 1029962"/>
                    <a:gd name="connsiteY16" fmla="*/ 142577 h 789122"/>
                    <a:gd name="connsiteX17" fmla="*/ 88483 w 1029962"/>
                    <a:gd name="connsiteY17" fmla="*/ 35906 h 789122"/>
                    <a:gd name="connsiteX18" fmla="*/ 108593 w 1029962"/>
                    <a:gd name="connsiteY18" fmla="*/ 18419 h 789122"/>
                    <a:gd name="connsiteX19" fmla="*/ 108593 w 1029962"/>
                    <a:gd name="connsiteY19" fmla="*/ 28037 h 789122"/>
                    <a:gd name="connsiteX20" fmla="*/ 88483 w 1029962"/>
                    <a:gd name="connsiteY20" fmla="*/ 53393 h 789122"/>
                    <a:gd name="connsiteX21" fmla="*/ 22907 w 1029962"/>
                    <a:gd name="connsiteY21" fmla="*/ 154817 h 789122"/>
                    <a:gd name="connsiteX22" fmla="*/ 17661 w 1029962"/>
                    <a:gd name="connsiteY22" fmla="*/ 222142 h 789122"/>
                    <a:gd name="connsiteX23" fmla="*/ 50012 w 1029962"/>
                    <a:gd name="connsiteY23" fmla="*/ 255367 h 789122"/>
                    <a:gd name="connsiteX24" fmla="*/ 224881 w 1029962"/>
                    <a:gd name="connsiteY24" fmla="*/ 367283 h 789122"/>
                    <a:gd name="connsiteX25" fmla="*/ 836923 w 1029962"/>
                    <a:gd name="connsiteY25" fmla="*/ 759865 h 789122"/>
                    <a:gd name="connsiteX26" fmla="*/ 870148 w 1029962"/>
                    <a:gd name="connsiteY26" fmla="*/ 775603 h 789122"/>
                    <a:gd name="connsiteX27" fmla="*/ 935724 w 1029962"/>
                    <a:gd name="connsiteY27" fmla="*/ 755493 h 789122"/>
                    <a:gd name="connsiteX28" fmla="*/ 966326 w 1029962"/>
                    <a:gd name="connsiteY28" fmla="*/ 710901 h 789122"/>
                    <a:gd name="connsiteX29" fmla="*/ 1013541 w 1029962"/>
                    <a:gd name="connsiteY29" fmla="*/ 637456 h 789122"/>
                    <a:gd name="connsiteX30" fmla="*/ 1027531 w 1029962"/>
                    <a:gd name="connsiteY30" fmla="*/ 601608 h 789122"/>
                    <a:gd name="connsiteX31" fmla="*/ 1019661 w 1029962"/>
                    <a:gd name="connsiteY31" fmla="*/ 564885 h 789122"/>
                    <a:gd name="connsiteX32" fmla="*/ 989934 w 1029962"/>
                    <a:gd name="connsiteY32" fmla="*/ 536032 h 789122"/>
                    <a:gd name="connsiteX33" fmla="*/ 314939 w 1029962"/>
                    <a:gd name="connsiteY33" fmla="*/ 98859 h 789122"/>
                    <a:gd name="connsiteX34" fmla="*/ 197776 w 1029962"/>
                    <a:gd name="connsiteY34" fmla="*/ 22791 h 789122"/>
                    <a:gd name="connsiteX35" fmla="*/ 177666 w 1029962"/>
                    <a:gd name="connsiteY35" fmla="*/ 12299 h 789122"/>
                    <a:gd name="connsiteX36" fmla="*/ 122583 w 1029962"/>
                    <a:gd name="connsiteY36" fmla="*/ 12299 h 789122"/>
                    <a:gd name="connsiteX37" fmla="*/ 115588 w 1029962"/>
                    <a:gd name="connsiteY37" fmla="*/ 12299 h 789122"/>
                    <a:gd name="connsiteX38" fmla="*/ 115588 w 1029962"/>
                    <a:gd name="connsiteY38" fmla="*/ 6178 h 789122"/>
                    <a:gd name="connsiteX39" fmla="*/ 122583 w 1029962"/>
                    <a:gd name="connsiteY39" fmla="*/ 6178 h 789122"/>
                    <a:gd name="connsiteX40" fmla="*/ 122583 w 1029962"/>
                    <a:gd name="connsiteY40" fmla="*/ 6178 h 789122"/>
                    <a:gd name="connsiteX41" fmla="*/ 152310 w 1029962"/>
                    <a:gd name="connsiteY41" fmla="*/ 58 h 789122"/>
                    <a:gd name="connsiteX42" fmla="*/ 152310 w 1029962"/>
                    <a:gd name="connsiteY42" fmla="*/ 58 h 789122"/>
                    <a:gd name="connsiteX43" fmla="*/ 203897 w 1029962"/>
                    <a:gd name="connsiteY43" fmla="*/ 19294 h 789122"/>
                    <a:gd name="connsiteX44" fmla="*/ 578991 w 1029962"/>
                    <a:gd name="connsiteY44" fmla="*/ 261488 h 789122"/>
                    <a:gd name="connsiteX45" fmla="*/ 585986 w 1029962"/>
                    <a:gd name="connsiteY45" fmla="*/ 271105 h 78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29961" h="789122">
                      <a:moveTo>
                        <a:pt x="585986" y="271105"/>
                      </a:moveTo>
                      <a:lnTo>
                        <a:pt x="585986" y="271105"/>
                      </a:lnTo>
                      <a:cubicBezTo>
                        <a:pt x="588207" y="273614"/>
                        <a:pt x="590874" y="275687"/>
                        <a:pt x="593855" y="277226"/>
                      </a:cubicBezTo>
                      <a:lnTo>
                        <a:pt x="977693" y="523791"/>
                      </a:lnTo>
                      <a:cubicBezTo>
                        <a:pt x="986507" y="529710"/>
                        <a:pt x="994978" y="536128"/>
                        <a:pt x="1003049" y="543026"/>
                      </a:cubicBezTo>
                      <a:cubicBezTo>
                        <a:pt x="1030932" y="563128"/>
                        <a:pt x="1038233" y="601529"/>
                        <a:pt x="1019661" y="630461"/>
                      </a:cubicBezTo>
                      <a:cubicBezTo>
                        <a:pt x="1012544" y="644757"/>
                        <a:pt x="1004360" y="658493"/>
                        <a:pt x="995180" y="671555"/>
                      </a:cubicBezTo>
                      <a:cubicBezTo>
                        <a:pt x="975944" y="700409"/>
                        <a:pt x="959331" y="731011"/>
                        <a:pt x="937473" y="758990"/>
                      </a:cubicBezTo>
                      <a:cubicBezTo>
                        <a:pt x="928957" y="770208"/>
                        <a:pt x="917861" y="779214"/>
                        <a:pt x="905122" y="785221"/>
                      </a:cubicBezTo>
                      <a:lnTo>
                        <a:pt x="905122" y="785221"/>
                      </a:lnTo>
                      <a:cubicBezTo>
                        <a:pt x="881445" y="792845"/>
                        <a:pt x="855573" y="788963"/>
                        <a:pt x="835174" y="774728"/>
                      </a:cubicBezTo>
                      <a:cubicBezTo>
                        <a:pt x="815939" y="764237"/>
                        <a:pt x="798452" y="751995"/>
                        <a:pt x="780091" y="739754"/>
                      </a:cubicBezTo>
                      <a:lnTo>
                        <a:pt x="378766" y="477451"/>
                      </a:lnTo>
                      <a:lnTo>
                        <a:pt x="53509" y="267608"/>
                      </a:lnTo>
                      <a:cubicBezTo>
                        <a:pt x="39301" y="259660"/>
                        <a:pt x="26579" y="249308"/>
                        <a:pt x="15912" y="237005"/>
                      </a:cubicBezTo>
                      <a:cubicBezTo>
                        <a:pt x="-1067" y="217744"/>
                        <a:pt x="-4862" y="190184"/>
                        <a:pt x="6294" y="167058"/>
                      </a:cubicBezTo>
                      <a:cubicBezTo>
                        <a:pt x="9792" y="158463"/>
                        <a:pt x="14190" y="150253"/>
                        <a:pt x="19410" y="142577"/>
                      </a:cubicBezTo>
                      <a:cubicBezTo>
                        <a:pt x="42143" y="106728"/>
                        <a:pt x="64001" y="70006"/>
                        <a:pt x="88483" y="35906"/>
                      </a:cubicBezTo>
                      <a:cubicBezTo>
                        <a:pt x="92951" y="27915"/>
                        <a:pt x="100059" y="21733"/>
                        <a:pt x="108593" y="18419"/>
                      </a:cubicBezTo>
                      <a:cubicBezTo>
                        <a:pt x="108593" y="18419"/>
                        <a:pt x="108593" y="25414"/>
                        <a:pt x="108593" y="28037"/>
                      </a:cubicBezTo>
                      <a:cubicBezTo>
                        <a:pt x="100698" y="35469"/>
                        <a:pt x="93921" y="44011"/>
                        <a:pt x="88483" y="53393"/>
                      </a:cubicBezTo>
                      <a:cubicBezTo>
                        <a:pt x="66625" y="86619"/>
                        <a:pt x="43891" y="120718"/>
                        <a:pt x="22907" y="154817"/>
                      </a:cubicBezTo>
                      <a:cubicBezTo>
                        <a:pt x="8655" y="174490"/>
                        <a:pt x="6636" y="200493"/>
                        <a:pt x="17661" y="222142"/>
                      </a:cubicBezTo>
                      <a:cubicBezTo>
                        <a:pt x="25626" y="235651"/>
                        <a:pt x="36722" y="247043"/>
                        <a:pt x="50012" y="255367"/>
                      </a:cubicBezTo>
                      <a:lnTo>
                        <a:pt x="224881" y="367283"/>
                      </a:lnTo>
                      <a:lnTo>
                        <a:pt x="836923" y="759865"/>
                      </a:lnTo>
                      <a:cubicBezTo>
                        <a:pt x="847092" y="766842"/>
                        <a:pt x="858310" y="772149"/>
                        <a:pt x="870148" y="775603"/>
                      </a:cubicBezTo>
                      <a:cubicBezTo>
                        <a:pt x="894062" y="782676"/>
                        <a:pt x="919890" y="774764"/>
                        <a:pt x="935724" y="755493"/>
                      </a:cubicBezTo>
                      <a:cubicBezTo>
                        <a:pt x="947003" y="741399"/>
                        <a:pt x="957233" y="726500"/>
                        <a:pt x="966326" y="710901"/>
                      </a:cubicBezTo>
                      <a:lnTo>
                        <a:pt x="1013541" y="637456"/>
                      </a:lnTo>
                      <a:cubicBezTo>
                        <a:pt x="1020807" y="626693"/>
                        <a:pt x="1025590" y="614452"/>
                        <a:pt x="1027531" y="601608"/>
                      </a:cubicBezTo>
                      <a:cubicBezTo>
                        <a:pt x="1029367" y="588816"/>
                        <a:pt x="1026578" y="575797"/>
                        <a:pt x="1019661" y="564885"/>
                      </a:cubicBezTo>
                      <a:cubicBezTo>
                        <a:pt x="1011783" y="553370"/>
                        <a:pt x="1001676" y="543560"/>
                        <a:pt x="989934" y="536032"/>
                      </a:cubicBezTo>
                      <a:lnTo>
                        <a:pt x="314939" y="98859"/>
                      </a:lnTo>
                      <a:lnTo>
                        <a:pt x="197776" y="22791"/>
                      </a:lnTo>
                      <a:cubicBezTo>
                        <a:pt x="191359" y="18778"/>
                        <a:pt x="184635" y="15272"/>
                        <a:pt x="177666" y="12299"/>
                      </a:cubicBezTo>
                      <a:cubicBezTo>
                        <a:pt x="160346" y="3573"/>
                        <a:pt x="139903" y="3573"/>
                        <a:pt x="122583" y="12299"/>
                      </a:cubicBezTo>
                      <a:cubicBezTo>
                        <a:pt x="122583" y="12299"/>
                        <a:pt x="122583" y="12299"/>
                        <a:pt x="115588" y="12299"/>
                      </a:cubicBezTo>
                      <a:cubicBezTo>
                        <a:pt x="108593" y="12299"/>
                        <a:pt x="115588" y="7053"/>
                        <a:pt x="115588" y="6178"/>
                      </a:cubicBezTo>
                      <a:lnTo>
                        <a:pt x="122583" y="6178"/>
                      </a:lnTo>
                      <a:lnTo>
                        <a:pt x="122583" y="6178"/>
                      </a:lnTo>
                      <a:cubicBezTo>
                        <a:pt x="131755" y="1483"/>
                        <a:pt x="142028" y="-633"/>
                        <a:pt x="152310" y="58"/>
                      </a:cubicBezTo>
                      <a:lnTo>
                        <a:pt x="152310" y="58"/>
                      </a:lnTo>
                      <a:cubicBezTo>
                        <a:pt x="170864" y="1964"/>
                        <a:pt x="188622" y="8583"/>
                        <a:pt x="203897" y="19294"/>
                      </a:cubicBezTo>
                      <a:lnTo>
                        <a:pt x="578991" y="261488"/>
                      </a:lnTo>
                      <a:cubicBezTo>
                        <a:pt x="578991" y="261488"/>
                        <a:pt x="582488" y="271105"/>
                        <a:pt x="585986" y="271105"/>
                      </a:cubicBezTo>
                      <a:close/>
                    </a:path>
                  </a:pathLst>
                </a:custGeom>
                <a:solidFill>
                  <a:srgbClr val="D4D6DC"/>
                </a:solidFill>
                <a:ln w="87213" cap="flat">
                  <a:noFill/>
                  <a:prstDash val="solid"/>
                  <a:miter/>
                </a:ln>
              </p:spPr>
              <p:txBody>
                <a:bodyPr rtlCol="0" anchor="ctr"/>
                <a:lstStyle/>
                <a:p>
                  <a:endParaRPr lang="en-IN" dirty="0"/>
                </a:p>
              </p:txBody>
            </p:sp>
            <p:sp>
              <p:nvSpPr>
                <p:cNvPr id="2056" name="Freeform: Shape 2055">
                  <a:extLst>
                    <a:ext uri="{FF2B5EF4-FFF2-40B4-BE49-F238E27FC236}">
                      <a16:creationId xmlns:a16="http://schemas.microsoft.com/office/drawing/2014/main" id="{D933D5FF-7134-67E3-BA64-86346A126185}"/>
                    </a:ext>
                  </a:extLst>
                </p:cNvPr>
                <p:cNvSpPr/>
                <p:nvPr/>
              </p:nvSpPr>
              <p:spPr>
                <a:xfrm>
                  <a:off x="2829799" y="4120450"/>
                  <a:ext cx="445498" cy="510617"/>
                </a:xfrm>
                <a:custGeom>
                  <a:avLst/>
                  <a:gdLst>
                    <a:gd name="connsiteX0" fmla="*/ 322589 w 445498"/>
                    <a:gd name="connsiteY0" fmla="*/ 510548 h 510617"/>
                    <a:gd name="connsiteX1" fmla="*/ 349694 w 445498"/>
                    <a:gd name="connsiteY1" fmla="*/ 488689 h 510617"/>
                    <a:gd name="connsiteX2" fmla="*/ 369804 w 445498"/>
                    <a:gd name="connsiteY2" fmla="*/ 462459 h 510617"/>
                    <a:gd name="connsiteX3" fmla="*/ 422264 w 445498"/>
                    <a:gd name="connsiteY3" fmla="*/ 381145 h 510617"/>
                    <a:gd name="connsiteX4" fmla="*/ 444123 w 445498"/>
                    <a:gd name="connsiteY4" fmla="*/ 332182 h 510617"/>
                    <a:gd name="connsiteX5" fmla="*/ 424014 w 445498"/>
                    <a:gd name="connsiteY5" fmla="*/ 276223 h 510617"/>
                    <a:gd name="connsiteX6" fmla="*/ 375050 w 445498"/>
                    <a:gd name="connsiteY6" fmla="*/ 241250 h 510617"/>
                    <a:gd name="connsiteX7" fmla="*/ 7825 w 445498"/>
                    <a:gd name="connsiteY7" fmla="*/ 6925 h 510617"/>
                    <a:gd name="connsiteX8" fmla="*/ -44 w 445498"/>
                    <a:gd name="connsiteY8" fmla="*/ -70 h 510617"/>
                    <a:gd name="connsiteX9" fmla="*/ 404778 w 445498"/>
                    <a:gd name="connsiteY9" fmla="*/ 262234 h 510617"/>
                    <a:gd name="connsiteX10" fmla="*/ 438877 w 445498"/>
                    <a:gd name="connsiteY10" fmla="*/ 298956 h 510617"/>
                    <a:gd name="connsiteX11" fmla="*/ 438877 w 445498"/>
                    <a:gd name="connsiteY11" fmla="*/ 355789 h 510617"/>
                    <a:gd name="connsiteX12" fmla="*/ 357563 w 445498"/>
                    <a:gd name="connsiteY12" fmla="*/ 479946 h 510617"/>
                    <a:gd name="connsiteX13" fmla="*/ 322589 w 445498"/>
                    <a:gd name="connsiteY13" fmla="*/ 510548 h 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498" h="510617">
                      <a:moveTo>
                        <a:pt x="322589" y="510548"/>
                      </a:moveTo>
                      <a:cubicBezTo>
                        <a:pt x="332723" y="504742"/>
                        <a:pt x="341877" y="497363"/>
                        <a:pt x="349694" y="488689"/>
                      </a:cubicBezTo>
                      <a:cubicBezTo>
                        <a:pt x="355815" y="479946"/>
                        <a:pt x="363683" y="472077"/>
                        <a:pt x="369804" y="462459"/>
                      </a:cubicBezTo>
                      <a:cubicBezTo>
                        <a:pt x="388165" y="435354"/>
                        <a:pt x="405652" y="409124"/>
                        <a:pt x="422264" y="381145"/>
                      </a:cubicBezTo>
                      <a:cubicBezTo>
                        <a:pt x="432870" y="366517"/>
                        <a:pt x="440311" y="349843"/>
                        <a:pt x="444123" y="332182"/>
                      </a:cubicBezTo>
                      <a:cubicBezTo>
                        <a:pt x="447210" y="311337"/>
                        <a:pt x="439656" y="290335"/>
                        <a:pt x="424014" y="276223"/>
                      </a:cubicBezTo>
                      <a:cubicBezTo>
                        <a:pt x="408791" y="263100"/>
                        <a:pt x="392397" y="251392"/>
                        <a:pt x="375050" y="241250"/>
                      </a:cubicBezTo>
                      <a:lnTo>
                        <a:pt x="7825" y="6925"/>
                      </a:lnTo>
                      <a:cubicBezTo>
                        <a:pt x="7825" y="6925"/>
                        <a:pt x="830" y="6925"/>
                        <a:pt x="-44" y="-70"/>
                      </a:cubicBezTo>
                      <a:lnTo>
                        <a:pt x="404778" y="262234"/>
                      </a:lnTo>
                      <a:cubicBezTo>
                        <a:pt x="419694" y="270627"/>
                        <a:pt x="431611" y="283463"/>
                        <a:pt x="438877" y="298956"/>
                      </a:cubicBezTo>
                      <a:cubicBezTo>
                        <a:pt x="447647" y="316889"/>
                        <a:pt x="447647" y="337856"/>
                        <a:pt x="438877" y="355789"/>
                      </a:cubicBezTo>
                      <a:cubicBezTo>
                        <a:pt x="413906" y="398535"/>
                        <a:pt x="386766" y="439971"/>
                        <a:pt x="357563" y="479946"/>
                      </a:cubicBezTo>
                      <a:cubicBezTo>
                        <a:pt x="350708" y="494600"/>
                        <a:pt x="338021" y="505695"/>
                        <a:pt x="322589" y="510548"/>
                      </a:cubicBezTo>
                      <a:close/>
                    </a:path>
                  </a:pathLst>
                </a:custGeom>
                <a:solidFill>
                  <a:srgbClr val="D4D7DC"/>
                </a:solidFill>
                <a:ln w="87213" cap="flat">
                  <a:noFill/>
                  <a:prstDash val="solid"/>
                  <a:miter/>
                </a:ln>
              </p:spPr>
              <p:txBody>
                <a:bodyPr rtlCol="0" anchor="ctr"/>
                <a:lstStyle/>
                <a:p>
                  <a:endParaRPr lang="en-IN" dirty="0"/>
                </a:p>
              </p:txBody>
            </p:sp>
            <p:sp>
              <p:nvSpPr>
                <p:cNvPr id="2057" name="Freeform: Shape 2056">
                  <a:extLst>
                    <a:ext uri="{FF2B5EF4-FFF2-40B4-BE49-F238E27FC236}">
                      <a16:creationId xmlns:a16="http://schemas.microsoft.com/office/drawing/2014/main" id="{5427394D-6049-5C8C-315A-03CD9B484781}"/>
                    </a:ext>
                  </a:extLst>
                </p:cNvPr>
                <p:cNvSpPr/>
                <p:nvPr/>
              </p:nvSpPr>
              <p:spPr>
                <a:xfrm>
                  <a:off x="2247196" y="3859020"/>
                  <a:ext cx="378880" cy="466900"/>
                </a:xfrm>
                <a:custGeom>
                  <a:avLst/>
                  <a:gdLst>
                    <a:gd name="connsiteX0" fmla="*/ 118281 w 378880"/>
                    <a:gd name="connsiteY0" fmla="*/ -70 h 466900"/>
                    <a:gd name="connsiteX1" fmla="*/ 108663 w 378880"/>
                    <a:gd name="connsiteY1" fmla="*/ 8673 h 466900"/>
                    <a:gd name="connsiteX2" fmla="*/ 108663 w 378880"/>
                    <a:gd name="connsiteY2" fmla="*/ 8673 h 466900"/>
                    <a:gd name="connsiteX3" fmla="*/ 80684 w 378880"/>
                    <a:gd name="connsiteY3" fmla="*/ 40150 h 466900"/>
                    <a:gd name="connsiteX4" fmla="*/ 17731 w 378880"/>
                    <a:gd name="connsiteY4" fmla="*/ 137202 h 466900"/>
                    <a:gd name="connsiteX5" fmla="*/ 1993 w 378880"/>
                    <a:gd name="connsiteY5" fmla="*/ 180920 h 466900"/>
                    <a:gd name="connsiteX6" fmla="*/ 17731 w 378880"/>
                    <a:gd name="connsiteY6" fmla="*/ 228134 h 466900"/>
                    <a:gd name="connsiteX7" fmla="*/ 64072 w 378880"/>
                    <a:gd name="connsiteY7" fmla="*/ 263982 h 466900"/>
                    <a:gd name="connsiteX8" fmla="*/ 378836 w 378880"/>
                    <a:gd name="connsiteY8" fmla="*/ 466830 h 466900"/>
                    <a:gd name="connsiteX9" fmla="*/ 378836 w 378880"/>
                    <a:gd name="connsiteY9" fmla="*/ 466830 h 466900"/>
                    <a:gd name="connsiteX10" fmla="*/ 378836 w 378880"/>
                    <a:gd name="connsiteY10" fmla="*/ 466830 h 466900"/>
                    <a:gd name="connsiteX11" fmla="*/ 39590 w 378880"/>
                    <a:gd name="connsiteY11" fmla="*/ 248244 h 466900"/>
                    <a:gd name="connsiteX12" fmla="*/ 244 w 378880"/>
                    <a:gd name="connsiteY12" fmla="*/ 192286 h 466900"/>
                    <a:gd name="connsiteX13" fmla="*/ 6365 w 378880"/>
                    <a:gd name="connsiteY13" fmla="*/ 153814 h 466900"/>
                    <a:gd name="connsiteX14" fmla="*/ 21229 w 378880"/>
                    <a:gd name="connsiteY14" fmla="*/ 127584 h 466900"/>
                    <a:gd name="connsiteX15" fmla="*/ 85930 w 378880"/>
                    <a:gd name="connsiteY15" fmla="*/ 27034 h 466900"/>
                    <a:gd name="connsiteX16" fmla="*/ 107789 w 378880"/>
                    <a:gd name="connsiteY16" fmla="*/ 3427 h 466900"/>
                    <a:gd name="connsiteX17" fmla="*/ 118281 w 378880"/>
                    <a:gd name="connsiteY17" fmla="*/ -70 h 4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8880" h="466899">
                      <a:moveTo>
                        <a:pt x="118281" y="-70"/>
                      </a:moveTo>
                      <a:cubicBezTo>
                        <a:pt x="118281" y="-70"/>
                        <a:pt x="110412" y="-70"/>
                        <a:pt x="108663" y="8673"/>
                      </a:cubicBezTo>
                      <a:lnTo>
                        <a:pt x="108663" y="8673"/>
                      </a:lnTo>
                      <a:cubicBezTo>
                        <a:pt x="96527" y="16289"/>
                        <a:pt x="86822" y="27209"/>
                        <a:pt x="80684" y="40150"/>
                      </a:cubicBezTo>
                      <a:cubicBezTo>
                        <a:pt x="58825" y="71626"/>
                        <a:pt x="36967" y="103977"/>
                        <a:pt x="17731" y="137202"/>
                      </a:cubicBezTo>
                      <a:cubicBezTo>
                        <a:pt x="9285" y="150414"/>
                        <a:pt x="3908" y="165356"/>
                        <a:pt x="1993" y="180920"/>
                      </a:cubicBezTo>
                      <a:cubicBezTo>
                        <a:pt x="428" y="198161"/>
                        <a:pt x="6129" y="215281"/>
                        <a:pt x="17731" y="228134"/>
                      </a:cubicBezTo>
                      <a:cubicBezTo>
                        <a:pt x="31616" y="241975"/>
                        <a:pt x="47188" y="254015"/>
                        <a:pt x="64072" y="263982"/>
                      </a:cubicBezTo>
                      <a:lnTo>
                        <a:pt x="378836" y="466830"/>
                      </a:lnTo>
                      <a:cubicBezTo>
                        <a:pt x="378836" y="466830"/>
                        <a:pt x="378836" y="466830"/>
                        <a:pt x="378836" y="466830"/>
                      </a:cubicBezTo>
                      <a:lnTo>
                        <a:pt x="378836" y="466830"/>
                      </a:lnTo>
                      <a:lnTo>
                        <a:pt x="39590" y="248244"/>
                      </a:lnTo>
                      <a:cubicBezTo>
                        <a:pt x="18964" y="236195"/>
                        <a:pt x="4607" y="215771"/>
                        <a:pt x="244" y="192286"/>
                      </a:cubicBezTo>
                      <a:cubicBezTo>
                        <a:pt x="-866" y="179153"/>
                        <a:pt x="1241" y="165950"/>
                        <a:pt x="6365" y="153814"/>
                      </a:cubicBezTo>
                      <a:cubicBezTo>
                        <a:pt x="9923" y="144354"/>
                        <a:pt x="14942" y="135497"/>
                        <a:pt x="21229" y="127584"/>
                      </a:cubicBezTo>
                      <a:lnTo>
                        <a:pt x="85930" y="27034"/>
                      </a:lnTo>
                      <a:cubicBezTo>
                        <a:pt x="92033" y="18142"/>
                        <a:pt x="99395" y="10194"/>
                        <a:pt x="107789" y="3427"/>
                      </a:cubicBezTo>
                      <a:cubicBezTo>
                        <a:pt x="110867" y="1259"/>
                        <a:pt x="114513" y="43"/>
                        <a:pt x="118281" y="-70"/>
                      </a:cubicBezTo>
                      <a:close/>
                    </a:path>
                  </a:pathLst>
                </a:custGeom>
                <a:solidFill>
                  <a:srgbClr val="D5D8DD"/>
                </a:solidFill>
                <a:ln w="87213" cap="flat">
                  <a:noFill/>
                  <a:prstDash val="solid"/>
                  <a:miter/>
                </a:ln>
              </p:spPr>
              <p:txBody>
                <a:bodyPr rtlCol="0" anchor="ctr"/>
                <a:lstStyle/>
                <a:p>
                  <a:endParaRPr lang="en-IN" dirty="0"/>
                </a:p>
              </p:txBody>
            </p:sp>
            <p:sp>
              <p:nvSpPr>
                <p:cNvPr id="2058" name="Freeform: Shape 2057">
                  <a:extLst>
                    <a:ext uri="{FF2B5EF4-FFF2-40B4-BE49-F238E27FC236}">
                      <a16:creationId xmlns:a16="http://schemas.microsoft.com/office/drawing/2014/main" id="{D60B1943-289E-2436-236D-971D0B48C7EF}"/>
                    </a:ext>
                  </a:extLst>
                </p:cNvPr>
                <p:cNvSpPr/>
                <p:nvPr/>
              </p:nvSpPr>
              <p:spPr>
                <a:xfrm>
                  <a:off x="2625202" y="4327670"/>
                  <a:ext cx="522859" cy="310656"/>
                </a:xfrm>
                <a:custGeom>
                  <a:avLst/>
                  <a:gdLst>
                    <a:gd name="connsiteX0" fmla="*/ -44 w 522859"/>
                    <a:gd name="connsiteY0" fmla="*/ -70 h 310656"/>
                    <a:gd name="connsiteX1" fmla="*/ -44 w 522859"/>
                    <a:gd name="connsiteY1" fmla="*/ -70 h 310656"/>
                    <a:gd name="connsiteX2" fmla="*/ 437129 w 522859"/>
                    <a:gd name="connsiteY2" fmla="*/ 282343 h 310656"/>
                    <a:gd name="connsiteX3" fmla="*/ 488716 w 522859"/>
                    <a:gd name="connsiteY3" fmla="*/ 305951 h 310656"/>
                    <a:gd name="connsiteX4" fmla="*/ 522815 w 522859"/>
                    <a:gd name="connsiteY4" fmla="*/ 305951 h 310656"/>
                    <a:gd name="connsiteX5" fmla="*/ 480846 w 522859"/>
                    <a:gd name="connsiteY5" fmla="*/ 305951 h 310656"/>
                    <a:gd name="connsiteX6" fmla="*/ 448495 w 522859"/>
                    <a:gd name="connsiteY6" fmla="*/ 291961 h 3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859" h="310656">
                      <a:moveTo>
                        <a:pt x="-44" y="-70"/>
                      </a:moveTo>
                      <a:lnTo>
                        <a:pt x="-44" y="-70"/>
                      </a:lnTo>
                      <a:lnTo>
                        <a:pt x="437129" y="282343"/>
                      </a:lnTo>
                      <a:cubicBezTo>
                        <a:pt x="452518" y="293675"/>
                        <a:pt x="470083" y="301710"/>
                        <a:pt x="488716" y="305951"/>
                      </a:cubicBezTo>
                      <a:cubicBezTo>
                        <a:pt x="499968" y="308189"/>
                        <a:pt x="511562" y="308189"/>
                        <a:pt x="522815" y="305951"/>
                      </a:cubicBezTo>
                      <a:cubicBezTo>
                        <a:pt x="509507" y="312132"/>
                        <a:pt x="494154" y="312132"/>
                        <a:pt x="480846" y="305951"/>
                      </a:cubicBezTo>
                      <a:cubicBezTo>
                        <a:pt x="469357" y="303109"/>
                        <a:pt x="458428" y="298388"/>
                        <a:pt x="448495" y="291961"/>
                      </a:cubicBezTo>
                      <a:close/>
                    </a:path>
                  </a:pathLst>
                </a:custGeom>
                <a:solidFill>
                  <a:srgbClr val="D4D7DC"/>
                </a:solidFill>
                <a:ln w="87213" cap="flat">
                  <a:noFill/>
                  <a:prstDash val="solid"/>
                  <a:miter/>
                </a:ln>
              </p:spPr>
              <p:txBody>
                <a:bodyPr rtlCol="0" anchor="ctr"/>
                <a:lstStyle/>
                <a:p>
                  <a:endParaRPr lang="en-IN" dirty="0"/>
                </a:p>
              </p:txBody>
            </p:sp>
            <p:sp>
              <p:nvSpPr>
                <p:cNvPr id="2059" name="Freeform: Shape 2058">
                  <a:extLst>
                    <a:ext uri="{FF2B5EF4-FFF2-40B4-BE49-F238E27FC236}">
                      <a16:creationId xmlns:a16="http://schemas.microsoft.com/office/drawing/2014/main" id="{B3DD0BDC-4D6F-F8AB-CF91-27BB2FD12F7C}"/>
                    </a:ext>
                  </a:extLst>
                </p:cNvPr>
                <p:cNvSpPr/>
                <p:nvPr/>
              </p:nvSpPr>
              <p:spPr>
                <a:xfrm>
                  <a:off x="2397872" y="3857420"/>
                  <a:ext cx="433675" cy="261280"/>
                </a:xfrm>
                <a:custGeom>
                  <a:avLst/>
                  <a:gdLst>
                    <a:gd name="connsiteX0" fmla="*/ 433631 w 433675"/>
                    <a:gd name="connsiteY0" fmla="*/ 261211 h 261280"/>
                    <a:gd name="connsiteX1" fmla="*/ 423139 w 433675"/>
                    <a:gd name="connsiteY1" fmla="*/ 261211 h 261280"/>
                    <a:gd name="connsiteX2" fmla="*/ 52416 w 433675"/>
                    <a:gd name="connsiteY2" fmla="*/ 22515 h 261280"/>
                    <a:gd name="connsiteX3" fmla="*/ -44 w 433675"/>
                    <a:gd name="connsiteY3" fmla="*/ 1530 h 261280"/>
                    <a:gd name="connsiteX4" fmla="*/ -44 w 433675"/>
                    <a:gd name="connsiteY4" fmla="*/ 1530 h 261280"/>
                    <a:gd name="connsiteX5" fmla="*/ 18317 w 433675"/>
                    <a:gd name="connsiteY5" fmla="*/ 1530 h 261280"/>
                    <a:gd name="connsiteX6" fmla="*/ 46296 w 433675"/>
                    <a:gd name="connsiteY6" fmla="*/ 14645 h 26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3675" h="261279">
                      <a:moveTo>
                        <a:pt x="433631" y="261211"/>
                      </a:moveTo>
                      <a:cubicBezTo>
                        <a:pt x="429259" y="261211"/>
                        <a:pt x="426636" y="261211"/>
                        <a:pt x="423139" y="261211"/>
                      </a:cubicBezTo>
                      <a:lnTo>
                        <a:pt x="52416" y="22515"/>
                      </a:lnTo>
                      <a:cubicBezTo>
                        <a:pt x="36958" y="11253"/>
                        <a:pt x="18920" y="4031"/>
                        <a:pt x="-44" y="1530"/>
                      </a:cubicBezTo>
                      <a:lnTo>
                        <a:pt x="-44" y="1530"/>
                      </a:lnTo>
                      <a:cubicBezTo>
                        <a:pt x="5892" y="-604"/>
                        <a:pt x="12380" y="-604"/>
                        <a:pt x="18317" y="1530"/>
                      </a:cubicBezTo>
                      <a:cubicBezTo>
                        <a:pt x="28110" y="4835"/>
                        <a:pt x="37491" y="9233"/>
                        <a:pt x="46296" y="14645"/>
                      </a:cubicBezTo>
                      <a:close/>
                    </a:path>
                  </a:pathLst>
                </a:custGeom>
                <a:solidFill>
                  <a:srgbClr val="D5D8DD"/>
                </a:solidFill>
                <a:ln w="87213" cap="flat">
                  <a:noFill/>
                  <a:prstDash val="solid"/>
                  <a:miter/>
                </a:ln>
              </p:spPr>
              <p:txBody>
                <a:bodyPr rtlCol="0" anchor="ctr"/>
                <a:lstStyle/>
                <a:p>
                  <a:endParaRPr lang="en-IN" dirty="0"/>
                </a:p>
              </p:txBody>
            </p:sp>
            <p:sp>
              <p:nvSpPr>
                <p:cNvPr id="2060" name="Freeform: Shape 2059">
                  <a:extLst>
                    <a:ext uri="{FF2B5EF4-FFF2-40B4-BE49-F238E27FC236}">
                      <a16:creationId xmlns:a16="http://schemas.microsoft.com/office/drawing/2014/main" id="{BFC82796-C7D5-8B18-2381-DDA9B9BB5009}"/>
                    </a:ext>
                  </a:extLst>
                </p:cNvPr>
                <p:cNvSpPr/>
                <p:nvPr/>
              </p:nvSpPr>
              <p:spPr>
                <a:xfrm>
                  <a:off x="2365521" y="3851593"/>
                  <a:ext cx="29727" cy="7427"/>
                </a:xfrm>
                <a:custGeom>
                  <a:avLst/>
                  <a:gdLst>
                    <a:gd name="connsiteX0" fmla="*/ 29684 w 29727"/>
                    <a:gd name="connsiteY0" fmla="*/ 1237 h 7427"/>
                    <a:gd name="connsiteX1" fmla="*/ -44 w 29727"/>
                    <a:gd name="connsiteY1" fmla="*/ 7358 h 7427"/>
                    <a:gd name="connsiteX2" fmla="*/ 29684 w 29727"/>
                    <a:gd name="connsiteY2" fmla="*/ 1237 h 7427"/>
                  </a:gdLst>
                  <a:ahLst/>
                  <a:cxnLst>
                    <a:cxn ang="0">
                      <a:pos x="connsiteX0" y="connsiteY0"/>
                    </a:cxn>
                    <a:cxn ang="0">
                      <a:pos x="connsiteX1" y="connsiteY1"/>
                    </a:cxn>
                    <a:cxn ang="0">
                      <a:pos x="connsiteX2" y="connsiteY2"/>
                    </a:cxn>
                  </a:cxnLst>
                  <a:rect l="l" t="t" r="r" b="b"/>
                  <a:pathLst>
                    <a:path w="29727" h="7427">
                      <a:moveTo>
                        <a:pt x="29684" y="1237"/>
                      </a:moveTo>
                      <a:cubicBezTo>
                        <a:pt x="19602" y="2347"/>
                        <a:pt x="9652" y="4393"/>
                        <a:pt x="-44" y="7358"/>
                      </a:cubicBezTo>
                      <a:cubicBezTo>
                        <a:pt x="8236" y="512"/>
                        <a:pt x="19375" y="-1788"/>
                        <a:pt x="29684" y="1237"/>
                      </a:cubicBezTo>
                      <a:close/>
                    </a:path>
                  </a:pathLst>
                </a:custGeom>
                <a:solidFill>
                  <a:srgbClr val="D5D8DD"/>
                </a:solidFill>
                <a:ln w="87213" cap="flat">
                  <a:noFill/>
                  <a:prstDash val="solid"/>
                  <a:miter/>
                </a:ln>
              </p:spPr>
              <p:txBody>
                <a:bodyPr rtlCol="0" anchor="ctr"/>
                <a:lstStyle/>
                <a:p>
                  <a:endParaRPr lang="en-IN" dirty="0"/>
                </a:p>
              </p:txBody>
            </p:sp>
            <p:sp>
              <p:nvSpPr>
                <p:cNvPr id="2061" name="Freeform: Shape 2060">
                  <a:extLst>
                    <a:ext uri="{FF2B5EF4-FFF2-40B4-BE49-F238E27FC236}">
                      <a16:creationId xmlns:a16="http://schemas.microsoft.com/office/drawing/2014/main" id="{A63CFDC9-CD8E-6658-7124-D3AF0A2EDEFC}"/>
                    </a:ext>
                  </a:extLst>
                </p:cNvPr>
                <p:cNvSpPr/>
                <p:nvPr/>
              </p:nvSpPr>
              <p:spPr>
                <a:xfrm>
                  <a:off x="2255887" y="3857831"/>
                  <a:ext cx="1018954" cy="772403"/>
                </a:xfrm>
                <a:custGeom>
                  <a:avLst/>
                  <a:gdLst>
                    <a:gd name="connsiteX0" fmla="*/ 1018910 w 1018954"/>
                    <a:gd name="connsiteY0" fmla="*/ 590428 h 772403"/>
                    <a:gd name="connsiteX1" fmla="*/ 1018910 w 1018954"/>
                    <a:gd name="connsiteY1" fmla="*/ 611412 h 772403"/>
                    <a:gd name="connsiteX2" fmla="*/ 1009292 w 1018954"/>
                    <a:gd name="connsiteY2" fmla="*/ 631522 h 772403"/>
                    <a:gd name="connsiteX3" fmla="*/ 945465 w 1018954"/>
                    <a:gd name="connsiteY3" fmla="*/ 730323 h 772403"/>
                    <a:gd name="connsiteX4" fmla="*/ 919235 w 1018954"/>
                    <a:gd name="connsiteY4" fmla="*/ 760051 h 772403"/>
                    <a:gd name="connsiteX5" fmla="*/ 865025 w 1018954"/>
                    <a:gd name="connsiteY5" fmla="*/ 769669 h 772403"/>
                    <a:gd name="connsiteX6" fmla="*/ 826554 w 1018954"/>
                    <a:gd name="connsiteY6" fmla="*/ 752182 h 772403"/>
                    <a:gd name="connsiteX7" fmla="*/ 39642 w 1018954"/>
                    <a:gd name="connsiteY7" fmla="*/ 247685 h 772403"/>
                    <a:gd name="connsiteX8" fmla="*/ 5543 w 1018954"/>
                    <a:gd name="connsiteY8" fmla="*/ 210962 h 772403"/>
                    <a:gd name="connsiteX9" fmla="*/ 5543 w 1018954"/>
                    <a:gd name="connsiteY9" fmla="*/ 157627 h 772403"/>
                    <a:gd name="connsiteX10" fmla="*/ 21281 w 1018954"/>
                    <a:gd name="connsiteY10" fmla="*/ 130522 h 772403"/>
                    <a:gd name="connsiteX11" fmla="*/ 76365 w 1018954"/>
                    <a:gd name="connsiteY11" fmla="*/ 43087 h 772403"/>
                    <a:gd name="connsiteX12" fmla="*/ 99098 w 1018954"/>
                    <a:gd name="connsiteY12" fmla="*/ 14234 h 772403"/>
                    <a:gd name="connsiteX13" fmla="*/ 103470 w 1018954"/>
                    <a:gd name="connsiteY13" fmla="*/ 8113 h 772403"/>
                    <a:gd name="connsiteX14" fmla="*/ 103470 w 1018954"/>
                    <a:gd name="connsiteY14" fmla="*/ 8113 h 772403"/>
                    <a:gd name="connsiteX15" fmla="*/ 103470 w 1018954"/>
                    <a:gd name="connsiteY15" fmla="*/ 8113 h 772403"/>
                    <a:gd name="connsiteX16" fmla="*/ 165548 w 1018954"/>
                    <a:gd name="connsiteY16" fmla="*/ 8113 h 772403"/>
                    <a:gd name="connsiteX17" fmla="*/ 192653 w 1018954"/>
                    <a:gd name="connsiteY17" fmla="*/ 22978 h 772403"/>
                    <a:gd name="connsiteX18" fmla="*/ 979565 w 1018954"/>
                    <a:gd name="connsiteY18" fmla="*/ 527475 h 772403"/>
                    <a:gd name="connsiteX19" fmla="*/ 1007544 w 1018954"/>
                    <a:gd name="connsiteY19" fmla="*/ 552831 h 772403"/>
                    <a:gd name="connsiteX20" fmla="*/ 1007544 w 1018954"/>
                    <a:gd name="connsiteY20" fmla="*/ 559826 h 772403"/>
                    <a:gd name="connsiteX21" fmla="*/ 1007544 w 1018954"/>
                    <a:gd name="connsiteY21" fmla="*/ 559826 h 772403"/>
                    <a:gd name="connsiteX22" fmla="*/ 991805 w 1018954"/>
                    <a:gd name="connsiteY22" fmla="*/ 543213 h 772403"/>
                    <a:gd name="connsiteX23" fmla="*/ 948962 w 1018954"/>
                    <a:gd name="connsiteY23" fmla="*/ 512611 h 772403"/>
                    <a:gd name="connsiteX24" fmla="*/ 195276 w 1018954"/>
                    <a:gd name="connsiteY24" fmla="*/ 28224 h 772403"/>
                    <a:gd name="connsiteX25" fmla="*/ 145438 w 1018954"/>
                    <a:gd name="connsiteY25" fmla="*/ 6365 h 772403"/>
                    <a:gd name="connsiteX26" fmla="*/ 132323 w 1018954"/>
                    <a:gd name="connsiteY26" fmla="*/ 6365 h 772403"/>
                    <a:gd name="connsiteX27" fmla="*/ 124454 w 1018954"/>
                    <a:gd name="connsiteY27" fmla="*/ 6365 h 772403"/>
                    <a:gd name="connsiteX28" fmla="*/ 115710 w 1018954"/>
                    <a:gd name="connsiteY28" fmla="*/ 6365 h 772403"/>
                    <a:gd name="connsiteX29" fmla="*/ 71119 w 1018954"/>
                    <a:gd name="connsiteY29" fmla="*/ 58826 h 772403"/>
                    <a:gd name="connsiteX30" fmla="*/ 30899 w 1018954"/>
                    <a:gd name="connsiteY30" fmla="*/ 120904 h 772403"/>
                    <a:gd name="connsiteX31" fmla="*/ 11663 w 1018954"/>
                    <a:gd name="connsiteY31" fmla="*/ 156753 h 772403"/>
                    <a:gd name="connsiteX32" fmla="*/ 21281 w 1018954"/>
                    <a:gd name="connsiteY32" fmla="*/ 220580 h 772403"/>
                    <a:gd name="connsiteX33" fmla="*/ 21281 w 1018954"/>
                    <a:gd name="connsiteY33" fmla="*/ 220580 h 772403"/>
                    <a:gd name="connsiteX34" fmla="*/ 34397 w 1018954"/>
                    <a:gd name="connsiteY34" fmla="*/ 231946 h 772403"/>
                    <a:gd name="connsiteX35" fmla="*/ 834423 w 1018954"/>
                    <a:gd name="connsiteY35" fmla="*/ 746936 h 772403"/>
                    <a:gd name="connsiteX36" fmla="*/ 847538 w 1018954"/>
                    <a:gd name="connsiteY36" fmla="*/ 753056 h 772403"/>
                    <a:gd name="connsiteX37" fmla="*/ 860654 w 1018954"/>
                    <a:gd name="connsiteY37" fmla="*/ 753056 h 772403"/>
                    <a:gd name="connsiteX38" fmla="*/ 869397 w 1018954"/>
                    <a:gd name="connsiteY38" fmla="*/ 753056 h 772403"/>
                    <a:gd name="connsiteX39" fmla="*/ 869397 w 1018954"/>
                    <a:gd name="connsiteY39" fmla="*/ 753056 h 772403"/>
                    <a:gd name="connsiteX40" fmla="*/ 878140 w 1018954"/>
                    <a:gd name="connsiteY40" fmla="*/ 753056 h 772403"/>
                    <a:gd name="connsiteX41" fmla="*/ 891256 w 1018954"/>
                    <a:gd name="connsiteY41" fmla="*/ 748684 h 772403"/>
                    <a:gd name="connsiteX42" fmla="*/ 896501 w 1018954"/>
                    <a:gd name="connsiteY42" fmla="*/ 748684 h 772403"/>
                    <a:gd name="connsiteX43" fmla="*/ 905245 w 1018954"/>
                    <a:gd name="connsiteY43" fmla="*/ 743439 h 772403"/>
                    <a:gd name="connsiteX44" fmla="*/ 911365 w 1018954"/>
                    <a:gd name="connsiteY44" fmla="*/ 738193 h 772403"/>
                    <a:gd name="connsiteX45" fmla="*/ 927103 w 1018954"/>
                    <a:gd name="connsiteY45" fmla="*/ 720705 h 772403"/>
                    <a:gd name="connsiteX46" fmla="*/ 941968 w 1018954"/>
                    <a:gd name="connsiteY46" fmla="*/ 698847 h 772403"/>
                    <a:gd name="connsiteX47" fmla="*/ 986559 w 1018954"/>
                    <a:gd name="connsiteY47" fmla="*/ 628900 h 772403"/>
                    <a:gd name="connsiteX48" fmla="*/ 992679 w 1018954"/>
                    <a:gd name="connsiteY48" fmla="*/ 618407 h 772403"/>
                    <a:gd name="connsiteX49" fmla="*/ 1008418 w 1018954"/>
                    <a:gd name="connsiteY49" fmla="*/ 580810 h 772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18954" h="772403">
                      <a:moveTo>
                        <a:pt x="1018910" y="590428"/>
                      </a:moveTo>
                      <a:cubicBezTo>
                        <a:pt x="1018910" y="598297"/>
                        <a:pt x="1018910" y="604417"/>
                        <a:pt x="1018910" y="611412"/>
                      </a:cubicBezTo>
                      <a:cubicBezTo>
                        <a:pt x="1016960" y="618652"/>
                        <a:pt x="1013699" y="625463"/>
                        <a:pt x="1009292" y="631522"/>
                      </a:cubicBezTo>
                      <a:lnTo>
                        <a:pt x="945465" y="730323"/>
                      </a:lnTo>
                      <a:cubicBezTo>
                        <a:pt x="938654" y="741786"/>
                        <a:pt x="929762" y="751867"/>
                        <a:pt x="919235" y="760051"/>
                      </a:cubicBezTo>
                      <a:cubicBezTo>
                        <a:pt x="903767" y="771794"/>
                        <a:pt x="883588" y="775379"/>
                        <a:pt x="865025" y="769669"/>
                      </a:cubicBezTo>
                      <a:cubicBezTo>
                        <a:pt x="851315" y="766014"/>
                        <a:pt x="838314" y="760103"/>
                        <a:pt x="826554" y="752182"/>
                      </a:cubicBezTo>
                      <a:lnTo>
                        <a:pt x="39642" y="247685"/>
                      </a:lnTo>
                      <a:cubicBezTo>
                        <a:pt x="25120" y="238810"/>
                        <a:pt x="13325" y="226106"/>
                        <a:pt x="5543" y="210962"/>
                      </a:cubicBezTo>
                      <a:cubicBezTo>
                        <a:pt x="-1907" y="193965"/>
                        <a:pt x="-1907" y="174624"/>
                        <a:pt x="5543" y="157627"/>
                      </a:cubicBezTo>
                      <a:cubicBezTo>
                        <a:pt x="9600" y="147948"/>
                        <a:pt x="14890" y="138837"/>
                        <a:pt x="21281" y="130522"/>
                      </a:cubicBezTo>
                      <a:lnTo>
                        <a:pt x="76365" y="43087"/>
                      </a:lnTo>
                      <a:cubicBezTo>
                        <a:pt x="82678" y="32534"/>
                        <a:pt x="90311" y="22838"/>
                        <a:pt x="99098" y="14234"/>
                      </a:cubicBezTo>
                      <a:cubicBezTo>
                        <a:pt x="99098" y="14234"/>
                        <a:pt x="103470" y="14234"/>
                        <a:pt x="103470" y="8113"/>
                      </a:cubicBezTo>
                      <a:lnTo>
                        <a:pt x="103470" y="8113"/>
                      </a:lnTo>
                      <a:cubicBezTo>
                        <a:pt x="103470" y="8113"/>
                        <a:pt x="103470" y="8113"/>
                        <a:pt x="103470" y="8113"/>
                      </a:cubicBezTo>
                      <a:cubicBezTo>
                        <a:pt x="122723" y="-2798"/>
                        <a:pt x="146295" y="-2798"/>
                        <a:pt x="165548" y="8113"/>
                      </a:cubicBezTo>
                      <a:cubicBezTo>
                        <a:pt x="175035" y="12197"/>
                        <a:pt x="184111" y="17181"/>
                        <a:pt x="192653" y="22978"/>
                      </a:cubicBezTo>
                      <a:lnTo>
                        <a:pt x="979565" y="527475"/>
                      </a:lnTo>
                      <a:cubicBezTo>
                        <a:pt x="990258" y="534277"/>
                        <a:pt x="999718" y="542855"/>
                        <a:pt x="1007544" y="552831"/>
                      </a:cubicBezTo>
                      <a:cubicBezTo>
                        <a:pt x="1008794" y="555000"/>
                        <a:pt x="1008794" y="557657"/>
                        <a:pt x="1007544" y="559826"/>
                      </a:cubicBezTo>
                      <a:lnTo>
                        <a:pt x="1007544" y="559826"/>
                      </a:lnTo>
                      <a:cubicBezTo>
                        <a:pt x="1001423" y="559826"/>
                        <a:pt x="997926" y="548459"/>
                        <a:pt x="991805" y="543213"/>
                      </a:cubicBezTo>
                      <a:cubicBezTo>
                        <a:pt x="985685" y="537967"/>
                        <a:pt x="963826" y="522229"/>
                        <a:pt x="948962" y="512611"/>
                      </a:cubicBezTo>
                      <a:lnTo>
                        <a:pt x="195276" y="28224"/>
                      </a:lnTo>
                      <a:cubicBezTo>
                        <a:pt x="180517" y="17294"/>
                        <a:pt x="163485" y="9818"/>
                        <a:pt x="145438" y="6365"/>
                      </a:cubicBezTo>
                      <a:lnTo>
                        <a:pt x="132323" y="6365"/>
                      </a:lnTo>
                      <a:lnTo>
                        <a:pt x="124454" y="6365"/>
                      </a:lnTo>
                      <a:cubicBezTo>
                        <a:pt x="121577" y="5727"/>
                        <a:pt x="118587" y="5727"/>
                        <a:pt x="115710" y="6365"/>
                      </a:cubicBezTo>
                      <a:cubicBezTo>
                        <a:pt x="97892" y="21107"/>
                        <a:pt x="82800" y="38864"/>
                        <a:pt x="71119" y="58826"/>
                      </a:cubicBezTo>
                      <a:cubicBezTo>
                        <a:pt x="57129" y="78936"/>
                        <a:pt x="44014" y="99920"/>
                        <a:pt x="30899" y="120904"/>
                      </a:cubicBezTo>
                      <a:cubicBezTo>
                        <a:pt x="23817" y="132481"/>
                        <a:pt x="17391" y="144450"/>
                        <a:pt x="11663" y="156753"/>
                      </a:cubicBezTo>
                      <a:cubicBezTo>
                        <a:pt x="1040" y="177920"/>
                        <a:pt x="4887" y="203486"/>
                        <a:pt x="21281" y="220580"/>
                      </a:cubicBezTo>
                      <a:lnTo>
                        <a:pt x="21281" y="220580"/>
                      </a:lnTo>
                      <a:cubicBezTo>
                        <a:pt x="24796" y="225258"/>
                        <a:pt x="29264" y="229131"/>
                        <a:pt x="34397" y="231946"/>
                      </a:cubicBezTo>
                      <a:lnTo>
                        <a:pt x="834423" y="746936"/>
                      </a:lnTo>
                      <a:cubicBezTo>
                        <a:pt x="838331" y="749847"/>
                        <a:pt x="842799" y="751928"/>
                        <a:pt x="847538" y="753056"/>
                      </a:cubicBezTo>
                      <a:lnTo>
                        <a:pt x="860654" y="753056"/>
                      </a:lnTo>
                      <a:cubicBezTo>
                        <a:pt x="863513" y="753878"/>
                        <a:pt x="866538" y="753878"/>
                        <a:pt x="869397" y="753056"/>
                      </a:cubicBezTo>
                      <a:lnTo>
                        <a:pt x="869397" y="753056"/>
                      </a:lnTo>
                      <a:cubicBezTo>
                        <a:pt x="872169" y="754333"/>
                        <a:pt x="875369" y="754333"/>
                        <a:pt x="878140" y="753056"/>
                      </a:cubicBezTo>
                      <a:cubicBezTo>
                        <a:pt x="882670" y="752129"/>
                        <a:pt x="887076" y="750660"/>
                        <a:pt x="891256" y="748684"/>
                      </a:cubicBezTo>
                      <a:lnTo>
                        <a:pt x="896501" y="748684"/>
                      </a:lnTo>
                      <a:cubicBezTo>
                        <a:pt x="900130" y="748562"/>
                        <a:pt x="903435" y="746577"/>
                        <a:pt x="905245" y="743439"/>
                      </a:cubicBezTo>
                      <a:cubicBezTo>
                        <a:pt x="906574" y="740999"/>
                        <a:pt x="908751" y="739137"/>
                        <a:pt x="911365" y="738193"/>
                      </a:cubicBezTo>
                      <a:cubicBezTo>
                        <a:pt x="918360" y="738193"/>
                        <a:pt x="920983" y="725952"/>
                        <a:pt x="927103" y="720705"/>
                      </a:cubicBezTo>
                      <a:cubicBezTo>
                        <a:pt x="933224" y="715460"/>
                        <a:pt x="936721" y="705842"/>
                        <a:pt x="941968" y="698847"/>
                      </a:cubicBezTo>
                      <a:lnTo>
                        <a:pt x="986559" y="628900"/>
                      </a:lnTo>
                      <a:cubicBezTo>
                        <a:pt x="989243" y="625822"/>
                        <a:pt x="991316" y="622263"/>
                        <a:pt x="992679" y="618407"/>
                      </a:cubicBezTo>
                      <a:cubicBezTo>
                        <a:pt x="998975" y="606341"/>
                        <a:pt x="1004238" y="593759"/>
                        <a:pt x="1008418" y="580810"/>
                      </a:cubicBezTo>
                      <a:close/>
                    </a:path>
                  </a:pathLst>
                </a:custGeom>
                <a:solidFill>
                  <a:srgbClr val="C1C4CC"/>
                </a:solidFill>
                <a:ln w="87213" cap="flat">
                  <a:noFill/>
                  <a:prstDash val="solid"/>
                  <a:miter/>
                </a:ln>
              </p:spPr>
              <p:txBody>
                <a:bodyPr rtlCol="0" anchor="ctr"/>
                <a:lstStyle/>
                <a:p>
                  <a:endParaRPr lang="en-IN" dirty="0"/>
                </a:p>
              </p:txBody>
            </p:sp>
            <p:sp>
              <p:nvSpPr>
                <p:cNvPr id="2062" name="Freeform: Shape 2061">
                  <a:extLst>
                    <a:ext uri="{FF2B5EF4-FFF2-40B4-BE49-F238E27FC236}">
                      <a16:creationId xmlns:a16="http://schemas.microsoft.com/office/drawing/2014/main" id="{BFE04504-C4F7-91EA-DFF4-9C35A4F7CFC5}"/>
                    </a:ext>
                  </a:extLst>
                </p:cNvPr>
                <p:cNvSpPr/>
                <p:nvPr/>
              </p:nvSpPr>
              <p:spPr>
                <a:xfrm>
                  <a:off x="3261272" y="4415104"/>
                  <a:ext cx="8478" cy="32350"/>
                </a:xfrm>
                <a:custGeom>
                  <a:avLst/>
                  <a:gdLst>
                    <a:gd name="connsiteX0" fmla="*/ 409 w 8478"/>
                    <a:gd name="connsiteY0" fmla="*/ -70 h 32350"/>
                    <a:gd name="connsiteX1" fmla="*/ 409 w 8478"/>
                    <a:gd name="connsiteY1" fmla="*/ -70 h 32350"/>
                    <a:gd name="connsiteX2" fmla="*/ 7404 w 8478"/>
                    <a:gd name="connsiteY2" fmla="*/ 32280 h 32350"/>
                    <a:gd name="connsiteX3" fmla="*/ 7404 w 8478"/>
                    <a:gd name="connsiteY3" fmla="*/ 32280 h 32350"/>
                    <a:gd name="connsiteX4" fmla="*/ 7404 w 8478"/>
                    <a:gd name="connsiteY4" fmla="*/ 26160 h 32350"/>
                    <a:gd name="connsiteX5" fmla="*/ 7404 w 8478"/>
                    <a:gd name="connsiteY5" fmla="*/ 26160 h 32350"/>
                    <a:gd name="connsiteX6" fmla="*/ 7404 w 8478"/>
                    <a:gd name="connsiteY6" fmla="*/ 9547 h 32350"/>
                    <a:gd name="connsiteX7" fmla="*/ 7404 w 8478"/>
                    <a:gd name="connsiteY7" fmla="*/ 9547 h 32350"/>
                    <a:gd name="connsiteX8" fmla="*/ 409 w 8478"/>
                    <a:gd name="connsiteY8" fmla="*/ -70 h 3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8" h="32350">
                      <a:moveTo>
                        <a:pt x="409" y="-70"/>
                      </a:moveTo>
                      <a:lnTo>
                        <a:pt x="409" y="-70"/>
                      </a:lnTo>
                      <a:cubicBezTo>
                        <a:pt x="7500" y="9110"/>
                        <a:pt x="10071" y="20993"/>
                        <a:pt x="7404" y="32280"/>
                      </a:cubicBezTo>
                      <a:lnTo>
                        <a:pt x="7404" y="32280"/>
                      </a:lnTo>
                      <a:cubicBezTo>
                        <a:pt x="7404" y="32280"/>
                        <a:pt x="7404" y="32280"/>
                        <a:pt x="7404" y="26160"/>
                      </a:cubicBezTo>
                      <a:lnTo>
                        <a:pt x="7404" y="26160"/>
                      </a:lnTo>
                      <a:cubicBezTo>
                        <a:pt x="8313" y="20661"/>
                        <a:pt x="8313" y="15047"/>
                        <a:pt x="7404" y="9547"/>
                      </a:cubicBezTo>
                      <a:lnTo>
                        <a:pt x="7404" y="9547"/>
                      </a:lnTo>
                      <a:cubicBezTo>
                        <a:pt x="7404" y="9547"/>
                        <a:pt x="-2214" y="2553"/>
                        <a:pt x="409" y="-70"/>
                      </a:cubicBezTo>
                      <a:close/>
                    </a:path>
                  </a:pathLst>
                </a:custGeom>
                <a:solidFill>
                  <a:srgbClr val="C1C4CC"/>
                </a:solidFill>
                <a:ln w="87213" cap="flat">
                  <a:noFill/>
                  <a:prstDash val="solid"/>
                  <a:miter/>
                </a:ln>
              </p:spPr>
              <p:txBody>
                <a:bodyPr rtlCol="0" anchor="ctr"/>
                <a:lstStyle/>
                <a:p>
                  <a:endParaRPr lang="en-IN" dirty="0"/>
                </a:p>
              </p:txBody>
            </p:sp>
            <p:sp>
              <p:nvSpPr>
                <p:cNvPr id="2063" name="Freeform: Shape 2062">
                  <a:extLst>
                    <a:ext uri="{FF2B5EF4-FFF2-40B4-BE49-F238E27FC236}">
                      <a16:creationId xmlns:a16="http://schemas.microsoft.com/office/drawing/2014/main" id="{99C9C54F-AD8E-E08F-2949-E79F28A92229}"/>
                    </a:ext>
                  </a:extLst>
                </p:cNvPr>
                <p:cNvSpPr/>
                <p:nvPr/>
              </p:nvSpPr>
              <p:spPr>
                <a:xfrm>
                  <a:off x="2268697" y="3863329"/>
                  <a:ext cx="1007595" cy="758995"/>
                </a:xfrm>
                <a:custGeom>
                  <a:avLst/>
                  <a:gdLst>
                    <a:gd name="connsiteX0" fmla="*/ 887188 w 1007595"/>
                    <a:gd name="connsiteY0" fmla="*/ 754554 h 758995"/>
                    <a:gd name="connsiteX1" fmla="*/ 887188 w 1007595"/>
                    <a:gd name="connsiteY1" fmla="*/ 754554 h 758995"/>
                    <a:gd name="connsiteX2" fmla="*/ 876696 w 1007595"/>
                    <a:gd name="connsiteY2" fmla="*/ 754554 h 758995"/>
                    <a:gd name="connsiteX3" fmla="*/ 876696 w 1007595"/>
                    <a:gd name="connsiteY3" fmla="*/ 754554 h 758995"/>
                    <a:gd name="connsiteX4" fmla="*/ 889811 w 1007595"/>
                    <a:gd name="connsiteY4" fmla="*/ 749307 h 758995"/>
                    <a:gd name="connsiteX5" fmla="*/ 923037 w 1007595"/>
                    <a:gd name="connsiteY5" fmla="*/ 715208 h 758995"/>
                    <a:gd name="connsiteX6" fmla="*/ 982493 w 1007595"/>
                    <a:gd name="connsiteY6" fmla="*/ 627773 h 758995"/>
                    <a:gd name="connsiteX7" fmla="*/ 998231 w 1007595"/>
                    <a:gd name="connsiteY7" fmla="*/ 588428 h 758995"/>
                    <a:gd name="connsiteX8" fmla="*/ 979869 w 1007595"/>
                    <a:gd name="connsiteY8" fmla="*/ 544711 h 758995"/>
                    <a:gd name="connsiteX9" fmla="*/ 958010 w 1007595"/>
                    <a:gd name="connsiteY9" fmla="*/ 527223 h 758995"/>
                    <a:gd name="connsiteX10" fmla="*/ 179843 w 1007595"/>
                    <a:gd name="connsiteY10" fmla="*/ 27098 h 758995"/>
                    <a:gd name="connsiteX11" fmla="*/ 150989 w 1007595"/>
                    <a:gd name="connsiteY11" fmla="*/ 12234 h 758995"/>
                    <a:gd name="connsiteX12" fmla="*/ 90659 w 1007595"/>
                    <a:gd name="connsiteY12" fmla="*/ 30595 h 758995"/>
                    <a:gd name="connsiteX13" fmla="*/ 18089 w 1007595"/>
                    <a:gd name="connsiteY13" fmla="*/ 140763 h 758995"/>
                    <a:gd name="connsiteX14" fmla="*/ 7597 w 1007595"/>
                    <a:gd name="connsiteY14" fmla="*/ 161747 h 758995"/>
                    <a:gd name="connsiteX15" fmla="*/ 27707 w 1007595"/>
                    <a:gd name="connsiteY15" fmla="*/ 228197 h 758995"/>
                    <a:gd name="connsiteX16" fmla="*/ 75796 w 1007595"/>
                    <a:gd name="connsiteY16" fmla="*/ 260548 h 758995"/>
                    <a:gd name="connsiteX17" fmla="*/ 797131 w 1007595"/>
                    <a:gd name="connsiteY17" fmla="*/ 725700 h 758995"/>
                    <a:gd name="connsiteX18" fmla="*/ 874073 w 1007595"/>
                    <a:gd name="connsiteY18" fmla="*/ 758925 h 758995"/>
                    <a:gd name="connsiteX19" fmla="*/ 874073 w 1007595"/>
                    <a:gd name="connsiteY19" fmla="*/ 758925 h 758995"/>
                    <a:gd name="connsiteX20" fmla="*/ 865330 w 1007595"/>
                    <a:gd name="connsiteY20" fmla="*/ 758925 h 758995"/>
                    <a:gd name="connsiteX21" fmla="*/ 865330 w 1007595"/>
                    <a:gd name="connsiteY21" fmla="*/ 758925 h 758995"/>
                    <a:gd name="connsiteX22" fmla="*/ 856587 w 1007595"/>
                    <a:gd name="connsiteY22" fmla="*/ 758925 h 758995"/>
                    <a:gd name="connsiteX23" fmla="*/ 835602 w 1007595"/>
                    <a:gd name="connsiteY23" fmla="*/ 752805 h 758995"/>
                    <a:gd name="connsiteX24" fmla="*/ 825985 w 1007595"/>
                    <a:gd name="connsiteY24" fmla="*/ 747559 h 758995"/>
                    <a:gd name="connsiteX25" fmla="*/ 39073 w 1007595"/>
                    <a:gd name="connsiteY25" fmla="*/ 237815 h 758995"/>
                    <a:gd name="connsiteX26" fmla="*/ 17214 w 1007595"/>
                    <a:gd name="connsiteY26" fmla="*/ 221202 h 758995"/>
                    <a:gd name="connsiteX27" fmla="*/ 2350 w 1007595"/>
                    <a:gd name="connsiteY27" fmla="*/ 194972 h 758995"/>
                    <a:gd name="connsiteX28" fmla="*/ 8471 w 1007595"/>
                    <a:gd name="connsiteY28" fmla="*/ 146883 h 758995"/>
                    <a:gd name="connsiteX29" fmla="*/ 72298 w 1007595"/>
                    <a:gd name="connsiteY29" fmla="*/ 44585 h 758995"/>
                    <a:gd name="connsiteX30" fmla="*/ 113392 w 1007595"/>
                    <a:gd name="connsiteY30" fmla="*/ 868 h 758995"/>
                    <a:gd name="connsiteX31" fmla="*/ 121262 w 1007595"/>
                    <a:gd name="connsiteY31" fmla="*/ 868 h 758995"/>
                    <a:gd name="connsiteX32" fmla="*/ 129131 w 1007595"/>
                    <a:gd name="connsiteY32" fmla="*/ 868 h 758995"/>
                    <a:gd name="connsiteX33" fmla="*/ 137874 w 1007595"/>
                    <a:gd name="connsiteY33" fmla="*/ 868 h 758995"/>
                    <a:gd name="connsiteX34" fmla="*/ 183340 w 1007595"/>
                    <a:gd name="connsiteY34" fmla="*/ 17480 h 758995"/>
                    <a:gd name="connsiteX35" fmla="*/ 213068 w 1007595"/>
                    <a:gd name="connsiteY35" fmla="*/ 35842 h 758995"/>
                    <a:gd name="connsiteX36" fmla="*/ 953639 w 1007595"/>
                    <a:gd name="connsiteY36" fmla="*/ 512360 h 758995"/>
                    <a:gd name="connsiteX37" fmla="*/ 987738 w 1007595"/>
                    <a:gd name="connsiteY37" fmla="*/ 536841 h 758995"/>
                    <a:gd name="connsiteX38" fmla="*/ 1006974 w 1007595"/>
                    <a:gd name="connsiteY38" fmla="*/ 562197 h 758995"/>
                    <a:gd name="connsiteX39" fmla="*/ 1006974 w 1007595"/>
                    <a:gd name="connsiteY39" fmla="*/ 562197 h 758995"/>
                    <a:gd name="connsiteX40" fmla="*/ 1006974 w 1007595"/>
                    <a:gd name="connsiteY40" fmla="*/ 582308 h 758995"/>
                    <a:gd name="connsiteX41" fmla="*/ 1006974 w 1007595"/>
                    <a:gd name="connsiteY41" fmla="*/ 582308 h 758995"/>
                    <a:gd name="connsiteX42" fmla="*/ 988613 w 1007595"/>
                    <a:gd name="connsiteY42" fmla="*/ 633020 h 758995"/>
                    <a:gd name="connsiteX43" fmla="*/ 930031 w 1007595"/>
                    <a:gd name="connsiteY43" fmla="*/ 720454 h 758995"/>
                    <a:gd name="connsiteX44" fmla="*/ 909922 w 1007595"/>
                    <a:gd name="connsiteY44" fmla="*/ 744936 h 758995"/>
                    <a:gd name="connsiteX45" fmla="*/ 904675 w 1007595"/>
                    <a:gd name="connsiteY45" fmla="*/ 750182 h 75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7595" h="758995">
                      <a:moveTo>
                        <a:pt x="887188" y="754554"/>
                      </a:moveTo>
                      <a:lnTo>
                        <a:pt x="887188" y="754554"/>
                      </a:lnTo>
                      <a:lnTo>
                        <a:pt x="876696" y="754554"/>
                      </a:lnTo>
                      <a:cubicBezTo>
                        <a:pt x="876696" y="754554"/>
                        <a:pt x="870576" y="754554"/>
                        <a:pt x="876696" y="754554"/>
                      </a:cubicBezTo>
                      <a:cubicBezTo>
                        <a:pt x="880911" y="752429"/>
                        <a:pt x="885300" y="750680"/>
                        <a:pt x="889811" y="749307"/>
                      </a:cubicBezTo>
                      <a:cubicBezTo>
                        <a:pt x="903591" y="740932"/>
                        <a:pt x="915027" y="729206"/>
                        <a:pt x="923037" y="715208"/>
                      </a:cubicBezTo>
                      <a:cubicBezTo>
                        <a:pt x="943147" y="685480"/>
                        <a:pt x="963257" y="654879"/>
                        <a:pt x="982493" y="627773"/>
                      </a:cubicBezTo>
                      <a:cubicBezTo>
                        <a:pt x="990405" y="615891"/>
                        <a:pt x="995765" y="602487"/>
                        <a:pt x="998231" y="588428"/>
                      </a:cubicBezTo>
                      <a:cubicBezTo>
                        <a:pt x="999568" y="571737"/>
                        <a:pt x="992722" y="555439"/>
                        <a:pt x="979869" y="544711"/>
                      </a:cubicBezTo>
                      <a:cubicBezTo>
                        <a:pt x="972979" y="538407"/>
                        <a:pt x="965670" y="532566"/>
                        <a:pt x="958010" y="527223"/>
                      </a:cubicBezTo>
                      <a:lnTo>
                        <a:pt x="179843" y="27098"/>
                      </a:lnTo>
                      <a:cubicBezTo>
                        <a:pt x="170994" y="20776"/>
                        <a:pt x="161272" y="15775"/>
                        <a:pt x="150989" y="12234"/>
                      </a:cubicBezTo>
                      <a:cubicBezTo>
                        <a:pt x="129034" y="4234"/>
                        <a:pt x="104439" y="11727"/>
                        <a:pt x="90659" y="30595"/>
                      </a:cubicBezTo>
                      <a:cubicBezTo>
                        <a:pt x="64429" y="65569"/>
                        <a:pt x="42570" y="104040"/>
                        <a:pt x="18089" y="140763"/>
                      </a:cubicBezTo>
                      <a:cubicBezTo>
                        <a:pt x="14075" y="147487"/>
                        <a:pt x="10560" y="154499"/>
                        <a:pt x="7597" y="161747"/>
                      </a:cubicBezTo>
                      <a:cubicBezTo>
                        <a:pt x="-2257" y="185862"/>
                        <a:pt x="6128" y="213587"/>
                        <a:pt x="27707" y="228197"/>
                      </a:cubicBezTo>
                      <a:cubicBezTo>
                        <a:pt x="43182" y="239782"/>
                        <a:pt x="59235" y="250572"/>
                        <a:pt x="75796" y="260548"/>
                      </a:cubicBezTo>
                      <a:lnTo>
                        <a:pt x="797131" y="725700"/>
                      </a:lnTo>
                      <a:cubicBezTo>
                        <a:pt x="819707" y="742846"/>
                        <a:pt x="846111" y="754248"/>
                        <a:pt x="874073" y="758925"/>
                      </a:cubicBezTo>
                      <a:cubicBezTo>
                        <a:pt x="874073" y="758925"/>
                        <a:pt x="874073" y="758925"/>
                        <a:pt x="874073" y="758925"/>
                      </a:cubicBezTo>
                      <a:cubicBezTo>
                        <a:pt x="874073" y="758925"/>
                        <a:pt x="868827" y="758925"/>
                        <a:pt x="865330" y="758925"/>
                      </a:cubicBezTo>
                      <a:lnTo>
                        <a:pt x="865330" y="758925"/>
                      </a:lnTo>
                      <a:lnTo>
                        <a:pt x="856587" y="758925"/>
                      </a:lnTo>
                      <a:cubicBezTo>
                        <a:pt x="849478" y="757290"/>
                        <a:pt x="842475" y="755244"/>
                        <a:pt x="835602" y="752805"/>
                      </a:cubicBezTo>
                      <a:cubicBezTo>
                        <a:pt x="832218" y="751397"/>
                        <a:pt x="829001" y="749640"/>
                        <a:pt x="825985" y="747559"/>
                      </a:cubicBezTo>
                      <a:lnTo>
                        <a:pt x="39073" y="237815"/>
                      </a:lnTo>
                      <a:cubicBezTo>
                        <a:pt x="31221" y="233059"/>
                        <a:pt x="23903" y="227489"/>
                        <a:pt x="17214" y="221202"/>
                      </a:cubicBezTo>
                      <a:cubicBezTo>
                        <a:pt x="10919" y="213290"/>
                        <a:pt x="5909" y="204433"/>
                        <a:pt x="2350" y="194972"/>
                      </a:cubicBezTo>
                      <a:cubicBezTo>
                        <a:pt x="-2319" y="178779"/>
                        <a:pt x="-98" y="161389"/>
                        <a:pt x="8471" y="146883"/>
                      </a:cubicBezTo>
                      <a:cubicBezTo>
                        <a:pt x="27881" y="111656"/>
                        <a:pt x="49189" y="77504"/>
                        <a:pt x="72298" y="44585"/>
                      </a:cubicBezTo>
                      <a:cubicBezTo>
                        <a:pt x="82432" y="27028"/>
                        <a:pt x="96500" y="12068"/>
                        <a:pt x="113392" y="868"/>
                      </a:cubicBezTo>
                      <a:lnTo>
                        <a:pt x="121262" y="868"/>
                      </a:lnTo>
                      <a:cubicBezTo>
                        <a:pt x="123736" y="-383"/>
                        <a:pt x="126656" y="-383"/>
                        <a:pt x="129131" y="868"/>
                      </a:cubicBezTo>
                      <a:lnTo>
                        <a:pt x="137874" y="868"/>
                      </a:lnTo>
                      <a:cubicBezTo>
                        <a:pt x="154233" y="2284"/>
                        <a:pt x="169928" y="8011"/>
                        <a:pt x="183340" y="17480"/>
                      </a:cubicBezTo>
                      <a:lnTo>
                        <a:pt x="213068" y="35842"/>
                      </a:lnTo>
                      <a:lnTo>
                        <a:pt x="953639" y="512360"/>
                      </a:lnTo>
                      <a:cubicBezTo>
                        <a:pt x="965880" y="520229"/>
                        <a:pt x="976372" y="529847"/>
                        <a:pt x="987738" y="536841"/>
                      </a:cubicBezTo>
                      <a:cubicBezTo>
                        <a:pt x="995651" y="544046"/>
                        <a:pt x="1002165" y="552641"/>
                        <a:pt x="1006974" y="562197"/>
                      </a:cubicBezTo>
                      <a:lnTo>
                        <a:pt x="1006974" y="562197"/>
                      </a:lnTo>
                      <a:cubicBezTo>
                        <a:pt x="1007743" y="568877"/>
                        <a:pt x="1007743" y="575628"/>
                        <a:pt x="1006974" y="582308"/>
                      </a:cubicBezTo>
                      <a:lnTo>
                        <a:pt x="1006974" y="582308"/>
                      </a:lnTo>
                      <a:cubicBezTo>
                        <a:pt x="1005767" y="600607"/>
                        <a:pt x="999402" y="618191"/>
                        <a:pt x="988613" y="633020"/>
                      </a:cubicBezTo>
                      <a:cubicBezTo>
                        <a:pt x="969377" y="663622"/>
                        <a:pt x="950142" y="694224"/>
                        <a:pt x="930031" y="720454"/>
                      </a:cubicBezTo>
                      <a:cubicBezTo>
                        <a:pt x="924575" y="729565"/>
                        <a:pt x="917799" y="737810"/>
                        <a:pt x="909922" y="744936"/>
                      </a:cubicBezTo>
                      <a:cubicBezTo>
                        <a:pt x="909922" y="744936"/>
                        <a:pt x="909922" y="744936"/>
                        <a:pt x="904675" y="750182"/>
                      </a:cubicBezTo>
                      <a:close/>
                    </a:path>
                  </a:pathLst>
                </a:custGeom>
                <a:solidFill>
                  <a:srgbClr val="AFB4BE"/>
                </a:solidFill>
                <a:ln w="87213" cap="flat">
                  <a:noFill/>
                  <a:prstDash val="solid"/>
                  <a:miter/>
                </a:ln>
              </p:spPr>
              <p:txBody>
                <a:bodyPr rtlCol="0" anchor="ctr"/>
                <a:lstStyle/>
                <a:p>
                  <a:endParaRPr lang="en-IN" dirty="0"/>
                </a:p>
              </p:txBody>
            </p:sp>
            <p:sp>
              <p:nvSpPr>
                <p:cNvPr id="2064" name="Freeform: Shape 2063">
                  <a:extLst>
                    <a:ext uri="{FF2B5EF4-FFF2-40B4-BE49-F238E27FC236}">
                      <a16:creationId xmlns:a16="http://schemas.microsoft.com/office/drawing/2014/main" id="{4E094962-27E0-E484-07C3-78155214DBB8}"/>
                    </a:ext>
                  </a:extLst>
                </p:cNvPr>
                <p:cNvSpPr/>
                <p:nvPr/>
              </p:nvSpPr>
              <p:spPr>
                <a:xfrm>
                  <a:off x="2396998" y="3860335"/>
                  <a:ext cx="854236" cy="539904"/>
                </a:xfrm>
                <a:custGeom>
                  <a:avLst/>
                  <a:gdLst>
                    <a:gd name="connsiteX0" fmla="*/ 849820 w 854236"/>
                    <a:gd name="connsiteY0" fmla="*/ 538961 h 539904"/>
                    <a:gd name="connsiteX1" fmla="*/ 62909 w 854236"/>
                    <a:gd name="connsiteY1" fmla="*/ 28342 h 539904"/>
                    <a:gd name="connsiteX2" fmla="*/ -44 w 854236"/>
                    <a:gd name="connsiteY2" fmla="*/ 363 h 539904"/>
                    <a:gd name="connsiteX3" fmla="*/ 27935 w 854236"/>
                    <a:gd name="connsiteY3" fmla="*/ 5609 h 539904"/>
                    <a:gd name="connsiteX4" fmla="*/ 55914 w 854236"/>
                    <a:gd name="connsiteY4" fmla="*/ 22222 h 539904"/>
                    <a:gd name="connsiteX5" fmla="*/ 829710 w 854236"/>
                    <a:gd name="connsiteY5" fmla="*/ 519725 h 539904"/>
                    <a:gd name="connsiteX6" fmla="*/ 854192 w 854236"/>
                    <a:gd name="connsiteY6" fmla="*/ 539835 h 539904"/>
                    <a:gd name="connsiteX7" fmla="*/ 849820 w 854236"/>
                    <a:gd name="connsiteY7" fmla="*/ 538961 h 539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236" h="539904">
                      <a:moveTo>
                        <a:pt x="849820" y="538961"/>
                      </a:moveTo>
                      <a:cubicBezTo>
                        <a:pt x="587516" y="364091"/>
                        <a:pt x="325213" y="198840"/>
                        <a:pt x="62909" y="28342"/>
                      </a:cubicBezTo>
                      <a:cubicBezTo>
                        <a:pt x="44338" y="14326"/>
                        <a:pt x="22802" y="4753"/>
                        <a:pt x="-44" y="363"/>
                      </a:cubicBezTo>
                      <a:cubicBezTo>
                        <a:pt x="9609" y="-992"/>
                        <a:pt x="19436" y="853"/>
                        <a:pt x="27935" y="5609"/>
                      </a:cubicBezTo>
                      <a:cubicBezTo>
                        <a:pt x="37745" y="10296"/>
                        <a:pt x="47109" y="15857"/>
                        <a:pt x="55914" y="22222"/>
                      </a:cubicBezTo>
                      <a:lnTo>
                        <a:pt x="829710" y="519725"/>
                      </a:lnTo>
                      <a:cubicBezTo>
                        <a:pt x="838655" y="525408"/>
                        <a:pt x="846882" y="532158"/>
                        <a:pt x="854192" y="539835"/>
                      </a:cubicBezTo>
                      <a:cubicBezTo>
                        <a:pt x="854192" y="539835"/>
                        <a:pt x="849820" y="539835"/>
                        <a:pt x="849820" y="538961"/>
                      </a:cubicBezTo>
                      <a:close/>
                    </a:path>
                  </a:pathLst>
                </a:custGeom>
                <a:solidFill>
                  <a:srgbClr val="C1C4CC"/>
                </a:solidFill>
                <a:ln w="87213" cap="flat">
                  <a:noFill/>
                  <a:prstDash val="solid"/>
                  <a:miter/>
                </a:ln>
              </p:spPr>
              <p:txBody>
                <a:bodyPr rtlCol="0" anchor="ctr"/>
                <a:lstStyle/>
                <a:p>
                  <a:endParaRPr lang="en-IN" dirty="0"/>
                </a:p>
              </p:txBody>
            </p:sp>
            <p:sp>
              <p:nvSpPr>
                <p:cNvPr id="2065" name="Freeform: Shape 2064">
                  <a:extLst>
                    <a:ext uri="{FF2B5EF4-FFF2-40B4-BE49-F238E27FC236}">
                      <a16:creationId xmlns:a16="http://schemas.microsoft.com/office/drawing/2014/main" id="{F6568F90-C20C-90C5-6C2F-F24BAFA97E18}"/>
                    </a:ext>
                  </a:extLst>
                </p:cNvPr>
                <p:cNvSpPr/>
                <p:nvPr/>
              </p:nvSpPr>
              <p:spPr>
                <a:xfrm>
                  <a:off x="2273715" y="4086350"/>
                  <a:ext cx="831502" cy="530954"/>
                </a:xfrm>
                <a:custGeom>
                  <a:avLst/>
                  <a:gdLst>
                    <a:gd name="connsiteX0" fmla="*/ -44 w 831502"/>
                    <a:gd name="connsiteY0" fmla="*/ -70 h 530954"/>
                    <a:gd name="connsiteX1" fmla="*/ 815720 w 831502"/>
                    <a:gd name="connsiteY1" fmla="*/ 524537 h 530954"/>
                    <a:gd name="connsiteX2" fmla="*/ 825338 w 831502"/>
                    <a:gd name="connsiteY2" fmla="*/ 529783 h 530954"/>
                    <a:gd name="connsiteX3" fmla="*/ 831459 w 831502"/>
                    <a:gd name="connsiteY3" fmla="*/ 529783 h 530954"/>
                    <a:gd name="connsiteX4" fmla="*/ 818344 w 831502"/>
                    <a:gd name="connsiteY4" fmla="*/ 529783 h 530954"/>
                    <a:gd name="connsiteX5" fmla="*/ 13071 w 831502"/>
                    <a:gd name="connsiteY5" fmla="*/ 12171 h 530954"/>
                    <a:gd name="connsiteX6" fmla="*/ -44 w 831502"/>
                    <a:gd name="connsiteY6" fmla="*/ -70 h 53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1502" h="530954">
                      <a:moveTo>
                        <a:pt x="-44" y="-70"/>
                      </a:moveTo>
                      <a:cubicBezTo>
                        <a:pt x="270129" y="174799"/>
                        <a:pt x="543799" y="349668"/>
                        <a:pt x="815720" y="524537"/>
                      </a:cubicBezTo>
                      <a:cubicBezTo>
                        <a:pt x="818143" y="527449"/>
                        <a:pt x="821579" y="529320"/>
                        <a:pt x="825338" y="529783"/>
                      </a:cubicBezTo>
                      <a:cubicBezTo>
                        <a:pt x="825338" y="529783"/>
                        <a:pt x="830585" y="529783"/>
                        <a:pt x="831459" y="529783"/>
                      </a:cubicBezTo>
                      <a:cubicBezTo>
                        <a:pt x="827209" y="531252"/>
                        <a:pt x="822593" y="531252"/>
                        <a:pt x="818344" y="529783"/>
                      </a:cubicBezTo>
                      <a:lnTo>
                        <a:pt x="13071" y="12171"/>
                      </a:lnTo>
                      <a:cubicBezTo>
                        <a:pt x="7904" y="9041"/>
                        <a:pt x="3436" y="4870"/>
                        <a:pt x="-44" y="-70"/>
                      </a:cubicBezTo>
                      <a:close/>
                    </a:path>
                  </a:pathLst>
                </a:custGeom>
                <a:solidFill>
                  <a:srgbClr val="BDC1C9"/>
                </a:solidFill>
                <a:ln w="87213" cap="flat">
                  <a:noFill/>
                  <a:prstDash val="solid"/>
                  <a:miter/>
                </a:ln>
              </p:spPr>
              <p:txBody>
                <a:bodyPr rtlCol="0" anchor="ctr"/>
                <a:lstStyle/>
                <a:p>
                  <a:endParaRPr lang="en-IN" dirty="0"/>
                </a:p>
              </p:txBody>
            </p:sp>
            <p:sp>
              <p:nvSpPr>
                <p:cNvPr id="2066" name="Freeform: Shape 2065">
                  <a:extLst>
                    <a:ext uri="{FF2B5EF4-FFF2-40B4-BE49-F238E27FC236}">
                      <a16:creationId xmlns:a16="http://schemas.microsoft.com/office/drawing/2014/main" id="{5637DB2B-7E84-7F68-A9D0-F674A9549C46}"/>
                    </a:ext>
                  </a:extLst>
                </p:cNvPr>
                <p:cNvSpPr/>
                <p:nvPr/>
              </p:nvSpPr>
              <p:spPr>
                <a:xfrm>
                  <a:off x="3170794" y="4442209"/>
                  <a:ext cx="97052" cy="166125"/>
                </a:xfrm>
                <a:custGeom>
                  <a:avLst/>
                  <a:gdLst>
                    <a:gd name="connsiteX0" fmla="*/ -44 w 97052"/>
                    <a:gd name="connsiteY0" fmla="*/ 166056 h 166125"/>
                    <a:gd name="connsiteX1" fmla="*/ 71652 w 97052"/>
                    <a:gd name="connsiteY1" fmla="*/ 59386 h 166125"/>
                    <a:gd name="connsiteX2" fmla="*/ 97008 w 97052"/>
                    <a:gd name="connsiteY2" fmla="*/ -70 h 166125"/>
                    <a:gd name="connsiteX3" fmla="*/ 97008 w 97052"/>
                    <a:gd name="connsiteY3" fmla="*/ 6925 h 166125"/>
                    <a:gd name="connsiteX4" fmla="*/ 81270 w 97052"/>
                    <a:gd name="connsiteY4" fmla="*/ 43647 h 166125"/>
                    <a:gd name="connsiteX5" fmla="*/ 13946 w 97052"/>
                    <a:gd name="connsiteY5" fmla="*/ 148568 h 166125"/>
                    <a:gd name="connsiteX6" fmla="*/ -44 w 97052"/>
                    <a:gd name="connsiteY6" fmla="*/ 166056 h 16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52" h="166125">
                      <a:moveTo>
                        <a:pt x="-44" y="166056"/>
                      </a:moveTo>
                      <a:cubicBezTo>
                        <a:pt x="26186" y="132830"/>
                        <a:pt x="47171" y="94359"/>
                        <a:pt x="71652" y="59386"/>
                      </a:cubicBezTo>
                      <a:cubicBezTo>
                        <a:pt x="84838" y="41934"/>
                        <a:pt x="93546" y="21526"/>
                        <a:pt x="97008" y="-70"/>
                      </a:cubicBezTo>
                      <a:lnTo>
                        <a:pt x="97008" y="6925"/>
                      </a:lnTo>
                      <a:cubicBezTo>
                        <a:pt x="94525" y="20171"/>
                        <a:pt x="89148" y="32709"/>
                        <a:pt x="81270" y="43647"/>
                      </a:cubicBezTo>
                      <a:cubicBezTo>
                        <a:pt x="60286" y="79495"/>
                        <a:pt x="37553" y="114469"/>
                        <a:pt x="13946" y="148568"/>
                      </a:cubicBezTo>
                      <a:cubicBezTo>
                        <a:pt x="11121" y="155659"/>
                        <a:pt x="6252" y="161745"/>
                        <a:pt x="-44" y="166056"/>
                      </a:cubicBezTo>
                      <a:close/>
                    </a:path>
                  </a:pathLst>
                </a:custGeom>
                <a:solidFill>
                  <a:srgbClr val="BDC1C9"/>
                </a:solidFill>
                <a:ln w="87213" cap="flat">
                  <a:noFill/>
                  <a:prstDash val="solid"/>
                  <a:miter/>
                </a:ln>
              </p:spPr>
              <p:txBody>
                <a:bodyPr rtlCol="0" anchor="ctr"/>
                <a:lstStyle/>
                <a:p>
                  <a:endParaRPr lang="en-IN" dirty="0"/>
                </a:p>
              </p:txBody>
            </p:sp>
            <p:sp>
              <p:nvSpPr>
                <p:cNvPr id="2067" name="Freeform: Shape 2066">
                  <a:extLst>
                    <a:ext uri="{FF2B5EF4-FFF2-40B4-BE49-F238E27FC236}">
                      <a16:creationId xmlns:a16="http://schemas.microsoft.com/office/drawing/2014/main" id="{2BA712F5-65DE-D1B2-190A-200D573BFADD}"/>
                    </a:ext>
                  </a:extLst>
                </p:cNvPr>
                <p:cNvSpPr/>
                <p:nvPr/>
              </p:nvSpPr>
              <p:spPr>
                <a:xfrm>
                  <a:off x="3187406" y="4485926"/>
                  <a:ext cx="67324" cy="104921"/>
                </a:xfrm>
                <a:custGeom>
                  <a:avLst/>
                  <a:gdLst>
                    <a:gd name="connsiteX0" fmla="*/ -44 w 67324"/>
                    <a:gd name="connsiteY0" fmla="*/ 104851 h 104921"/>
                    <a:gd name="connsiteX1" fmla="*/ 67280 w 67324"/>
                    <a:gd name="connsiteY1" fmla="*/ -70 h 104921"/>
                    <a:gd name="connsiteX2" fmla="*/ 67280 w 67324"/>
                    <a:gd name="connsiteY2" fmla="*/ 7799 h 104921"/>
                    <a:gd name="connsiteX3" fmla="*/ 7825 w 67324"/>
                    <a:gd name="connsiteY3" fmla="*/ 99605 h 104921"/>
                    <a:gd name="connsiteX4" fmla="*/ -44 w 67324"/>
                    <a:gd name="connsiteY4" fmla="*/ 104851 h 104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4" h="104921">
                      <a:moveTo>
                        <a:pt x="-44" y="104851"/>
                      </a:moveTo>
                      <a:lnTo>
                        <a:pt x="67280" y="-70"/>
                      </a:lnTo>
                      <a:cubicBezTo>
                        <a:pt x="67280" y="-70"/>
                        <a:pt x="67280" y="5176"/>
                        <a:pt x="67280" y="7799"/>
                      </a:cubicBezTo>
                      <a:cubicBezTo>
                        <a:pt x="48045" y="38401"/>
                        <a:pt x="27935" y="69003"/>
                        <a:pt x="7825" y="99605"/>
                      </a:cubicBezTo>
                      <a:cubicBezTo>
                        <a:pt x="-44" y="102228"/>
                        <a:pt x="-44" y="104851"/>
                        <a:pt x="-44" y="104851"/>
                      </a:cubicBezTo>
                      <a:close/>
                    </a:path>
                  </a:pathLst>
                </a:custGeom>
                <a:solidFill>
                  <a:srgbClr val="C1C4CC"/>
                </a:solidFill>
                <a:ln w="87213" cap="flat">
                  <a:noFill/>
                  <a:prstDash val="solid"/>
                  <a:miter/>
                </a:ln>
              </p:spPr>
              <p:txBody>
                <a:bodyPr rtlCol="0" anchor="ctr"/>
                <a:lstStyle/>
                <a:p>
                  <a:endParaRPr lang="en-IN" dirty="0"/>
                </a:p>
              </p:txBody>
            </p:sp>
            <p:sp>
              <p:nvSpPr>
                <p:cNvPr id="2068" name="Freeform: Shape 2067">
                  <a:extLst>
                    <a:ext uri="{FF2B5EF4-FFF2-40B4-BE49-F238E27FC236}">
                      <a16:creationId xmlns:a16="http://schemas.microsoft.com/office/drawing/2014/main" id="{958EAE8A-2D86-3B21-A199-2B6F3AAB8740}"/>
                    </a:ext>
                  </a:extLst>
                </p:cNvPr>
                <p:cNvSpPr/>
                <p:nvPr/>
              </p:nvSpPr>
              <p:spPr>
                <a:xfrm>
                  <a:off x="3246862" y="4399366"/>
                  <a:ext cx="13115" cy="21858"/>
                </a:xfrm>
                <a:custGeom>
                  <a:avLst/>
                  <a:gdLst>
                    <a:gd name="connsiteX0" fmla="*/ -44 w 13115"/>
                    <a:gd name="connsiteY0" fmla="*/ -70 h 21858"/>
                    <a:gd name="connsiteX1" fmla="*/ -44 w 13115"/>
                    <a:gd name="connsiteY1" fmla="*/ -70 h 21858"/>
                    <a:gd name="connsiteX2" fmla="*/ 13071 w 13115"/>
                    <a:gd name="connsiteY2" fmla="*/ 14794 h 21858"/>
                    <a:gd name="connsiteX3" fmla="*/ 13071 w 13115"/>
                    <a:gd name="connsiteY3" fmla="*/ 21789 h 21858"/>
                  </a:gdLst>
                  <a:ahLst/>
                  <a:cxnLst>
                    <a:cxn ang="0">
                      <a:pos x="connsiteX0" y="connsiteY0"/>
                    </a:cxn>
                    <a:cxn ang="0">
                      <a:pos x="connsiteX1" y="connsiteY1"/>
                    </a:cxn>
                    <a:cxn ang="0">
                      <a:pos x="connsiteX2" y="connsiteY2"/>
                    </a:cxn>
                    <a:cxn ang="0">
                      <a:pos x="connsiteX3" y="connsiteY3"/>
                    </a:cxn>
                  </a:cxnLst>
                  <a:rect l="l" t="t" r="r" b="b"/>
                  <a:pathLst>
                    <a:path w="13115" h="21858">
                      <a:moveTo>
                        <a:pt x="-44" y="-70"/>
                      </a:moveTo>
                      <a:lnTo>
                        <a:pt x="-44" y="-70"/>
                      </a:lnTo>
                      <a:cubicBezTo>
                        <a:pt x="5202" y="-70"/>
                        <a:pt x="7825" y="10422"/>
                        <a:pt x="13071" y="14794"/>
                      </a:cubicBezTo>
                      <a:lnTo>
                        <a:pt x="13071" y="21789"/>
                      </a:lnTo>
                      <a:close/>
                    </a:path>
                  </a:pathLst>
                </a:custGeom>
                <a:solidFill>
                  <a:srgbClr val="BDC1C9"/>
                </a:solidFill>
                <a:ln w="87213" cap="flat">
                  <a:noFill/>
                  <a:prstDash val="solid"/>
                  <a:miter/>
                </a:ln>
              </p:spPr>
              <p:txBody>
                <a:bodyPr rtlCol="0" anchor="ctr"/>
                <a:lstStyle/>
                <a:p>
                  <a:endParaRPr lang="en-IN" dirty="0"/>
                </a:p>
              </p:txBody>
            </p:sp>
            <p:sp>
              <p:nvSpPr>
                <p:cNvPr id="2069" name="Freeform: Shape 2068">
                  <a:extLst>
                    <a:ext uri="{FF2B5EF4-FFF2-40B4-BE49-F238E27FC236}">
                      <a16:creationId xmlns:a16="http://schemas.microsoft.com/office/drawing/2014/main" id="{8A22B9F9-AE93-F81B-2C83-70D41EED98CF}"/>
                    </a:ext>
                  </a:extLst>
                </p:cNvPr>
                <p:cNvSpPr/>
                <p:nvPr/>
              </p:nvSpPr>
              <p:spPr>
                <a:xfrm>
                  <a:off x="3099097" y="4621449"/>
                  <a:ext cx="20110" cy="6156"/>
                </a:xfrm>
                <a:custGeom>
                  <a:avLst/>
                  <a:gdLst>
                    <a:gd name="connsiteX0" fmla="*/ 6076 w 20110"/>
                    <a:gd name="connsiteY0" fmla="*/ -70 h 6156"/>
                    <a:gd name="connsiteX1" fmla="*/ -44 w 20110"/>
                    <a:gd name="connsiteY1" fmla="*/ -70 h 6156"/>
                    <a:gd name="connsiteX2" fmla="*/ 20066 w 20110"/>
                    <a:gd name="connsiteY2" fmla="*/ 6051 h 6156"/>
                    <a:gd name="connsiteX3" fmla="*/ 20066 w 20110"/>
                    <a:gd name="connsiteY3" fmla="*/ 6051 h 6156"/>
                    <a:gd name="connsiteX4" fmla="*/ 6076 w 20110"/>
                    <a:gd name="connsiteY4" fmla="*/ -70 h 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0" h="6156">
                      <a:moveTo>
                        <a:pt x="6076" y="-70"/>
                      </a:moveTo>
                      <a:lnTo>
                        <a:pt x="-44" y="-70"/>
                      </a:lnTo>
                      <a:lnTo>
                        <a:pt x="20066" y="6051"/>
                      </a:lnTo>
                      <a:lnTo>
                        <a:pt x="20066" y="6051"/>
                      </a:lnTo>
                      <a:cubicBezTo>
                        <a:pt x="14689" y="6401"/>
                        <a:pt x="9469" y="4119"/>
                        <a:pt x="6076" y="-70"/>
                      </a:cubicBezTo>
                      <a:close/>
                    </a:path>
                  </a:pathLst>
                </a:custGeom>
                <a:solidFill>
                  <a:srgbClr val="B1B5BF"/>
                </a:solidFill>
                <a:ln w="87213" cap="flat">
                  <a:noFill/>
                  <a:prstDash val="solid"/>
                  <a:miter/>
                </a:ln>
              </p:spPr>
              <p:txBody>
                <a:bodyPr rtlCol="0" anchor="ctr"/>
                <a:lstStyle/>
                <a:p>
                  <a:endParaRPr lang="en-IN" dirty="0"/>
                </a:p>
              </p:txBody>
            </p:sp>
            <p:sp>
              <p:nvSpPr>
                <p:cNvPr id="2070" name="Freeform: Shape 2069">
                  <a:extLst>
                    <a:ext uri="{FF2B5EF4-FFF2-40B4-BE49-F238E27FC236}">
                      <a16:creationId xmlns:a16="http://schemas.microsoft.com/office/drawing/2014/main" id="{A1370DCA-0224-0C1A-0A57-0CF0C74C4079}"/>
                    </a:ext>
                  </a:extLst>
                </p:cNvPr>
                <p:cNvSpPr/>
                <p:nvPr/>
              </p:nvSpPr>
              <p:spPr>
                <a:xfrm>
                  <a:off x="3136694" y="4622324"/>
                  <a:ext cx="14863" cy="87434"/>
                </a:xfrm>
                <a:custGeom>
                  <a:avLst/>
                  <a:gdLst>
                    <a:gd name="connsiteX0" fmla="*/ -44 w 14863"/>
                    <a:gd name="connsiteY0" fmla="*/ -70 h 87434"/>
                    <a:gd name="connsiteX1" fmla="*/ 14820 w 14863"/>
                    <a:gd name="connsiteY1" fmla="*/ -70 h 87434"/>
                    <a:gd name="connsiteX2" fmla="*/ 1705 w 14863"/>
                    <a:gd name="connsiteY2" fmla="*/ -70 h 87434"/>
                    <a:gd name="connsiteX3" fmla="*/ 1705 w 14863"/>
                    <a:gd name="connsiteY3" fmla="*/ -70 h 87434"/>
                    <a:gd name="connsiteX4" fmla="*/ 1705 w 14863"/>
                    <a:gd name="connsiteY4" fmla="*/ -70 h 8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3" h="87434">
                      <a:moveTo>
                        <a:pt x="-44" y="-70"/>
                      </a:moveTo>
                      <a:cubicBezTo>
                        <a:pt x="5202" y="-70"/>
                        <a:pt x="9574" y="-70"/>
                        <a:pt x="14820" y="-70"/>
                      </a:cubicBezTo>
                      <a:lnTo>
                        <a:pt x="1705" y="-70"/>
                      </a:lnTo>
                      <a:cubicBezTo>
                        <a:pt x="1705" y="-70"/>
                        <a:pt x="1705" y="-70"/>
                        <a:pt x="1705" y="-70"/>
                      </a:cubicBezTo>
                      <a:lnTo>
                        <a:pt x="1705" y="-70"/>
                      </a:lnTo>
                      <a:close/>
                    </a:path>
                  </a:pathLst>
                </a:custGeom>
                <a:solidFill>
                  <a:srgbClr val="B1B5BF"/>
                </a:solidFill>
                <a:ln w="87213" cap="flat">
                  <a:noFill/>
                  <a:prstDash val="solid"/>
                  <a:miter/>
                </a:ln>
              </p:spPr>
              <p:txBody>
                <a:bodyPr rtlCol="0" anchor="ctr"/>
                <a:lstStyle/>
                <a:p>
                  <a:endParaRPr lang="en-IN" dirty="0"/>
                </a:p>
              </p:txBody>
            </p:sp>
            <p:sp>
              <p:nvSpPr>
                <p:cNvPr id="2071" name="Freeform: Shape 2070">
                  <a:extLst>
                    <a:ext uri="{FF2B5EF4-FFF2-40B4-BE49-F238E27FC236}">
                      <a16:creationId xmlns:a16="http://schemas.microsoft.com/office/drawing/2014/main" id="{6B0AF08E-2882-6522-0B8D-4485F057B97B}"/>
                    </a:ext>
                  </a:extLst>
                </p:cNvPr>
                <p:cNvSpPr/>
                <p:nvPr/>
              </p:nvSpPr>
              <p:spPr>
                <a:xfrm>
                  <a:off x="3155930" y="4615232"/>
                  <a:ext cx="10803" cy="5872"/>
                </a:xfrm>
                <a:custGeom>
                  <a:avLst/>
                  <a:gdLst>
                    <a:gd name="connsiteX0" fmla="*/ -44 w 10803"/>
                    <a:gd name="connsiteY0" fmla="*/ 2650 h 5872"/>
                    <a:gd name="connsiteX1" fmla="*/ 9574 w 10803"/>
                    <a:gd name="connsiteY1" fmla="*/ 2650 h 5872"/>
                    <a:gd name="connsiteX2" fmla="*/ -44 w 10803"/>
                    <a:gd name="connsiteY2" fmla="*/ 2650 h 5872"/>
                  </a:gdLst>
                  <a:ahLst/>
                  <a:cxnLst>
                    <a:cxn ang="0">
                      <a:pos x="connsiteX0" y="connsiteY0"/>
                    </a:cxn>
                    <a:cxn ang="0">
                      <a:pos x="connsiteX1" y="connsiteY1"/>
                    </a:cxn>
                    <a:cxn ang="0">
                      <a:pos x="connsiteX2" y="connsiteY2"/>
                    </a:cxn>
                  </a:cxnLst>
                  <a:rect l="l" t="t" r="r" b="b"/>
                  <a:pathLst>
                    <a:path w="10803" h="5872">
                      <a:moveTo>
                        <a:pt x="-44" y="2650"/>
                      </a:moveTo>
                      <a:cubicBezTo>
                        <a:pt x="-44" y="2650"/>
                        <a:pt x="5202" y="-3470"/>
                        <a:pt x="9574" y="2650"/>
                      </a:cubicBezTo>
                      <a:cubicBezTo>
                        <a:pt x="13946" y="8771"/>
                        <a:pt x="5202" y="4399"/>
                        <a:pt x="-44" y="2650"/>
                      </a:cubicBezTo>
                      <a:close/>
                    </a:path>
                  </a:pathLst>
                </a:custGeom>
                <a:solidFill>
                  <a:srgbClr val="BDC1C9"/>
                </a:solidFill>
                <a:ln w="87213" cap="flat">
                  <a:noFill/>
                  <a:prstDash val="solid"/>
                  <a:miter/>
                </a:ln>
              </p:spPr>
              <p:txBody>
                <a:bodyPr rtlCol="0" anchor="ctr"/>
                <a:lstStyle/>
                <a:p>
                  <a:endParaRPr lang="en-IN" dirty="0"/>
                </a:p>
              </p:txBody>
            </p:sp>
            <p:sp>
              <p:nvSpPr>
                <p:cNvPr id="2072" name="Freeform: Shape 2071">
                  <a:extLst>
                    <a:ext uri="{FF2B5EF4-FFF2-40B4-BE49-F238E27FC236}">
                      <a16:creationId xmlns:a16="http://schemas.microsoft.com/office/drawing/2014/main" id="{1E9FAE1C-D7DD-1E9D-EC0E-F48EF6F8AAEB}"/>
                    </a:ext>
                  </a:extLst>
                </p:cNvPr>
                <p:cNvSpPr/>
                <p:nvPr/>
              </p:nvSpPr>
              <p:spPr>
                <a:xfrm>
                  <a:off x="3125328" y="4622978"/>
                  <a:ext cx="10492" cy="2649"/>
                </a:xfrm>
                <a:custGeom>
                  <a:avLst/>
                  <a:gdLst>
                    <a:gd name="connsiteX0" fmla="*/ 10448 w 10492"/>
                    <a:gd name="connsiteY0" fmla="*/ 1025 h 2649"/>
                    <a:gd name="connsiteX1" fmla="*/ 10448 w 10492"/>
                    <a:gd name="connsiteY1" fmla="*/ 1025 h 2649"/>
                    <a:gd name="connsiteX2" fmla="*/ -44 w 10492"/>
                    <a:gd name="connsiteY2" fmla="*/ 1025 h 2649"/>
                    <a:gd name="connsiteX3" fmla="*/ 10448 w 10492"/>
                    <a:gd name="connsiteY3" fmla="*/ 1025 h 2649"/>
                  </a:gdLst>
                  <a:ahLst/>
                  <a:cxnLst>
                    <a:cxn ang="0">
                      <a:pos x="connsiteX0" y="connsiteY0"/>
                    </a:cxn>
                    <a:cxn ang="0">
                      <a:pos x="connsiteX1" y="connsiteY1"/>
                    </a:cxn>
                    <a:cxn ang="0">
                      <a:pos x="connsiteX2" y="connsiteY2"/>
                    </a:cxn>
                    <a:cxn ang="0">
                      <a:pos x="connsiteX3" y="connsiteY3"/>
                    </a:cxn>
                  </a:cxnLst>
                  <a:rect l="l" t="t" r="r" b="b"/>
                  <a:pathLst>
                    <a:path w="10492" h="2649">
                      <a:moveTo>
                        <a:pt x="10448" y="1025"/>
                      </a:moveTo>
                      <a:lnTo>
                        <a:pt x="10448" y="1025"/>
                      </a:lnTo>
                      <a:cubicBezTo>
                        <a:pt x="7256" y="3097"/>
                        <a:pt x="3147" y="3097"/>
                        <a:pt x="-44" y="1025"/>
                      </a:cubicBezTo>
                      <a:cubicBezTo>
                        <a:pt x="3305" y="-435"/>
                        <a:pt x="7099" y="-435"/>
                        <a:pt x="10448" y="1025"/>
                      </a:cubicBezTo>
                      <a:close/>
                    </a:path>
                  </a:pathLst>
                </a:custGeom>
                <a:solidFill>
                  <a:srgbClr val="BDC1C9"/>
                </a:solidFill>
                <a:ln w="87213" cap="flat">
                  <a:noFill/>
                  <a:prstDash val="solid"/>
                  <a:miter/>
                </a:ln>
              </p:spPr>
              <p:txBody>
                <a:bodyPr rtlCol="0" anchor="ctr"/>
                <a:lstStyle/>
                <a:p>
                  <a:endParaRPr lang="en-IN" dirty="0"/>
                </a:p>
              </p:txBody>
            </p:sp>
            <p:sp>
              <p:nvSpPr>
                <p:cNvPr id="2073" name="Freeform: Shape 2072">
                  <a:extLst>
                    <a:ext uri="{FF2B5EF4-FFF2-40B4-BE49-F238E27FC236}">
                      <a16:creationId xmlns:a16="http://schemas.microsoft.com/office/drawing/2014/main" id="{5CE055EA-8AA4-4B9F-198B-7C00A56FAE14}"/>
                    </a:ext>
                  </a:extLst>
                </p:cNvPr>
                <p:cNvSpPr/>
                <p:nvPr/>
              </p:nvSpPr>
              <p:spPr>
                <a:xfrm>
                  <a:off x="2369893" y="3862178"/>
                  <a:ext cx="7869" cy="1213"/>
                </a:xfrm>
                <a:custGeom>
                  <a:avLst/>
                  <a:gdLst>
                    <a:gd name="connsiteX0" fmla="*/ 7825 w 7869"/>
                    <a:gd name="connsiteY0" fmla="*/ 1143 h 1213"/>
                    <a:gd name="connsiteX1" fmla="*/ -44 w 7869"/>
                    <a:gd name="connsiteY1" fmla="*/ 1143 h 1213"/>
                    <a:gd name="connsiteX2" fmla="*/ 7825 w 7869"/>
                    <a:gd name="connsiteY2" fmla="*/ 1143 h 1213"/>
                  </a:gdLst>
                  <a:ahLst/>
                  <a:cxnLst>
                    <a:cxn ang="0">
                      <a:pos x="connsiteX0" y="connsiteY0"/>
                    </a:cxn>
                    <a:cxn ang="0">
                      <a:pos x="connsiteX1" y="connsiteY1"/>
                    </a:cxn>
                    <a:cxn ang="0">
                      <a:pos x="connsiteX2" y="connsiteY2"/>
                    </a:cxn>
                  </a:cxnLst>
                  <a:rect l="l" t="t" r="r" b="b"/>
                  <a:pathLst>
                    <a:path w="7869" h="1213">
                      <a:moveTo>
                        <a:pt x="7825" y="1143"/>
                      </a:moveTo>
                      <a:cubicBezTo>
                        <a:pt x="7825" y="1143"/>
                        <a:pt x="2579" y="1143"/>
                        <a:pt x="-44" y="1143"/>
                      </a:cubicBezTo>
                      <a:cubicBezTo>
                        <a:pt x="2334" y="-474"/>
                        <a:pt x="5447" y="-474"/>
                        <a:pt x="7825" y="1143"/>
                      </a:cubicBezTo>
                      <a:close/>
                    </a:path>
                  </a:pathLst>
                </a:custGeom>
                <a:solidFill>
                  <a:srgbClr val="C1C4CC"/>
                </a:solidFill>
                <a:ln w="87213" cap="flat">
                  <a:noFill/>
                  <a:prstDash val="solid"/>
                  <a:miter/>
                </a:ln>
              </p:spPr>
              <p:txBody>
                <a:bodyPr rtlCol="0" anchor="ctr"/>
                <a:lstStyle/>
                <a:p>
                  <a:endParaRPr lang="en-IN" dirty="0"/>
                </a:p>
              </p:txBody>
            </p:sp>
            <p:sp>
              <p:nvSpPr>
                <p:cNvPr id="2074" name="Freeform: Shape 2073">
                  <a:extLst>
                    <a:ext uri="{FF2B5EF4-FFF2-40B4-BE49-F238E27FC236}">
                      <a16:creationId xmlns:a16="http://schemas.microsoft.com/office/drawing/2014/main" id="{B308218E-E94B-0B17-3D1D-C28E988C08B1}"/>
                    </a:ext>
                  </a:extLst>
                </p:cNvPr>
                <p:cNvSpPr/>
                <p:nvPr/>
              </p:nvSpPr>
              <p:spPr>
                <a:xfrm>
                  <a:off x="2385631" y="3859444"/>
                  <a:ext cx="8743" cy="1324"/>
                </a:xfrm>
                <a:custGeom>
                  <a:avLst/>
                  <a:gdLst>
                    <a:gd name="connsiteX0" fmla="*/ 8699 w 8743"/>
                    <a:gd name="connsiteY0" fmla="*/ 1255 h 1324"/>
                    <a:gd name="connsiteX1" fmla="*/ -44 w 8743"/>
                    <a:gd name="connsiteY1" fmla="*/ 1255 h 1324"/>
                    <a:gd name="connsiteX2" fmla="*/ 8699 w 8743"/>
                    <a:gd name="connsiteY2" fmla="*/ 1255 h 1324"/>
                  </a:gdLst>
                  <a:ahLst/>
                  <a:cxnLst>
                    <a:cxn ang="0">
                      <a:pos x="connsiteX0" y="connsiteY0"/>
                    </a:cxn>
                    <a:cxn ang="0">
                      <a:pos x="connsiteX1" y="connsiteY1"/>
                    </a:cxn>
                    <a:cxn ang="0">
                      <a:pos x="connsiteX2" y="connsiteY2"/>
                    </a:cxn>
                  </a:cxnLst>
                  <a:rect l="l" t="t" r="r" b="b"/>
                  <a:pathLst>
                    <a:path w="8743" h="1324">
                      <a:moveTo>
                        <a:pt x="8699" y="1255"/>
                      </a:moveTo>
                      <a:cubicBezTo>
                        <a:pt x="8699" y="1255"/>
                        <a:pt x="2579" y="1255"/>
                        <a:pt x="-44" y="1255"/>
                      </a:cubicBezTo>
                      <a:cubicBezTo>
                        <a:pt x="2605" y="-512"/>
                        <a:pt x="6050" y="-512"/>
                        <a:pt x="8699" y="1255"/>
                      </a:cubicBezTo>
                      <a:close/>
                    </a:path>
                  </a:pathLst>
                </a:custGeom>
                <a:solidFill>
                  <a:srgbClr val="C1C4CC"/>
                </a:solidFill>
                <a:ln w="87213" cap="flat">
                  <a:noFill/>
                  <a:prstDash val="solid"/>
                  <a:miter/>
                </a:ln>
              </p:spPr>
              <p:txBody>
                <a:bodyPr rtlCol="0" anchor="ctr"/>
                <a:lstStyle/>
                <a:p>
                  <a:endParaRPr lang="en-IN" dirty="0"/>
                </a:p>
              </p:txBody>
            </p:sp>
            <p:sp>
              <p:nvSpPr>
                <p:cNvPr id="2075" name="Freeform: Shape 2074">
                  <a:extLst>
                    <a:ext uri="{FF2B5EF4-FFF2-40B4-BE49-F238E27FC236}">
                      <a16:creationId xmlns:a16="http://schemas.microsoft.com/office/drawing/2014/main" id="{34A2B5A5-D541-D80D-F129-3B72A5CACD3C}"/>
                    </a:ext>
                  </a:extLst>
                </p:cNvPr>
                <p:cNvSpPr/>
                <p:nvPr/>
              </p:nvSpPr>
              <p:spPr>
                <a:xfrm>
                  <a:off x="3118333" y="4624343"/>
                  <a:ext cx="6994" cy="1941"/>
                </a:xfrm>
                <a:custGeom>
                  <a:avLst/>
                  <a:gdLst>
                    <a:gd name="connsiteX0" fmla="*/ -44 w 6994"/>
                    <a:gd name="connsiteY0" fmla="*/ 533 h 1941"/>
                    <a:gd name="connsiteX1" fmla="*/ -44 w 6994"/>
                    <a:gd name="connsiteY1" fmla="*/ 533 h 1941"/>
                    <a:gd name="connsiteX2" fmla="*/ 6951 w 6994"/>
                    <a:gd name="connsiteY2" fmla="*/ 533 h 1941"/>
                    <a:gd name="connsiteX3" fmla="*/ -44 w 6994"/>
                    <a:gd name="connsiteY3" fmla="*/ 533 h 1941"/>
                  </a:gdLst>
                  <a:ahLst/>
                  <a:cxnLst>
                    <a:cxn ang="0">
                      <a:pos x="connsiteX0" y="connsiteY0"/>
                    </a:cxn>
                    <a:cxn ang="0">
                      <a:pos x="connsiteX1" y="connsiteY1"/>
                    </a:cxn>
                    <a:cxn ang="0">
                      <a:pos x="connsiteX2" y="connsiteY2"/>
                    </a:cxn>
                    <a:cxn ang="0">
                      <a:pos x="connsiteX3" y="connsiteY3"/>
                    </a:cxn>
                  </a:cxnLst>
                  <a:rect l="l" t="t" r="r" b="b"/>
                  <a:pathLst>
                    <a:path w="6994" h="1941">
                      <a:moveTo>
                        <a:pt x="-44" y="533"/>
                      </a:moveTo>
                      <a:lnTo>
                        <a:pt x="-44" y="533"/>
                      </a:lnTo>
                      <a:cubicBezTo>
                        <a:pt x="2221" y="-271"/>
                        <a:pt x="4686" y="-271"/>
                        <a:pt x="6951" y="533"/>
                      </a:cubicBezTo>
                      <a:cubicBezTo>
                        <a:pt x="4957" y="2317"/>
                        <a:pt x="1950" y="2317"/>
                        <a:pt x="-44" y="533"/>
                      </a:cubicBezTo>
                      <a:close/>
                    </a:path>
                  </a:pathLst>
                </a:custGeom>
                <a:solidFill>
                  <a:srgbClr val="BDC1C9"/>
                </a:solidFill>
                <a:ln w="87213" cap="flat">
                  <a:noFill/>
                  <a:prstDash val="solid"/>
                  <a:miter/>
                </a:ln>
              </p:spPr>
              <p:txBody>
                <a:bodyPr rtlCol="0" anchor="ctr"/>
                <a:lstStyle/>
                <a:p>
                  <a:endParaRPr lang="en-IN" dirty="0"/>
                </a:p>
              </p:txBody>
            </p:sp>
            <p:sp>
              <p:nvSpPr>
                <p:cNvPr id="2076" name="Freeform: Shape 2075">
                  <a:extLst>
                    <a:ext uri="{FF2B5EF4-FFF2-40B4-BE49-F238E27FC236}">
                      <a16:creationId xmlns:a16="http://schemas.microsoft.com/office/drawing/2014/main" id="{81994F67-752B-CD24-288B-4299EE5879CA}"/>
                    </a:ext>
                  </a:extLst>
                </p:cNvPr>
                <p:cNvSpPr/>
                <p:nvPr/>
              </p:nvSpPr>
              <p:spPr>
                <a:xfrm>
                  <a:off x="3266856" y="4422099"/>
                  <a:ext cx="3147" cy="20110"/>
                </a:xfrm>
                <a:custGeom>
                  <a:avLst/>
                  <a:gdLst>
                    <a:gd name="connsiteX0" fmla="*/ 946 w 3147"/>
                    <a:gd name="connsiteY0" fmla="*/ 20040 h 20110"/>
                    <a:gd name="connsiteX1" fmla="*/ 946 w 3147"/>
                    <a:gd name="connsiteY1" fmla="*/ -70 h 20110"/>
                    <a:gd name="connsiteX2" fmla="*/ 946 w 3147"/>
                    <a:gd name="connsiteY2" fmla="*/ 20040 h 20110"/>
                  </a:gdLst>
                  <a:ahLst/>
                  <a:cxnLst>
                    <a:cxn ang="0">
                      <a:pos x="connsiteX0" y="connsiteY0"/>
                    </a:cxn>
                    <a:cxn ang="0">
                      <a:pos x="connsiteX1" y="connsiteY1"/>
                    </a:cxn>
                    <a:cxn ang="0">
                      <a:pos x="connsiteX2" y="connsiteY2"/>
                    </a:cxn>
                  </a:cxnLst>
                  <a:rect l="l" t="t" r="r" b="b"/>
                  <a:pathLst>
                    <a:path w="3147" h="20110">
                      <a:moveTo>
                        <a:pt x="946" y="20040"/>
                      </a:moveTo>
                      <a:cubicBezTo>
                        <a:pt x="-374" y="13404"/>
                        <a:pt x="-374" y="6567"/>
                        <a:pt x="946" y="-70"/>
                      </a:cubicBezTo>
                      <a:cubicBezTo>
                        <a:pt x="3823" y="6322"/>
                        <a:pt x="3823" y="13649"/>
                        <a:pt x="946" y="20040"/>
                      </a:cubicBezTo>
                      <a:close/>
                    </a:path>
                  </a:pathLst>
                </a:custGeom>
                <a:solidFill>
                  <a:srgbClr val="BDC1C9"/>
                </a:solidFill>
                <a:ln w="87213" cap="flat">
                  <a:noFill/>
                  <a:prstDash val="solid"/>
                  <a:miter/>
                </a:ln>
              </p:spPr>
              <p:txBody>
                <a:bodyPr rtlCol="0" anchor="ctr"/>
                <a:lstStyle/>
                <a:p>
                  <a:endParaRPr lang="en-IN" dirty="0"/>
                </a:p>
              </p:txBody>
            </p:sp>
            <p:sp>
              <p:nvSpPr>
                <p:cNvPr id="2077" name="Freeform: Shape 2076">
                  <a:extLst>
                    <a:ext uri="{FF2B5EF4-FFF2-40B4-BE49-F238E27FC236}">
                      <a16:creationId xmlns:a16="http://schemas.microsoft.com/office/drawing/2014/main" id="{638651EC-3347-7256-A96E-5886D2DCA53A}"/>
                    </a:ext>
                  </a:extLst>
                </p:cNvPr>
                <p:cNvSpPr/>
                <p:nvPr/>
              </p:nvSpPr>
              <p:spPr>
                <a:xfrm>
                  <a:off x="2262407" y="3871320"/>
                  <a:ext cx="1002378" cy="755375"/>
                </a:xfrm>
                <a:custGeom>
                  <a:avLst/>
                  <a:gdLst>
                    <a:gd name="connsiteX0" fmla="*/ 874243 w 1002378"/>
                    <a:gd name="connsiteY0" fmla="*/ 750934 h 755375"/>
                    <a:gd name="connsiteX1" fmla="*/ 848887 w 1002378"/>
                    <a:gd name="connsiteY1" fmla="*/ 750934 h 755375"/>
                    <a:gd name="connsiteX2" fmla="*/ 818285 w 1002378"/>
                    <a:gd name="connsiteY2" fmla="*/ 736070 h 755375"/>
                    <a:gd name="connsiteX3" fmla="*/ 40117 w 1002378"/>
                    <a:gd name="connsiteY3" fmla="*/ 235070 h 755375"/>
                    <a:gd name="connsiteX4" fmla="*/ 7766 w 1002378"/>
                    <a:gd name="connsiteY4" fmla="*/ 204468 h 755375"/>
                    <a:gd name="connsiteX5" fmla="*/ 7766 w 1002378"/>
                    <a:gd name="connsiteY5" fmla="*/ 149384 h 755375"/>
                    <a:gd name="connsiteX6" fmla="*/ 79463 w 1002378"/>
                    <a:gd name="connsiteY6" fmla="*/ 35719 h 755375"/>
                    <a:gd name="connsiteX7" fmla="*/ 106567 w 1002378"/>
                    <a:gd name="connsiteY7" fmla="*/ 7740 h 755375"/>
                    <a:gd name="connsiteX8" fmla="*/ 161651 w 1002378"/>
                    <a:gd name="connsiteY8" fmla="*/ 7740 h 755375"/>
                    <a:gd name="connsiteX9" fmla="*/ 261326 w 1002378"/>
                    <a:gd name="connsiteY9" fmla="*/ 69818 h 755375"/>
                    <a:gd name="connsiteX10" fmla="*/ 960803 w 1002378"/>
                    <a:gd name="connsiteY10" fmla="*/ 520106 h 755375"/>
                    <a:gd name="connsiteX11" fmla="*/ 998400 w 1002378"/>
                    <a:gd name="connsiteY11" fmla="*/ 562075 h 755375"/>
                    <a:gd name="connsiteX12" fmla="*/ 998400 w 1002378"/>
                    <a:gd name="connsiteY12" fmla="*/ 602295 h 755375"/>
                    <a:gd name="connsiteX13" fmla="*/ 976541 w 1002378"/>
                    <a:gd name="connsiteY13" fmla="*/ 639018 h 755375"/>
                    <a:gd name="connsiteX14" fmla="*/ 927578 w 1002378"/>
                    <a:gd name="connsiteY14" fmla="*/ 715086 h 755375"/>
                    <a:gd name="connsiteX15" fmla="*/ 891730 w 1002378"/>
                    <a:gd name="connsiteY15" fmla="*/ 749185 h 755375"/>
                    <a:gd name="connsiteX16" fmla="*/ 878615 w 1002378"/>
                    <a:gd name="connsiteY16" fmla="*/ 755306 h 75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2378" h="755375">
                      <a:moveTo>
                        <a:pt x="874243" y="750934"/>
                      </a:moveTo>
                      <a:cubicBezTo>
                        <a:pt x="865797" y="750444"/>
                        <a:pt x="857333" y="750444"/>
                        <a:pt x="848887" y="750934"/>
                      </a:cubicBezTo>
                      <a:cubicBezTo>
                        <a:pt x="838123" y="747227"/>
                        <a:pt x="827850" y="742234"/>
                        <a:pt x="818285" y="736070"/>
                      </a:cubicBezTo>
                      <a:lnTo>
                        <a:pt x="40117" y="235070"/>
                      </a:lnTo>
                      <a:cubicBezTo>
                        <a:pt x="27124" y="227489"/>
                        <a:pt x="16055" y="217015"/>
                        <a:pt x="7766" y="204468"/>
                      </a:cubicBezTo>
                      <a:cubicBezTo>
                        <a:pt x="-2647" y="187584"/>
                        <a:pt x="-2647" y="166268"/>
                        <a:pt x="7766" y="149384"/>
                      </a:cubicBezTo>
                      <a:cubicBezTo>
                        <a:pt x="29607" y="110239"/>
                        <a:pt x="53538" y="72293"/>
                        <a:pt x="79463" y="35719"/>
                      </a:cubicBezTo>
                      <a:cubicBezTo>
                        <a:pt x="86282" y="24475"/>
                        <a:pt x="95542" y="14909"/>
                        <a:pt x="106567" y="7740"/>
                      </a:cubicBezTo>
                      <a:cubicBezTo>
                        <a:pt x="123451" y="-2673"/>
                        <a:pt x="144767" y="-2673"/>
                        <a:pt x="161651" y="7740"/>
                      </a:cubicBezTo>
                      <a:cubicBezTo>
                        <a:pt x="196625" y="25227"/>
                        <a:pt x="228101" y="48834"/>
                        <a:pt x="261326" y="69818"/>
                      </a:cubicBezTo>
                      <a:lnTo>
                        <a:pt x="960803" y="520106"/>
                      </a:lnTo>
                      <a:cubicBezTo>
                        <a:pt x="978194" y="528841"/>
                        <a:pt x="991624" y="543836"/>
                        <a:pt x="998400" y="562075"/>
                      </a:cubicBezTo>
                      <a:cubicBezTo>
                        <a:pt x="1003646" y="574972"/>
                        <a:pt x="1003646" y="589399"/>
                        <a:pt x="998400" y="602295"/>
                      </a:cubicBezTo>
                      <a:cubicBezTo>
                        <a:pt x="991825" y="614947"/>
                        <a:pt x="984533" y="627205"/>
                        <a:pt x="976541" y="639018"/>
                      </a:cubicBezTo>
                      <a:cubicBezTo>
                        <a:pt x="959929" y="664374"/>
                        <a:pt x="945065" y="689730"/>
                        <a:pt x="927578" y="715086"/>
                      </a:cubicBezTo>
                      <a:cubicBezTo>
                        <a:pt x="919158" y="729669"/>
                        <a:pt x="906716" y="741509"/>
                        <a:pt x="891730" y="749185"/>
                      </a:cubicBezTo>
                      <a:cubicBezTo>
                        <a:pt x="891730" y="749185"/>
                        <a:pt x="882112" y="749185"/>
                        <a:pt x="878615" y="755306"/>
                      </a:cubicBezTo>
                      <a:close/>
                    </a:path>
                  </a:pathLst>
                </a:custGeom>
                <a:solidFill>
                  <a:srgbClr val="949AA7"/>
                </a:solidFill>
                <a:ln w="87213" cap="flat">
                  <a:noFill/>
                  <a:prstDash val="solid"/>
                  <a:miter/>
                </a:ln>
              </p:spPr>
              <p:txBody>
                <a:bodyPr rtlCol="0" anchor="ctr"/>
                <a:lstStyle/>
                <a:p>
                  <a:endParaRPr lang="en-IN" dirty="0"/>
                </a:p>
              </p:txBody>
            </p:sp>
            <p:sp>
              <p:nvSpPr>
                <p:cNvPr id="2078" name="Freeform: Shape 2077">
                  <a:extLst>
                    <a:ext uri="{FF2B5EF4-FFF2-40B4-BE49-F238E27FC236}">
                      <a16:creationId xmlns:a16="http://schemas.microsoft.com/office/drawing/2014/main" id="{587F67EE-A964-FE93-D996-3D63C3BEBFB7}"/>
                    </a:ext>
                  </a:extLst>
                </p:cNvPr>
                <p:cNvSpPr/>
                <p:nvPr/>
              </p:nvSpPr>
              <p:spPr>
                <a:xfrm>
                  <a:off x="2266992" y="3873987"/>
                  <a:ext cx="992180" cy="747692"/>
                </a:xfrm>
                <a:custGeom>
                  <a:avLst/>
                  <a:gdLst>
                    <a:gd name="connsiteX0" fmla="*/ 562763 w 992180"/>
                    <a:gd name="connsiteY0" fmla="*/ 264754 h 747692"/>
                    <a:gd name="connsiteX1" fmla="*/ 953595 w 992180"/>
                    <a:gd name="connsiteY1" fmla="*/ 520937 h 747692"/>
                    <a:gd name="connsiteX2" fmla="*/ 985946 w 992180"/>
                    <a:gd name="connsiteY2" fmla="*/ 554162 h 747692"/>
                    <a:gd name="connsiteX3" fmla="*/ 985946 w 992180"/>
                    <a:gd name="connsiteY3" fmla="*/ 601377 h 747692"/>
                    <a:gd name="connsiteX4" fmla="*/ 917747 w 992180"/>
                    <a:gd name="connsiteY4" fmla="*/ 710670 h 747692"/>
                    <a:gd name="connsiteX5" fmla="*/ 900260 w 992180"/>
                    <a:gd name="connsiteY5" fmla="*/ 730780 h 747692"/>
                    <a:gd name="connsiteX6" fmla="*/ 836433 w 992180"/>
                    <a:gd name="connsiteY6" fmla="*/ 740398 h 747692"/>
                    <a:gd name="connsiteX7" fmla="*/ 803208 w 992180"/>
                    <a:gd name="connsiteY7" fmla="*/ 722037 h 747692"/>
                    <a:gd name="connsiteX8" fmla="*/ 42526 w 992180"/>
                    <a:gd name="connsiteY8" fmla="*/ 231529 h 747692"/>
                    <a:gd name="connsiteX9" fmla="*/ 11924 w 992180"/>
                    <a:gd name="connsiteY9" fmla="*/ 205298 h 747692"/>
                    <a:gd name="connsiteX10" fmla="*/ 6678 w 992180"/>
                    <a:gd name="connsiteY10" fmla="*/ 148466 h 747692"/>
                    <a:gd name="connsiteX11" fmla="*/ 77500 w 992180"/>
                    <a:gd name="connsiteY11" fmla="*/ 34801 h 747692"/>
                    <a:gd name="connsiteX12" fmla="*/ 112474 w 992180"/>
                    <a:gd name="connsiteY12" fmla="*/ 4199 h 747692"/>
                    <a:gd name="connsiteX13" fmla="*/ 153568 w 992180"/>
                    <a:gd name="connsiteY13" fmla="*/ 4199 h 747692"/>
                    <a:gd name="connsiteX14" fmla="*/ 190291 w 992180"/>
                    <a:gd name="connsiteY14" fmla="*/ 26057 h 74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2180" h="747692">
                      <a:moveTo>
                        <a:pt x="562763" y="264754"/>
                      </a:moveTo>
                      <a:lnTo>
                        <a:pt x="953595" y="520937"/>
                      </a:lnTo>
                      <a:cubicBezTo>
                        <a:pt x="967174" y="528903"/>
                        <a:pt x="978348" y="540374"/>
                        <a:pt x="985946" y="554162"/>
                      </a:cubicBezTo>
                      <a:cubicBezTo>
                        <a:pt x="994200" y="568816"/>
                        <a:pt x="994200" y="586723"/>
                        <a:pt x="985946" y="601377"/>
                      </a:cubicBezTo>
                      <a:cubicBezTo>
                        <a:pt x="965836" y="639848"/>
                        <a:pt x="940480" y="673948"/>
                        <a:pt x="917747" y="710670"/>
                      </a:cubicBezTo>
                      <a:cubicBezTo>
                        <a:pt x="912387" y="717770"/>
                        <a:pt x="906547" y="724485"/>
                        <a:pt x="900260" y="730780"/>
                      </a:cubicBezTo>
                      <a:cubicBezTo>
                        <a:pt x="884032" y="748861"/>
                        <a:pt x="857268" y="752893"/>
                        <a:pt x="836433" y="740398"/>
                      </a:cubicBezTo>
                      <a:cubicBezTo>
                        <a:pt x="824900" y="735143"/>
                        <a:pt x="813796" y="729005"/>
                        <a:pt x="803208" y="722037"/>
                      </a:cubicBezTo>
                      <a:lnTo>
                        <a:pt x="42526" y="231529"/>
                      </a:lnTo>
                      <a:cubicBezTo>
                        <a:pt x="30775" y="224779"/>
                        <a:pt x="20397" y="215878"/>
                        <a:pt x="11924" y="205298"/>
                      </a:cubicBezTo>
                      <a:cubicBezTo>
                        <a:pt x="-1829" y="189438"/>
                        <a:pt x="-3936" y="166573"/>
                        <a:pt x="6678" y="148466"/>
                      </a:cubicBezTo>
                      <a:cubicBezTo>
                        <a:pt x="27663" y="108246"/>
                        <a:pt x="53019" y="72398"/>
                        <a:pt x="77500" y="34801"/>
                      </a:cubicBezTo>
                      <a:cubicBezTo>
                        <a:pt x="85160" y="20777"/>
                        <a:pt x="97558" y="9926"/>
                        <a:pt x="112474" y="4199"/>
                      </a:cubicBezTo>
                      <a:cubicBezTo>
                        <a:pt x="125581" y="-1493"/>
                        <a:pt x="140462" y="-1493"/>
                        <a:pt x="153568" y="4199"/>
                      </a:cubicBezTo>
                      <a:cubicBezTo>
                        <a:pt x="166290" y="10642"/>
                        <a:pt x="178566" y="17944"/>
                        <a:pt x="190291" y="26057"/>
                      </a:cubicBezTo>
                      <a:close/>
                    </a:path>
                  </a:pathLst>
                </a:custGeom>
                <a:solidFill>
                  <a:srgbClr val="8C92A0"/>
                </a:solidFill>
                <a:ln w="87213" cap="flat">
                  <a:noFill/>
                  <a:prstDash val="solid"/>
                  <a:miter/>
                </a:ln>
              </p:spPr>
              <p:txBody>
                <a:bodyPr rtlCol="0" anchor="ctr"/>
                <a:lstStyle/>
                <a:p>
                  <a:endParaRPr lang="en-IN" dirty="0"/>
                </a:p>
              </p:txBody>
            </p:sp>
            <p:sp>
              <p:nvSpPr>
                <p:cNvPr id="2079" name="Freeform: Shape 2078">
                  <a:extLst>
                    <a:ext uri="{FF2B5EF4-FFF2-40B4-BE49-F238E27FC236}">
                      <a16:creationId xmlns:a16="http://schemas.microsoft.com/office/drawing/2014/main" id="{AB5EEF27-F4E0-BA07-8877-FE582E2194AA}"/>
                    </a:ext>
                  </a:extLst>
                </p:cNvPr>
                <p:cNvSpPr/>
                <p:nvPr/>
              </p:nvSpPr>
              <p:spPr>
                <a:xfrm>
                  <a:off x="2272146" y="3874898"/>
                  <a:ext cx="982584" cy="736069"/>
                </a:xfrm>
                <a:custGeom>
                  <a:avLst/>
                  <a:gdLst>
                    <a:gd name="connsiteX0" fmla="*/ 555860 w 982584"/>
                    <a:gd name="connsiteY0" fmla="*/ 267340 h 736069"/>
                    <a:gd name="connsiteX1" fmla="*/ 952813 w 982584"/>
                    <a:gd name="connsiteY1" fmla="*/ 520026 h 736069"/>
                    <a:gd name="connsiteX2" fmla="*/ 982541 w 982584"/>
                    <a:gd name="connsiteY2" fmla="*/ 568989 h 736069"/>
                    <a:gd name="connsiteX3" fmla="*/ 972049 w 982584"/>
                    <a:gd name="connsiteY3" fmla="*/ 601340 h 736069"/>
                    <a:gd name="connsiteX4" fmla="*/ 902976 w 982584"/>
                    <a:gd name="connsiteY4" fmla="*/ 707136 h 736069"/>
                    <a:gd name="connsiteX5" fmla="*/ 854012 w 982584"/>
                    <a:gd name="connsiteY5" fmla="*/ 735989 h 736069"/>
                    <a:gd name="connsiteX6" fmla="*/ 816416 w 982584"/>
                    <a:gd name="connsiteY6" fmla="*/ 721999 h 736069"/>
                    <a:gd name="connsiteX7" fmla="*/ 116938 w 982584"/>
                    <a:gd name="connsiteY7" fmla="*/ 269963 h 736069"/>
                    <a:gd name="connsiteX8" fmla="*/ 34750 w 982584"/>
                    <a:gd name="connsiteY8" fmla="*/ 217502 h 736069"/>
                    <a:gd name="connsiteX9" fmla="*/ 12017 w 982584"/>
                    <a:gd name="connsiteY9" fmla="*/ 197392 h 736069"/>
                    <a:gd name="connsiteX10" fmla="*/ 5022 w 982584"/>
                    <a:gd name="connsiteY10" fmla="*/ 144057 h 736069"/>
                    <a:gd name="connsiteX11" fmla="*/ 19886 w 982584"/>
                    <a:gd name="connsiteY11" fmla="*/ 116952 h 736069"/>
                    <a:gd name="connsiteX12" fmla="*/ 79342 w 982584"/>
                    <a:gd name="connsiteY12" fmla="*/ 29518 h 736069"/>
                    <a:gd name="connsiteX13" fmla="*/ 115190 w 982584"/>
                    <a:gd name="connsiteY13" fmla="*/ 664 h 736069"/>
                    <a:gd name="connsiteX14" fmla="*/ 161530 w 982584"/>
                    <a:gd name="connsiteY14" fmla="*/ 12031 h 736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2584" h="736069">
                      <a:moveTo>
                        <a:pt x="555860" y="267340"/>
                      </a:moveTo>
                      <a:lnTo>
                        <a:pt x="952813" y="520026"/>
                      </a:lnTo>
                      <a:cubicBezTo>
                        <a:pt x="971096" y="529503"/>
                        <a:pt x="982567" y="548390"/>
                        <a:pt x="982541" y="568989"/>
                      </a:cubicBezTo>
                      <a:cubicBezTo>
                        <a:pt x="982121" y="580539"/>
                        <a:pt x="978493" y="591739"/>
                        <a:pt x="972049" y="601340"/>
                      </a:cubicBezTo>
                      <a:cubicBezTo>
                        <a:pt x="949316" y="636314"/>
                        <a:pt x="926583" y="672162"/>
                        <a:pt x="902976" y="707136"/>
                      </a:cubicBezTo>
                      <a:cubicBezTo>
                        <a:pt x="893410" y="725226"/>
                        <a:pt x="874472" y="736383"/>
                        <a:pt x="854012" y="735989"/>
                      </a:cubicBezTo>
                      <a:cubicBezTo>
                        <a:pt x="840451" y="734774"/>
                        <a:pt x="827467" y="729939"/>
                        <a:pt x="816416" y="721999"/>
                      </a:cubicBezTo>
                      <a:lnTo>
                        <a:pt x="116938" y="269963"/>
                      </a:lnTo>
                      <a:lnTo>
                        <a:pt x="34750" y="217502"/>
                      </a:lnTo>
                      <a:cubicBezTo>
                        <a:pt x="26208" y="211976"/>
                        <a:pt x="18539" y="205200"/>
                        <a:pt x="12017" y="197392"/>
                      </a:cubicBezTo>
                      <a:cubicBezTo>
                        <a:pt x="-967" y="182703"/>
                        <a:pt x="-3739" y="161596"/>
                        <a:pt x="5022" y="144057"/>
                      </a:cubicBezTo>
                      <a:cubicBezTo>
                        <a:pt x="9105" y="134570"/>
                        <a:pt x="14089" y="125495"/>
                        <a:pt x="19886" y="116952"/>
                      </a:cubicBezTo>
                      <a:cubicBezTo>
                        <a:pt x="39996" y="86350"/>
                        <a:pt x="59232" y="55748"/>
                        <a:pt x="79342" y="29518"/>
                      </a:cubicBezTo>
                      <a:cubicBezTo>
                        <a:pt x="86931" y="15476"/>
                        <a:pt x="99854" y="5079"/>
                        <a:pt x="115190" y="664"/>
                      </a:cubicBezTo>
                      <a:cubicBezTo>
                        <a:pt x="131531" y="-1872"/>
                        <a:pt x="148214" y="2220"/>
                        <a:pt x="161530" y="12031"/>
                      </a:cubicBezTo>
                      <a:close/>
                    </a:path>
                  </a:pathLst>
                </a:custGeom>
                <a:solidFill>
                  <a:srgbClr val="767E8F"/>
                </a:solidFill>
                <a:ln w="87213" cap="flat">
                  <a:noFill/>
                  <a:prstDash val="solid"/>
                  <a:miter/>
                </a:ln>
              </p:spPr>
              <p:txBody>
                <a:bodyPr rtlCol="0" anchor="ctr"/>
                <a:lstStyle/>
                <a:p>
                  <a:endParaRPr lang="en-IN" dirty="0"/>
                </a:p>
              </p:txBody>
            </p:sp>
            <p:sp>
              <p:nvSpPr>
                <p:cNvPr id="2080" name="Freeform: Shape 2079">
                  <a:extLst>
                    <a:ext uri="{FF2B5EF4-FFF2-40B4-BE49-F238E27FC236}">
                      <a16:creationId xmlns:a16="http://schemas.microsoft.com/office/drawing/2014/main" id="{6E38F43B-8FBF-B4ED-21FE-00B2D913A029}"/>
                    </a:ext>
                  </a:extLst>
                </p:cNvPr>
                <p:cNvSpPr/>
                <p:nvPr/>
              </p:nvSpPr>
              <p:spPr>
                <a:xfrm>
                  <a:off x="2269948" y="3876225"/>
                  <a:ext cx="981828" cy="735309"/>
                </a:xfrm>
                <a:custGeom>
                  <a:avLst/>
                  <a:gdLst>
                    <a:gd name="connsiteX0" fmla="*/ 557183 w 981828"/>
                    <a:gd name="connsiteY0" fmla="*/ 269511 h 735309"/>
                    <a:gd name="connsiteX1" fmla="*/ 955011 w 981828"/>
                    <a:gd name="connsiteY1" fmla="*/ 525694 h 735309"/>
                    <a:gd name="connsiteX2" fmla="*/ 976109 w 981828"/>
                    <a:gd name="connsiteY2" fmla="*/ 592940 h 735309"/>
                    <a:gd name="connsiteX3" fmla="*/ 971623 w 981828"/>
                    <a:gd name="connsiteY3" fmla="*/ 600013 h 735309"/>
                    <a:gd name="connsiteX4" fmla="*/ 902550 w 981828"/>
                    <a:gd name="connsiteY4" fmla="*/ 705809 h 735309"/>
                    <a:gd name="connsiteX5" fmla="*/ 836668 w 981828"/>
                    <a:gd name="connsiteY5" fmla="*/ 730850 h 735309"/>
                    <a:gd name="connsiteX6" fmla="*/ 824733 w 981828"/>
                    <a:gd name="connsiteY6" fmla="*/ 723296 h 735309"/>
                    <a:gd name="connsiteX7" fmla="*/ 751288 w 981828"/>
                    <a:gd name="connsiteY7" fmla="*/ 676082 h 735309"/>
                    <a:gd name="connsiteX8" fmla="*/ 32576 w 981828"/>
                    <a:gd name="connsiteY8" fmla="*/ 213553 h 735309"/>
                    <a:gd name="connsiteX9" fmla="*/ 8094 w 981828"/>
                    <a:gd name="connsiteY9" fmla="*/ 189945 h 735309"/>
                    <a:gd name="connsiteX10" fmla="*/ 8094 w 981828"/>
                    <a:gd name="connsiteY10" fmla="*/ 137484 h 735309"/>
                    <a:gd name="connsiteX11" fmla="*/ 79790 w 981828"/>
                    <a:gd name="connsiteY11" fmla="*/ 24694 h 735309"/>
                    <a:gd name="connsiteX12" fmla="*/ 143784 w 981828"/>
                    <a:gd name="connsiteY12" fmla="*/ 5624 h 735309"/>
                    <a:gd name="connsiteX13" fmla="*/ 152361 w 981828"/>
                    <a:gd name="connsiteY13" fmla="*/ 11578 h 735309"/>
                    <a:gd name="connsiteX14" fmla="*/ 480241 w 981828"/>
                    <a:gd name="connsiteY14" fmla="*/ 217924 h 73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1828" h="735309">
                      <a:moveTo>
                        <a:pt x="557183" y="269511"/>
                      </a:moveTo>
                      <a:lnTo>
                        <a:pt x="955011" y="525694"/>
                      </a:lnTo>
                      <a:cubicBezTo>
                        <a:pt x="979405" y="538442"/>
                        <a:pt x="988857" y="568546"/>
                        <a:pt x="976109" y="592940"/>
                      </a:cubicBezTo>
                      <a:cubicBezTo>
                        <a:pt x="974815" y="595423"/>
                        <a:pt x="973310" y="597784"/>
                        <a:pt x="971623" y="600013"/>
                      </a:cubicBezTo>
                      <a:cubicBezTo>
                        <a:pt x="948890" y="635861"/>
                        <a:pt x="926157" y="670835"/>
                        <a:pt x="902550" y="705809"/>
                      </a:cubicBezTo>
                      <a:cubicBezTo>
                        <a:pt x="891270" y="730920"/>
                        <a:pt x="861779" y="742129"/>
                        <a:pt x="836668" y="730850"/>
                      </a:cubicBezTo>
                      <a:cubicBezTo>
                        <a:pt x="832349" y="728909"/>
                        <a:pt x="828335" y="726365"/>
                        <a:pt x="824733" y="723296"/>
                      </a:cubicBezTo>
                      <a:cubicBezTo>
                        <a:pt x="799377" y="708432"/>
                        <a:pt x="775769" y="691820"/>
                        <a:pt x="751288" y="676082"/>
                      </a:cubicBezTo>
                      <a:lnTo>
                        <a:pt x="32576" y="213553"/>
                      </a:lnTo>
                      <a:cubicBezTo>
                        <a:pt x="22792" y="207563"/>
                        <a:pt x="14433" y="199502"/>
                        <a:pt x="8094" y="189945"/>
                      </a:cubicBezTo>
                      <a:cubicBezTo>
                        <a:pt x="-2757" y="174146"/>
                        <a:pt x="-2757" y="153293"/>
                        <a:pt x="8094" y="137484"/>
                      </a:cubicBezTo>
                      <a:cubicBezTo>
                        <a:pt x="30827" y="99013"/>
                        <a:pt x="54434" y="61416"/>
                        <a:pt x="79790" y="24694"/>
                      </a:cubicBezTo>
                      <a:cubicBezTo>
                        <a:pt x="92197" y="1760"/>
                        <a:pt x="120841" y="-6783"/>
                        <a:pt x="143784" y="5624"/>
                      </a:cubicBezTo>
                      <a:cubicBezTo>
                        <a:pt x="146853" y="7286"/>
                        <a:pt x="149729" y="9279"/>
                        <a:pt x="152361" y="11578"/>
                      </a:cubicBezTo>
                      <a:lnTo>
                        <a:pt x="480241" y="217924"/>
                      </a:lnTo>
                      <a:close/>
                    </a:path>
                  </a:pathLst>
                </a:custGeom>
                <a:solidFill>
                  <a:srgbClr val="6A7285"/>
                </a:solidFill>
                <a:ln w="87213" cap="flat">
                  <a:noFill/>
                  <a:prstDash val="solid"/>
                  <a:miter/>
                </a:ln>
              </p:spPr>
              <p:txBody>
                <a:bodyPr rtlCol="0" anchor="ctr"/>
                <a:lstStyle/>
                <a:p>
                  <a:endParaRPr lang="en-IN" dirty="0"/>
                </a:p>
              </p:txBody>
            </p:sp>
            <p:sp>
              <p:nvSpPr>
                <p:cNvPr id="2081" name="Freeform: Shape 2080">
                  <a:extLst>
                    <a:ext uri="{FF2B5EF4-FFF2-40B4-BE49-F238E27FC236}">
                      <a16:creationId xmlns:a16="http://schemas.microsoft.com/office/drawing/2014/main" id="{A9F842EA-6377-3BE5-01B9-A856F601A846}"/>
                    </a:ext>
                  </a:extLst>
                </p:cNvPr>
                <p:cNvSpPr/>
                <p:nvPr/>
              </p:nvSpPr>
              <p:spPr>
                <a:xfrm>
                  <a:off x="2278159" y="3881630"/>
                  <a:ext cx="969328" cy="721735"/>
                </a:xfrm>
                <a:custGeom>
                  <a:avLst/>
                  <a:gdLst>
                    <a:gd name="connsiteX0" fmla="*/ 544602 w 969328"/>
                    <a:gd name="connsiteY0" fmla="*/ 265854 h 721735"/>
                    <a:gd name="connsiteX1" fmla="*/ 937183 w 969328"/>
                    <a:gd name="connsiteY1" fmla="*/ 518540 h 721735"/>
                    <a:gd name="connsiteX2" fmla="*/ 956418 w 969328"/>
                    <a:gd name="connsiteY2" fmla="*/ 534278 h 721735"/>
                    <a:gd name="connsiteX3" fmla="*/ 965162 w 969328"/>
                    <a:gd name="connsiteY3" fmla="*/ 581493 h 721735"/>
                    <a:gd name="connsiteX4" fmla="*/ 952046 w 969328"/>
                    <a:gd name="connsiteY4" fmla="*/ 605101 h 721735"/>
                    <a:gd name="connsiteX5" fmla="*/ 895214 w 969328"/>
                    <a:gd name="connsiteY5" fmla="*/ 692535 h 721735"/>
                    <a:gd name="connsiteX6" fmla="*/ 875104 w 969328"/>
                    <a:gd name="connsiteY6" fmla="*/ 714394 h 721735"/>
                    <a:gd name="connsiteX7" fmla="*/ 827889 w 969328"/>
                    <a:gd name="connsiteY7" fmla="*/ 714394 h 721735"/>
                    <a:gd name="connsiteX8" fmla="*/ 798162 w 969328"/>
                    <a:gd name="connsiteY8" fmla="*/ 697781 h 721735"/>
                    <a:gd name="connsiteX9" fmla="*/ 34858 w 969328"/>
                    <a:gd name="connsiteY9" fmla="*/ 209896 h 721735"/>
                    <a:gd name="connsiteX10" fmla="*/ 10376 w 969328"/>
                    <a:gd name="connsiteY10" fmla="*/ 188912 h 721735"/>
                    <a:gd name="connsiteX11" fmla="*/ 5130 w 969328"/>
                    <a:gd name="connsiteY11" fmla="*/ 139949 h 721735"/>
                    <a:gd name="connsiteX12" fmla="*/ 23491 w 969328"/>
                    <a:gd name="connsiteY12" fmla="*/ 108472 h 721735"/>
                    <a:gd name="connsiteX13" fmla="*/ 75952 w 969328"/>
                    <a:gd name="connsiteY13" fmla="*/ 28032 h 721735"/>
                    <a:gd name="connsiteX14" fmla="*/ 111800 w 969328"/>
                    <a:gd name="connsiteY14" fmla="*/ 53 h 721735"/>
                    <a:gd name="connsiteX15" fmla="*/ 152894 w 969328"/>
                    <a:gd name="connsiteY15" fmla="*/ 12294 h 72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9328" h="721735">
                      <a:moveTo>
                        <a:pt x="544602" y="265854"/>
                      </a:moveTo>
                      <a:lnTo>
                        <a:pt x="937183" y="518540"/>
                      </a:lnTo>
                      <a:cubicBezTo>
                        <a:pt x="944178" y="523034"/>
                        <a:pt x="950630" y="528315"/>
                        <a:pt x="956418" y="534278"/>
                      </a:cubicBezTo>
                      <a:cubicBezTo>
                        <a:pt x="969438" y="546362"/>
                        <a:pt x="972996" y="565554"/>
                        <a:pt x="965162" y="581493"/>
                      </a:cubicBezTo>
                      <a:cubicBezTo>
                        <a:pt x="965162" y="589362"/>
                        <a:pt x="957293" y="597231"/>
                        <a:pt x="952046" y="605101"/>
                      </a:cubicBezTo>
                      <a:cubicBezTo>
                        <a:pt x="932811" y="633954"/>
                        <a:pt x="914450" y="663682"/>
                        <a:pt x="895214" y="692535"/>
                      </a:cubicBezTo>
                      <a:cubicBezTo>
                        <a:pt x="889959" y="701034"/>
                        <a:pt x="883130" y="708448"/>
                        <a:pt x="875104" y="714394"/>
                      </a:cubicBezTo>
                      <a:cubicBezTo>
                        <a:pt x="860861" y="724090"/>
                        <a:pt x="842133" y="724090"/>
                        <a:pt x="827889" y="714394"/>
                      </a:cubicBezTo>
                      <a:cubicBezTo>
                        <a:pt x="817520" y="709716"/>
                        <a:pt x="807578" y="704164"/>
                        <a:pt x="798162" y="697781"/>
                      </a:cubicBezTo>
                      <a:lnTo>
                        <a:pt x="34858" y="209896"/>
                      </a:lnTo>
                      <a:cubicBezTo>
                        <a:pt x="25922" y="203863"/>
                        <a:pt x="17703" y="196825"/>
                        <a:pt x="10376" y="188912"/>
                      </a:cubicBezTo>
                      <a:cubicBezTo>
                        <a:pt x="-1270" y="175220"/>
                        <a:pt x="-3351" y="155792"/>
                        <a:pt x="5130" y="139949"/>
                      </a:cubicBezTo>
                      <a:cubicBezTo>
                        <a:pt x="10376" y="128582"/>
                        <a:pt x="17371" y="118964"/>
                        <a:pt x="23491" y="108472"/>
                      </a:cubicBezTo>
                      <a:cubicBezTo>
                        <a:pt x="40978" y="81367"/>
                        <a:pt x="57591" y="54263"/>
                        <a:pt x="75952" y="28032"/>
                      </a:cubicBezTo>
                      <a:cubicBezTo>
                        <a:pt x="83314" y="13981"/>
                        <a:pt x="96377" y="3778"/>
                        <a:pt x="111800" y="53"/>
                      </a:cubicBezTo>
                      <a:cubicBezTo>
                        <a:pt x="126516" y="-874"/>
                        <a:pt x="141082" y="3463"/>
                        <a:pt x="152894" y="12294"/>
                      </a:cubicBezTo>
                      <a:close/>
                    </a:path>
                  </a:pathLst>
                </a:custGeom>
                <a:solidFill>
                  <a:srgbClr val="4D576D"/>
                </a:solidFill>
                <a:ln w="87213" cap="flat">
                  <a:noFill/>
                  <a:prstDash val="solid"/>
                  <a:miter/>
                </a:ln>
              </p:spPr>
              <p:txBody>
                <a:bodyPr rtlCol="0" anchor="ctr"/>
                <a:lstStyle/>
                <a:p>
                  <a:endParaRPr lang="en-IN" dirty="0"/>
                </a:p>
              </p:txBody>
            </p:sp>
            <p:sp>
              <p:nvSpPr>
                <p:cNvPr id="2082" name="Freeform: Shape 2081">
                  <a:extLst>
                    <a:ext uri="{FF2B5EF4-FFF2-40B4-BE49-F238E27FC236}">
                      <a16:creationId xmlns:a16="http://schemas.microsoft.com/office/drawing/2014/main" id="{E77F92F3-D154-D5E6-C4A8-6CEAF18E5F85}"/>
                    </a:ext>
                  </a:extLst>
                </p:cNvPr>
                <p:cNvSpPr/>
                <p:nvPr/>
              </p:nvSpPr>
              <p:spPr>
                <a:xfrm>
                  <a:off x="2281426" y="3886870"/>
                  <a:ext cx="960495" cy="713188"/>
                </a:xfrm>
                <a:custGeom>
                  <a:avLst/>
                  <a:gdLst>
                    <a:gd name="connsiteX0" fmla="*/ 959271 w 960495"/>
                    <a:gd name="connsiteY0" fmla="*/ 567510 h 713188"/>
                    <a:gd name="connsiteX1" fmla="*/ 947905 w 960495"/>
                    <a:gd name="connsiteY1" fmla="*/ 591991 h 713188"/>
                    <a:gd name="connsiteX2" fmla="*/ 887575 w 960495"/>
                    <a:gd name="connsiteY2" fmla="*/ 684672 h 713188"/>
                    <a:gd name="connsiteX3" fmla="*/ 852601 w 960495"/>
                    <a:gd name="connsiteY3" fmla="*/ 712651 h 713188"/>
                    <a:gd name="connsiteX4" fmla="*/ 824622 w 960495"/>
                    <a:gd name="connsiteY4" fmla="*/ 707405 h 713188"/>
                    <a:gd name="connsiteX5" fmla="*/ 815878 w 960495"/>
                    <a:gd name="connsiteY5" fmla="*/ 707405 h 713188"/>
                    <a:gd name="connsiteX6" fmla="*/ 49077 w 960495"/>
                    <a:gd name="connsiteY6" fmla="*/ 210776 h 713188"/>
                    <a:gd name="connsiteX7" fmla="*/ 13229 w 960495"/>
                    <a:gd name="connsiteY7" fmla="*/ 184546 h 713188"/>
                    <a:gd name="connsiteX8" fmla="*/ 5360 w 960495"/>
                    <a:gd name="connsiteY8" fmla="*/ 136457 h 713188"/>
                    <a:gd name="connsiteX9" fmla="*/ 68312 w 960495"/>
                    <a:gd name="connsiteY9" fmla="*/ 35907 h 713188"/>
                    <a:gd name="connsiteX10" fmla="*/ 81428 w 960495"/>
                    <a:gd name="connsiteY10" fmla="*/ 17546 h 713188"/>
                    <a:gd name="connsiteX11" fmla="*/ 134614 w 960495"/>
                    <a:gd name="connsiteY11" fmla="*/ 6084 h 713188"/>
                    <a:gd name="connsiteX12" fmla="*/ 134763 w 960495"/>
                    <a:gd name="connsiteY12" fmla="*/ 6180 h 713188"/>
                    <a:gd name="connsiteX13" fmla="*/ 198590 w 960495"/>
                    <a:gd name="connsiteY13" fmla="*/ 45525 h 713188"/>
                    <a:gd name="connsiteX14" fmla="*/ 914679 w 960495"/>
                    <a:gd name="connsiteY14" fmla="*/ 508054 h 713188"/>
                    <a:gd name="connsiteX15" fmla="*/ 952276 w 960495"/>
                    <a:gd name="connsiteY15" fmla="*/ 536908 h 713188"/>
                    <a:gd name="connsiteX16" fmla="*/ 952276 w 960495"/>
                    <a:gd name="connsiteY16" fmla="*/ 536908 h 713188"/>
                    <a:gd name="connsiteX17" fmla="*/ 959271 w 960495"/>
                    <a:gd name="connsiteY17" fmla="*/ 567510 h 71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60495" h="713188">
                      <a:moveTo>
                        <a:pt x="959271" y="567510"/>
                      </a:moveTo>
                      <a:cubicBezTo>
                        <a:pt x="959271" y="575378"/>
                        <a:pt x="952276" y="584122"/>
                        <a:pt x="947905" y="591991"/>
                      </a:cubicBezTo>
                      <a:cubicBezTo>
                        <a:pt x="927794" y="623468"/>
                        <a:pt x="908559" y="654070"/>
                        <a:pt x="887575" y="684672"/>
                      </a:cubicBezTo>
                      <a:cubicBezTo>
                        <a:pt x="880492" y="698600"/>
                        <a:pt x="867745" y="708804"/>
                        <a:pt x="852601" y="712651"/>
                      </a:cubicBezTo>
                      <a:cubicBezTo>
                        <a:pt x="842948" y="714076"/>
                        <a:pt x="833103" y="712222"/>
                        <a:pt x="824622" y="707405"/>
                      </a:cubicBezTo>
                      <a:cubicBezTo>
                        <a:pt x="821763" y="706583"/>
                        <a:pt x="818737" y="706583"/>
                        <a:pt x="815878" y="707405"/>
                      </a:cubicBezTo>
                      <a:cubicBezTo>
                        <a:pt x="556197" y="541279"/>
                        <a:pt x="304386" y="375154"/>
                        <a:pt x="49077" y="210776"/>
                      </a:cubicBezTo>
                      <a:cubicBezTo>
                        <a:pt x="36233" y="203327"/>
                        <a:pt x="24219" y="194531"/>
                        <a:pt x="13229" y="184546"/>
                      </a:cubicBezTo>
                      <a:cubicBezTo>
                        <a:pt x="-831" y="172611"/>
                        <a:pt x="-4162" y="152248"/>
                        <a:pt x="5360" y="136457"/>
                      </a:cubicBezTo>
                      <a:cubicBezTo>
                        <a:pt x="24167" y="101623"/>
                        <a:pt x="45195" y="68040"/>
                        <a:pt x="68312" y="35907"/>
                      </a:cubicBezTo>
                      <a:lnTo>
                        <a:pt x="81428" y="17546"/>
                      </a:lnTo>
                      <a:cubicBezTo>
                        <a:pt x="92952" y="-308"/>
                        <a:pt x="116760" y="-5441"/>
                        <a:pt x="134614" y="6084"/>
                      </a:cubicBezTo>
                      <a:cubicBezTo>
                        <a:pt x="134667" y="6118"/>
                        <a:pt x="134710" y="6144"/>
                        <a:pt x="134763" y="6180"/>
                      </a:cubicBezTo>
                      <a:cubicBezTo>
                        <a:pt x="156621" y="18421"/>
                        <a:pt x="177605" y="31536"/>
                        <a:pt x="198590" y="45525"/>
                      </a:cubicBezTo>
                      <a:lnTo>
                        <a:pt x="914679" y="508054"/>
                      </a:lnTo>
                      <a:cubicBezTo>
                        <a:pt x="928459" y="515923"/>
                        <a:pt x="941111" y="525628"/>
                        <a:pt x="952276" y="536908"/>
                      </a:cubicBezTo>
                      <a:lnTo>
                        <a:pt x="952276" y="536908"/>
                      </a:lnTo>
                      <a:cubicBezTo>
                        <a:pt x="959586" y="545293"/>
                        <a:pt x="962209" y="556781"/>
                        <a:pt x="959271" y="567510"/>
                      </a:cubicBezTo>
                      <a:close/>
                    </a:path>
                  </a:pathLst>
                </a:custGeom>
                <a:solidFill>
                  <a:srgbClr val="3A445D"/>
                </a:solidFill>
                <a:ln w="87213" cap="flat">
                  <a:noFill/>
                  <a:prstDash val="solid"/>
                  <a:miter/>
                </a:ln>
              </p:spPr>
              <p:txBody>
                <a:bodyPr rtlCol="0" anchor="ctr"/>
                <a:lstStyle/>
                <a:p>
                  <a:endParaRPr lang="en-IN" dirty="0"/>
                </a:p>
              </p:txBody>
            </p:sp>
            <p:sp>
              <p:nvSpPr>
                <p:cNvPr id="2083" name="Freeform: Shape 2082">
                  <a:extLst>
                    <a:ext uri="{FF2B5EF4-FFF2-40B4-BE49-F238E27FC236}">
                      <a16:creationId xmlns:a16="http://schemas.microsoft.com/office/drawing/2014/main" id="{11A95AA1-99A6-F32C-56DA-9A8E5498E8E4}"/>
                    </a:ext>
                  </a:extLst>
                </p:cNvPr>
                <p:cNvSpPr/>
                <p:nvPr/>
              </p:nvSpPr>
              <p:spPr>
                <a:xfrm>
                  <a:off x="2279553" y="3886820"/>
                  <a:ext cx="954193" cy="704901"/>
                </a:xfrm>
                <a:custGeom>
                  <a:avLst/>
                  <a:gdLst>
                    <a:gd name="connsiteX0" fmla="*/ 954149 w 954193"/>
                    <a:gd name="connsiteY0" fmla="*/ 535209 h 704901"/>
                    <a:gd name="connsiteX1" fmla="*/ 866715 w 954193"/>
                    <a:gd name="connsiteY1" fmla="*/ 474879 h 704901"/>
                    <a:gd name="connsiteX2" fmla="*/ 167238 w 954193"/>
                    <a:gd name="connsiteY2" fmla="*/ 25466 h 704901"/>
                    <a:gd name="connsiteX3" fmla="*/ 129641 w 954193"/>
                    <a:gd name="connsiteY3" fmla="*/ 5355 h 704901"/>
                    <a:gd name="connsiteX4" fmla="*/ 81552 w 954193"/>
                    <a:gd name="connsiteY4" fmla="*/ 20219 h 704901"/>
                    <a:gd name="connsiteX5" fmla="*/ 25594 w 954193"/>
                    <a:gd name="connsiteY5" fmla="*/ 107654 h 704901"/>
                    <a:gd name="connsiteX6" fmla="*/ 5484 w 954193"/>
                    <a:gd name="connsiteY6" fmla="*/ 144376 h 704901"/>
                    <a:gd name="connsiteX7" fmla="*/ 11604 w 954193"/>
                    <a:gd name="connsiteY7" fmla="*/ 183722 h 704901"/>
                    <a:gd name="connsiteX8" fmla="*/ 25594 w 954193"/>
                    <a:gd name="connsiteY8" fmla="*/ 195963 h 704901"/>
                    <a:gd name="connsiteX9" fmla="*/ 791521 w 954193"/>
                    <a:gd name="connsiteY9" fmla="*/ 690842 h 704901"/>
                    <a:gd name="connsiteX10" fmla="*/ 815129 w 954193"/>
                    <a:gd name="connsiteY10" fmla="*/ 704832 h 704901"/>
                    <a:gd name="connsiteX11" fmla="*/ 815129 w 954193"/>
                    <a:gd name="connsiteY11" fmla="*/ 704832 h 704901"/>
                    <a:gd name="connsiteX12" fmla="*/ 806385 w 954193"/>
                    <a:gd name="connsiteY12" fmla="*/ 704832 h 704901"/>
                    <a:gd name="connsiteX13" fmla="*/ 33463 w 954193"/>
                    <a:gd name="connsiteY13" fmla="*/ 202083 h 704901"/>
                    <a:gd name="connsiteX14" fmla="*/ 5484 w 954193"/>
                    <a:gd name="connsiteY14" fmla="*/ 174979 h 704901"/>
                    <a:gd name="connsiteX15" fmla="*/ 5484 w 954193"/>
                    <a:gd name="connsiteY15" fmla="*/ 134759 h 704901"/>
                    <a:gd name="connsiteX16" fmla="*/ 71060 w 954193"/>
                    <a:gd name="connsiteY16" fmla="*/ 30711 h 704901"/>
                    <a:gd name="connsiteX17" fmla="*/ 94667 w 954193"/>
                    <a:gd name="connsiteY17" fmla="*/ 4481 h 704901"/>
                    <a:gd name="connsiteX18" fmla="*/ 130515 w 954193"/>
                    <a:gd name="connsiteY18" fmla="*/ 4481 h 704901"/>
                    <a:gd name="connsiteX19" fmla="*/ 152374 w 954193"/>
                    <a:gd name="connsiteY19" fmla="*/ 15848 h 704901"/>
                    <a:gd name="connsiteX20" fmla="*/ 930542 w 954193"/>
                    <a:gd name="connsiteY20" fmla="*/ 516847 h 704901"/>
                    <a:gd name="connsiteX21" fmla="*/ 954149 w 954193"/>
                    <a:gd name="connsiteY21" fmla="*/ 535209 h 70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54192" h="704901">
                      <a:moveTo>
                        <a:pt x="954149" y="535209"/>
                      </a:moveTo>
                      <a:cubicBezTo>
                        <a:pt x="926258" y="513341"/>
                        <a:pt x="897054" y="493196"/>
                        <a:pt x="866715" y="474879"/>
                      </a:cubicBezTo>
                      <a:lnTo>
                        <a:pt x="167238" y="25466"/>
                      </a:lnTo>
                      <a:cubicBezTo>
                        <a:pt x="155181" y="17911"/>
                        <a:pt x="142617" y="11187"/>
                        <a:pt x="129641" y="5355"/>
                      </a:cubicBezTo>
                      <a:cubicBezTo>
                        <a:pt x="112242" y="-3668"/>
                        <a:pt x="90820" y="2951"/>
                        <a:pt x="81552" y="20219"/>
                      </a:cubicBezTo>
                      <a:cubicBezTo>
                        <a:pt x="61442" y="47324"/>
                        <a:pt x="43081" y="75303"/>
                        <a:pt x="25594" y="107654"/>
                      </a:cubicBezTo>
                      <a:cubicBezTo>
                        <a:pt x="17865" y="119300"/>
                        <a:pt x="11132" y="131585"/>
                        <a:pt x="5484" y="144376"/>
                      </a:cubicBezTo>
                      <a:cubicBezTo>
                        <a:pt x="-619" y="157527"/>
                        <a:pt x="1794" y="173046"/>
                        <a:pt x="11604" y="183722"/>
                      </a:cubicBezTo>
                      <a:cubicBezTo>
                        <a:pt x="15854" y="188260"/>
                        <a:pt x="20531" y="192360"/>
                        <a:pt x="25594" y="195963"/>
                      </a:cubicBezTo>
                      <a:cubicBezTo>
                        <a:pt x="279154" y="363837"/>
                        <a:pt x="537086" y="525591"/>
                        <a:pt x="791521" y="690842"/>
                      </a:cubicBezTo>
                      <a:cubicBezTo>
                        <a:pt x="799687" y="694987"/>
                        <a:pt x="807574" y="699656"/>
                        <a:pt x="815129" y="704832"/>
                      </a:cubicBezTo>
                      <a:lnTo>
                        <a:pt x="815129" y="704832"/>
                      </a:lnTo>
                      <a:cubicBezTo>
                        <a:pt x="815129" y="704832"/>
                        <a:pt x="809008" y="704832"/>
                        <a:pt x="806385" y="704832"/>
                      </a:cubicBezTo>
                      <a:lnTo>
                        <a:pt x="33463" y="202083"/>
                      </a:lnTo>
                      <a:cubicBezTo>
                        <a:pt x="22219" y="195263"/>
                        <a:pt x="12654" y="186004"/>
                        <a:pt x="5484" y="174979"/>
                      </a:cubicBezTo>
                      <a:cubicBezTo>
                        <a:pt x="-1887" y="162589"/>
                        <a:pt x="-1887" y="147148"/>
                        <a:pt x="5484" y="134759"/>
                      </a:cubicBezTo>
                      <a:cubicBezTo>
                        <a:pt x="24720" y="98036"/>
                        <a:pt x="49201" y="64811"/>
                        <a:pt x="71060" y="30711"/>
                      </a:cubicBezTo>
                      <a:cubicBezTo>
                        <a:pt x="76490" y="20044"/>
                        <a:pt x="84630" y="11003"/>
                        <a:pt x="94667" y="4481"/>
                      </a:cubicBezTo>
                      <a:cubicBezTo>
                        <a:pt x="105850" y="-1587"/>
                        <a:pt x="119333" y="-1587"/>
                        <a:pt x="130515" y="4481"/>
                      </a:cubicBezTo>
                      <a:cubicBezTo>
                        <a:pt x="138227" y="7393"/>
                        <a:pt x="145563" y="11205"/>
                        <a:pt x="152374" y="15848"/>
                      </a:cubicBezTo>
                      <a:lnTo>
                        <a:pt x="930542" y="516847"/>
                      </a:lnTo>
                      <a:cubicBezTo>
                        <a:pt x="939722" y="521071"/>
                        <a:pt x="947801" y="527349"/>
                        <a:pt x="954149" y="535209"/>
                      </a:cubicBezTo>
                      <a:close/>
                    </a:path>
                  </a:pathLst>
                </a:custGeom>
                <a:solidFill>
                  <a:srgbClr val="475168"/>
                </a:solidFill>
                <a:ln w="87213" cap="flat">
                  <a:noFill/>
                  <a:prstDash val="solid"/>
                  <a:miter/>
                </a:ln>
              </p:spPr>
              <p:txBody>
                <a:bodyPr rtlCol="0" anchor="ctr"/>
                <a:lstStyle/>
                <a:p>
                  <a:endParaRPr lang="en-IN" dirty="0"/>
                </a:p>
              </p:txBody>
            </p:sp>
            <p:sp>
              <p:nvSpPr>
                <p:cNvPr id="2084" name="Freeform: Shape 2083">
                  <a:extLst>
                    <a:ext uri="{FF2B5EF4-FFF2-40B4-BE49-F238E27FC236}">
                      <a16:creationId xmlns:a16="http://schemas.microsoft.com/office/drawing/2014/main" id="{45AA197B-EE53-5ABA-8E3A-35D9438CAC7F}"/>
                    </a:ext>
                  </a:extLst>
                </p:cNvPr>
                <p:cNvSpPr/>
                <p:nvPr/>
              </p:nvSpPr>
              <p:spPr>
                <a:xfrm>
                  <a:off x="3233747" y="4422099"/>
                  <a:ext cx="9836" cy="32351"/>
                </a:xfrm>
                <a:custGeom>
                  <a:avLst/>
                  <a:gdLst>
                    <a:gd name="connsiteX0" fmla="*/ 6951 w 9836"/>
                    <a:gd name="connsiteY0" fmla="*/ 32281 h 32351"/>
                    <a:gd name="connsiteX1" fmla="*/ -44 w 9836"/>
                    <a:gd name="connsiteY1" fmla="*/ -70 h 32351"/>
                    <a:gd name="connsiteX2" fmla="*/ 6951 w 9836"/>
                    <a:gd name="connsiteY2" fmla="*/ 32281 h 32351"/>
                  </a:gdLst>
                  <a:ahLst/>
                  <a:cxnLst>
                    <a:cxn ang="0">
                      <a:pos x="connsiteX0" y="connsiteY0"/>
                    </a:cxn>
                    <a:cxn ang="0">
                      <a:pos x="connsiteX1" y="connsiteY1"/>
                    </a:cxn>
                    <a:cxn ang="0">
                      <a:pos x="connsiteX2" y="connsiteY2"/>
                    </a:cxn>
                  </a:cxnLst>
                  <a:rect l="l" t="t" r="r" b="b"/>
                  <a:pathLst>
                    <a:path w="9836" h="32351">
                      <a:moveTo>
                        <a:pt x="6951" y="32281"/>
                      </a:moveTo>
                      <a:cubicBezTo>
                        <a:pt x="8524" y="21011"/>
                        <a:pt x="6042" y="9548"/>
                        <a:pt x="-44" y="-70"/>
                      </a:cubicBezTo>
                      <a:cubicBezTo>
                        <a:pt x="9652" y="7695"/>
                        <a:pt x="12573" y="21203"/>
                        <a:pt x="6951" y="32281"/>
                      </a:cubicBezTo>
                      <a:close/>
                    </a:path>
                  </a:pathLst>
                </a:custGeom>
                <a:solidFill>
                  <a:srgbClr val="475168"/>
                </a:solidFill>
                <a:ln w="87213" cap="flat">
                  <a:noFill/>
                  <a:prstDash val="solid"/>
                  <a:miter/>
                </a:ln>
              </p:spPr>
              <p:txBody>
                <a:bodyPr rtlCol="0" anchor="ctr"/>
                <a:lstStyle/>
                <a:p>
                  <a:endParaRPr lang="en-IN" dirty="0"/>
                </a:p>
              </p:txBody>
            </p:sp>
            <p:sp>
              <p:nvSpPr>
                <p:cNvPr id="2085" name="Freeform: Shape 2084">
                  <a:extLst>
                    <a:ext uri="{FF2B5EF4-FFF2-40B4-BE49-F238E27FC236}">
                      <a16:creationId xmlns:a16="http://schemas.microsoft.com/office/drawing/2014/main" id="{B247A908-55CD-8100-C3F6-6219087E824C}"/>
                    </a:ext>
                  </a:extLst>
                </p:cNvPr>
                <p:cNvSpPr/>
                <p:nvPr/>
              </p:nvSpPr>
              <p:spPr>
                <a:xfrm>
                  <a:off x="2291759" y="3894691"/>
                  <a:ext cx="942499" cy="697574"/>
                </a:xfrm>
                <a:custGeom>
                  <a:avLst/>
                  <a:gdLst>
                    <a:gd name="connsiteX0" fmla="*/ 524881 w 942499"/>
                    <a:gd name="connsiteY0" fmla="*/ 263286 h 697574"/>
                    <a:gd name="connsiteX1" fmla="*/ 907844 w 942499"/>
                    <a:gd name="connsiteY1" fmla="*/ 509851 h 697574"/>
                    <a:gd name="connsiteX2" fmla="*/ 930577 w 942499"/>
                    <a:gd name="connsiteY2" fmla="*/ 527338 h 697574"/>
                    <a:gd name="connsiteX3" fmla="*/ 938446 w 942499"/>
                    <a:gd name="connsiteY3" fmla="*/ 566684 h 697574"/>
                    <a:gd name="connsiteX4" fmla="*/ 913090 w 942499"/>
                    <a:gd name="connsiteY4" fmla="*/ 607778 h 697574"/>
                    <a:gd name="connsiteX5" fmla="*/ 879865 w 942499"/>
                    <a:gd name="connsiteY5" fmla="*/ 660239 h 697574"/>
                    <a:gd name="connsiteX6" fmla="*/ 860629 w 942499"/>
                    <a:gd name="connsiteY6" fmla="*/ 686469 h 697574"/>
                    <a:gd name="connsiteX7" fmla="*/ 816037 w 942499"/>
                    <a:gd name="connsiteY7" fmla="*/ 692589 h 697574"/>
                    <a:gd name="connsiteX8" fmla="*/ 756582 w 942499"/>
                    <a:gd name="connsiteY8" fmla="*/ 655867 h 697574"/>
                    <a:gd name="connsiteX9" fmla="*/ 32624 w 942499"/>
                    <a:gd name="connsiteY9" fmla="*/ 189840 h 697574"/>
                    <a:gd name="connsiteX10" fmla="*/ 4645 w 942499"/>
                    <a:gd name="connsiteY10" fmla="*/ 167982 h 697574"/>
                    <a:gd name="connsiteX11" fmla="*/ 4645 w 942499"/>
                    <a:gd name="connsiteY11" fmla="*/ 133008 h 697574"/>
                    <a:gd name="connsiteX12" fmla="*/ 71969 w 942499"/>
                    <a:gd name="connsiteY12" fmla="*/ 25464 h 697574"/>
                    <a:gd name="connsiteX13" fmla="*/ 83336 w 942499"/>
                    <a:gd name="connsiteY13" fmla="*/ 11474 h 697574"/>
                    <a:gd name="connsiteX14" fmla="*/ 120058 w 942499"/>
                    <a:gd name="connsiteY14" fmla="*/ 2730 h 697574"/>
                    <a:gd name="connsiteX15" fmla="*/ 144540 w 942499"/>
                    <a:gd name="connsiteY15" fmla="*/ 16720 h 69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2499" h="697574">
                      <a:moveTo>
                        <a:pt x="524881" y="263286"/>
                      </a:moveTo>
                      <a:lnTo>
                        <a:pt x="907844" y="509851"/>
                      </a:lnTo>
                      <a:lnTo>
                        <a:pt x="930577" y="527338"/>
                      </a:lnTo>
                      <a:cubicBezTo>
                        <a:pt x="942634" y="536668"/>
                        <a:pt x="945983" y="553437"/>
                        <a:pt x="938446" y="566684"/>
                      </a:cubicBezTo>
                      <a:cubicBezTo>
                        <a:pt x="930708" y="580804"/>
                        <a:pt x="922245" y="594523"/>
                        <a:pt x="913090" y="607778"/>
                      </a:cubicBezTo>
                      <a:cubicBezTo>
                        <a:pt x="902598" y="625265"/>
                        <a:pt x="890357" y="642752"/>
                        <a:pt x="879865" y="660239"/>
                      </a:cubicBezTo>
                      <a:cubicBezTo>
                        <a:pt x="869372" y="677726"/>
                        <a:pt x="866750" y="677726"/>
                        <a:pt x="860629" y="686469"/>
                      </a:cubicBezTo>
                      <a:cubicBezTo>
                        <a:pt x="848904" y="698447"/>
                        <a:pt x="830561" y="700966"/>
                        <a:pt x="816037" y="692589"/>
                      </a:cubicBezTo>
                      <a:cubicBezTo>
                        <a:pt x="795412" y="681704"/>
                        <a:pt x="775547" y="669437"/>
                        <a:pt x="756582" y="655867"/>
                      </a:cubicBezTo>
                      <a:lnTo>
                        <a:pt x="32624" y="189840"/>
                      </a:lnTo>
                      <a:cubicBezTo>
                        <a:pt x="22577" y="183519"/>
                        <a:pt x="13205" y="176201"/>
                        <a:pt x="4645" y="167982"/>
                      </a:cubicBezTo>
                      <a:cubicBezTo>
                        <a:pt x="-1607" y="157158"/>
                        <a:pt x="-1607" y="143832"/>
                        <a:pt x="4645" y="133008"/>
                      </a:cubicBezTo>
                      <a:cubicBezTo>
                        <a:pt x="23880" y="96285"/>
                        <a:pt x="49236" y="61312"/>
                        <a:pt x="71969" y="25464"/>
                      </a:cubicBezTo>
                      <a:cubicBezTo>
                        <a:pt x="71969" y="20218"/>
                        <a:pt x="79838" y="15846"/>
                        <a:pt x="83336" y="11474"/>
                      </a:cubicBezTo>
                      <a:cubicBezTo>
                        <a:pt x="92105" y="457"/>
                        <a:pt x="107267" y="-3154"/>
                        <a:pt x="120058" y="2730"/>
                      </a:cubicBezTo>
                      <a:lnTo>
                        <a:pt x="144540" y="16720"/>
                      </a:lnTo>
                      <a:close/>
                    </a:path>
                  </a:pathLst>
                </a:custGeom>
                <a:solidFill>
                  <a:srgbClr val="182441"/>
                </a:solidFill>
                <a:ln w="87213" cap="flat">
                  <a:noFill/>
                  <a:prstDash val="solid"/>
                  <a:miter/>
                </a:ln>
              </p:spPr>
              <p:txBody>
                <a:bodyPr rtlCol="0" anchor="ctr"/>
                <a:lstStyle/>
                <a:p>
                  <a:endParaRPr lang="en-IN" dirty="0"/>
                </a:p>
              </p:txBody>
            </p:sp>
            <p:sp>
              <p:nvSpPr>
                <p:cNvPr id="2086" name="Freeform: Shape 2085">
                  <a:extLst>
                    <a:ext uri="{FF2B5EF4-FFF2-40B4-BE49-F238E27FC236}">
                      <a16:creationId xmlns:a16="http://schemas.microsoft.com/office/drawing/2014/main" id="{08279DB8-34B0-C7D8-DD3D-B7EE5950DFAB}"/>
                    </a:ext>
                  </a:extLst>
                </p:cNvPr>
                <p:cNvSpPr/>
                <p:nvPr/>
              </p:nvSpPr>
              <p:spPr>
                <a:xfrm>
                  <a:off x="2306066" y="3904779"/>
                  <a:ext cx="917798" cy="679074"/>
                </a:xfrm>
                <a:custGeom>
                  <a:avLst/>
                  <a:gdLst>
                    <a:gd name="connsiteX0" fmla="*/ 505327 w 917798"/>
                    <a:gd name="connsiteY0" fmla="*/ 260193 h 679074"/>
                    <a:gd name="connsiteX1" fmla="*/ 893537 w 917798"/>
                    <a:gd name="connsiteY1" fmla="*/ 511130 h 679074"/>
                    <a:gd name="connsiteX2" fmla="*/ 917145 w 917798"/>
                    <a:gd name="connsiteY2" fmla="*/ 536486 h 679074"/>
                    <a:gd name="connsiteX3" fmla="*/ 909276 w 917798"/>
                    <a:gd name="connsiteY3" fmla="*/ 566214 h 679074"/>
                    <a:gd name="connsiteX4" fmla="*/ 848945 w 917798"/>
                    <a:gd name="connsiteY4" fmla="*/ 658894 h 679074"/>
                    <a:gd name="connsiteX5" fmla="*/ 823589 w 917798"/>
                    <a:gd name="connsiteY5" fmla="*/ 679005 h 679074"/>
                    <a:gd name="connsiteX6" fmla="*/ 794736 w 917798"/>
                    <a:gd name="connsiteY6" fmla="*/ 669387 h 679074"/>
                    <a:gd name="connsiteX7" fmla="*/ 793862 w 917798"/>
                    <a:gd name="connsiteY7" fmla="*/ 665015 h 679074"/>
                    <a:gd name="connsiteX8" fmla="*/ 24438 w 917798"/>
                    <a:gd name="connsiteY8" fmla="*/ 169261 h 679074"/>
                    <a:gd name="connsiteX9" fmla="*/ 5202 w 917798"/>
                    <a:gd name="connsiteY9" fmla="*/ 154397 h 679074"/>
                    <a:gd name="connsiteX10" fmla="*/ 5202 w 917798"/>
                    <a:gd name="connsiteY10" fmla="*/ 122921 h 679074"/>
                    <a:gd name="connsiteX11" fmla="*/ 71652 w 917798"/>
                    <a:gd name="connsiteY11" fmla="*/ 17999 h 679074"/>
                    <a:gd name="connsiteX12" fmla="*/ 92636 w 917798"/>
                    <a:gd name="connsiteY12" fmla="*/ 512 h 679074"/>
                    <a:gd name="connsiteX13" fmla="*/ 124113 w 917798"/>
                    <a:gd name="connsiteY13" fmla="*/ 8381 h 679074"/>
                    <a:gd name="connsiteX14" fmla="*/ 309474 w 917798"/>
                    <a:gd name="connsiteY14" fmla="*/ 128166 h 67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7798" h="679074">
                      <a:moveTo>
                        <a:pt x="505327" y="260193"/>
                      </a:moveTo>
                      <a:lnTo>
                        <a:pt x="893537" y="511130"/>
                      </a:lnTo>
                      <a:cubicBezTo>
                        <a:pt x="904502" y="516053"/>
                        <a:pt x="913018" y="525198"/>
                        <a:pt x="917145" y="536486"/>
                      </a:cubicBezTo>
                      <a:cubicBezTo>
                        <a:pt x="919121" y="547074"/>
                        <a:pt x="916235" y="557986"/>
                        <a:pt x="909276" y="566214"/>
                      </a:cubicBezTo>
                      <a:cubicBezTo>
                        <a:pt x="890040" y="596816"/>
                        <a:pt x="869930" y="628292"/>
                        <a:pt x="848945" y="658894"/>
                      </a:cubicBezTo>
                      <a:cubicBezTo>
                        <a:pt x="843962" y="669081"/>
                        <a:pt x="834641" y="676468"/>
                        <a:pt x="823589" y="679005"/>
                      </a:cubicBezTo>
                      <a:cubicBezTo>
                        <a:pt x="812223" y="679005"/>
                        <a:pt x="804354" y="672010"/>
                        <a:pt x="794736" y="669387"/>
                      </a:cubicBezTo>
                      <a:lnTo>
                        <a:pt x="793862" y="665015"/>
                      </a:lnTo>
                      <a:lnTo>
                        <a:pt x="24438" y="169261"/>
                      </a:lnTo>
                      <a:cubicBezTo>
                        <a:pt x="17661" y="164801"/>
                        <a:pt x="11226" y="159826"/>
                        <a:pt x="5202" y="154397"/>
                      </a:cubicBezTo>
                      <a:cubicBezTo>
                        <a:pt x="-1793" y="145067"/>
                        <a:pt x="-1793" y="132250"/>
                        <a:pt x="5202" y="122921"/>
                      </a:cubicBezTo>
                      <a:cubicBezTo>
                        <a:pt x="24438" y="86198"/>
                        <a:pt x="48919" y="52973"/>
                        <a:pt x="71652" y="17999"/>
                      </a:cubicBezTo>
                      <a:cubicBezTo>
                        <a:pt x="75517" y="9194"/>
                        <a:pt x="83281" y="2724"/>
                        <a:pt x="92636" y="512"/>
                      </a:cubicBezTo>
                      <a:cubicBezTo>
                        <a:pt x="103767" y="-1403"/>
                        <a:pt x="115194" y="1456"/>
                        <a:pt x="124113" y="8381"/>
                      </a:cubicBezTo>
                      <a:lnTo>
                        <a:pt x="309474" y="128166"/>
                      </a:lnTo>
                      <a:close/>
                    </a:path>
                  </a:pathLst>
                </a:custGeom>
                <a:solidFill>
                  <a:srgbClr val="0F1C3B"/>
                </a:solidFill>
                <a:ln w="87213" cap="flat">
                  <a:noFill/>
                  <a:prstDash val="solid"/>
                  <a:miter/>
                </a:ln>
              </p:spPr>
              <p:txBody>
                <a:bodyPr rtlCol="0" anchor="ctr"/>
                <a:lstStyle/>
                <a:p>
                  <a:endParaRPr lang="en-IN" dirty="0"/>
                </a:p>
              </p:txBody>
            </p:sp>
            <p:sp>
              <p:nvSpPr>
                <p:cNvPr id="2087" name="Freeform: Shape 2086">
                  <a:extLst>
                    <a:ext uri="{FF2B5EF4-FFF2-40B4-BE49-F238E27FC236}">
                      <a16:creationId xmlns:a16="http://schemas.microsoft.com/office/drawing/2014/main" id="{3D3B78ED-B11F-D83D-1EEA-5A1059382228}"/>
                    </a:ext>
                  </a:extLst>
                </p:cNvPr>
                <p:cNvSpPr/>
                <p:nvPr/>
              </p:nvSpPr>
              <p:spPr>
                <a:xfrm>
                  <a:off x="2306721" y="3914603"/>
                  <a:ext cx="909265" cy="664696"/>
                </a:xfrm>
                <a:custGeom>
                  <a:avLst/>
                  <a:gdLst>
                    <a:gd name="connsiteX0" fmla="*/ 13290 w 909265"/>
                    <a:gd name="connsiteY0" fmla="*/ 149819 h 664696"/>
                    <a:gd name="connsiteX1" fmla="*/ 13290 w 909265"/>
                    <a:gd name="connsiteY1" fmla="*/ 149819 h 664696"/>
                    <a:gd name="connsiteX2" fmla="*/ 1923 w 909265"/>
                    <a:gd name="connsiteY2" fmla="*/ 138452 h 664696"/>
                    <a:gd name="connsiteX3" fmla="*/ 1923 w 909265"/>
                    <a:gd name="connsiteY3" fmla="*/ 126211 h 664696"/>
                    <a:gd name="connsiteX4" fmla="*/ 6295 w 909265"/>
                    <a:gd name="connsiteY4" fmla="*/ 112222 h 664696"/>
                    <a:gd name="connsiteX5" fmla="*/ 6295 w 909265"/>
                    <a:gd name="connsiteY5" fmla="*/ 112222 h 664696"/>
                    <a:gd name="connsiteX6" fmla="*/ 71871 w 909265"/>
                    <a:gd name="connsiteY6" fmla="*/ 10797 h 664696"/>
                    <a:gd name="connsiteX7" fmla="*/ 71871 w 909265"/>
                    <a:gd name="connsiteY7" fmla="*/ 10797 h 664696"/>
                    <a:gd name="connsiteX8" fmla="*/ 106845 w 909265"/>
                    <a:gd name="connsiteY8" fmla="*/ 3803 h 664696"/>
                    <a:gd name="connsiteX9" fmla="*/ 106845 w 909265"/>
                    <a:gd name="connsiteY9" fmla="*/ 3803 h 664696"/>
                    <a:gd name="connsiteX10" fmla="*/ 122583 w 909265"/>
                    <a:gd name="connsiteY10" fmla="*/ 13421 h 664696"/>
                    <a:gd name="connsiteX11" fmla="*/ 880641 w 909265"/>
                    <a:gd name="connsiteY11" fmla="*/ 501305 h 664696"/>
                    <a:gd name="connsiteX12" fmla="*/ 895505 w 909265"/>
                    <a:gd name="connsiteY12" fmla="*/ 510923 h 664696"/>
                    <a:gd name="connsiteX13" fmla="*/ 906382 w 909265"/>
                    <a:gd name="connsiteY13" fmla="*/ 545093 h 664696"/>
                    <a:gd name="connsiteX14" fmla="*/ 904248 w 909265"/>
                    <a:gd name="connsiteY14" fmla="*/ 548520 h 664696"/>
                    <a:gd name="connsiteX15" fmla="*/ 839547 w 909265"/>
                    <a:gd name="connsiteY15" fmla="*/ 648195 h 664696"/>
                    <a:gd name="connsiteX16" fmla="*/ 797578 w 909265"/>
                    <a:gd name="connsiteY16" fmla="*/ 657813 h 664696"/>
                    <a:gd name="connsiteX17" fmla="*/ 781840 w 909265"/>
                    <a:gd name="connsiteY17" fmla="*/ 647322 h 664696"/>
                    <a:gd name="connsiteX18" fmla="*/ 24656 w 909265"/>
                    <a:gd name="connsiteY18" fmla="*/ 160310 h 664696"/>
                    <a:gd name="connsiteX19" fmla="*/ 13290 w 909265"/>
                    <a:gd name="connsiteY19" fmla="*/ 149819 h 66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9265" h="664696">
                      <a:moveTo>
                        <a:pt x="13290" y="149819"/>
                      </a:moveTo>
                      <a:lnTo>
                        <a:pt x="13290" y="149819"/>
                      </a:lnTo>
                      <a:cubicBezTo>
                        <a:pt x="9285" y="146251"/>
                        <a:pt x="5490" y="142457"/>
                        <a:pt x="1923" y="138452"/>
                      </a:cubicBezTo>
                      <a:cubicBezTo>
                        <a:pt x="-700" y="134797"/>
                        <a:pt x="-700" y="129866"/>
                        <a:pt x="1923" y="126211"/>
                      </a:cubicBezTo>
                      <a:cubicBezTo>
                        <a:pt x="1923" y="120965"/>
                        <a:pt x="1923" y="117468"/>
                        <a:pt x="6295" y="112222"/>
                      </a:cubicBezTo>
                      <a:lnTo>
                        <a:pt x="6295" y="112222"/>
                      </a:lnTo>
                      <a:lnTo>
                        <a:pt x="71871" y="10797"/>
                      </a:lnTo>
                      <a:lnTo>
                        <a:pt x="71871" y="10797"/>
                      </a:lnTo>
                      <a:cubicBezTo>
                        <a:pt x="79906" y="-324"/>
                        <a:pt x="95155" y="-3367"/>
                        <a:pt x="106845" y="3803"/>
                      </a:cubicBezTo>
                      <a:lnTo>
                        <a:pt x="106845" y="3803"/>
                      </a:lnTo>
                      <a:cubicBezTo>
                        <a:pt x="112388" y="6487"/>
                        <a:pt x="117660" y="9713"/>
                        <a:pt x="122583" y="13421"/>
                      </a:cubicBezTo>
                      <a:lnTo>
                        <a:pt x="880641" y="501305"/>
                      </a:lnTo>
                      <a:lnTo>
                        <a:pt x="895505" y="510923"/>
                      </a:lnTo>
                      <a:cubicBezTo>
                        <a:pt x="907947" y="517358"/>
                        <a:pt x="912817" y="532651"/>
                        <a:pt x="906382" y="545093"/>
                      </a:cubicBezTo>
                      <a:cubicBezTo>
                        <a:pt x="905761" y="546291"/>
                        <a:pt x="905052" y="547436"/>
                        <a:pt x="904248" y="548520"/>
                      </a:cubicBezTo>
                      <a:cubicBezTo>
                        <a:pt x="882389" y="581746"/>
                        <a:pt x="860531" y="614970"/>
                        <a:pt x="839547" y="648195"/>
                      </a:cubicBezTo>
                      <a:cubicBezTo>
                        <a:pt x="827306" y="666557"/>
                        <a:pt x="815940" y="669180"/>
                        <a:pt x="797578" y="657813"/>
                      </a:cubicBezTo>
                      <a:cubicBezTo>
                        <a:pt x="792008" y="654823"/>
                        <a:pt x="786736" y="651317"/>
                        <a:pt x="781840" y="647322"/>
                      </a:cubicBezTo>
                      <a:lnTo>
                        <a:pt x="24656" y="160310"/>
                      </a:lnTo>
                      <a:cubicBezTo>
                        <a:pt x="20695" y="157006"/>
                        <a:pt x="16901" y="153499"/>
                        <a:pt x="13290" y="149819"/>
                      </a:cubicBezTo>
                      <a:close/>
                    </a:path>
                  </a:pathLst>
                </a:custGeom>
                <a:solidFill>
                  <a:srgbClr val="0A1836"/>
                </a:solidFill>
                <a:ln w="87213" cap="flat">
                  <a:noFill/>
                  <a:prstDash val="solid"/>
                  <a:miter/>
                </a:ln>
              </p:spPr>
              <p:txBody>
                <a:bodyPr rtlCol="0" anchor="ctr"/>
                <a:lstStyle/>
                <a:p>
                  <a:endParaRPr lang="en-IN" dirty="0"/>
                </a:p>
              </p:txBody>
            </p:sp>
            <p:sp>
              <p:nvSpPr>
                <p:cNvPr id="2088" name="Freeform: Shape 2087">
                  <a:extLst>
                    <a:ext uri="{FF2B5EF4-FFF2-40B4-BE49-F238E27FC236}">
                      <a16:creationId xmlns:a16="http://schemas.microsoft.com/office/drawing/2014/main" id="{6D31311F-11B2-3C04-610C-9D36F0609980}"/>
                    </a:ext>
                  </a:extLst>
                </p:cNvPr>
                <p:cNvSpPr/>
                <p:nvPr/>
              </p:nvSpPr>
              <p:spPr>
                <a:xfrm>
                  <a:off x="2411862" y="3914978"/>
                  <a:ext cx="793905" cy="510617"/>
                </a:xfrm>
                <a:custGeom>
                  <a:avLst/>
                  <a:gdLst>
                    <a:gd name="connsiteX0" fmla="*/ 793862 w 793905"/>
                    <a:gd name="connsiteY0" fmla="*/ 510548 h 510617"/>
                    <a:gd name="connsiteX1" fmla="*/ 781621 w 793905"/>
                    <a:gd name="connsiteY1" fmla="*/ 504427 h 510617"/>
                    <a:gd name="connsiteX2" fmla="*/ 11322 w 793905"/>
                    <a:gd name="connsiteY2" fmla="*/ 8673 h 510617"/>
                    <a:gd name="connsiteX3" fmla="*/ -44 w 793905"/>
                    <a:gd name="connsiteY3" fmla="*/ -70 h 510617"/>
                    <a:gd name="connsiteX4" fmla="*/ 8699 w 793905"/>
                    <a:gd name="connsiteY4" fmla="*/ -70 h 510617"/>
                    <a:gd name="connsiteX5" fmla="*/ 787741 w 793905"/>
                    <a:gd name="connsiteY5" fmla="*/ 500930 h 510617"/>
                    <a:gd name="connsiteX6" fmla="*/ 793862 w 793905"/>
                    <a:gd name="connsiteY6" fmla="*/ 510548 h 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3905" h="510617">
                      <a:moveTo>
                        <a:pt x="793862" y="510548"/>
                      </a:moveTo>
                      <a:cubicBezTo>
                        <a:pt x="789464" y="509219"/>
                        <a:pt x="785319" y="507156"/>
                        <a:pt x="781621" y="504427"/>
                      </a:cubicBezTo>
                      <a:lnTo>
                        <a:pt x="11322" y="8673"/>
                      </a:lnTo>
                      <a:lnTo>
                        <a:pt x="-44" y="-70"/>
                      </a:lnTo>
                      <a:cubicBezTo>
                        <a:pt x="-44" y="-70"/>
                        <a:pt x="6076" y="-70"/>
                        <a:pt x="8699" y="-70"/>
                      </a:cubicBezTo>
                      <a:lnTo>
                        <a:pt x="787741" y="500930"/>
                      </a:lnTo>
                      <a:cubicBezTo>
                        <a:pt x="787741" y="500930"/>
                        <a:pt x="793862" y="507050"/>
                        <a:pt x="793862" y="510548"/>
                      </a:cubicBezTo>
                      <a:close/>
                    </a:path>
                  </a:pathLst>
                </a:custGeom>
                <a:solidFill>
                  <a:srgbClr val="0C1938"/>
                </a:solidFill>
                <a:ln w="87213" cap="flat">
                  <a:noFill/>
                  <a:prstDash val="solid"/>
                  <a:miter/>
                </a:ln>
              </p:spPr>
              <p:txBody>
                <a:bodyPr rtlCol="0" anchor="ctr"/>
                <a:lstStyle/>
                <a:p>
                  <a:endParaRPr lang="en-IN" dirty="0"/>
                </a:p>
              </p:txBody>
            </p:sp>
            <p:sp>
              <p:nvSpPr>
                <p:cNvPr id="2089" name="Freeform: Shape 2088">
                  <a:extLst>
                    <a:ext uri="{FF2B5EF4-FFF2-40B4-BE49-F238E27FC236}">
                      <a16:creationId xmlns:a16="http://schemas.microsoft.com/office/drawing/2014/main" id="{F89C5679-E181-D613-8608-D483D2753A4E}"/>
                    </a:ext>
                  </a:extLst>
                </p:cNvPr>
                <p:cNvSpPr/>
                <p:nvPr/>
              </p:nvSpPr>
              <p:spPr>
                <a:xfrm>
                  <a:off x="2320055" y="4064492"/>
                  <a:ext cx="791282" cy="507994"/>
                </a:xfrm>
                <a:custGeom>
                  <a:avLst/>
                  <a:gdLst>
                    <a:gd name="connsiteX0" fmla="*/ -44 w 791282"/>
                    <a:gd name="connsiteY0" fmla="*/ -70 h 507994"/>
                    <a:gd name="connsiteX1" fmla="*/ 12197 w 791282"/>
                    <a:gd name="connsiteY1" fmla="*/ 6050 h 507994"/>
                    <a:gd name="connsiteX2" fmla="*/ 779872 w 791282"/>
                    <a:gd name="connsiteY2" fmla="*/ 498307 h 507994"/>
                    <a:gd name="connsiteX3" fmla="*/ 791239 w 791282"/>
                    <a:gd name="connsiteY3" fmla="*/ 507925 h 507994"/>
                    <a:gd name="connsiteX4" fmla="*/ 779872 w 791282"/>
                    <a:gd name="connsiteY4" fmla="*/ 505302 h 507994"/>
                    <a:gd name="connsiteX5" fmla="*/ 6076 w 791282"/>
                    <a:gd name="connsiteY5" fmla="*/ 6925 h 507994"/>
                    <a:gd name="connsiteX6" fmla="*/ -44 w 791282"/>
                    <a:gd name="connsiteY6" fmla="*/ -70 h 50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282" h="507994">
                      <a:moveTo>
                        <a:pt x="-44" y="-70"/>
                      </a:moveTo>
                      <a:cubicBezTo>
                        <a:pt x="4284" y="1434"/>
                        <a:pt x="8393" y="3488"/>
                        <a:pt x="12197" y="6050"/>
                      </a:cubicBezTo>
                      <a:lnTo>
                        <a:pt x="779872" y="498307"/>
                      </a:lnTo>
                      <a:cubicBezTo>
                        <a:pt x="784235" y="500764"/>
                        <a:pt x="788100" y="504025"/>
                        <a:pt x="791239" y="507925"/>
                      </a:cubicBezTo>
                      <a:cubicBezTo>
                        <a:pt x="791239" y="507925"/>
                        <a:pt x="779872" y="505302"/>
                        <a:pt x="779872" y="505302"/>
                      </a:cubicBezTo>
                      <a:lnTo>
                        <a:pt x="6076" y="6925"/>
                      </a:lnTo>
                      <a:cubicBezTo>
                        <a:pt x="6076" y="6925"/>
                        <a:pt x="-44" y="4301"/>
                        <a:pt x="-44" y="-70"/>
                      </a:cubicBezTo>
                      <a:close/>
                    </a:path>
                  </a:pathLst>
                </a:custGeom>
                <a:solidFill>
                  <a:srgbClr val="0C1938"/>
                </a:solidFill>
                <a:ln w="87213" cap="flat">
                  <a:noFill/>
                  <a:prstDash val="solid"/>
                  <a:miter/>
                </a:ln>
              </p:spPr>
              <p:txBody>
                <a:bodyPr rtlCol="0" anchor="ctr"/>
                <a:lstStyle/>
                <a:p>
                  <a:endParaRPr lang="en-IN" dirty="0"/>
                </a:p>
              </p:txBody>
            </p:sp>
            <p:sp>
              <p:nvSpPr>
                <p:cNvPr id="2090" name="Freeform: Shape 2089">
                  <a:extLst>
                    <a:ext uri="{FF2B5EF4-FFF2-40B4-BE49-F238E27FC236}">
                      <a16:creationId xmlns:a16="http://schemas.microsoft.com/office/drawing/2014/main" id="{147ACDC4-E783-C4F5-6F24-AE79CC0C9DB3}"/>
                    </a:ext>
                  </a:extLst>
                </p:cNvPr>
                <p:cNvSpPr/>
                <p:nvPr/>
              </p:nvSpPr>
              <p:spPr>
                <a:xfrm>
                  <a:off x="2309563" y="3922847"/>
                  <a:ext cx="65575" cy="101424"/>
                </a:xfrm>
                <a:custGeom>
                  <a:avLst/>
                  <a:gdLst>
                    <a:gd name="connsiteX0" fmla="*/ 65532 w 65575"/>
                    <a:gd name="connsiteY0" fmla="*/ -70 h 101424"/>
                    <a:gd name="connsiteX1" fmla="*/ 59411 w 65575"/>
                    <a:gd name="connsiteY1" fmla="*/ 12171 h 101424"/>
                    <a:gd name="connsiteX2" fmla="*/ 9574 w 65575"/>
                    <a:gd name="connsiteY2" fmla="*/ 90862 h 101424"/>
                    <a:gd name="connsiteX3" fmla="*/ -44 w 65575"/>
                    <a:gd name="connsiteY3" fmla="*/ 101354 h 101424"/>
                    <a:gd name="connsiteX4" fmla="*/ -44 w 65575"/>
                    <a:gd name="connsiteY4" fmla="*/ 94359 h 101424"/>
                    <a:gd name="connsiteX5" fmla="*/ 57663 w 65575"/>
                    <a:gd name="connsiteY5" fmla="*/ 6925 h 101424"/>
                    <a:gd name="connsiteX6" fmla="*/ 65532 w 65575"/>
                    <a:gd name="connsiteY6" fmla="*/ -70 h 10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75" h="101424">
                      <a:moveTo>
                        <a:pt x="65532" y="-70"/>
                      </a:moveTo>
                      <a:cubicBezTo>
                        <a:pt x="64386" y="4398"/>
                        <a:pt x="62297" y="8577"/>
                        <a:pt x="59411" y="12171"/>
                      </a:cubicBezTo>
                      <a:lnTo>
                        <a:pt x="9574" y="90862"/>
                      </a:lnTo>
                      <a:cubicBezTo>
                        <a:pt x="7065" y="94936"/>
                        <a:pt x="3803" y="98504"/>
                        <a:pt x="-44" y="101354"/>
                      </a:cubicBezTo>
                      <a:cubicBezTo>
                        <a:pt x="-44" y="101354"/>
                        <a:pt x="-44" y="96982"/>
                        <a:pt x="-44" y="94359"/>
                      </a:cubicBezTo>
                      <a:lnTo>
                        <a:pt x="57663" y="6925"/>
                      </a:lnTo>
                      <a:cubicBezTo>
                        <a:pt x="57663" y="6925"/>
                        <a:pt x="62909" y="-70"/>
                        <a:pt x="65532" y="-70"/>
                      </a:cubicBezTo>
                      <a:close/>
                    </a:path>
                  </a:pathLst>
                </a:custGeom>
                <a:solidFill>
                  <a:srgbClr val="0C1938"/>
                </a:solidFill>
                <a:ln w="87213" cap="flat">
                  <a:noFill/>
                  <a:prstDash val="solid"/>
                  <a:miter/>
                </a:ln>
              </p:spPr>
              <p:txBody>
                <a:bodyPr rtlCol="0" anchor="ctr"/>
                <a:lstStyle/>
                <a:p>
                  <a:endParaRPr lang="en-IN" dirty="0"/>
                </a:p>
              </p:txBody>
            </p:sp>
            <p:sp>
              <p:nvSpPr>
                <p:cNvPr id="2091" name="Freeform: Shape 2090">
                  <a:extLst>
                    <a:ext uri="{FF2B5EF4-FFF2-40B4-BE49-F238E27FC236}">
                      <a16:creationId xmlns:a16="http://schemas.microsoft.com/office/drawing/2014/main" id="{8E10385D-4916-4EED-F291-E3F7CAD11EAC}"/>
                    </a:ext>
                  </a:extLst>
                </p:cNvPr>
                <p:cNvSpPr/>
                <p:nvPr/>
              </p:nvSpPr>
              <p:spPr>
                <a:xfrm>
                  <a:off x="2376013" y="3908815"/>
                  <a:ext cx="34973" cy="14907"/>
                </a:xfrm>
                <a:custGeom>
                  <a:avLst/>
                  <a:gdLst>
                    <a:gd name="connsiteX0" fmla="*/ 34929 w 34973"/>
                    <a:gd name="connsiteY0" fmla="*/ 5219 h 14907"/>
                    <a:gd name="connsiteX1" fmla="*/ 16568 w 34973"/>
                    <a:gd name="connsiteY1" fmla="*/ 5219 h 14907"/>
                    <a:gd name="connsiteX2" fmla="*/ -44 w 34973"/>
                    <a:gd name="connsiteY2" fmla="*/ 14837 h 14907"/>
                    <a:gd name="connsiteX3" fmla="*/ 27637 w 34973"/>
                    <a:gd name="connsiteY3" fmla="*/ 1075 h 14907"/>
                    <a:gd name="connsiteX4" fmla="*/ 34929 w 34973"/>
                    <a:gd name="connsiteY4" fmla="*/ 5219 h 14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73" h="14906">
                      <a:moveTo>
                        <a:pt x="34929" y="5219"/>
                      </a:moveTo>
                      <a:cubicBezTo>
                        <a:pt x="28809" y="5219"/>
                        <a:pt x="22689" y="5219"/>
                        <a:pt x="16568" y="5219"/>
                      </a:cubicBezTo>
                      <a:cubicBezTo>
                        <a:pt x="10448" y="5219"/>
                        <a:pt x="6076" y="13088"/>
                        <a:pt x="-44" y="14837"/>
                      </a:cubicBezTo>
                      <a:cubicBezTo>
                        <a:pt x="3794" y="3392"/>
                        <a:pt x="16192" y="-2772"/>
                        <a:pt x="27637" y="1075"/>
                      </a:cubicBezTo>
                      <a:cubicBezTo>
                        <a:pt x="30313" y="1967"/>
                        <a:pt x="32788" y="3374"/>
                        <a:pt x="34929" y="5219"/>
                      </a:cubicBezTo>
                      <a:close/>
                    </a:path>
                  </a:pathLst>
                </a:custGeom>
                <a:solidFill>
                  <a:srgbClr val="0C1938"/>
                </a:solidFill>
                <a:ln w="87213" cap="flat">
                  <a:noFill/>
                  <a:prstDash val="solid"/>
                  <a:miter/>
                </a:ln>
              </p:spPr>
              <p:txBody>
                <a:bodyPr rtlCol="0" anchor="ctr"/>
                <a:lstStyle/>
                <a:p>
                  <a:endParaRPr lang="en-IN" dirty="0"/>
                </a:p>
              </p:txBody>
            </p:sp>
            <p:sp>
              <p:nvSpPr>
                <p:cNvPr id="2092" name="Freeform: Shape 2091">
                  <a:extLst>
                    <a:ext uri="{FF2B5EF4-FFF2-40B4-BE49-F238E27FC236}">
                      <a16:creationId xmlns:a16="http://schemas.microsoft.com/office/drawing/2014/main" id="{9325C4A1-B85D-05D1-CE67-610CF1A27C98}"/>
                    </a:ext>
                  </a:extLst>
                </p:cNvPr>
                <p:cNvSpPr/>
                <p:nvPr/>
              </p:nvSpPr>
              <p:spPr>
                <a:xfrm>
                  <a:off x="2306940" y="4052251"/>
                  <a:ext cx="11366" cy="11366"/>
                </a:xfrm>
                <a:custGeom>
                  <a:avLst/>
                  <a:gdLst>
                    <a:gd name="connsiteX0" fmla="*/ -44 w 11366"/>
                    <a:gd name="connsiteY0" fmla="*/ -70 h 11366"/>
                    <a:gd name="connsiteX1" fmla="*/ 11322 w 11366"/>
                    <a:gd name="connsiteY1" fmla="*/ 11296 h 11366"/>
                    <a:gd name="connsiteX2" fmla="*/ -44 w 11366"/>
                    <a:gd name="connsiteY2" fmla="*/ -70 h 11366"/>
                  </a:gdLst>
                  <a:ahLst/>
                  <a:cxnLst>
                    <a:cxn ang="0">
                      <a:pos x="connsiteX0" y="connsiteY0"/>
                    </a:cxn>
                    <a:cxn ang="0">
                      <a:pos x="connsiteX1" y="connsiteY1"/>
                    </a:cxn>
                    <a:cxn ang="0">
                      <a:pos x="connsiteX2" y="connsiteY2"/>
                    </a:cxn>
                  </a:cxnLst>
                  <a:rect l="l" t="t" r="r" b="b"/>
                  <a:pathLst>
                    <a:path w="11366" h="11366">
                      <a:moveTo>
                        <a:pt x="-44" y="-70"/>
                      </a:moveTo>
                      <a:cubicBezTo>
                        <a:pt x="4747" y="2562"/>
                        <a:pt x="8691" y="6505"/>
                        <a:pt x="11322" y="11296"/>
                      </a:cubicBezTo>
                      <a:cubicBezTo>
                        <a:pt x="5989" y="9452"/>
                        <a:pt x="1801" y="5263"/>
                        <a:pt x="-44" y="-70"/>
                      </a:cubicBezTo>
                      <a:close/>
                    </a:path>
                  </a:pathLst>
                </a:custGeom>
                <a:solidFill>
                  <a:srgbClr val="0C1938"/>
                </a:solidFill>
                <a:ln w="87213" cap="flat">
                  <a:noFill/>
                  <a:prstDash val="solid"/>
                  <a:miter/>
                </a:ln>
              </p:spPr>
              <p:txBody>
                <a:bodyPr rtlCol="0" anchor="ctr"/>
                <a:lstStyle/>
                <a:p>
                  <a:endParaRPr lang="en-IN" dirty="0"/>
                </a:p>
              </p:txBody>
            </p:sp>
            <p:sp>
              <p:nvSpPr>
                <p:cNvPr id="2093" name="Freeform: Shape 2092">
                  <a:extLst>
                    <a:ext uri="{FF2B5EF4-FFF2-40B4-BE49-F238E27FC236}">
                      <a16:creationId xmlns:a16="http://schemas.microsoft.com/office/drawing/2014/main" id="{CDBBD432-7ADE-7426-B202-0F7FF645CD8C}"/>
                    </a:ext>
                  </a:extLst>
                </p:cNvPr>
                <p:cNvSpPr/>
                <p:nvPr/>
              </p:nvSpPr>
              <p:spPr>
                <a:xfrm>
                  <a:off x="2308658" y="4026020"/>
                  <a:ext cx="4432" cy="13989"/>
                </a:xfrm>
                <a:custGeom>
                  <a:avLst/>
                  <a:gdLst>
                    <a:gd name="connsiteX0" fmla="*/ 4358 w 4432"/>
                    <a:gd name="connsiteY0" fmla="*/ -70 h 13989"/>
                    <a:gd name="connsiteX1" fmla="*/ -14 w 4432"/>
                    <a:gd name="connsiteY1" fmla="*/ 13920 h 13989"/>
                    <a:gd name="connsiteX2" fmla="*/ 4358 w 4432"/>
                    <a:gd name="connsiteY2" fmla="*/ -70 h 13989"/>
                  </a:gdLst>
                  <a:ahLst/>
                  <a:cxnLst>
                    <a:cxn ang="0">
                      <a:pos x="connsiteX0" y="connsiteY0"/>
                    </a:cxn>
                    <a:cxn ang="0">
                      <a:pos x="connsiteX1" y="connsiteY1"/>
                    </a:cxn>
                    <a:cxn ang="0">
                      <a:pos x="connsiteX2" y="connsiteY2"/>
                    </a:cxn>
                  </a:cxnLst>
                  <a:rect l="l" t="t" r="r" b="b"/>
                  <a:pathLst>
                    <a:path w="4432" h="13989">
                      <a:moveTo>
                        <a:pt x="4358" y="-70"/>
                      </a:moveTo>
                      <a:cubicBezTo>
                        <a:pt x="4629" y="4966"/>
                        <a:pt x="3082" y="9933"/>
                        <a:pt x="-14" y="13920"/>
                      </a:cubicBezTo>
                      <a:cubicBezTo>
                        <a:pt x="-285" y="8883"/>
                        <a:pt x="1263" y="3917"/>
                        <a:pt x="4358" y="-70"/>
                      </a:cubicBezTo>
                      <a:close/>
                    </a:path>
                  </a:pathLst>
                </a:custGeom>
                <a:solidFill>
                  <a:srgbClr val="0C1938"/>
                </a:solidFill>
                <a:ln w="87213" cap="flat">
                  <a:noFill/>
                  <a:prstDash val="solid"/>
                  <a:miter/>
                </a:ln>
              </p:spPr>
              <p:txBody>
                <a:bodyPr rtlCol="0" anchor="ctr"/>
                <a:lstStyle/>
                <a:p>
                  <a:endParaRPr lang="en-IN" dirty="0"/>
                </a:p>
              </p:txBody>
            </p:sp>
            <p:sp>
              <p:nvSpPr>
                <p:cNvPr id="2094" name="Freeform: Shape 2093">
                  <a:extLst>
                    <a:ext uri="{FF2B5EF4-FFF2-40B4-BE49-F238E27FC236}">
                      <a16:creationId xmlns:a16="http://schemas.microsoft.com/office/drawing/2014/main" id="{69AB296B-7B56-B457-60C8-E9C5F1CF2454}"/>
                    </a:ext>
                  </a:extLst>
                </p:cNvPr>
                <p:cNvSpPr/>
                <p:nvPr/>
              </p:nvSpPr>
              <p:spPr>
                <a:xfrm>
                  <a:off x="2308140" y="3914312"/>
                  <a:ext cx="903529" cy="658170"/>
                </a:xfrm>
                <a:custGeom>
                  <a:avLst/>
                  <a:gdLst>
                    <a:gd name="connsiteX0" fmla="*/ 803154 w 903529"/>
                    <a:gd name="connsiteY0" fmla="*/ 655481 h 658170"/>
                    <a:gd name="connsiteX1" fmla="*/ 785667 w 903529"/>
                    <a:gd name="connsiteY1" fmla="*/ 644989 h 658170"/>
                    <a:gd name="connsiteX2" fmla="*/ 29358 w 903529"/>
                    <a:gd name="connsiteY2" fmla="*/ 157105 h 658170"/>
                    <a:gd name="connsiteX3" fmla="*/ 4002 w 903529"/>
                    <a:gd name="connsiteY3" fmla="*/ 136994 h 658170"/>
                    <a:gd name="connsiteX4" fmla="*/ 4002 w 903529"/>
                    <a:gd name="connsiteY4" fmla="*/ 113387 h 658170"/>
                    <a:gd name="connsiteX5" fmla="*/ 10997 w 903529"/>
                    <a:gd name="connsiteY5" fmla="*/ 98523 h 658170"/>
                    <a:gd name="connsiteX6" fmla="*/ 59960 w 903529"/>
                    <a:gd name="connsiteY6" fmla="*/ 23329 h 658170"/>
                    <a:gd name="connsiteX7" fmla="*/ 75698 w 903529"/>
                    <a:gd name="connsiteY7" fmla="*/ 4094 h 658170"/>
                    <a:gd name="connsiteX8" fmla="*/ 101929 w 903529"/>
                    <a:gd name="connsiteY8" fmla="*/ 4094 h 658170"/>
                    <a:gd name="connsiteX9" fmla="*/ 115044 w 903529"/>
                    <a:gd name="connsiteY9" fmla="*/ 11088 h 658170"/>
                    <a:gd name="connsiteX10" fmla="*/ 879222 w 903529"/>
                    <a:gd name="connsiteY10" fmla="*/ 505094 h 658170"/>
                    <a:gd name="connsiteX11" fmla="*/ 900206 w 903529"/>
                    <a:gd name="connsiteY11" fmla="*/ 522581 h 658170"/>
                    <a:gd name="connsiteX12" fmla="*/ 900206 w 903529"/>
                    <a:gd name="connsiteY12" fmla="*/ 547063 h 658170"/>
                    <a:gd name="connsiteX13" fmla="*/ 883594 w 903529"/>
                    <a:gd name="connsiteY13" fmla="*/ 575042 h 658170"/>
                    <a:gd name="connsiteX14" fmla="*/ 845123 w 903529"/>
                    <a:gd name="connsiteY14" fmla="*/ 634497 h 658170"/>
                    <a:gd name="connsiteX15" fmla="*/ 828510 w 903529"/>
                    <a:gd name="connsiteY15" fmla="*/ 654607 h 658170"/>
                    <a:gd name="connsiteX16" fmla="*/ 803154 w 903529"/>
                    <a:gd name="connsiteY16" fmla="*/ 655481 h 65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3529" h="658170">
                      <a:moveTo>
                        <a:pt x="803154" y="655481"/>
                      </a:moveTo>
                      <a:cubicBezTo>
                        <a:pt x="803154" y="649361"/>
                        <a:pt x="790913" y="648486"/>
                        <a:pt x="785667" y="644989"/>
                      </a:cubicBezTo>
                      <a:lnTo>
                        <a:pt x="29358" y="157105"/>
                      </a:lnTo>
                      <a:cubicBezTo>
                        <a:pt x="19451" y="152479"/>
                        <a:pt x="10770" y="145589"/>
                        <a:pt x="4002" y="136994"/>
                      </a:cubicBezTo>
                      <a:cubicBezTo>
                        <a:pt x="-1393" y="130052"/>
                        <a:pt x="-1393" y="120329"/>
                        <a:pt x="4002" y="113387"/>
                      </a:cubicBezTo>
                      <a:cubicBezTo>
                        <a:pt x="6852" y="108692"/>
                        <a:pt x="9196" y="103708"/>
                        <a:pt x="10997" y="98523"/>
                      </a:cubicBezTo>
                      <a:cubicBezTo>
                        <a:pt x="27609" y="74041"/>
                        <a:pt x="43347" y="48685"/>
                        <a:pt x="59960" y="23329"/>
                      </a:cubicBezTo>
                      <a:cubicBezTo>
                        <a:pt x="63895" y="15950"/>
                        <a:pt x="69245" y="9410"/>
                        <a:pt x="75698" y="4094"/>
                      </a:cubicBezTo>
                      <a:cubicBezTo>
                        <a:pt x="83559" y="-1458"/>
                        <a:pt x="94068" y="-1458"/>
                        <a:pt x="101929" y="4094"/>
                      </a:cubicBezTo>
                      <a:lnTo>
                        <a:pt x="115044" y="11088"/>
                      </a:lnTo>
                      <a:lnTo>
                        <a:pt x="879222" y="505094"/>
                      </a:lnTo>
                      <a:cubicBezTo>
                        <a:pt x="887327" y="509448"/>
                        <a:pt x="894462" y="515393"/>
                        <a:pt x="900206" y="522581"/>
                      </a:cubicBezTo>
                      <a:cubicBezTo>
                        <a:pt x="904578" y="530152"/>
                        <a:pt x="904578" y="539491"/>
                        <a:pt x="900206" y="547063"/>
                      </a:cubicBezTo>
                      <a:cubicBezTo>
                        <a:pt x="895188" y="556689"/>
                        <a:pt x="889645" y="566027"/>
                        <a:pt x="883594" y="575042"/>
                      </a:cubicBezTo>
                      <a:cubicBezTo>
                        <a:pt x="870479" y="595151"/>
                        <a:pt x="858238" y="615262"/>
                        <a:pt x="845123" y="634497"/>
                      </a:cubicBezTo>
                      <a:cubicBezTo>
                        <a:pt x="832007" y="653733"/>
                        <a:pt x="836379" y="650236"/>
                        <a:pt x="828510" y="654607"/>
                      </a:cubicBezTo>
                      <a:cubicBezTo>
                        <a:pt x="820685" y="658935"/>
                        <a:pt x="811260" y="659258"/>
                        <a:pt x="803154" y="655481"/>
                      </a:cubicBezTo>
                      <a:close/>
                    </a:path>
                  </a:pathLst>
                </a:custGeom>
                <a:solidFill>
                  <a:srgbClr val="061433"/>
                </a:solidFill>
                <a:ln w="87213" cap="flat">
                  <a:noFill/>
                  <a:prstDash val="solid"/>
                  <a:miter/>
                </a:ln>
              </p:spPr>
              <p:txBody>
                <a:bodyPr rtlCol="0" anchor="ctr"/>
                <a:lstStyle/>
                <a:p>
                  <a:endParaRPr lang="en-IN" dirty="0"/>
                </a:p>
              </p:txBody>
            </p:sp>
            <p:sp>
              <p:nvSpPr>
                <p:cNvPr id="2095" name="Freeform: Shape 2094">
                  <a:extLst>
                    <a:ext uri="{FF2B5EF4-FFF2-40B4-BE49-F238E27FC236}">
                      <a16:creationId xmlns:a16="http://schemas.microsoft.com/office/drawing/2014/main" id="{66F66258-E421-6790-1696-177737E64169}"/>
                    </a:ext>
                  </a:extLst>
                </p:cNvPr>
                <p:cNvSpPr/>
                <p:nvPr/>
              </p:nvSpPr>
              <p:spPr>
                <a:xfrm>
                  <a:off x="2315439" y="3924013"/>
                  <a:ext cx="892733" cy="643584"/>
                </a:xfrm>
                <a:custGeom>
                  <a:avLst/>
                  <a:gdLst>
                    <a:gd name="connsiteX0" fmla="*/ 490709 w 892733"/>
                    <a:gd name="connsiteY0" fmla="*/ 252324 h 643584"/>
                    <a:gd name="connsiteX1" fmla="*/ 876296 w 892733"/>
                    <a:gd name="connsiteY1" fmla="*/ 500638 h 643584"/>
                    <a:gd name="connsiteX2" fmla="*/ 889848 w 892733"/>
                    <a:gd name="connsiteY2" fmla="*/ 539127 h 643584"/>
                    <a:gd name="connsiteX3" fmla="*/ 885913 w 892733"/>
                    <a:gd name="connsiteY3" fmla="*/ 545230 h 643584"/>
                    <a:gd name="connsiteX4" fmla="*/ 835201 w 892733"/>
                    <a:gd name="connsiteY4" fmla="*/ 624796 h 643584"/>
                    <a:gd name="connsiteX5" fmla="*/ 795112 w 892733"/>
                    <a:gd name="connsiteY5" fmla="*/ 641103 h 643584"/>
                    <a:gd name="connsiteX6" fmla="*/ 787112 w 892733"/>
                    <a:gd name="connsiteY6" fmla="*/ 636162 h 643584"/>
                    <a:gd name="connsiteX7" fmla="*/ 780992 w 892733"/>
                    <a:gd name="connsiteY7" fmla="*/ 636162 h 643584"/>
                    <a:gd name="connsiteX8" fmla="*/ 21185 w 892733"/>
                    <a:gd name="connsiteY8" fmla="*/ 147403 h 643584"/>
                    <a:gd name="connsiteX9" fmla="*/ 1949 w 892733"/>
                    <a:gd name="connsiteY9" fmla="*/ 129041 h 643584"/>
                    <a:gd name="connsiteX10" fmla="*/ 1949 w 892733"/>
                    <a:gd name="connsiteY10" fmla="*/ 114178 h 643584"/>
                    <a:gd name="connsiteX11" fmla="*/ 32552 w 892733"/>
                    <a:gd name="connsiteY11" fmla="*/ 60842 h 643584"/>
                    <a:gd name="connsiteX12" fmla="*/ 59656 w 892733"/>
                    <a:gd name="connsiteY12" fmla="*/ 18000 h 643584"/>
                    <a:gd name="connsiteX13" fmla="*/ 75394 w 892733"/>
                    <a:gd name="connsiteY13" fmla="*/ 2261 h 643584"/>
                    <a:gd name="connsiteX14" fmla="*/ 100751 w 892733"/>
                    <a:gd name="connsiteY14" fmla="*/ 2261 h 643584"/>
                    <a:gd name="connsiteX15" fmla="*/ 106871 w 892733"/>
                    <a:gd name="connsiteY15" fmla="*/ 2261 h 643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2733" h="643584">
                      <a:moveTo>
                        <a:pt x="490709" y="252324"/>
                      </a:moveTo>
                      <a:lnTo>
                        <a:pt x="876296" y="500638"/>
                      </a:lnTo>
                      <a:cubicBezTo>
                        <a:pt x="890670" y="507520"/>
                        <a:pt x="896737" y="524753"/>
                        <a:pt x="889848" y="539127"/>
                      </a:cubicBezTo>
                      <a:cubicBezTo>
                        <a:pt x="888799" y="541322"/>
                        <a:pt x="887478" y="543368"/>
                        <a:pt x="885913" y="545230"/>
                      </a:cubicBezTo>
                      <a:cubicBezTo>
                        <a:pt x="869301" y="571461"/>
                        <a:pt x="851813" y="597691"/>
                        <a:pt x="835201" y="624796"/>
                      </a:cubicBezTo>
                      <a:cubicBezTo>
                        <a:pt x="828635" y="640368"/>
                        <a:pt x="810684" y="647669"/>
                        <a:pt x="795112" y="641103"/>
                      </a:cubicBezTo>
                      <a:cubicBezTo>
                        <a:pt x="792210" y="639878"/>
                        <a:pt x="789508" y="638208"/>
                        <a:pt x="787112" y="636162"/>
                      </a:cubicBezTo>
                      <a:lnTo>
                        <a:pt x="780992" y="636162"/>
                      </a:lnTo>
                      <a:cubicBezTo>
                        <a:pt x="528594" y="472948"/>
                        <a:pt x="275331" y="310032"/>
                        <a:pt x="21185" y="147403"/>
                      </a:cubicBezTo>
                      <a:cubicBezTo>
                        <a:pt x="14356" y="141737"/>
                        <a:pt x="7930" y="135599"/>
                        <a:pt x="1949" y="129041"/>
                      </a:cubicBezTo>
                      <a:cubicBezTo>
                        <a:pt x="-709" y="124443"/>
                        <a:pt x="-709" y="118777"/>
                        <a:pt x="1949" y="114178"/>
                      </a:cubicBezTo>
                      <a:cubicBezTo>
                        <a:pt x="9897" y="95205"/>
                        <a:pt x="20179" y="77289"/>
                        <a:pt x="32552" y="60842"/>
                      </a:cubicBezTo>
                      <a:cubicBezTo>
                        <a:pt x="41295" y="45979"/>
                        <a:pt x="50913" y="31990"/>
                        <a:pt x="59656" y="18000"/>
                      </a:cubicBezTo>
                      <a:cubicBezTo>
                        <a:pt x="63757" y="11722"/>
                        <a:pt x="69117" y="6362"/>
                        <a:pt x="75394" y="2261"/>
                      </a:cubicBezTo>
                      <a:cubicBezTo>
                        <a:pt x="84138" y="-2984"/>
                        <a:pt x="92007" y="2261"/>
                        <a:pt x="100751" y="2261"/>
                      </a:cubicBezTo>
                      <a:lnTo>
                        <a:pt x="106871" y="2261"/>
                      </a:lnTo>
                      <a:close/>
                    </a:path>
                  </a:pathLst>
                </a:custGeom>
                <a:solidFill>
                  <a:srgbClr val="041232"/>
                </a:solidFill>
                <a:ln w="87213" cap="flat">
                  <a:noFill/>
                  <a:prstDash val="solid"/>
                  <a:miter/>
                </a:ln>
              </p:spPr>
              <p:txBody>
                <a:bodyPr rtlCol="0" anchor="ctr"/>
                <a:lstStyle/>
                <a:p>
                  <a:endParaRPr lang="en-IN" dirty="0"/>
                </a:p>
              </p:txBody>
            </p:sp>
            <p:sp>
              <p:nvSpPr>
                <p:cNvPr id="2096" name="Freeform: Shape 2095">
                  <a:extLst>
                    <a:ext uri="{FF2B5EF4-FFF2-40B4-BE49-F238E27FC236}">
                      <a16:creationId xmlns:a16="http://schemas.microsoft.com/office/drawing/2014/main" id="{2CDB6845-226F-0C98-4619-AE5828783BFE}"/>
                    </a:ext>
                  </a:extLst>
                </p:cNvPr>
                <p:cNvSpPr/>
                <p:nvPr/>
              </p:nvSpPr>
              <p:spPr>
                <a:xfrm>
                  <a:off x="2319083" y="3927601"/>
                  <a:ext cx="881295" cy="637272"/>
                </a:xfrm>
                <a:custGeom>
                  <a:avLst/>
                  <a:gdLst>
                    <a:gd name="connsiteX0" fmla="*/ 482693 w 881295"/>
                    <a:gd name="connsiteY0" fmla="*/ 254857 h 637272"/>
                    <a:gd name="connsiteX1" fmla="*/ 868280 w 881295"/>
                    <a:gd name="connsiteY1" fmla="*/ 504046 h 637272"/>
                    <a:gd name="connsiteX2" fmla="*/ 875275 w 881295"/>
                    <a:gd name="connsiteY2" fmla="*/ 537271 h 637272"/>
                    <a:gd name="connsiteX3" fmla="*/ 820190 w 881295"/>
                    <a:gd name="connsiteY3" fmla="*/ 624706 h 637272"/>
                    <a:gd name="connsiteX4" fmla="*/ 795429 w 881295"/>
                    <a:gd name="connsiteY4" fmla="*/ 635976 h 637272"/>
                    <a:gd name="connsiteX5" fmla="*/ 788714 w 881295"/>
                    <a:gd name="connsiteY5" fmla="*/ 631700 h 637272"/>
                    <a:gd name="connsiteX6" fmla="*/ 12295 w 881295"/>
                    <a:gd name="connsiteY6" fmla="*/ 132449 h 637272"/>
                    <a:gd name="connsiteX7" fmla="*/ 5300 w 881295"/>
                    <a:gd name="connsiteY7" fmla="*/ 100972 h 637272"/>
                    <a:gd name="connsiteX8" fmla="*/ 60384 w 881295"/>
                    <a:gd name="connsiteY8" fmla="*/ 13538 h 637272"/>
                    <a:gd name="connsiteX9" fmla="*/ 93609 w 881295"/>
                    <a:gd name="connsiteY9" fmla="*/ 6544 h 63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1295" h="637272">
                      <a:moveTo>
                        <a:pt x="482693" y="254857"/>
                      </a:moveTo>
                      <a:lnTo>
                        <a:pt x="868280" y="504046"/>
                      </a:lnTo>
                      <a:cubicBezTo>
                        <a:pt x="883143" y="513664"/>
                        <a:pt x="884892" y="521533"/>
                        <a:pt x="875275" y="537271"/>
                      </a:cubicBezTo>
                      <a:lnTo>
                        <a:pt x="820190" y="624706"/>
                      </a:lnTo>
                      <a:cubicBezTo>
                        <a:pt x="816466" y="634656"/>
                        <a:pt x="805379" y="639700"/>
                        <a:pt x="795429" y="635976"/>
                      </a:cubicBezTo>
                      <a:cubicBezTo>
                        <a:pt x="792920" y="635032"/>
                        <a:pt x="790629" y="633580"/>
                        <a:pt x="788714" y="631700"/>
                      </a:cubicBezTo>
                      <a:lnTo>
                        <a:pt x="12295" y="132449"/>
                      </a:lnTo>
                      <a:cubicBezTo>
                        <a:pt x="-1695" y="123706"/>
                        <a:pt x="-3443" y="114962"/>
                        <a:pt x="5300" y="100972"/>
                      </a:cubicBezTo>
                      <a:lnTo>
                        <a:pt x="60384" y="13538"/>
                      </a:lnTo>
                      <a:cubicBezTo>
                        <a:pt x="70002" y="-2200"/>
                        <a:pt x="77871" y="-3949"/>
                        <a:pt x="93609" y="6544"/>
                      </a:cubicBezTo>
                      <a:close/>
                    </a:path>
                  </a:pathLst>
                </a:custGeom>
                <a:solidFill>
                  <a:srgbClr val="021030"/>
                </a:solidFill>
                <a:ln w="87213" cap="flat">
                  <a:noFill/>
                  <a:prstDash val="solid"/>
                  <a:miter/>
                </a:ln>
              </p:spPr>
              <p:txBody>
                <a:bodyPr rtlCol="0" anchor="ctr"/>
                <a:lstStyle/>
                <a:p>
                  <a:endParaRPr lang="en-IN" dirty="0"/>
                </a:p>
              </p:txBody>
            </p:sp>
          </p:grpSp>
          <p:sp>
            <p:nvSpPr>
              <p:cNvPr id="2097" name="Freeform: Shape 2096">
                <a:extLst>
                  <a:ext uri="{FF2B5EF4-FFF2-40B4-BE49-F238E27FC236}">
                    <a16:creationId xmlns:a16="http://schemas.microsoft.com/office/drawing/2014/main" id="{2D32E65B-C86E-E9D8-09F9-CF31797D43CA}"/>
                  </a:ext>
                </a:extLst>
              </p:cNvPr>
              <p:cNvSpPr/>
              <p:nvPr/>
            </p:nvSpPr>
            <p:spPr>
              <a:xfrm>
                <a:off x="2277225" y="3863070"/>
                <a:ext cx="1003440" cy="747622"/>
              </a:xfrm>
              <a:custGeom>
                <a:avLst/>
                <a:gdLst>
                  <a:gd name="connsiteX0" fmla="*/ 980085 w 1003440"/>
                  <a:gd name="connsiteY0" fmla="*/ 544095 h 747622"/>
                  <a:gd name="connsiteX1" fmla="*/ 147707 w 1003440"/>
                  <a:gd name="connsiteY1" fmla="*/ 7247 h 747622"/>
                  <a:gd name="connsiteX2" fmla="*/ 87098 w 1003440"/>
                  <a:gd name="connsiteY2" fmla="*/ 19444 h 747622"/>
                  <a:gd name="connsiteX3" fmla="*/ 86503 w 1003440"/>
                  <a:gd name="connsiteY3" fmla="*/ 20362 h 747622"/>
                  <a:gd name="connsiteX4" fmla="*/ 6938 w 1003440"/>
                  <a:gd name="connsiteY4" fmla="*/ 143645 h 747622"/>
                  <a:gd name="connsiteX5" fmla="*/ 20053 w 1003440"/>
                  <a:gd name="connsiteY5" fmla="*/ 204849 h 747622"/>
                  <a:gd name="connsiteX6" fmla="*/ 852430 w 1003440"/>
                  <a:gd name="connsiteY6" fmla="*/ 740823 h 747622"/>
                  <a:gd name="connsiteX7" fmla="*/ 913635 w 1003440"/>
                  <a:gd name="connsiteY7" fmla="*/ 726834 h 747622"/>
                  <a:gd name="connsiteX8" fmla="*/ 997572 w 1003440"/>
                  <a:gd name="connsiteY8" fmla="*/ 605299 h 747622"/>
                  <a:gd name="connsiteX9" fmla="*/ 980819 w 1003440"/>
                  <a:gd name="connsiteY9" fmla="*/ 544506 h 747622"/>
                  <a:gd name="connsiteX10" fmla="*/ 980085 w 1003440"/>
                  <a:gd name="connsiteY10" fmla="*/ 544095 h 747622"/>
                  <a:gd name="connsiteX11" fmla="*/ 123226 w 1003440"/>
                  <a:gd name="connsiteY11" fmla="*/ 209221 h 747622"/>
                  <a:gd name="connsiteX12" fmla="*/ 112838 w 1003440"/>
                  <a:gd name="connsiteY12" fmla="*/ 168485 h 747622"/>
                  <a:gd name="connsiteX13" fmla="*/ 113608 w 1003440"/>
                  <a:gd name="connsiteY13" fmla="*/ 167252 h 747622"/>
                  <a:gd name="connsiteX14" fmla="*/ 155690 w 1003440"/>
                  <a:gd name="connsiteY14" fmla="*/ 157154 h 747622"/>
                  <a:gd name="connsiteX15" fmla="*/ 156451 w 1003440"/>
                  <a:gd name="connsiteY15" fmla="*/ 157635 h 747622"/>
                  <a:gd name="connsiteX16" fmla="*/ 166069 w 1003440"/>
                  <a:gd name="connsiteY16" fmla="*/ 200477 h 747622"/>
                  <a:gd name="connsiteX17" fmla="*/ 123226 w 1003440"/>
                  <a:gd name="connsiteY17" fmla="*/ 209221 h 747622"/>
                  <a:gd name="connsiteX18" fmla="*/ 197545 w 1003440"/>
                  <a:gd name="connsiteY18" fmla="*/ 258184 h 747622"/>
                  <a:gd name="connsiteX19" fmla="*/ 187210 w 1003440"/>
                  <a:gd name="connsiteY19" fmla="*/ 214887 h 747622"/>
                  <a:gd name="connsiteX20" fmla="*/ 230508 w 1003440"/>
                  <a:gd name="connsiteY20" fmla="*/ 204552 h 747622"/>
                  <a:gd name="connsiteX21" fmla="*/ 240843 w 1003440"/>
                  <a:gd name="connsiteY21" fmla="*/ 247850 h 747622"/>
                  <a:gd name="connsiteX22" fmla="*/ 240388 w 1003440"/>
                  <a:gd name="connsiteY22" fmla="*/ 248567 h 747622"/>
                  <a:gd name="connsiteX23" fmla="*/ 197484 w 1003440"/>
                  <a:gd name="connsiteY23" fmla="*/ 260440 h 747622"/>
                  <a:gd name="connsiteX24" fmla="*/ 194048 w 1003440"/>
                  <a:gd name="connsiteY24" fmla="*/ 258184 h 747622"/>
                  <a:gd name="connsiteX25" fmla="*/ 298095 w 1003440"/>
                  <a:gd name="connsiteY25" fmla="*/ 322011 h 747622"/>
                  <a:gd name="connsiteX26" fmla="*/ 287996 w 1003440"/>
                  <a:gd name="connsiteY26" fmla="*/ 279929 h 747622"/>
                  <a:gd name="connsiteX27" fmla="*/ 288477 w 1003440"/>
                  <a:gd name="connsiteY27" fmla="*/ 279169 h 747622"/>
                  <a:gd name="connsiteX28" fmla="*/ 330787 w 1003440"/>
                  <a:gd name="connsiteY28" fmla="*/ 270075 h 747622"/>
                  <a:gd name="connsiteX29" fmla="*/ 331320 w 1003440"/>
                  <a:gd name="connsiteY29" fmla="*/ 270425 h 747622"/>
                  <a:gd name="connsiteX30" fmla="*/ 340710 w 1003440"/>
                  <a:gd name="connsiteY30" fmla="*/ 311406 h 747622"/>
                  <a:gd name="connsiteX31" fmla="*/ 340064 w 1003440"/>
                  <a:gd name="connsiteY31" fmla="*/ 312394 h 747622"/>
                  <a:gd name="connsiteX32" fmla="*/ 299328 w 1003440"/>
                  <a:gd name="connsiteY32" fmla="*/ 322781 h 747622"/>
                  <a:gd name="connsiteX33" fmla="*/ 298095 w 1003440"/>
                  <a:gd name="connsiteY33" fmla="*/ 322011 h 747622"/>
                  <a:gd name="connsiteX34" fmla="*/ 363671 w 1003440"/>
                  <a:gd name="connsiteY34" fmla="*/ 259933 h 747622"/>
                  <a:gd name="connsiteX35" fmla="*/ 158200 w 1003440"/>
                  <a:gd name="connsiteY35" fmla="*/ 127906 h 747622"/>
                  <a:gd name="connsiteX36" fmla="*/ 148512 w 1003440"/>
                  <a:gd name="connsiteY36" fmla="*/ 88272 h 747622"/>
                  <a:gd name="connsiteX37" fmla="*/ 149456 w 1003440"/>
                  <a:gd name="connsiteY37" fmla="*/ 86813 h 747622"/>
                  <a:gd name="connsiteX38" fmla="*/ 190550 w 1003440"/>
                  <a:gd name="connsiteY38" fmla="*/ 78069 h 747622"/>
                  <a:gd name="connsiteX39" fmla="*/ 396022 w 1003440"/>
                  <a:gd name="connsiteY39" fmla="*/ 210095 h 747622"/>
                  <a:gd name="connsiteX40" fmla="*/ 404765 w 1003440"/>
                  <a:gd name="connsiteY40" fmla="*/ 251190 h 747622"/>
                  <a:gd name="connsiteX41" fmla="*/ 365970 w 1003440"/>
                  <a:gd name="connsiteY41" fmla="*/ 263824 h 747622"/>
                  <a:gd name="connsiteX42" fmla="*/ 360173 w 1003440"/>
                  <a:gd name="connsiteY42" fmla="*/ 259933 h 747622"/>
                  <a:gd name="connsiteX43" fmla="*/ 572639 w 1003440"/>
                  <a:gd name="connsiteY43" fmla="*/ 498630 h 747622"/>
                  <a:gd name="connsiteX44" fmla="*/ 366294 w 1003440"/>
                  <a:gd name="connsiteY44" fmla="*/ 366603 h 747622"/>
                  <a:gd name="connsiteX45" fmla="*/ 357550 w 1003440"/>
                  <a:gd name="connsiteY45" fmla="*/ 325509 h 747622"/>
                  <a:gd name="connsiteX46" fmla="*/ 397185 w 1003440"/>
                  <a:gd name="connsiteY46" fmla="*/ 315821 h 747622"/>
                  <a:gd name="connsiteX47" fmla="*/ 398645 w 1003440"/>
                  <a:gd name="connsiteY47" fmla="*/ 316766 h 747622"/>
                  <a:gd name="connsiteX48" fmla="*/ 604116 w 1003440"/>
                  <a:gd name="connsiteY48" fmla="*/ 448792 h 747622"/>
                  <a:gd name="connsiteX49" fmla="*/ 618656 w 1003440"/>
                  <a:gd name="connsiteY49" fmla="*/ 488242 h 747622"/>
                  <a:gd name="connsiteX50" fmla="*/ 579206 w 1003440"/>
                  <a:gd name="connsiteY50" fmla="*/ 502783 h 747622"/>
                  <a:gd name="connsiteX51" fmla="*/ 572639 w 1003440"/>
                  <a:gd name="connsiteY51" fmla="*/ 498630 h 747622"/>
                  <a:gd name="connsiteX52" fmla="*/ 853304 w 1003440"/>
                  <a:gd name="connsiteY52" fmla="*/ 679619 h 747622"/>
                  <a:gd name="connsiteX53" fmla="*/ 647833 w 1003440"/>
                  <a:gd name="connsiteY53" fmla="*/ 546718 h 747622"/>
                  <a:gd name="connsiteX54" fmla="*/ 637612 w 1003440"/>
                  <a:gd name="connsiteY54" fmla="*/ 505939 h 747622"/>
                  <a:gd name="connsiteX55" fmla="*/ 678383 w 1003440"/>
                  <a:gd name="connsiteY55" fmla="*/ 495718 h 747622"/>
                  <a:gd name="connsiteX56" fmla="*/ 680184 w 1003440"/>
                  <a:gd name="connsiteY56" fmla="*/ 496881 h 747622"/>
                  <a:gd name="connsiteX57" fmla="*/ 886530 w 1003440"/>
                  <a:gd name="connsiteY57" fmla="*/ 629781 h 747622"/>
                  <a:gd name="connsiteX58" fmla="*/ 895273 w 1003440"/>
                  <a:gd name="connsiteY58" fmla="*/ 670875 h 747622"/>
                  <a:gd name="connsiteX59" fmla="*/ 855071 w 1003440"/>
                  <a:gd name="connsiteY59" fmla="*/ 683186 h 747622"/>
                  <a:gd name="connsiteX60" fmla="*/ 849807 w 1003440"/>
                  <a:gd name="connsiteY60" fmla="*/ 679619 h 747622"/>
                  <a:gd name="connsiteX61" fmla="*/ 902268 w 1003440"/>
                  <a:gd name="connsiteY61" fmla="*/ 603551 h 747622"/>
                  <a:gd name="connsiteX62" fmla="*/ 695923 w 1003440"/>
                  <a:gd name="connsiteY62" fmla="*/ 471524 h 747622"/>
                  <a:gd name="connsiteX63" fmla="*/ 687179 w 1003440"/>
                  <a:gd name="connsiteY63" fmla="*/ 430430 h 747622"/>
                  <a:gd name="connsiteX64" fmla="*/ 726821 w 1003440"/>
                  <a:gd name="connsiteY64" fmla="*/ 420743 h 747622"/>
                  <a:gd name="connsiteX65" fmla="*/ 728273 w 1003440"/>
                  <a:gd name="connsiteY65" fmla="*/ 421687 h 747622"/>
                  <a:gd name="connsiteX66" fmla="*/ 934619 w 1003440"/>
                  <a:gd name="connsiteY66" fmla="*/ 553713 h 747622"/>
                  <a:gd name="connsiteX67" fmla="*/ 943362 w 1003440"/>
                  <a:gd name="connsiteY67" fmla="*/ 594808 h 747622"/>
                  <a:gd name="connsiteX68" fmla="*/ 902933 w 1003440"/>
                  <a:gd name="connsiteY68" fmla="*/ 606349 h 747622"/>
                  <a:gd name="connsiteX69" fmla="*/ 898771 w 1003440"/>
                  <a:gd name="connsiteY69" fmla="*/ 603551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003440" h="747622">
                    <a:moveTo>
                      <a:pt x="980085" y="544095"/>
                    </a:moveTo>
                    <a:lnTo>
                      <a:pt x="147707" y="7247"/>
                    </a:lnTo>
                    <a:cubicBezTo>
                      <a:pt x="127606" y="-6122"/>
                      <a:pt x="100467" y="-657"/>
                      <a:pt x="87098" y="19444"/>
                    </a:cubicBezTo>
                    <a:cubicBezTo>
                      <a:pt x="86897" y="19750"/>
                      <a:pt x="86695" y="20056"/>
                      <a:pt x="86503" y="20362"/>
                    </a:cubicBezTo>
                    <a:lnTo>
                      <a:pt x="6938" y="143645"/>
                    </a:lnTo>
                    <a:cubicBezTo>
                      <a:pt x="-6151" y="164201"/>
                      <a:pt x="-311" y="191463"/>
                      <a:pt x="20053" y="204849"/>
                    </a:cubicBezTo>
                    <a:lnTo>
                      <a:pt x="852430" y="740823"/>
                    </a:lnTo>
                    <a:cubicBezTo>
                      <a:pt x="873213" y="753746"/>
                      <a:pt x="900528" y="747503"/>
                      <a:pt x="913635" y="726834"/>
                    </a:cubicBezTo>
                    <a:lnTo>
                      <a:pt x="997572" y="605299"/>
                    </a:lnTo>
                    <a:cubicBezTo>
                      <a:pt x="1009734" y="583887"/>
                      <a:pt x="1002232" y="556668"/>
                      <a:pt x="980819" y="544506"/>
                    </a:cubicBezTo>
                    <a:cubicBezTo>
                      <a:pt x="980575" y="544366"/>
                      <a:pt x="980330" y="544227"/>
                      <a:pt x="980085" y="544095"/>
                    </a:cubicBezTo>
                    <a:close/>
                    <a:moveTo>
                      <a:pt x="123226" y="209221"/>
                    </a:moveTo>
                    <a:cubicBezTo>
                      <a:pt x="109105" y="200836"/>
                      <a:pt x="104454" y="182606"/>
                      <a:pt x="112838" y="168485"/>
                    </a:cubicBezTo>
                    <a:cubicBezTo>
                      <a:pt x="113083" y="168066"/>
                      <a:pt x="113337" y="167655"/>
                      <a:pt x="113608" y="167252"/>
                    </a:cubicBezTo>
                    <a:cubicBezTo>
                      <a:pt x="122439" y="152843"/>
                      <a:pt x="141281" y="148323"/>
                      <a:pt x="155690" y="157154"/>
                    </a:cubicBezTo>
                    <a:cubicBezTo>
                      <a:pt x="155944" y="157311"/>
                      <a:pt x="156197" y="157468"/>
                      <a:pt x="156451" y="157635"/>
                    </a:cubicBezTo>
                    <a:cubicBezTo>
                      <a:pt x="170344" y="167217"/>
                      <a:pt x="174532" y="185876"/>
                      <a:pt x="166069" y="200477"/>
                    </a:cubicBezTo>
                    <a:cubicBezTo>
                      <a:pt x="156468" y="214459"/>
                      <a:pt x="137530" y="218323"/>
                      <a:pt x="123226" y="209221"/>
                    </a:cubicBezTo>
                    <a:close/>
                    <a:moveTo>
                      <a:pt x="197545" y="258184"/>
                    </a:moveTo>
                    <a:cubicBezTo>
                      <a:pt x="182734" y="249082"/>
                      <a:pt x="178108" y="229698"/>
                      <a:pt x="187210" y="214887"/>
                    </a:cubicBezTo>
                    <a:cubicBezTo>
                      <a:pt x="196312" y="200075"/>
                      <a:pt x="215696" y="195450"/>
                      <a:pt x="230508" y="204552"/>
                    </a:cubicBezTo>
                    <a:cubicBezTo>
                      <a:pt x="245319" y="213654"/>
                      <a:pt x="249945" y="233038"/>
                      <a:pt x="240843" y="247850"/>
                    </a:cubicBezTo>
                    <a:cubicBezTo>
                      <a:pt x="240694" y="248086"/>
                      <a:pt x="240546" y="248330"/>
                      <a:pt x="240388" y="248567"/>
                    </a:cubicBezTo>
                    <a:cubicBezTo>
                      <a:pt x="231820" y="263693"/>
                      <a:pt x="212610" y="269008"/>
                      <a:pt x="197484" y="260440"/>
                    </a:cubicBezTo>
                    <a:cubicBezTo>
                      <a:pt x="196295" y="259767"/>
                      <a:pt x="195141" y="259015"/>
                      <a:pt x="194048" y="258184"/>
                    </a:cubicBezTo>
                    <a:close/>
                    <a:moveTo>
                      <a:pt x="298095" y="322011"/>
                    </a:moveTo>
                    <a:cubicBezTo>
                      <a:pt x="283686" y="313181"/>
                      <a:pt x="279165" y="294339"/>
                      <a:pt x="287996" y="279929"/>
                    </a:cubicBezTo>
                    <a:cubicBezTo>
                      <a:pt x="288154" y="279676"/>
                      <a:pt x="288311" y="279422"/>
                      <a:pt x="288477" y="279169"/>
                    </a:cubicBezTo>
                    <a:cubicBezTo>
                      <a:pt x="297649" y="264969"/>
                      <a:pt x="316596" y="260903"/>
                      <a:pt x="330787" y="270075"/>
                    </a:cubicBezTo>
                    <a:cubicBezTo>
                      <a:pt x="330970" y="270189"/>
                      <a:pt x="331145" y="270303"/>
                      <a:pt x="331320" y="270425"/>
                    </a:cubicBezTo>
                    <a:cubicBezTo>
                      <a:pt x="345231" y="279151"/>
                      <a:pt x="349436" y="297495"/>
                      <a:pt x="340710" y="311406"/>
                    </a:cubicBezTo>
                    <a:cubicBezTo>
                      <a:pt x="340501" y="311738"/>
                      <a:pt x="340291" y="312070"/>
                      <a:pt x="340064" y="312394"/>
                    </a:cubicBezTo>
                    <a:cubicBezTo>
                      <a:pt x="331687" y="326514"/>
                      <a:pt x="313448" y="331166"/>
                      <a:pt x="299328" y="322781"/>
                    </a:cubicBezTo>
                    <a:cubicBezTo>
                      <a:pt x="298908" y="322536"/>
                      <a:pt x="298497" y="322283"/>
                      <a:pt x="298095" y="322011"/>
                    </a:cubicBezTo>
                    <a:close/>
                    <a:moveTo>
                      <a:pt x="363671" y="259933"/>
                    </a:moveTo>
                    <a:lnTo>
                      <a:pt x="158200" y="127906"/>
                    </a:lnTo>
                    <a:cubicBezTo>
                      <a:pt x="144577" y="119635"/>
                      <a:pt x="140240" y="101886"/>
                      <a:pt x="148512" y="88272"/>
                    </a:cubicBezTo>
                    <a:cubicBezTo>
                      <a:pt x="148809" y="87774"/>
                      <a:pt x="149124" y="87284"/>
                      <a:pt x="149456" y="86813"/>
                    </a:cubicBezTo>
                    <a:cubicBezTo>
                      <a:pt x="158392" y="73059"/>
                      <a:pt x="176788" y="69151"/>
                      <a:pt x="190550" y="78069"/>
                    </a:cubicBezTo>
                    <a:lnTo>
                      <a:pt x="396022" y="210095"/>
                    </a:lnTo>
                    <a:cubicBezTo>
                      <a:pt x="409775" y="219031"/>
                      <a:pt x="413683" y="237427"/>
                      <a:pt x="404765" y="251190"/>
                    </a:cubicBezTo>
                    <a:cubicBezTo>
                      <a:pt x="397543" y="265389"/>
                      <a:pt x="380170" y="271054"/>
                      <a:pt x="365970" y="263824"/>
                    </a:cubicBezTo>
                    <a:cubicBezTo>
                      <a:pt x="363881" y="262766"/>
                      <a:pt x="361940" y="261463"/>
                      <a:pt x="360173" y="259933"/>
                    </a:cubicBezTo>
                    <a:close/>
                    <a:moveTo>
                      <a:pt x="572639" y="498630"/>
                    </a:moveTo>
                    <a:lnTo>
                      <a:pt x="366294" y="366603"/>
                    </a:lnTo>
                    <a:cubicBezTo>
                      <a:pt x="352541" y="357667"/>
                      <a:pt x="348632" y="339271"/>
                      <a:pt x="357550" y="325509"/>
                    </a:cubicBezTo>
                    <a:cubicBezTo>
                      <a:pt x="365821" y="311887"/>
                      <a:pt x="383571" y="307550"/>
                      <a:pt x="397185" y="315821"/>
                    </a:cubicBezTo>
                    <a:cubicBezTo>
                      <a:pt x="397683" y="316118"/>
                      <a:pt x="398173" y="316433"/>
                      <a:pt x="398645" y="316766"/>
                    </a:cubicBezTo>
                    <a:lnTo>
                      <a:pt x="604116" y="448792"/>
                    </a:lnTo>
                    <a:cubicBezTo>
                      <a:pt x="619024" y="455673"/>
                      <a:pt x="625538" y="473335"/>
                      <a:pt x="618656" y="488242"/>
                    </a:cubicBezTo>
                    <a:cubicBezTo>
                      <a:pt x="611775" y="503150"/>
                      <a:pt x="594122" y="509655"/>
                      <a:pt x="579206" y="502783"/>
                    </a:cubicBezTo>
                    <a:cubicBezTo>
                      <a:pt x="576845" y="501689"/>
                      <a:pt x="574642" y="500291"/>
                      <a:pt x="572639" y="498630"/>
                    </a:cubicBezTo>
                    <a:close/>
                    <a:moveTo>
                      <a:pt x="853304" y="679619"/>
                    </a:moveTo>
                    <a:lnTo>
                      <a:pt x="647833" y="546718"/>
                    </a:lnTo>
                    <a:cubicBezTo>
                      <a:pt x="633747" y="538281"/>
                      <a:pt x="629175" y="520025"/>
                      <a:pt x="637612" y="505939"/>
                    </a:cubicBezTo>
                    <a:cubicBezTo>
                      <a:pt x="646050" y="491853"/>
                      <a:pt x="664306" y="487280"/>
                      <a:pt x="678383" y="495718"/>
                    </a:cubicBezTo>
                    <a:cubicBezTo>
                      <a:pt x="679004" y="496085"/>
                      <a:pt x="679598" y="496470"/>
                      <a:pt x="680184" y="496881"/>
                    </a:cubicBezTo>
                    <a:lnTo>
                      <a:pt x="886530" y="629781"/>
                    </a:lnTo>
                    <a:cubicBezTo>
                      <a:pt x="899872" y="638997"/>
                      <a:pt x="903710" y="657026"/>
                      <a:pt x="895273" y="670875"/>
                    </a:cubicBezTo>
                    <a:cubicBezTo>
                      <a:pt x="887570" y="685372"/>
                      <a:pt x="869576" y="690889"/>
                      <a:pt x="855071" y="683186"/>
                    </a:cubicBezTo>
                    <a:cubicBezTo>
                      <a:pt x="853200" y="682189"/>
                      <a:pt x="851433" y="680992"/>
                      <a:pt x="849807" y="679619"/>
                    </a:cubicBezTo>
                    <a:close/>
                    <a:moveTo>
                      <a:pt x="902268" y="603551"/>
                    </a:moveTo>
                    <a:lnTo>
                      <a:pt x="695923" y="471524"/>
                    </a:lnTo>
                    <a:cubicBezTo>
                      <a:pt x="682169" y="462580"/>
                      <a:pt x="678260" y="444192"/>
                      <a:pt x="687179" y="430430"/>
                    </a:cubicBezTo>
                    <a:cubicBezTo>
                      <a:pt x="695450" y="416808"/>
                      <a:pt x="713199" y="412471"/>
                      <a:pt x="726821" y="420743"/>
                    </a:cubicBezTo>
                    <a:cubicBezTo>
                      <a:pt x="727311" y="421040"/>
                      <a:pt x="727801" y="421355"/>
                      <a:pt x="728273" y="421687"/>
                    </a:cubicBezTo>
                    <a:lnTo>
                      <a:pt x="934619" y="553713"/>
                    </a:lnTo>
                    <a:cubicBezTo>
                      <a:pt x="947961" y="562929"/>
                      <a:pt x="951800" y="580958"/>
                      <a:pt x="943362" y="594808"/>
                    </a:cubicBezTo>
                    <a:cubicBezTo>
                      <a:pt x="935388" y="609156"/>
                      <a:pt x="917289" y="614323"/>
                      <a:pt x="902933" y="606349"/>
                    </a:cubicBezTo>
                    <a:cubicBezTo>
                      <a:pt x="901472" y="605535"/>
                      <a:pt x="900074" y="604600"/>
                      <a:pt x="898771" y="603551"/>
                    </a:cubicBezTo>
                    <a:close/>
                  </a:path>
                </a:pathLst>
              </a:custGeom>
              <a:solidFill>
                <a:srgbClr val="444444"/>
              </a:solidFill>
              <a:ln w="87213" cap="flat">
                <a:noFill/>
                <a:prstDash val="solid"/>
                <a:miter/>
              </a:ln>
            </p:spPr>
            <p:txBody>
              <a:bodyPr rtlCol="0" anchor="ctr"/>
              <a:lstStyle/>
              <a:p>
                <a:endParaRPr lang="en-IN" dirty="0"/>
              </a:p>
            </p:txBody>
          </p:sp>
          <p:sp>
            <p:nvSpPr>
              <p:cNvPr id="2098" name="Freeform: Shape 2097">
                <a:extLst>
                  <a:ext uri="{FF2B5EF4-FFF2-40B4-BE49-F238E27FC236}">
                    <a16:creationId xmlns:a16="http://schemas.microsoft.com/office/drawing/2014/main" id="{82E6F8F7-6224-D8F5-C8B6-860121A1C028}"/>
                  </a:ext>
                </a:extLst>
              </p:cNvPr>
              <p:cNvSpPr/>
              <p:nvPr/>
            </p:nvSpPr>
            <p:spPr>
              <a:xfrm>
                <a:off x="2270483" y="3863591"/>
                <a:ext cx="998849" cy="747688"/>
              </a:xfrm>
              <a:custGeom>
                <a:avLst/>
                <a:gdLst>
                  <a:gd name="connsiteX0" fmla="*/ 979832 w 998849"/>
                  <a:gd name="connsiteY0" fmla="*/ 545323 h 747688"/>
                  <a:gd name="connsiteX1" fmla="*/ 148329 w 998849"/>
                  <a:gd name="connsiteY1" fmla="*/ 6725 h 747688"/>
                  <a:gd name="connsiteX2" fmla="*/ 86250 w 998849"/>
                  <a:gd name="connsiteY2" fmla="*/ 20715 h 747688"/>
                  <a:gd name="connsiteX3" fmla="*/ 6685 w 998849"/>
                  <a:gd name="connsiteY3" fmla="*/ 143998 h 747688"/>
                  <a:gd name="connsiteX4" fmla="*/ 20675 w 998849"/>
                  <a:gd name="connsiteY4" fmla="*/ 205202 h 747688"/>
                  <a:gd name="connsiteX5" fmla="*/ 852178 w 998849"/>
                  <a:gd name="connsiteY5" fmla="*/ 740301 h 747688"/>
                  <a:gd name="connsiteX6" fmla="*/ 912787 w 998849"/>
                  <a:gd name="connsiteY6" fmla="*/ 728105 h 747688"/>
                  <a:gd name="connsiteX7" fmla="*/ 913382 w 998849"/>
                  <a:gd name="connsiteY7" fmla="*/ 727186 h 747688"/>
                  <a:gd name="connsiteX8" fmla="*/ 992947 w 998849"/>
                  <a:gd name="connsiteY8" fmla="*/ 603904 h 747688"/>
                  <a:gd name="connsiteX9" fmla="*/ 979832 w 998849"/>
                  <a:gd name="connsiteY9" fmla="*/ 545323 h 747688"/>
                  <a:gd name="connsiteX10" fmla="*/ 119476 w 998849"/>
                  <a:gd name="connsiteY10" fmla="*/ 210448 h 747688"/>
                  <a:gd name="connsiteX11" fmla="*/ 111265 w 998849"/>
                  <a:gd name="connsiteY11" fmla="*/ 167955 h 747688"/>
                  <a:gd name="connsiteX12" fmla="*/ 153759 w 998849"/>
                  <a:gd name="connsiteY12" fmla="*/ 159745 h 747688"/>
                  <a:gd name="connsiteX13" fmla="*/ 162318 w 998849"/>
                  <a:gd name="connsiteY13" fmla="*/ 201705 h 747688"/>
                  <a:gd name="connsiteX14" fmla="*/ 120009 w 998849"/>
                  <a:gd name="connsiteY14" fmla="*/ 210798 h 747688"/>
                  <a:gd name="connsiteX15" fmla="*/ 119476 w 998849"/>
                  <a:gd name="connsiteY15" fmla="*/ 210448 h 747688"/>
                  <a:gd name="connsiteX16" fmla="*/ 193795 w 998849"/>
                  <a:gd name="connsiteY16" fmla="*/ 258537 h 747688"/>
                  <a:gd name="connsiteX17" fmla="*/ 185585 w 998849"/>
                  <a:gd name="connsiteY17" fmla="*/ 216044 h 747688"/>
                  <a:gd name="connsiteX18" fmla="*/ 228078 w 998849"/>
                  <a:gd name="connsiteY18" fmla="*/ 207834 h 747688"/>
                  <a:gd name="connsiteX19" fmla="*/ 236638 w 998849"/>
                  <a:gd name="connsiteY19" fmla="*/ 249793 h 747688"/>
                  <a:gd name="connsiteX20" fmla="*/ 194328 w 998849"/>
                  <a:gd name="connsiteY20" fmla="*/ 258887 h 747688"/>
                  <a:gd name="connsiteX21" fmla="*/ 193795 w 998849"/>
                  <a:gd name="connsiteY21" fmla="*/ 258537 h 747688"/>
                  <a:gd name="connsiteX22" fmla="*/ 294345 w 998849"/>
                  <a:gd name="connsiteY22" fmla="*/ 323239 h 747688"/>
                  <a:gd name="connsiteX23" fmla="*/ 291862 w 998849"/>
                  <a:gd name="connsiteY23" fmla="*/ 278796 h 747688"/>
                  <a:gd name="connsiteX24" fmla="*/ 327570 w 998849"/>
                  <a:gd name="connsiteY24" fmla="*/ 270778 h 747688"/>
                  <a:gd name="connsiteX25" fmla="*/ 337188 w 998849"/>
                  <a:gd name="connsiteY25" fmla="*/ 313621 h 747688"/>
                  <a:gd name="connsiteX26" fmla="*/ 294345 w 998849"/>
                  <a:gd name="connsiteY26" fmla="*/ 323239 h 747688"/>
                  <a:gd name="connsiteX27" fmla="*/ 360795 w 998849"/>
                  <a:gd name="connsiteY27" fmla="*/ 261160 h 747688"/>
                  <a:gd name="connsiteX28" fmla="*/ 154449 w 998849"/>
                  <a:gd name="connsiteY28" fmla="*/ 129134 h 747688"/>
                  <a:gd name="connsiteX29" fmla="*/ 145269 w 998849"/>
                  <a:gd name="connsiteY29" fmla="*/ 87603 h 747688"/>
                  <a:gd name="connsiteX30" fmla="*/ 186800 w 998849"/>
                  <a:gd name="connsiteY30" fmla="*/ 78422 h 747688"/>
                  <a:gd name="connsiteX31" fmla="*/ 392272 w 998849"/>
                  <a:gd name="connsiteY31" fmla="*/ 211322 h 747688"/>
                  <a:gd name="connsiteX32" fmla="*/ 396093 w 998849"/>
                  <a:gd name="connsiteY32" fmla="*/ 253186 h 747688"/>
                  <a:gd name="connsiteX33" fmla="*/ 360795 w 998849"/>
                  <a:gd name="connsiteY33" fmla="*/ 261160 h 747688"/>
                  <a:gd name="connsiteX34" fmla="*/ 567141 w 998849"/>
                  <a:gd name="connsiteY34" fmla="*/ 499856 h 747688"/>
                  <a:gd name="connsiteX35" fmla="*/ 360795 w 998849"/>
                  <a:gd name="connsiteY35" fmla="*/ 366956 h 747688"/>
                  <a:gd name="connsiteX36" fmla="*/ 352052 w 998849"/>
                  <a:gd name="connsiteY36" fmla="*/ 325862 h 747688"/>
                  <a:gd name="connsiteX37" fmla="*/ 393146 w 998849"/>
                  <a:gd name="connsiteY37" fmla="*/ 317118 h 747688"/>
                  <a:gd name="connsiteX38" fmla="*/ 599492 w 998849"/>
                  <a:gd name="connsiteY38" fmla="*/ 450019 h 747688"/>
                  <a:gd name="connsiteX39" fmla="*/ 608235 w 998849"/>
                  <a:gd name="connsiteY39" fmla="*/ 491113 h 747688"/>
                  <a:gd name="connsiteX40" fmla="*/ 567141 w 998849"/>
                  <a:gd name="connsiteY40" fmla="*/ 499856 h 747688"/>
                  <a:gd name="connsiteX41" fmla="*/ 847806 w 998849"/>
                  <a:gd name="connsiteY41" fmla="*/ 680846 h 747688"/>
                  <a:gd name="connsiteX42" fmla="*/ 641460 w 998849"/>
                  <a:gd name="connsiteY42" fmla="*/ 547946 h 747688"/>
                  <a:gd name="connsiteX43" fmla="*/ 632717 w 998849"/>
                  <a:gd name="connsiteY43" fmla="*/ 506851 h 747688"/>
                  <a:gd name="connsiteX44" fmla="*/ 673811 w 998849"/>
                  <a:gd name="connsiteY44" fmla="*/ 498108 h 747688"/>
                  <a:gd name="connsiteX45" fmla="*/ 880157 w 998849"/>
                  <a:gd name="connsiteY45" fmla="*/ 631008 h 747688"/>
                  <a:gd name="connsiteX46" fmla="*/ 888900 w 998849"/>
                  <a:gd name="connsiteY46" fmla="*/ 672103 h 747688"/>
                  <a:gd name="connsiteX47" fmla="*/ 849555 w 998849"/>
                  <a:gd name="connsiteY47" fmla="*/ 680846 h 747688"/>
                  <a:gd name="connsiteX48" fmla="*/ 896769 w 998849"/>
                  <a:gd name="connsiteY48" fmla="*/ 604778 h 747688"/>
                  <a:gd name="connsiteX49" fmla="*/ 690424 w 998849"/>
                  <a:gd name="connsiteY49" fmla="*/ 471877 h 747688"/>
                  <a:gd name="connsiteX50" fmla="*/ 680202 w 998849"/>
                  <a:gd name="connsiteY50" fmla="*/ 431098 h 747688"/>
                  <a:gd name="connsiteX51" fmla="*/ 720982 w 998849"/>
                  <a:gd name="connsiteY51" fmla="*/ 420877 h 747688"/>
                  <a:gd name="connsiteX52" fmla="*/ 722774 w 998849"/>
                  <a:gd name="connsiteY52" fmla="*/ 422040 h 747688"/>
                  <a:gd name="connsiteX53" fmla="*/ 929120 w 998849"/>
                  <a:gd name="connsiteY53" fmla="*/ 554940 h 747688"/>
                  <a:gd name="connsiteX54" fmla="*/ 936386 w 998849"/>
                  <a:gd name="connsiteY54" fmla="*/ 596349 h 747688"/>
                  <a:gd name="connsiteX55" fmla="*/ 896769 w 998849"/>
                  <a:gd name="connsiteY55" fmla="*/ 604778 h 74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98849" h="747688">
                    <a:moveTo>
                      <a:pt x="979832" y="545323"/>
                    </a:moveTo>
                    <a:lnTo>
                      <a:pt x="148329" y="6725"/>
                    </a:lnTo>
                    <a:cubicBezTo>
                      <a:pt x="127275" y="-6285"/>
                      <a:pt x="99689" y="-68"/>
                      <a:pt x="86250" y="20715"/>
                    </a:cubicBezTo>
                    <a:lnTo>
                      <a:pt x="6685" y="143998"/>
                    </a:lnTo>
                    <a:cubicBezTo>
                      <a:pt x="-6238" y="164781"/>
                      <a:pt x="5" y="192096"/>
                      <a:pt x="20675" y="205202"/>
                    </a:cubicBezTo>
                    <a:lnTo>
                      <a:pt x="852178" y="740301"/>
                    </a:lnTo>
                    <a:cubicBezTo>
                      <a:pt x="872287" y="753670"/>
                      <a:pt x="899418" y="748206"/>
                      <a:pt x="912787" y="728105"/>
                    </a:cubicBezTo>
                    <a:cubicBezTo>
                      <a:pt x="912988" y="727799"/>
                      <a:pt x="913190" y="727492"/>
                      <a:pt x="913382" y="727186"/>
                    </a:cubicBezTo>
                    <a:lnTo>
                      <a:pt x="992947" y="603904"/>
                    </a:lnTo>
                    <a:cubicBezTo>
                      <a:pt x="1004340" y="583916"/>
                      <a:pt x="998666" y="558543"/>
                      <a:pt x="979832" y="545323"/>
                    </a:cubicBezTo>
                    <a:close/>
                    <a:moveTo>
                      <a:pt x="119476" y="210448"/>
                    </a:moveTo>
                    <a:cubicBezTo>
                      <a:pt x="105477" y="200979"/>
                      <a:pt x="101796" y="181962"/>
                      <a:pt x="111265" y="167955"/>
                    </a:cubicBezTo>
                    <a:cubicBezTo>
                      <a:pt x="120726" y="153956"/>
                      <a:pt x="139752" y="150275"/>
                      <a:pt x="153759" y="159745"/>
                    </a:cubicBezTo>
                    <a:cubicBezTo>
                      <a:pt x="167547" y="169074"/>
                      <a:pt x="171359" y="187715"/>
                      <a:pt x="162318" y="201705"/>
                    </a:cubicBezTo>
                    <a:cubicBezTo>
                      <a:pt x="153147" y="215895"/>
                      <a:pt x="134200" y="219970"/>
                      <a:pt x="120009" y="210798"/>
                    </a:cubicBezTo>
                    <a:cubicBezTo>
                      <a:pt x="119825" y="210684"/>
                      <a:pt x="119650" y="210570"/>
                      <a:pt x="119476" y="210448"/>
                    </a:cubicBezTo>
                    <a:close/>
                    <a:moveTo>
                      <a:pt x="193795" y="258537"/>
                    </a:moveTo>
                    <a:cubicBezTo>
                      <a:pt x="179797" y="249068"/>
                      <a:pt x="176116" y="230051"/>
                      <a:pt x="185585" y="216044"/>
                    </a:cubicBezTo>
                    <a:cubicBezTo>
                      <a:pt x="195045" y="202046"/>
                      <a:pt x="214071" y="198365"/>
                      <a:pt x="228078" y="207834"/>
                    </a:cubicBezTo>
                    <a:cubicBezTo>
                      <a:pt x="241867" y="217163"/>
                      <a:pt x="245679" y="235804"/>
                      <a:pt x="236638" y="249793"/>
                    </a:cubicBezTo>
                    <a:cubicBezTo>
                      <a:pt x="227466" y="263984"/>
                      <a:pt x="208519" y="268059"/>
                      <a:pt x="194328" y="258887"/>
                    </a:cubicBezTo>
                    <a:cubicBezTo>
                      <a:pt x="194145" y="258773"/>
                      <a:pt x="193970" y="258659"/>
                      <a:pt x="193795" y="258537"/>
                    </a:cubicBezTo>
                    <a:close/>
                    <a:moveTo>
                      <a:pt x="294345" y="323239"/>
                    </a:moveTo>
                    <a:cubicBezTo>
                      <a:pt x="281387" y="311654"/>
                      <a:pt x="280277" y="291754"/>
                      <a:pt x="291862" y="278796"/>
                    </a:cubicBezTo>
                    <a:cubicBezTo>
                      <a:pt x="300833" y="268767"/>
                      <a:pt x="315181" y="265549"/>
                      <a:pt x="327570" y="270778"/>
                    </a:cubicBezTo>
                    <a:cubicBezTo>
                      <a:pt x="341463" y="280361"/>
                      <a:pt x="345651" y="299019"/>
                      <a:pt x="337188" y="313621"/>
                    </a:cubicBezTo>
                    <a:cubicBezTo>
                      <a:pt x="327867" y="327899"/>
                      <a:pt x="308877" y="332166"/>
                      <a:pt x="294345" y="323239"/>
                    </a:cubicBezTo>
                    <a:close/>
                    <a:moveTo>
                      <a:pt x="360795" y="261160"/>
                    </a:moveTo>
                    <a:lnTo>
                      <a:pt x="154449" y="129134"/>
                    </a:lnTo>
                    <a:cubicBezTo>
                      <a:pt x="140442" y="120198"/>
                      <a:pt x="136333" y="101609"/>
                      <a:pt x="145269" y="87603"/>
                    </a:cubicBezTo>
                    <a:cubicBezTo>
                      <a:pt x="154205" y="73595"/>
                      <a:pt x="172793" y="69486"/>
                      <a:pt x="186800" y="78422"/>
                    </a:cubicBezTo>
                    <a:lnTo>
                      <a:pt x="392272" y="211322"/>
                    </a:lnTo>
                    <a:cubicBezTo>
                      <a:pt x="404889" y="221832"/>
                      <a:pt x="406602" y="240569"/>
                      <a:pt x="396093" y="253186"/>
                    </a:cubicBezTo>
                    <a:cubicBezTo>
                      <a:pt x="387489" y="263530"/>
                      <a:pt x="373010" y="266791"/>
                      <a:pt x="360795" y="261160"/>
                    </a:cubicBezTo>
                    <a:close/>
                    <a:moveTo>
                      <a:pt x="567141" y="499856"/>
                    </a:moveTo>
                    <a:lnTo>
                      <a:pt x="360795" y="366956"/>
                    </a:lnTo>
                    <a:cubicBezTo>
                      <a:pt x="347041" y="358020"/>
                      <a:pt x="343134" y="339624"/>
                      <a:pt x="352052" y="325862"/>
                    </a:cubicBezTo>
                    <a:cubicBezTo>
                      <a:pt x="361267" y="312519"/>
                      <a:pt x="379296" y="308681"/>
                      <a:pt x="393146" y="317118"/>
                    </a:cubicBezTo>
                    <a:lnTo>
                      <a:pt x="599492" y="450019"/>
                    </a:lnTo>
                    <a:cubicBezTo>
                      <a:pt x="612834" y="459234"/>
                      <a:pt x="616672" y="477263"/>
                      <a:pt x="608235" y="491113"/>
                    </a:cubicBezTo>
                    <a:cubicBezTo>
                      <a:pt x="599299" y="504867"/>
                      <a:pt x="580903" y="508774"/>
                      <a:pt x="567141" y="499856"/>
                    </a:cubicBezTo>
                    <a:close/>
                    <a:moveTo>
                      <a:pt x="847806" y="680846"/>
                    </a:moveTo>
                    <a:lnTo>
                      <a:pt x="641460" y="547946"/>
                    </a:lnTo>
                    <a:cubicBezTo>
                      <a:pt x="628118" y="538730"/>
                      <a:pt x="624280" y="520701"/>
                      <a:pt x="632717" y="506851"/>
                    </a:cubicBezTo>
                    <a:cubicBezTo>
                      <a:pt x="641653" y="493098"/>
                      <a:pt x="660049" y="489189"/>
                      <a:pt x="673811" y="498108"/>
                    </a:cubicBezTo>
                    <a:lnTo>
                      <a:pt x="880157" y="631008"/>
                    </a:lnTo>
                    <a:cubicBezTo>
                      <a:pt x="893910" y="639944"/>
                      <a:pt x="897818" y="658340"/>
                      <a:pt x="888900" y="672103"/>
                    </a:cubicBezTo>
                    <a:cubicBezTo>
                      <a:pt x="879825" y="684466"/>
                      <a:pt x="863011" y="688199"/>
                      <a:pt x="849555" y="680846"/>
                    </a:cubicBezTo>
                    <a:close/>
                    <a:moveTo>
                      <a:pt x="896769" y="604778"/>
                    </a:moveTo>
                    <a:lnTo>
                      <a:pt x="690424" y="471877"/>
                    </a:lnTo>
                    <a:cubicBezTo>
                      <a:pt x="676338" y="463440"/>
                      <a:pt x="671765" y="445184"/>
                      <a:pt x="680202" y="431098"/>
                    </a:cubicBezTo>
                    <a:cubicBezTo>
                      <a:pt x="688640" y="417012"/>
                      <a:pt x="706896" y="412439"/>
                      <a:pt x="720982" y="420877"/>
                    </a:cubicBezTo>
                    <a:cubicBezTo>
                      <a:pt x="721594" y="421244"/>
                      <a:pt x="722189" y="421629"/>
                      <a:pt x="722774" y="422040"/>
                    </a:cubicBezTo>
                    <a:lnTo>
                      <a:pt x="929120" y="554940"/>
                    </a:lnTo>
                    <a:cubicBezTo>
                      <a:pt x="942559" y="564366"/>
                      <a:pt x="945811" y="582910"/>
                      <a:pt x="936386" y="596349"/>
                    </a:cubicBezTo>
                    <a:cubicBezTo>
                      <a:pt x="927432" y="609106"/>
                      <a:pt x="910138" y="612787"/>
                      <a:pt x="896769" y="604778"/>
                    </a:cubicBezTo>
                    <a:close/>
                  </a:path>
                </a:pathLst>
              </a:custGeom>
              <a:solidFill>
                <a:srgbClr val="5A5B5B"/>
              </a:solidFill>
              <a:ln w="87213" cap="flat">
                <a:noFill/>
                <a:prstDash val="solid"/>
                <a:miter/>
              </a:ln>
            </p:spPr>
            <p:txBody>
              <a:bodyPr rtlCol="0" anchor="ctr"/>
              <a:lstStyle/>
              <a:p>
                <a:endParaRPr lang="en-IN" dirty="0"/>
              </a:p>
            </p:txBody>
          </p:sp>
          <p:sp>
            <p:nvSpPr>
              <p:cNvPr id="2099" name="Freeform: Shape 2098">
                <a:extLst>
                  <a:ext uri="{FF2B5EF4-FFF2-40B4-BE49-F238E27FC236}">
                    <a16:creationId xmlns:a16="http://schemas.microsoft.com/office/drawing/2014/main" id="{81FDB764-529D-C3B2-A006-5DAEFBA590BC}"/>
                  </a:ext>
                </a:extLst>
              </p:cNvPr>
              <p:cNvSpPr/>
              <p:nvPr/>
            </p:nvSpPr>
            <p:spPr>
              <a:xfrm>
                <a:off x="2268482" y="3863070"/>
                <a:ext cx="1000620" cy="747622"/>
              </a:xfrm>
              <a:custGeom>
                <a:avLst/>
                <a:gdLst>
                  <a:gd name="connsiteX0" fmla="*/ 980085 w 1000620"/>
                  <a:gd name="connsiteY0" fmla="*/ 541472 h 747622"/>
                  <a:gd name="connsiteX1" fmla="*/ 147708 w 1000620"/>
                  <a:gd name="connsiteY1" fmla="*/ 7247 h 747622"/>
                  <a:gd name="connsiteX2" fmla="*/ 87098 w 1000620"/>
                  <a:gd name="connsiteY2" fmla="*/ 19444 h 747622"/>
                  <a:gd name="connsiteX3" fmla="*/ 86503 w 1000620"/>
                  <a:gd name="connsiteY3" fmla="*/ 20362 h 747622"/>
                  <a:gd name="connsiteX4" fmla="*/ 6938 w 1000620"/>
                  <a:gd name="connsiteY4" fmla="*/ 143645 h 747622"/>
                  <a:gd name="connsiteX5" fmla="*/ 20053 w 1000620"/>
                  <a:gd name="connsiteY5" fmla="*/ 204849 h 747622"/>
                  <a:gd name="connsiteX6" fmla="*/ 852430 w 1000620"/>
                  <a:gd name="connsiteY6" fmla="*/ 740823 h 747622"/>
                  <a:gd name="connsiteX7" fmla="*/ 913635 w 1000620"/>
                  <a:gd name="connsiteY7" fmla="*/ 726834 h 747622"/>
                  <a:gd name="connsiteX8" fmla="*/ 993200 w 1000620"/>
                  <a:gd name="connsiteY8" fmla="*/ 603551 h 747622"/>
                  <a:gd name="connsiteX9" fmla="*/ 980548 w 1000620"/>
                  <a:gd name="connsiteY9" fmla="*/ 541770 h 747622"/>
                  <a:gd name="connsiteX10" fmla="*/ 980085 w 1000620"/>
                  <a:gd name="connsiteY10" fmla="*/ 541472 h 747622"/>
                  <a:gd name="connsiteX11" fmla="*/ 119728 w 1000620"/>
                  <a:gd name="connsiteY11" fmla="*/ 206598 h 747622"/>
                  <a:gd name="connsiteX12" fmla="*/ 109341 w 1000620"/>
                  <a:gd name="connsiteY12" fmla="*/ 165862 h 747622"/>
                  <a:gd name="connsiteX13" fmla="*/ 110111 w 1000620"/>
                  <a:gd name="connsiteY13" fmla="*/ 164630 h 747622"/>
                  <a:gd name="connsiteX14" fmla="*/ 152193 w 1000620"/>
                  <a:gd name="connsiteY14" fmla="*/ 154531 h 747622"/>
                  <a:gd name="connsiteX15" fmla="*/ 152954 w 1000620"/>
                  <a:gd name="connsiteY15" fmla="*/ 155012 h 747622"/>
                  <a:gd name="connsiteX16" fmla="*/ 162134 w 1000620"/>
                  <a:gd name="connsiteY16" fmla="*/ 197417 h 747622"/>
                  <a:gd name="connsiteX17" fmla="*/ 119728 w 1000620"/>
                  <a:gd name="connsiteY17" fmla="*/ 206598 h 747622"/>
                  <a:gd name="connsiteX18" fmla="*/ 194048 w 1000620"/>
                  <a:gd name="connsiteY18" fmla="*/ 255561 h 747622"/>
                  <a:gd name="connsiteX19" fmla="*/ 183713 w 1000620"/>
                  <a:gd name="connsiteY19" fmla="*/ 212264 h 747622"/>
                  <a:gd name="connsiteX20" fmla="*/ 227011 w 1000620"/>
                  <a:gd name="connsiteY20" fmla="*/ 201929 h 747622"/>
                  <a:gd name="connsiteX21" fmla="*/ 237345 w 1000620"/>
                  <a:gd name="connsiteY21" fmla="*/ 245227 h 747622"/>
                  <a:gd name="connsiteX22" fmla="*/ 236891 w 1000620"/>
                  <a:gd name="connsiteY22" fmla="*/ 245944 h 747622"/>
                  <a:gd name="connsiteX23" fmla="*/ 194048 w 1000620"/>
                  <a:gd name="connsiteY23" fmla="*/ 255561 h 747622"/>
                  <a:gd name="connsiteX24" fmla="*/ 294598 w 1000620"/>
                  <a:gd name="connsiteY24" fmla="*/ 319388 h 747622"/>
                  <a:gd name="connsiteX25" fmla="*/ 285417 w 1000620"/>
                  <a:gd name="connsiteY25" fmla="*/ 276983 h 747622"/>
                  <a:gd name="connsiteX26" fmla="*/ 327823 w 1000620"/>
                  <a:gd name="connsiteY26" fmla="*/ 267802 h 747622"/>
                  <a:gd name="connsiteX27" fmla="*/ 337440 w 1000620"/>
                  <a:gd name="connsiteY27" fmla="*/ 310645 h 747622"/>
                  <a:gd name="connsiteX28" fmla="*/ 294598 w 1000620"/>
                  <a:gd name="connsiteY28" fmla="*/ 319388 h 747622"/>
                  <a:gd name="connsiteX29" fmla="*/ 360174 w 1000620"/>
                  <a:gd name="connsiteY29" fmla="*/ 257310 h 747622"/>
                  <a:gd name="connsiteX30" fmla="*/ 154702 w 1000620"/>
                  <a:gd name="connsiteY30" fmla="*/ 125284 h 747622"/>
                  <a:gd name="connsiteX31" fmla="*/ 147436 w 1000620"/>
                  <a:gd name="connsiteY31" fmla="*/ 83875 h 747622"/>
                  <a:gd name="connsiteX32" fmla="*/ 187053 w 1000620"/>
                  <a:gd name="connsiteY32" fmla="*/ 75446 h 747622"/>
                  <a:gd name="connsiteX33" fmla="*/ 394273 w 1000620"/>
                  <a:gd name="connsiteY33" fmla="*/ 207472 h 747622"/>
                  <a:gd name="connsiteX34" fmla="*/ 403961 w 1000620"/>
                  <a:gd name="connsiteY34" fmla="*/ 247106 h 747622"/>
                  <a:gd name="connsiteX35" fmla="*/ 403016 w 1000620"/>
                  <a:gd name="connsiteY35" fmla="*/ 248567 h 747622"/>
                  <a:gd name="connsiteX36" fmla="*/ 363750 w 1000620"/>
                  <a:gd name="connsiteY36" fmla="*/ 259679 h 747622"/>
                  <a:gd name="connsiteX37" fmla="*/ 360174 w 1000620"/>
                  <a:gd name="connsiteY37" fmla="*/ 257310 h 747622"/>
                  <a:gd name="connsiteX38" fmla="*/ 569142 w 1000620"/>
                  <a:gd name="connsiteY38" fmla="*/ 496006 h 747622"/>
                  <a:gd name="connsiteX39" fmla="*/ 362797 w 1000620"/>
                  <a:gd name="connsiteY39" fmla="*/ 363980 h 747622"/>
                  <a:gd name="connsiteX40" fmla="*/ 354053 w 1000620"/>
                  <a:gd name="connsiteY40" fmla="*/ 322886 h 747622"/>
                  <a:gd name="connsiteX41" fmla="*/ 393687 w 1000620"/>
                  <a:gd name="connsiteY41" fmla="*/ 313198 h 747622"/>
                  <a:gd name="connsiteX42" fmla="*/ 395148 w 1000620"/>
                  <a:gd name="connsiteY42" fmla="*/ 314143 h 747622"/>
                  <a:gd name="connsiteX43" fmla="*/ 601493 w 1000620"/>
                  <a:gd name="connsiteY43" fmla="*/ 444420 h 747622"/>
                  <a:gd name="connsiteX44" fmla="*/ 610237 w 1000620"/>
                  <a:gd name="connsiteY44" fmla="*/ 485514 h 747622"/>
                  <a:gd name="connsiteX45" fmla="*/ 569597 w 1000620"/>
                  <a:gd name="connsiteY45" fmla="*/ 496277 h 747622"/>
                  <a:gd name="connsiteX46" fmla="*/ 569142 w 1000620"/>
                  <a:gd name="connsiteY46" fmla="*/ 496006 h 747622"/>
                  <a:gd name="connsiteX47" fmla="*/ 849807 w 1000620"/>
                  <a:gd name="connsiteY47" fmla="*/ 676996 h 747622"/>
                  <a:gd name="connsiteX48" fmla="*/ 643462 w 1000620"/>
                  <a:gd name="connsiteY48" fmla="*/ 544095 h 747622"/>
                  <a:gd name="connsiteX49" fmla="*/ 636196 w 1000620"/>
                  <a:gd name="connsiteY49" fmla="*/ 502686 h 747622"/>
                  <a:gd name="connsiteX50" fmla="*/ 675813 w 1000620"/>
                  <a:gd name="connsiteY50" fmla="*/ 494258 h 747622"/>
                  <a:gd name="connsiteX51" fmla="*/ 882158 w 1000620"/>
                  <a:gd name="connsiteY51" fmla="*/ 627158 h 747622"/>
                  <a:gd name="connsiteX52" fmla="*/ 889424 w 1000620"/>
                  <a:gd name="connsiteY52" fmla="*/ 668567 h 747622"/>
                  <a:gd name="connsiteX53" fmla="*/ 849807 w 1000620"/>
                  <a:gd name="connsiteY53" fmla="*/ 676996 h 747622"/>
                  <a:gd name="connsiteX54" fmla="*/ 898770 w 1000620"/>
                  <a:gd name="connsiteY54" fmla="*/ 600928 h 747622"/>
                  <a:gd name="connsiteX55" fmla="*/ 692425 w 1000620"/>
                  <a:gd name="connsiteY55" fmla="*/ 468901 h 747622"/>
                  <a:gd name="connsiteX56" fmla="*/ 683681 w 1000620"/>
                  <a:gd name="connsiteY56" fmla="*/ 427807 h 747622"/>
                  <a:gd name="connsiteX57" fmla="*/ 723324 w 1000620"/>
                  <a:gd name="connsiteY57" fmla="*/ 418120 h 747622"/>
                  <a:gd name="connsiteX58" fmla="*/ 724776 w 1000620"/>
                  <a:gd name="connsiteY58" fmla="*/ 419064 h 747622"/>
                  <a:gd name="connsiteX59" fmla="*/ 931121 w 1000620"/>
                  <a:gd name="connsiteY59" fmla="*/ 551090 h 747622"/>
                  <a:gd name="connsiteX60" fmla="*/ 941342 w 1000620"/>
                  <a:gd name="connsiteY60" fmla="*/ 591870 h 747622"/>
                  <a:gd name="connsiteX61" fmla="*/ 900572 w 1000620"/>
                  <a:gd name="connsiteY61" fmla="*/ 602091 h 747622"/>
                  <a:gd name="connsiteX62" fmla="*/ 898770 w 1000620"/>
                  <a:gd name="connsiteY62" fmla="*/ 600928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000619" h="747622">
                    <a:moveTo>
                      <a:pt x="980085" y="541472"/>
                    </a:moveTo>
                    <a:lnTo>
                      <a:pt x="147708" y="7247"/>
                    </a:lnTo>
                    <a:cubicBezTo>
                      <a:pt x="127606" y="-6122"/>
                      <a:pt x="100467" y="-657"/>
                      <a:pt x="87098" y="19444"/>
                    </a:cubicBezTo>
                    <a:cubicBezTo>
                      <a:pt x="86897" y="19750"/>
                      <a:pt x="86696" y="20056"/>
                      <a:pt x="86503" y="20362"/>
                    </a:cubicBezTo>
                    <a:lnTo>
                      <a:pt x="6938" y="143645"/>
                    </a:lnTo>
                    <a:cubicBezTo>
                      <a:pt x="-6151" y="164201"/>
                      <a:pt x="-311" y="191463"/>
                      <a:pt x="20053" y="204849"/>
                    </a:cubicBezTo>
                    <a:lnTo>
                      <a:pt x="852430" y="740823"/>
                    </a:lnTo>
                    <a:cubicBezTo>
                      <a:pt x="873213" y="753746"/>
                      <a:pt x="900528" y="747503"/>
                      <a:pt x="913635" y="726834"/>
                    </a:cubicBezTo>
                    <a:lnTo>
                      <a:pt x="993200" y="603551"/>
                    </a:lnTo>
                    <a:cubicBezTo>
                      <a:pt x="1006761" y="582995"/>
                      <a:pt x="1001095" y="555339"/>
                      <a:pt x="980548" y="541770"/>
                    </a:cubicBezTo>
                    <a:cubicBezTo>
                      <a:pt x="980391" y="541673"/>
                      <a:pt x="980242" y="541568"/>
                      <a:pt x="980085" y="541472"/>
                    </a:cubicBezTo>
                    <a:close/>
                    <a:moveTo>
                      <a:pt x="119728" y="206598"/>
                    </a:moveTo>
                    <a:cubicBezTo>
                      <a:pt x="105608" y="198221"/>
                      <a:pt x="100956" y="179983"/>
                      <a:pt x="109341" y="165862"/>
                    </a:cubicBezTo>
                    <a:cubicBezTo>
                      <a:pt x="109586" y="165443"/>
                      <a:pt x="109839" y="165032"/>
                      <a:pt x="110111" y="164630"/>
                    </a:cubicBezTo>
                    <a:cubicBezTo>
                      <a:pt x="118942" y="150220"/>
                      <a:pt x="137784" y="145700"/>
                      <a:pt x="152193" y="154531"/>
                    </a:cubicBezTo>
                    <a:cubicBezTo>
                      <a:pt x="152446" y="154688"/>
                      <a:pt x="152700" y="154846"/>
                      <a:pt x="152954" y="155012"/>
                    </a:cubicBezTo>
                    <a:cubicBezTo>
                      <a:pt x="167197" y="164183"/>
                      <a:pt x="171306" y="183174"/>
                      <a:pt x="162134" y="197417"/>
                    </a:cubicBezTo>
                    <a:cubicBezTo>
                      <a:pt x="152962" y="211660"/>
                      <a:pt x="133971" y="215770"/>
                      <a:pt x="119728" y="206598"/>
                    </a:cubicBezTo>
                    <a:close/>
                    <a:moveTo>
                      <a:pt x="194048" y="255561"/>
                    </a:moveTo>
                    <a:cubicBezTo>
                      <a:pt x="179236" y="246459"/>
                      <a:pt x="174611" y="227075"/>
                      <a:pt x="183713" y="212264"/>
                    </a:cubicBezTo>
                    <a:cubicBezTo>
                      <a:pt x="192815" y="197452"/>
                      <a:pt x="212199" y="192827"/>
                      <a:pt x="227011" y="201929"/>
                    </a:cubicBezTo>
                    <a:cubicBezTo>
                      <a:pt x="241822" y="211031"/>
                      <a:pt x="246447" y="230415"/>
                      <a:pt x="237345" y="245227"/>
                    </a:cubicBezTo>
                    <a:cubicBezTo>
                      <a:pt x="237197" y="245463"/>
                      <a:pt x="237048" y="245708"/>
                      <a:pt x="236891" y="245944"/>
                    </a:cubicBezTo>
                    <a:cubicBezTo>
                      <a:pt x="227570" y="260222"/>
                      <a:pt x="208580" y="264488"/>
                      <a:pt x="194048" y="255561"/>
                    </a:cubicBezTo>
                    <a:close/>
                    <a:moveTo>
                      <a:pt x="294598" y="319388"/>
                    </a:moveTo>
                    <a:cubicBezTo>
                      <a:pt x="280355" y="310217"/>
                      <a:pt x="276245" y="291226"/>
                      <a:pt x="285417" y="276983"/>
                    </a:cubicBezTo>
                    <a:cubicBezTo>
                      <a:pt x="294589" y="262739"/>
                      <a:pt x="313580" y="258630"/>
                      <a:pt x="327823" y="267802"/>
                    </a:cubicBezTo>
                    <a:cubicBezTo>
                      <a:pt x="342101" y="277123"/>
                      <a:pt x="346368" y="296114"/>
                      <a:pt x="337440" y="310645"/>
                    </a:cubicBezTo>
                    <a:cubicBezTo>
                      <a:pt x="327840" y="324626"/>
                      <a:pt x="308902" y="328491"/>
                      <a:pt x="294598" y="319388"/>
                    </a:cubicBezTo>
                    <a:close/>
                    <a:moveTo>
                      <a:pt x="360174" y="257310"/>
                    </a:moveTo>
                    <a:lnTo>
                      <a:pt x="154702" y="125284"/>
                    </a:lnTo>
                    <a:cubicBezTo>
                      <a:pt x="141264" y="115850"/>
                      <a:pt x="138011" y="97313"/>
                      <a:pt x="147436" y="83875"/>
                    </a:cubicBezTo>
                    <a:cubicBezTo>
                      <a:pt x="156390" y="71118"/>
                      <a:pt x="173684" y="67437"/>
                      <a:pt x="187053" y="75446"/>
                    </a:cubicBezTo>
                    <a:lnTo>
                      <a:pt x="394273" y="207472"/>
                    </a:lnTo>
                    <a:cubicBezTo>
                      <a:pt x="407895" y="215743"/>
                      <a:pt x="412232" y="233493"/>
                      <a:pt x="403961" y="247106"/>
                    </a:cubicBezTo>
                    <a:cubicBezTo>
                      <a:pt x="403663" y="247605"/>
                      <a:pt x="403349" y="248094"/>
                      <a:pt x="403016" y="248567"/>
                    </a:cubicBezTo>
                    <a:cubicBezTo>
                      <a:pt x="395244" y="262477"/>
                      <a:pt x="377660" y="267452"/>
                      <a:pt x="363750" y="259679"/>
                    </a:cubicBezTo>
                    <a:cubicBezTo>
                      <a:pt x="362499" y="258980"/>
                      <a:pt x="361310" y="258184"/>
                      <a:pt x="360174" y="257310"/>
                    </a:cubicBezTo>
                    <a:close/>
                    <a:moveTo>
                      <a:pt x="569142" y="496006"/>
                    </a:moveTo>
                    <a:lnTo>
                      <a:pt x="362797" y="363980"/>
                    </a:lnTo>
                    <a:cubicBezTo>
                      <a:pt x="349043" y="355044"/>
                      <a:pt x="345135" y="336648"/>
                      <a:pt x="354053" y="322886"/>
                    </a:cubicBezTo>
                    <a:cubicBezTo>
                      <a:pt x="362324" y="309264"/>
                      <a:pt x="380074" y="304927"/>
                      <a:pt x="393687" y="313198"/>
                    </a:cubicBezTo>
                    <a:cubicBezTo>
                      <a:pt x="394186" y="313496"/>
                      <a:pt x="394675" y="313810"/>
                      <a:pt x="395148" y="314143"/>
                    </a:cubicBezTo>
                    <a:lnTo>
                      <a:pt x="601493" y="444420"/>
                    </a:lnTo>
                    <a:cubicBezTo>
                      <a:pt x="614835" y="453636"/>
                      <a:pt x="618674" y="471665"/>
                      <a:pt x="610237" y="485514"/>
                    </a:cubicBezTo>
                    <a:cubicBezTo>
                      <a:pt x="601983" y="499705"/>
                      <a:pt x="583788" y="504523"/>
                      <a:pt x="569597" y="496277"/>
                    </a:cubicBezTo>
                    <a:cubicBezTo>
                      <a:pt x="569440" y="496190"/>
                      <a:pt x="569291" y="496094"/>
                      <a:pt x="569142" y="496006"/>
                    </a:cubicBezTo>
                    <a:close/>
                    <a:moveTo>
                      <a:pt x="849807" y="676996"/>
                    </a:moveTo>
                    <a:lnTo>
                      <a:pt x="643462" y="544095"/>
                    </a:lnTo>
                    <a:cubicBezTo>
                      <a:pt x="630023" y="534670"/>
                      <a:pt x="626771" y="516125"/>
                      <a:pt x="636196" y="502686"/>
                    </a:cubicBezTo>
                    <a:cubicBezTo>
                      <a:pt x="645149" y="489930"/>
                      <a:pt x="662444" y="486249"/>
                      <a:pt x="675813" y="494258"/>
                    </a:cubicBezTo>
                    <a:lnTo>
                      <a:pt x="882158" y="627158"/>
                    </a:lnTo>
                    <a:cubicBezTo>
                      <a:pt x="895597" y="636584"/>
                      <a:pt x="898849" y="655128"/>
                      <a:pt x="889424" y="668567"/>
                    </a:cubicBezTo>
                    <a:cubicBezTo>
                      <a:pt x="880471" y="681324"/>
                      <a:pt x="863176" y="685005"/>
                      <a:pt x="849807" y="676996"/>
                    </a:cubicBezTo>
                    <a:close/>
                    <a:moveTo>
                      <a:pt x="898770" y="600928"/>
                    </a:moveTo>
                    <a:lnTo>
                      <a:pt x="692425" y="468901"/>
                    </a:lnTo>
                    <a:cubicBezTo>
                      <a:pt x="679083" y="459686"/>
                      <a:pt x="675244" y="441657"/>
                      <a:pt x="683681" y="427807"/>
                    </a:cubicBezTo>
                    <a:cubicBezTo>
                      <a:pt x="691953" y="414185"/>
                      <a:pt x="709702" y="409848"/>
                      <a:pt x="723324" y="418120"/>
                    </a:cubicBezTo>
                    <a:cubicBezTo>
                      <a:pt x="723814" y="418417"/>
                      <a:pt x="724303" y="418732"/>
                      <a:pt x="724776" y="419064"/>
                    </a:cubicBezTo>
                    <a:lnTo>
                      <a:pt x="931121" y="551090"/>
                    </a:lnTo>
                    <a:cubicBezTo>
                      <a:pt x="945207" y="559527"/>
                      <a:pt x="949780" y="577784"/>
                      <a:pt x="941342" y="591870"/>
                    </a:cubicBezTo>
                    <a:cubicBezTo>
                      <a:pt x="932905" y="605956"/>
                      <a:pt x="914649" y="610528"/>
                      <a:pt x="900572" y="602091"/>
                    </a:cubicBezTo>
                    <a:cubicBezTo>
                      <a:pt x="899951" y="601724"/>
                      <a:pt x="899357" y="601339"/>
                      <a:pt x="898770" y="600928"/>
                    </a:cubicBezTo>
                    <a:close/>
                  </a:path>
                </a:pathLst>
              </a:custGeom>
              <a:solidFill>
                <a:srgbClr val="FFFFFF">
                  <a:alpha val="10000"/>
                </a:srgbClr>
              </a:solidFill>
              <a:ln w="87213" cap="flat">
                <a:noFill/>
                <a:prstDash val="solid"/>
                <a:miter/>
              </a:ln>
            </p:spPr>
            <p:txBody>
              <a:bodyPr rtlCol="0" anchor="ctr"/>
              <a:lstStyle/>
              <a:p>
                <a:endParaRPr lang="en-IN" dirty="0"/>
              </a:p>
            </p:txBody>
          </p:sp>
          <p:sp>
            <p:nvSpPr>
              <p:cNvPr id="2100" name="Freeform: Shape 2099">
                <a:extLst>
                  <a:ext uri="{FF2B5EF4-FFF2-40B4-BE49-F238E27FC236}">
                    <a16:creationId xmlns:a16="http://schemas.microsoft.com/office/drawing/2014/main" id="{73634161-2062-C031-7C61-E823A3769528}"/>
                  </a:ext>
                </a:extLst>
              </p:cNvPr>
              <p:cNvSpPr/>
              <p:nvPr/>
            </p:nvSpPr>
            <p:spPr>
              <a:xfrm>
                <a:off x="2268482" y="3863070"/>
                <a:ext cx="1000620" cy="747622"/>
              </a:xfrm>
              <a:custGeom>
                <a:avLst/>
                <a:gdLst>
                  <a:gd name="connsiteX0" fmla="*/ 980085 w 1000620"/>
                  <a:gd name="connsiteY0" fmla="*/ 541472 h 747622"/>
                  <a:gd name="connsiteX1" fmla="*/ 147708 w 1000620"/>
                  <a:gd name="connsiteY1" fmla="*/ 7247 h 747622"/>
                  <a:gd name="connsiteX2" fmla="*/ 87098 w 1000620"/>
                  <a:gd name="connsiteY2" fmla="*/ 19444 h 747622"/>
                  <a:gd name="connsiteX3" fmla="*/ 86503 w 1000620"/>
                  <a:gd name="connsiteY3" fmla="*/ 20362 h 747622"/>
                  <a:gd name="connsiteX4" fmla="*/ 6938 w 1000620"/>
                  <a:gd name="connsiteY4" fmla="*/ 143645 h 747622"/>
                  <a:gd name="connsiteX5" fmla="*/ 20053 w 1000620"/>
                  <a:gd name="connsiteY5" fmla="*/ 204849 h 747622"/>
                  <a:gd name="connsiteX6" fmla="*/ 852430 w 1000620"/>
                  <a:gd name="connsiteY6" fmla="*/ 740823 h 747622"/>
                  <a:gd name="connsiteX7" fmla="*/ 913635 w 1000620"/>
                  <a:gd name="connsiteY7" fmla="*/ 726834 h 747622"/>
                  <a:gd name="connsiteX8" fmla="*/ 993200 w 1000620"/>
                  <a:gd name="connsiteY8" fmla="*/ 603551 h 747622"/>
                  <a:gd name="connsiteX9" fmla="*/ 980548 w 1000620"/>
                  <a:gd name="connsiteY9" fmla="*/ 541770 h 747622"/>
                  <a:gd name="connsiteX10" fmla="*/ 980085 w 1000620"/>
                  <a:gd name="connsiteY10" fmla="*/ 541472 h 747622"/>
                  <a:gd name="connsiteX11" fmla="*/ 119728 w 1000620"/>
                  <a:gd name="connsiteY11" fmla="*/ 206598 h 747622"/>
                  <a:gd name="connsiteX12" fmla="*/ 109341 w 1000620"/>
                  <a:gd name="connsiteY12" fmla="*/ 165862 h 747622"/>
                  <a:gd name="connsiteX13" fmla="*/ 110111 w 1000620"/>
                  <a:gd name="connsiteY13" fmla="*/ 164630 h 747622"/>
                  <a:gd name="connsiteX14" fmla="*/ 152193 w 1000620"/>
                  <a:gd name="connsiteY14" fmla="*/ 154531 h 747622"/>
                  <a:gd name="connsiteX15" fmla="*/ 152954 w 1000620"/>
                  <a:gd name="connsiteY15" fmla="*/ 155012 h 747622"/>
                  <a:gd name="connsiteX16" fmla="*/ 162134 w 1000620"/>
                  <a:gd name="connsiteY16" fmla="*/ 197417 h 747622"/>
                  <a:gd name="connsiteX17" fmla="*/ 119728 w 1000620"/>
                  <a:gd name="connsiteY17" fmla="*/ 206598 h 747622"/>
                  <a:gd name="connsiteX18" fmla="*/ 194048 w 1000620"/>
                  <a:gd name="connsiteY18" fmla="*/ 255561 h 747622"/>
                  <a:gd name="connsiteX19" fmla="*/ 183713 w 1000620"/>
                  <a:gd name="connsiteY19" fmla="*/ 212264 h 747622"/>
                  <a:gd name="connsiteX20" fmla="*/ 227011 w 1000620"/>
                  <a:gd name="connsiteY20" fmla="*/ 201929 h 747622"/>
                  <a:gd name="connsiteX21" fmla="*/ 237345 w 1000620"/>
                  <a:gd name="connsiteY21" fmla="*/ 245227 h 747622"/>
                  <a:gd name="connsiteX22" fmla="*/ 236891 w 1000620"/>
                  <a:gd name="connsiteY22" fmla="*/ 245944 h 747622"/>
                  <a:gd name="connsiteX23" fmla="*/ 194048 w 1000620"/>
                  <a:gd name="connsiteY23" fmla="*/ 255561 h 747622"/>
                  <a:gd name="connsiteX24" fmla="*/ 294598 w 1000620"/>
                  <a:gd name="connsiteY24" fmla="*/ 319388 h 747622"/>
                  <a:gd name="connsiteX25" fmla="*/ 285417 w 1000620"/>
                  <a:gd name="connsiteY25" fmla="*/ 276983 h 747622"/>
                  <a:gd name="connsiteX26" fmla="*/ 327823 w 1000620"/>
                  <a:gd name="connsiteY26" fmla="*/ 267802 h 747622"/>
                  <a:gd name="connsiteX27" fmla="*/ 337440 w 1000620"/>
                  <a:gd name="connsiteY27" fmla="*/ 310645 h 747622"/>
                  <a:gd name="connsiteX28" fmla="*/ 294598 w 1000620"/>
                  <a:gd name="connsiteY28" fmla="*/ 319388 h 747622"/>
                  <a:gd name="connsiteX29" fmla="*/ 360174 w 1000620"/>
                  <a:gd name="connsiteY29" fmla="*/ 257310 h 747622"/>
                  <a:gd name="connsiteX30" fmla="*/ 154702 w 1000620"/>
                  <a:gd name="connsiteY30" fmla="*/ 125284 h 747622"/>
                  <a:gd name="connsiteX31" fmla="*/ 147436 w 1000620"/>
                  <a:gd name="connsiteY31" fmla="*/ 83875 h 747622"/>
                  <a:gd name="connsiteX32" fmla="*/ 187053 w 1000620"/>
                  <a:gd name="connsiteY32" fmla="*/ 75446 h 747622"/>
                  <a:gd name="connsiteX33" fmla="*/ 394273 w 1000620"/>
                  <a:gd name="connsiteY33" fmla="*/ 207472 h 747622"/>
                  <a:gd name="connsiteX34" fmla="*/ 403961 w 1000620"/>
                  <a:gd name="connsiteY34" fmla="*/ 247106 h 747622"/>
                  <a:gd name="connsiteX35" fmla="*/ 403016 w 1000620"/>
                  <a:gd name="connsiteY35" fmla="*/ 248567 h 747622"/>
                  <a:gd name="connsiteX36" fmla="*/ 363750 w 1000620"/>
                  <a:gd name="connsiteY36" fmla="*/ 259679 h 747622"/>
                  <a:gd name="connsiteX37" fmla="*/ 360174 w 1000620"/>
                  <a:gd name="connsiteY37" fmla="*/ 257310 h 747622"/>
                  <a:gd name="connsiteX38" fmla="*/ 569142 w 1000620"/>
                  <a:gd name="connsiteY38" fmla="*/ 496006 h 747622"/>
                  <a:gd name="connsiteX39" fmla="*/ 362797 w 1000620"/>
                  <a:gd name="connsiteY39" fmla="*/ 363980 h 747622"/>
                  <a:gd name="connsiteX40" fmla="*/ 354053 w 1000620"/>
                  <a:gd name="connsiteY40" fmla="*/ 322886 h 747622"/>
                  <a:gd name="connsiteX41" fmla="*/ 393687 w 1000620"/>
                  <a:gd name="connsiteY41" fmla="*/ 313198 h 747622"/>
                  <a:gd name="connsiteX42" fmla="*/ 395148 w 1000620"/>
                  <a:gd name="connsiteY42" fmla="*/ 314143 h 747622"/>
                  <a:gd name="connsiteX43" fmla="*/ 601493 w 1000620"/>
                  <a:gd name="connsiteY43" fmla="*/ 444420 h 747622"/>
                  <a:gd name="connsiteX44" fmla="*/ 610237 w 1000620"/>
                  <a:gd name="connsiteY44" fmla="*/ 485514 h 747622"/>
                  <a:gd name="connsiteX45" fmla="*/ 569597 w 1000620"/>
                  <a:gd name="connsiteY45" fmla="*/ 496277 h 747622"/>
                  <a:gd name="connsiteX46" fmla="*/ 569142 w 1000620"/>
                  <a:gd name="connsiteY46" fmla="*/ 496006 h 747622"/>
                  <a:gd name="connsiteX47" fmla="*/ 849807 w 1000620"/>
                  <a:gd name="connsiteY47" fmla="*/ 676996 h 747622"/>
                  <a:gd name="connsiteX48" fmla="*/ 643462 w 1000620"/>
                  <a:gd name="connsiteY48" fmla="*/ 544095 h 747622"/>
                  <a:gd name="connsiteX49" fmla="*/ 636196 w 1000620"/>
                  <a:gd name="connsiteY49" fmla="*/ 502686 h 747622"/>
                  <a:gd name="connsiteX50" fmla="*/ 675813 w 1000620"/>
                  <a:gd name="connsiteY50" fmla="*/ 494258 h 747622"/>
                  <a:gd name="connsiteX51" fmla="*/ 882158 w 1000620"/>
                  <a:gd name="connsiteY51" fmla="*/ 627158 h 747622"/>
                  <a:gd name="connsiteX52" fmla="*/ 889424 w 1000620"/>
                  <a:gd name="connsiteY52" fmla="*/ 668567 h 747622"/>
                  <a:gd name="connsiteX53" fmla="*/ 849807 w 1000620"/>
                  <a:gd name="connsiteY53" fmla="*/ 676996 h 747622"/>
                  <a:gd name="connsiteX54" fmla="*/ 898770 w 1000620"/>
                  <a:gd name="connsiteY54" fmla="*/ 600928 h 747622"/>
                  <a:gd name="connsiteX55" fmla="*/ 692425 w 1000620"/>
                  <a:gd name="connsiteY55" fmla="*/ 468901 h 747622"/>
                  <a:gd name="connsiteX56" fmla="*/ 683681 w 1000620"/>
                  <a:gd name="connsiteY56" fmla="*/ 427807 h 747622"/>
                  <a:gd name="connsiteX57" fmla="*/ 723324 w 1000620"/>
                  <a:gd name="connsiteY57" fmla="*/ 418120 h 747622"/>
                  <a:gd name="connsiteX58" fmla="*/ 724776 w 1000620"/>
                  <a:gd name="connsiteY58" fmla="*/ 419064 h 747622"/>
                  <a:gd name="connsiteX59" fmla="*/ 931121 w 1000620"/>
                  <a:gd name="connsiteY59" fmla="*/ 551090 h 747622"/>
                  <a:gd name="connsiteX60" fmla="*/ 941342 w 1000620"/>
                  <a:gd name="connsiteY60" fmla="*/ 591870 h 747622"/>
                  <a:gd name="connsiteX61" fmla="*/ 900572 w 1000620"/>
                  <a:gd name="connsiteY61" fmla="*/ 602091 h 747622"/>
                  <a:gd name="connsiteX62" fmla="*/ 898770 w 1000620"/>
                  <a:gd name="connsiteY62" fmla="*/ 600928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000619" h="747622">
                    <a:moveTo>
                      <a:pt x="980085" y="541472"/>
                    </a:moveTo>
                    <a:lnTo>
                      <a:pt x="147708" y="7247"/>
                    </a:lnTo>
                    <a:cubicBezTo>
                      <a:pt x="127606" y="-6122"/>
                      <a:pt x="100467" y="-657"/>
                      <a:pt x="87098" y="19444"/>
                    </a:cubicBezTo>
                    <a:cubicBezTo>
                      <a:pt x="86897" y="19750"/>
                      <a:pt x="86696" y="20056"/>
                      <a:pt x="86503" y="20362"/>
                    </a:cubicBezTo>
                    <a:lnTo>
                      <a:pt x="6938" y="143645"/>
                    </a:lnTo>
                    <a:cubicBezTo>
                      <a:pt x="-6151" y="164201"/>
                      <a:pt x="-311" y="191463"/>
                      <a:pt x="20053" y="204849"/>
                    </a:cubicBezTo>
                    <a:lnTo>
                      <a:pt x="852430" y="740823"/>
                    </a:lnTo>
                    <a:cubicBezTo>
                      <a:pt x="873213" y="753746"/>
                      <a:pt x="900528" y="747503"/>
                      <a:pt x="913635" y="726834"/>
                    </a:cubicBezTo>
                    <a:lnTo>
                      <a:pt x="993200" y="603551"/>
                    </a:lnTo>
                    <a:cubicBezTo>
                      <a:pt x="1006761" y="582995"/>
                      <a:pt x="1001095" y="555339"/>
                      <a:pt x="980548" y="541770"/>
                    </a:cubicBezTo>
                    <a:cubicBezTo>
                      <a:pt x="980391" y="541673"/>
                      <a:pt x="980242" y="541568"/>
                      <a:pt x="980085" y="541472"/>
                    </a:cubicBezTo>
                    <a:close/>
                    <a:moveTo>
                      <a:pt x="119728" y="206598"/>
                    </a:moveTo>
                    <a:cubicBezTo>
                      <a:pt x="105608" y="198221"/>
                      <a:pt x="100956" y="179983"/>
                      <a:pt x="109341" y="165862"/>
                    </a:cubicBezTo>
                    <a:cubicBezTo>
                      <a:pt x="109586" y="165443"/>
                      <a:pt x="109839" y="165032"/>
                      <a:pt x="110111" y="164630"/>
                    </a:cubicBezTo>
                    <a:cubicBezTo>
                      <a:pt x="118942" y="150220"/>
                      <a:pt x="137784" y="145700"/>
                      <a:pt x="152193" y="154531"/>
                    </a:cubicBezTo>
                    <a:cubicBezTo>
                      <a:pt x="152446" y="154688"/>
                      <a:pt x="152700" y="154846"/>
                      <a:pt x="152954" y="155012"/>
                    </a:cubicBezTo>
                    <a:cubicBezTo>
                      <a:pt x="167197" y="164183"/>
                      <a:pt x="171306" y="183174"/>
                      <a:pt x="162134" y="197417"/>
                    </a:cubicBezTo>
                    <a:cubicBezTo>
                      <a:pt x="152962" y="211660"/>
                      <a:pt x="133971" y="215770"/>
                      <a:pt x="119728" y="206598"/>
                    </a:cubicBezTo>
                    <a:close/>
                    <a:moveTo>
                      <a:pt x="194048" y="255561"/>
                    </a:moveTo>
                    <a:cubicBezTo>
                      <a:pt x="179236" y="246459"/>
                      <a:pt x="174611" y="227075"/>
                      <a:pt x="183713" y="212264"/>
                    </a:cubicBezTo>
                    <a:cubicBezTo>
                      <a:pt x="192815" y="197452"/>
                      <a:pt x="212199" y="192827"/>
                      <a:pt x="227011" y="201929"/>
                    </a:cubicBezTo>
                    <a:cubicBezTo>
                      <a:pt x="241822" y="211031"/>
                      <a:pt x="246447" y="230415"/>
                      <a:pt x="237345" y="245227"/>
                    </a:cubicBezTo>
                    <a:cubicBezTo>
                      <a:pt x="237197" y="245463"/>
                      <a:pt x="237048" y="245708"/>
                      <a:pt x="236891" y="245944"/>
                    </a:cubicBezTo>
                    <a:cubicBezTo>
                      <a:pt x="227570" y="260222"/>
                      <a:pt x="208580" y="264488"/>
                      <a:pt x="194048" y="255561"/>
                    </a:cubicBezTo>
                    <a:close/>
                    <a:moveTo>
                      <a:pt x="294598" y="319388"/>
                    </a:moveTo>
                    <a:cubicBezTo>
                      <a:pt x="280355" y="310217"/>
                      <a:pt x="276245" y="291226"/>
                      <a:pt x="285417" y="276983"/>
                    </a:cubicBezTo>
                    <a:cubicBezTo>
                      <a:pt x="294589" y="262739"/>
                      <a:pt x="313580" y="258630"/>
                      <a:pt x="327823" y="267802"/>
                    </a:cubicBezTo>
                    <a:cubicBezTo>
                      <a:pt x="342101" y="277123"/>
                      <a:pt x="346368" y="296114"/>
                      <a:pt x="337440" y="310645"/>
                    </a:cubicBezTo>
                    <a:cubicBezTo>
                      <a:pt x="327840" y="324626"/>
                      <a:pt x="308902" y="328491"/>
                      <a:pt x="294598" y="319388"/>
                    </a:cubicBezTo>
                    <a:close/>
                    <a:moveTo>
                      <a:pt x="360174" y="257310"/>
                    </a:moveTo>
                    <a:lnTo>
                      <a:pt x="154702" y="125284"/>
                    </a:lnTo>
                    <a:cubicBezTo>
                      <a:pt x="141264" y="115850"/>
                      <a:pt x="138011" y="97313"/>
                      <a:pt x="147436" y="83875"/>
                    </a:cubicBezTo>
                    <a:cubicBezTo>
                      <a:pt x="156390" y="71118"/>
                      <a:pt x="173684" y="67437"/>
                      <a:pt x="187053" y="75446"/>
                    </a:cubicBezTo>
                    <a:lnTo>
                      <a:pt x="394273" y="207472"/>
                    </a:lnTo>
                    <a:cubicBezTo>
                      <a:pt x="407895" y="215743"/>
                      <a:pt x="412232" y="233493"/>
                      <a:pt x="403961" y="247106"/>
                    </a:cubicBezTo>
                    <a:cubicBezTo>
                      <a:pt x="403663" y="247605"/>
                      <a:pt x="403349" y="248094"/>
                      <a:pt x="403016" y="248567"/>
                    </a:cubicBezTo>
                    <a:cubicBezTo>
                      <a:pt x="395244" y="262477"/>
                      <a:pt x="377660" y="267452"/>
                      <a:pt x="363750" y="259679"/>
                    </a:cubicBezTo>
                    <a:cubicBezTo>
                      <a:pt x="362499" y="258980"/>
                      <a:pt x="361310" y="258184"/>
                      <a:pt x="360174" y="257310"/>
                    </a:cubicBezTo>
                    <a:close/>
                    <a:moveTo>
                      <a:pt x="569142" y="496006"/>
                    </a:moveTo>
                    <a:lnTo>
                      <a:pt x="362797" y="363980"/>
                    </a:lnTo>
                    <a:cubicBezTo>
                      <a:pt x="349043" y="355044"/>
                      <a:pt x="345135" y="336648"/>
                      <a:pt x="354053" y="322886"/>
                    </a:cubicBezTo>
                    <a:cubicBezTo>
                      <a:pt x="362324" y="309264"/>
                      <a:pt x="380074" y="304927"/>
                      <a:pt x="393687" y="313198"/>
                    </a:cubicBezTo>
                    <a:cubicBezTo>
                      <a:pt x="394186" y="313496"/>
                      <a:pt x="394675" y="313810"/>
                      <a:pt x="395148" y="314143"/>
                    </a:cubicBezTo>
                    <a:lnTo>
                      <a:pt x="601493" y="444420"/>
                    </a:lnTo>
                    <a:cubicBezTo>
                      <a:pt x="614835" y="453636"/>
                      <a:pt x="618674" y="471665"/>
                      <a:pt x="610237" y="485514"/>
                    </a:cubicBezTo>
                    <a:cubicBezTo>
                      <a:pt x="601983" y="499705"/>
                      <a:pt x="583788" y="504523"/>
                      <a:pt x="569597" y="496277"/>
                    </a:cubicBezTo>
                    <a:cubicBezTo>
                      <a:pt x="569440" y="496190"/>
                      <a:pt x="569291" y="496094"/>
                      <a:pt x="569142" y="496006"/>
                    </a:cubicBezTo>
                    <a:close/>
                    <a:moveTo>
                      <a:pt x="849807" y="676996"/>
                    </a:moveTo>
                    <a:lnTo>
                      <a:pt x="643462" y="544095"/>
                    </a:lnTo>
                    <a:cubicBezTo>
                      <a:pt x="630023" y="534670"/>
                      <a:pt x="626771" y="516125"/>
                      <a:pt x="636196" y="502686"/>
                    </a:cubicBezTo>
                    <a:cubicBezTo>
                      <a:pt x="645149" y="489930"/>
                      <a:pt x="662444" y="486249"/>
                      <a:pt x="675813" y="494258"/>
                    </a:cubicBezTo>
                    <a:lnTo>
                      <a:pt x="882158" y="627158"/>
                    </a:lnTo>
                    <a:cubicBezTo>
                      <a:pt x="895597" y="636584"/>
                      <a:pt x="898849" y="655128"/>
                      <a:pt x="889424" y="668567"/>
                    </a:cubicBezTo>
                    <a:cubicBezTo>
                      <a:pt x="880471" y="681324"/>
                      <a:pt x="863176" y="685005"/>
                      <a:pt x="849807" y="676996"/>
                    </a:cubicBezTo>
                    <a:close/>
                    <a:moveTo>
                      <a:pt x="898770" y="600928"/>
                    </a:moveTo>
                    <a:lnTo>
                      <a:pt x="692425" y="468901"/>
                    </a:lnTo>
                    <a:cubicBezTo>
                      <a:pt x="679083" y="459686"/>
                      <a:pt x="675244" y="441657"/>
                      <a:pt x="683681" y="427807"/>
                    </a:cubicBezTo>
                    <a:cubicBezTo>
                      <a:pt x="691953" y="414185"/>
                      <a:pt x="709702" y="409848"/>
                      <a:pt x="723324" y="418120"/>
                    </a:cubicBezTo>
                    <a:cubicBezTo>
                      <a:pt x="723814" y="418417"/>
                      <a:pt x="724303" y="418732"/>
                      <a:pt x="724776" y="419064"/>
                    </a:cubicBezTo>
                    <a:lnTo>
                      <a:pt x="931121" y="551090"/>
                    </a:lnTo>
                    <a:cubicBezTo>
                      <a:pt x="945207" y="559527"/>
                      <a:pt x="949780" y="577784"/>
                      <a:pt x="941342" y="591870"/>
                    </a:cubicBezTo>
                    <a:cubicBezTo>
                      <a:pt x="932905" y="605956"/>
                      <a:pt x="914649" y="610528"/>
                      <a:pt x="900572" y="602091"/>
                    </a:cubicBezTo>
                    <a:cubicBezTo>
                      <a:pt x="899951" y="601724"/>
                      <a:pt x="899357" y="601339"/>
                      <a:pt x="898770" y="600928"/>
                    </a:cubicBezTo>
                    <a:close/>
                  </a:path>
                </a:pathLst>
              </a:custGeom>
              <a:gradFill>
                <a:gsLst>
                  <a:gs pos="0">
                    <a:srgbClr val="FFFFFF"/>
                  </a:gs>
                  <a:gs pos="50000">
                    <a:srgbClr val="7F7F7F"/>
                  </a:gs>
                  <a:gs pos="100000">
                    <a:srgbClr val="000000"/>
                  </a:gs>
                </a:gsLst>
                <a:lin ang="2155083" scaled="1"/>
              </a:gradFill>
              <a:ln w="87213" cap="flat">
                <a:noFill/>
                <a:prstDash val="solid"/>
                <a:miter/>
              </a:ln>
            </p:spPr>
            <p:txBody>
              <a:bodyPr rtlCol="0" anchor="ctr"/>
              <a:lstStyle/>
              <a:p>
                <a:endParaRPr lang="en-IN" dirty="0"/>
              </a:p>
            </p:txBody>
          </p:sp>
          <p:sp>
            <p:nvSpPr>
              <p:cNvPr id="2101" name="Freeform: Shape 2100">
                <a:extLst>
                  <a:ext uri="{FF2B5EF4-FFF2-40B4-BE49-F238E27FC236}">
                    <a16:creationId xmlns:a16="http://schemas.microsoft.com/office/drawing/2014/main" id="{C961BD37-AC90-4098-0834-E14B8B7AD0E5}"/>
                  </a:ext>
                </a:extLst>
              </p:cNvPr>
              <p:cNvSpPr/>
              <p:nvPr/>
            </p:nvSpPr>
            <p:spPr>
              <a:xfrm>
                <a:off x="1223382" y="3363266"/>
                <a:ext cx="768794" cy="598927"/>
              </a:xfrm>
              <a:custGeom>
                <a:avLst/>
                <a:gdLst>
                  <a:gd name="connsiteX0" fmla="*/ 768750 w 768794"/>
                  <a:gd name="connsiteY0" fmla="*/ 598857 h 598927"/>
                  <a:gd name="connsiteX1" fmla="*/ 648090 w 768794"/>
                  <a:gd name="connsiteY1" fmla="*/ 526286 h 598927"/>
                  <a:gd name="connsiteX2" fmla="*/ 380540 w 768794"/>
                  <a:gd name="connsiteY2" fmla="*/ 351417 h 598927"/>
                  <a:gd name="connsiteX3" fmla="*/ 110367 w 768794"/>
                  <a:gd name="connsiteY3" fmla="*/ 140699 h 598927"/>
                  <a:gd name="connsiteX4" fmla="*/ 40420 w 768794"/>
                  <a:gd name="connsiteY4" fmla="*/ 69878 h 598927"/>
                  <a:gd name="connsiteX5" fmla="*/ 2823 w 768794"/>
                  <a:gd name="connsiteY5" fmla="*/ 17417 h 598927"/>
                  <a:gd name="connsiteX6" fmla="*/ 46540 w 768794"/>
                  <a:gd name="connsiteY6" fmla="*/ 17417 h 598927"/>
                  <a:gd name="connsiteX7" fmla="*/ 145341 w 768794"/>
                  <a:gd name="connsiteY7" fmla="*/ 95234 h 598927"/>
                  <a:gd name="connsiteX8" fmla="*/ 258132 w 768794"/>
                  <a:gd name="connsiteY8" fmla="*/ 173051 h 598927"/>
                  <a:gd name="connsiteX9" fmla="*/ 310592 w 768794"/>
                  <a:gd name="connsiteY9" fmla="*/ 206275 h 598927"/>
                  <a:gd name="connsiteX10" fmla="*/ 376168 w 768794"/>
                  <a:gd name="connsiteY10" fmla="*/ 206275 h 598927"/>
                  <a:gd name="connsiteX11" fmla="*/ 396278 w 768794"/>
                  <a:gd name="connsiteY11" fmla="*/ 216768 h 598927"/>
                  <a:gd name="connsiteX12" fmla="*/ 469723 w 768794"/>
                  <a:gd name="connsiteY12" fmla="*/ 269228 h 598927"/>
                  <a:gd name="connsiteX13" fmla="*/ 747765 w 768794"/>
                  <a:gd name="connsiteY13" fmla="*/ 566506 h 59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8794" h="598927">
                    <a:moveTo>
                      <a:pt x="768750" y="598857"/>
                    </a:moveTo>
                    <a:cubicBezTo>
                      <a:pt x="727656" y="576124"/>
                      <a:pt x="687436" y="551642"/>
                      <a:pt x="648090" y="526286"/>
                    </a:cubicBezTo>
                    <a:cubicBezTo>
                      <a:pt x="560655" y="471202"/>
                      <a:pt x="467975" y="413496"/>
                      <a:pt x="380540" y="351417"/>
                    </a:cubicBezTo>
                    <a:cubicBezTo>
                      <a:pt x="285595" y="287677"/>
                      <a:pt x="195310" y="217257"/>
                      <a:pt x="110367" y="140699"/>
                    </a:cubicBezTo>
                    <a:cubicBezTo>
                      <a:pt x="85649" y="118517"/>
                      <a:pt x="62287" y="94866"/>
                      <a:pt x="40420" y="69878"/>
                    </a:cubicBezTo>
                    <a:cubicBezTo>
                      <a:pt x="25389" y="54323"/>
                      <a:pt x="12720" y="36644"/>
                      <a:pt x="2823" y="17417"/>
                    </a:cubicBezTo>
                    <a:cubicBezTo>
                      <a:pt x="-12041" y="-21929"/>
                      <a:pt x="35173" y="17417"/>
                      <a:pt x="46540" y="17417"/>
                    </a:cubicBezTo>
                    <a:cubicBezTo>
                      <a:pt x="80806" y="41619"/>
                      <a:pt x="113786" y="67596"/>
                      <a:pt x="145341" y="95234"/>
                    </a:cubicBezTo>
                    <a:cubicBezTo>
                      <a:pt x="181189" y="123213"/>
                      <a:pt x="219660" y="148569"/>
                      <a:pt x="258132" y="173051"/>
                    </a:cubicBezTo>
                    <a:cubicBezTo>
                      <a:pt x="274543" y="185746"/>
                      <a:pt x="292100" y="196868"/>
                      <a:pt x="310592" y="206275"/>
                    </a:cubicBezTo>
                    <a:cubicBezTo>
                      <a:pt x="331577" y="214145"/>
                      <a:pt x="354310" y="201030"/>
                      <a:pt x="376168" y="206275"/>
                    </a:cubicBezTo>
                    <a:cubicBezTo>
                      <a:pt x="383137" y="209249"/>
                      <a:pt x="389861" y="212755"/>
                      <a:pt x="396278" y="216768"/>
                    </a:cubicBezTo>
                    <a:cubicBezTo>
                      <a:pt x="422133" y="232244"/>
                      <a:pt x="446702" y="249783"/>
                      <a:pt x="469723" y="269228"/>
                    </a:cubicBezTo>
                    <a:cubicBezTo>
                      <a:pt x="573193" y="357651"/>
                      <a:pt x="666460" y="457362"/>
                      <a:pt x="747765" y="566506"/>
                    </a:cubicBezTo>
                    <a:close/>
                  </a:path>
                </a:pathLst>
              </a:custGeom>
              <a:gradFill>
                <a:gsLst>
                  <a:gs pos="0">
                    <a:srgbClr val="999999"/>
                  </a:gs>
                  <a:gs pos="18000">
                    <a:srgbClr val="999999">
                      <a:alpha val="97647"/>
                    </a:srgbClr>
                  </a:gs>
                  <a:gs pos="34000">
                    <a:srgbClr val="989898">
                      <a:alpha val="90980"/>
                    </a:srgbClr>
                  </a:gs>
                  <a:gs pos="50000">
                    <a:srgbClr val="979797">
                      <a:alpha val="78824"/>
                    </a:srgbClr>
                  </a:gs>
                  <a:gs pos="64000">
                    <a:srgbClr val="969696">
                      <a:alpha val="61961"/>
                    </a:srgbClr>
                  </a:gs>
                  <a:gs pos="79000">
                    <a:srgbClr val="949494">
                      <a:alpha val="40784"/>
                    </a:srgbClr>
                  </a:gs>
                  <a:gs pos="93000">
                    <a:srgbClr val="929292">
                      <a:alpha val="14902"/>
                    </a:srgbClr>
                  </a:gs>
                  <a:gs pos="100000">
                    <a:srgbClr val="919191">
                      <a:alpha val="0"/>
                    </a:srgbClr>
                  </a:gs>
                </a:gsLst>
                <a:lin ang="3132029" scaled="1"/>
              </a:gradFill>
              <a:ln w="87213" cap="flat">
                <a:noFill/>
                <a:prstDash val="solid"/>
                <a:miter/>
              </a:ln>
            </p:spPr>
            <p:txBody>
              <a:bodyPr rtlCol="0" anchor="ctr"/>
              <a:lstStyle/>
              <a:p>
                <a:endParaRPr lang="en-IN" dirty="0"/>
              </a:p>
            </p:txBody>
          </p:sp>
          <p:sp>
            <p:nvSpPr>
              <p:cNvPr id="2102" name="Freeform: Shape 2101">
                <a:extLst>
                  <a:ext uri="{FF2B5EF4-FFF2-40B4-BE49-F238E27FC236}">
                    <a16:creationId xmlns:a16="http://schemas.microsoft.com/office/drawing/2014/main" id="{609115A5-4AB7-A67A-14FE-030CB9CFC5B0}"/>
                  </a:ext>
                </a:extLst>
              </p:cNvPr>
              <p:cNvSpPr/>
              <p:nvPr/>
            </p:nvSpPr>
            <p:spPr>
              <a:xfrm>
                <a:off x="2008788" y="3316052"/>
                <a:ext cx="411816" cy="667253"/>
              </a:xfrm>
              <a:custGeom>
                <a:avLst/>
                <a:gdLst>
                  <a:gd name="connsiteX0" fmla="*/ 411773 w 411816"/>
                  <a:gd name="connsiteY0" fmla="*/ -70 h 667253"/>
                  <a:gd name="connsiteX1" fmla="*/ 76024 w 411816"/>
                  <a:gd name="connsiteY1" fmla="*/ 420490 h 667253"/>
                  <a:gd name="connsiteX2" fmla="*/ 60286 w 411816"/>
                  <a:gd name="connsiteY2" fmla="*/ 461584 h 667253"/>
                  <a:gd name="connsiteX3" fmla="*/ 21814 w 411816"/>
                  <a:gd name="connsiteY3" fmla="*/ 572626 h 667253"/>
                  <a:gd name="connsiteX4" fmla="*/ -44 w 411816"/>
                  <a:gd name="connsiteY4" fmla="*/ 660061 h 667253"/>
                  <a:gd name="connsiteX5" fmla="*/ 11322 w 411816"/>
                  <a:gd name="connsiteY5" fmla="*/ 667056 h 667253"/>
                  <a:gd name="connsiteX6" fmla="*/ 11322 w 411816"/>
                  <a:gd name="connsiteY6" fmla="*/ 645197 h 667253"/>
                  <a:gd name="connsiteX7" fmla="*/ 24437 w 411816"/>
                  <a:gd name="connsiteY7" fmla="*/ 597982 h 667253"/>
                  <a:gd name="connsiteX8" fmla="*/ 62909 w 411816"/>
                  <a:gd name="connsiteY8" fmla="*/ 484317 h 667253"/>
                  <a:gd name="connsiteX9" fmla="*/ 104877 w 411816"/>
                  <a:gd name="connsiteY9" fmla="*/ 379396 h 667253"/>
                  <a:gd name="connsiteX10" fmla="*/ 147720 w 411816"/>
                  <a:gd name="connsiteY10" fmla="*/ 297207 h 667253"/>
                  <a:gd name="connsiteX11" fmla="*/ 192312 w 411816"/>
                  <a:gd name="connsiteY11" fmla="*/ 222888 h 667253"/>
                  <a:gd name="connsiteX12" fmla="*/ 237778 w 411816"/>
                  <a:gd name="connsiteY12" fmla="*/ 159935 h 667253"/>
                  <a:gd name="connsiteX13" fmla="*/ 354066 w 411816"/>
                  <a:gd name="connsiteY13" fmla="*/ 38401 h 667253"/>
                  <a:gd name="connsiteX14" fmla="*/ 411773 w 411816"/>
                  <a:gd name="connsiteY14" fmla="*/ -70 h 66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815" h="667253">
                    <a:moveTo>
                      <a:pt x="411773" y="-70"/>
                    </a:moveTo>
                    <a:cubicBezTo>
                      <a:pt x="256244" y="98923"/>
                      <a:pt x="138111" y="246897"/>
                      <a:pt x="76024" y="420490"/>
                    </a:cubicBezTo>
                    <a:lnTo>
                      <a:pt x="60286" y="461584"/>
                    </a:lnTo>
                    <a:cubicBezTo>
                      <a:pt x="47171" y="498307"/>
                      <a:pt x="34055" y="535029"/>
                      <a:pt x="21814" y="572626"/>
                    </a:cubicBezTo>
                    <a:cubicBezTo>
                      <a:pt x="9539" y="600290"/>
                      <a:pt x="2142" y="629870"/>
                      <a:pt x="-44" y="660061"/>
                    </a:cubicBezTo>
                    <a:cubicBezTo>
                      <a:pt x="-44" y="660061"/>
                      <a:pt x="11322" y="665307"/>
                      <a:pt x="11322" y="667056"/>
                    </a:cubicBezTo>
                    <a:cubicBezTo>
                      <a:pt x="11322" y="668804"/>
                      <a:pt x="11322" y="652192"/>
                      <a:pt x="11322" y="645197"/>
                    </a:cubicBezTo>
                    <a:cubicBezTo>
                      <a:pt x="11322" y="638202"/>
                      <a:pt x="20066" y="613720"/>
                      <a:pt x="24437" y="597982"/>
                    </a:cubicBezTo>
                    <a:cubicBezTo>
                      <a:pt x="35804" y="559511"/>
                      <a:pt x="49794" y="521914"/>
                      <a:pt x="62909" y="484317"/>
                    </a:cubicBezTo>
                    <a:cubicBezTo>
                      <a:pt x="74651" y="448486"/>
                      <a:pt x="88667" y="413442"/>
                      <a:pt x="104877" y="379396"/>
                    </a:cubicBezTo>
                    <a:cubicBezTo>
                      <a:pt x="117992" y="351417"/>
                      <a:pt x="134605" y="325186"/>
                      <a:pt x="147720" y="297207"/>
                    </a:cubicBezTo>
                    <a:cubicBezTo>
                      <a:pt x="159839" y="270890"/>
                      <a:pt x="174790" y="245970"/>
                      <a:pt x="192312" y="222888"/>
                    </a:cubicBezTo>
                    <a:cubicBezTo>
                      <a:pt x="208050" y="201904"/>
                      <a:pt x="222040" y="179170"/>
                      <a:pt x="237778" y="159935"/>
                    </a:cubicBezTo>
                    <a:cubicBezTo>
                      <a:pt x="272664" y="115885"/>
                      <a:pt x="311599" y="75193"/>
                      <a:pt x="354066" y="38401"/>
                    </a:cubicBezTo>
                    <a:cubicBezTo>
                      <a:pt x="372226" y="24035"/>
                      <a:pt x="391523" y="11165"/>
                      <a:pt x="411773" y="-70"/>
                    </a:cubicBezTo>
                    <a:close/>
                  </a:path>
                </a:pathLst>
              </a:custGeom>
              <a:solidFill>
                <a:srgbClr val="FFFFFF">
                  <a:alpha val="20000"/>
                </a:srgbClr>
              </a:solidFill>
              <a:ln w="87213" cap="flat">
                <a:noFill/>
                <a:prstDash val="solid"/>
                <a:miter/>
              </a:ln>
            </p:spPr>
            <p:txBody>
              <a:bodyPr rtlCol="0" anchor="ctr"/>
              <a:lstStyle/>
              <a:p>
                <a:endParaRPr lang="en-IN" dirty="0"/>
              </a:p>
            </p:txBody>
          </p:sp>
          <p:sp>
            <p:nvSpPr>
              <p:cNvPr id="2103" name="Freeform: Shape 2102">
                <a:extLst>
                  <a:ext uri="{FF2B5EF4-FFF2-40B4-BE49-F238E27FC236}">
                    <a16:creationId xmlns:a16="http://schemas.microsoft.com/office/drawing/2014/main" id="{229C7A67-F950-E30F-3024-FA481A5F8458}"/>
                  </a:ext>
                </a:extLst>
              </p:cNvPr>
              <p:cNvSpPr/>
              <p:nvPr/>
            </p:nvSpPr>
            <p:spPr>
              <a:xfrm>
                <a:off x="3180411" y="4919602"/>
                <a:ext cx="253560" cy="354984"/>
              </a:xfrm>
              <a:custGeom>
                <a:avLst/>
                <a:gdLst>
                  <a:gd name="connsiteX0" fmla="*/ 253516 w 253560"/>
                  <a:gd name="connsiteY0" fmla="*/ -70 h 354984"/>
                  <a:gd name="connsiteX1" fmla="*/ -44 w 253560"/>
                  <a:gd name="connsiteY1" fmla="*/ 349668 h 354984"/>
                  <a:gd name="connsiteX2" fmla="*/ 16569 w 253560"/>
                  <a:gd name="connsiteY2" fmla="*/ 354914 h 354984"/>
                  <a:gd name="connsiteX3" fmla="*/ 253516 w 253560"/>
                  <a:gd name="connsiteY3" fmla="*/ -70 h 354984"/>
                </a:gdLst>
                <a:ahLst/>
                <a:cxnLst>
                  <a:cxn ang="0">
                    <a:pos x="connsiteX0" y="connsiteY0"/>
                  </a:cxn>
                  <a:cxn ang="0">
                    <a:pos x="connsiteX1" y="connsiteY1"/>
                  </a:cxn>
                  <a:cxn ang="0">
                    <a:pos x="connsiteX2" y="connsiteY2"/>
                  </a:cxn>
                  <a:cxn ang="0">
                    <a:pos x="connsiteX3" y="connsiteY3"/>
                  </a:cxn>
                </a:cxnLst>
                <a:rect l="l" t="t" r="r" b="b"/>
                <a:pathLst>
                  <a:path w="253559" h="354984">
                    <a:moveTo>
                      <a:pt x="253516" y="-70"/>
                    </a:moveTo>
                    <a:cubicBezTo>
                      <a:pt x="179503" y="123772"/>
                      <a:pt x="94648" y="240812"/>
                      <a:pt x="-44" y="349668"/>
                    </a:cubicBezTo>
                    <a:lnTo>
                      <a:pt x="16569" y="354914"/>
                    </a:lnTo>
                    <a:cubicBezTo>
                      <a:pt x="107369" y="244922"/>
                      <a:pt x="186760" y="125975"/>
                      <a:pt x="253516" y="-70"/>
                    </a:cubicBezTo>
                    <a:close/>
                  </a:path>
                </a:pathLst>
              </a:custGeom>
              <a:solidFill>
                <a:schemeClr val="accent3"/>
              </a:solidFill>
              <a:ln w="87213" cap="flat">
                <a:noFill/>
                <a:prstDash val="solid"/>
                <a:miter/>
              </a:ln>
            </p:spPr>
            <p:txBody>
              <a:bodyPr rtlCol="0" anchor="ctr"/>
              <a:lstStyle/>
              <a:p>
                <a:endParaRPr lang="en-IN" dirty="0"/>
              </a:p>
            </p:txBody>
          </p:sp>
          <p:grpSp>
            <p:nvGrpSpPr>
              <p:cNvPr id="2104" name="Graphic 15">
                <a:extLst>
                  <a:ext uri="{FF2B5EF4-FFF2-40B4-BE49-F238E27FC236}">
                    <a16:creationId xmlns:a16="http://schemas.microsoft.com/office/drawing/2014/main" id="{A00EE5EB-A82A-FF29-7C10-BBC20FCC93BB}"/>
                  </a:ext>
                </a:extLst>
              </p:cNvPr>
              <p:cNvGrpSpPr/>
              <p:nvPr/>
            </p:nvGrpSpPr>
            <p:grpSpPr>
              <a:xfrm>
                <a:off x="2367359" y="3860892"/>
                <a:ext cx="290253" cy="284813"/>
                <a:chOff x="2367359" y="3860892"/>
                <a:chExt cx="290253" cy="284813"/>
              </a:xfrm>
            </p:grpSpPr>
            <p:sp>
              <p:nvSpPr>
                <p:cNvPr id="2105" name="Freeform: Shape 2104">
                  <a:extLst>
                    <a:ext uri="{FF2B5EF4-FFF2-40B4-BE49-F238E27FC236}">
                      <a16:creationId xmlns:a16="http://schemas.microsoft.com/office/drawing/2014/main" id="{B14397AA-196A-2C3B-6892-ED8E7DE0B736}"/>
                    </a:ext>
                  </a:extLst>
                </p:cNvPr>
                <p:cNvSpPr/>
                <p:nvPr/>
              </p:nvSpPr>
              <p:spPr>
                <a:xfrm>
                  <a:off x="2367359" y="3860892"/>
                  <a:ext cx="290253" cy="284813"/>
                </a:xfrm>
                <a:custGeom>
                  <a:avLst/>
                  <a:gdLst>
                    <a:gd name="connsiteX0" fmla="*/ 218453 w 290253"/>
                    <a:gd name="connsiteY0" fmla="*/ 23415 h 284813"/>
                    <a:gd name="connsiteX1" fmla="*/ 286652 w 290253"/>
                    <a:gd name="connsiteY1" fmla="*/ 110849 h 284813"/>
                    <a:gd name="connsiteX2" fmla="*/ 280532 w 290253"/>
                    <a:gd name="connsiteY2" fmla="*/ 189540 h 284813"/>
                    <a:gd name="connsiteX3" fmla="*/ 193097 w 290253"/>
                    <a:gd name="connsiteY3" fmla="*/ 276974 h 284813"/>
                    <a:gd name="connsiteX4" fmla="*/ 91672 w 290253"/>
                    <a:gd name="connsiteY4" fmla="*/ 271728 h 284813"/>
                    <a:gd name="connsiteX5" fmla="*/ 12107 w 290253"/>
                    <a:gd name="connsiteY5" fmla="*/ 193037 h 284813"/>
                    <a:gd name="connsiteX6" fmla="*/ 12107 w 290253"/>
                    <a:gd name="connsiteY6" fmla="*/ 85493 h 284813"/>
                    <a:gd name="connsiteX7" fmla="*/ 77683 w 290253"/>
                    <a:gd name="connsiteY7" fmla="*/ 14671 h 284813"/>
                    <a:gd name="connsiteX8" fmla="*/ 187851 w 290253"/>
                    <a:gd name="connsiteY8" fmla="*/ 9425 h 284813"/>
                    <a:gd name="connsiteX9" fmla="*/ 218453 w 290253"/>
                    <a:gd name="connsiteY9" fmla="*/ 23415 h 28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0253" h="284813">
                      <a:moveTo>
                        <a:pt x="218453" y="23415"/>
                      </a:moveTo>
                      <a:cubicBezTo>
                        <a:pt x="251739" y="42528"/>
                        <a:pt x="276212" y="73917"/>
                        <a:pt x="286652" y="110849"/>
                      </a:cubicBezTo>
                      <a:cubicBezTo>
                        <a:pt x="292973" y="137070"/>
                        <a:pt x="290831" y="164613"/>
                        <a:pt x="280532" y="189540"/>
                      </a:cubicBezTo>
                      <a:cubicBezTo>
                        <a:pt x="266786" y="230827"/>
                        <a:pt x="234383" y="263230"/>
                        <a:pt x="193097" y="276974"/>
                      </a:cubicBezTo>
                      <a:cubicBezTo>
                        <a:pt x="159959" y="288918"/>
                        <a:pt x="123403" y="287030"/>
                        <a:pt x="91672" y="271728"/>
                      </a:cubicBezTo>
                      <a:cubicBezTo>
                        <a:pt x="55755" y="257110"/>
                        <a:pt x="27128" y="228790"/>
                        <a:pt x="12107" y="193037"/>
                      </a:cubicBezTo>
                      <a:cubicBezTo>
                        <a:pt x="-4095" y="159025"/>
                        <a:pt x="-4095" y="119514"/>
                        <a:pt x="12107" y="85493"/>
                      </a:cubicBezTo>
                      <a:cubicBezTo>
                        <a:pt x="25126" y="55013"/>
                        <a:pt x="48296" y="29989"/>
                        <a:pt x="77683" y="14671"/>
                      </a:cubicBezTo>
                      <a:cubicBezTo>
                        <a:pt x="111914" y="-2956"/>
                        <a:pt x="152099" y="-4862"/>
                        <a:pt x="187851" y="9425"/>
                      </a:cubicBezTo>
                      <a:cubicBezTo>
                        <a:pt x="198859" y="12065"/>
                        <a:pt x="209255" y="16813"/>
                        <a:pt x="218453" y="23415"/>
                      </a:cubicBezTo>
                      <a:close/>
                    </a:path>
                  </a:pathLst>
                </a:custGeom>
                <a:solidFill>
                  <a:srgbClr val="FDFDFD"/>
                </a:solidFill>
                <a:ln w="87213" cap="flat">
                  <a:noFill/>
                  <a:prstDash val="solid"/>
                  <a:miter/>
                </a:ln>
              </p:spPr>
              <p:txBody>
                <a:bodyPr rtlCol="0" anchor="ctr"/>
                <a:lstStyle/>
                <a:p>
                  <a:endParaRPr lang="en-IN" dirty="0"/>
                </a:p>
              </p:txBody>
            </p:sp>
            <p:sp>
              <p:nvSpPr>
                <p:cNvPr id="2106" name="Freeform: Shape 2105">
                  <a:extLst>
                    <a:ext uri="{FF2B5EF4-FFF2-40B4-BE49-F238E27FC236}">
                      <a16:creationId xmlns:a16="http://schemas.microsoft.com/office/drawing/2014/main" id="{83E5D534-54E8-3117-6B96-A460B7183764}"/>
                    </a:ext>
                  </a:extLst>
                </p:cNvPr>
                <p:cNvSpPr/>
                <p:nvPr/>
              </p:nvSpPr>
              <p:spPr>
                <a:xfrm>
                  <a:off x="2378995" y="3873784"/>
                  <a:ext cx="255342" cy="256349"/>
                </a:xfrm>
                <a:custGeom>
                  <a:avLst/>
                  <a:gdLst>
                    <a:gd name="connsiteX0" fmla="*/ 21455 w 255342"/>
                    <a:gd name="connsiteY0" fmla="*/ 57737 h 256349"/>
                    <a:gd name="connsiteX1" fmla="*/ 194104 w 255342"/>
                    <a:gd name="connsiteY1" fmla="*/ 19563 h 256349"/>
                    <a:gd name="connsiteX2" fmla="*/ 196325 w 255342"/>
                    <a:gd name="connsiteY2" fmla="*/ 21014 h 256349"/>
                    <a:gd name="connsiteX3" fmla="*/ 235224 w 255342"/>
                    <a:gd name="connsiteY3" fmla="*/ 197300 h 256349"/>
                    <a:gd name="connsiteX4" fmla="*/ 58930 w 255342"/>
                    <a:gd name="connsiteY4" fmla="*/ 236199 h 256349"/>
                    <a:gd name="connsiteX5" fmla="*/ 20030 w 255342"/>
                    <a:gd name="connsiteY5" fmla="*/ 59914 h 256349"/>
                    <a:gd name="connsiteX6" fmla="*/ 21455 w 255342"/>
                    <a:gd name="connsiteY6" fmla="*/ 57737 h 25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2" h="256349">
                      <a:moveTo>
                        <a:pt x="21455" y="57737"/>
                      </a:moveTo>
                      <a:cubicBezTo>
                        <a:pt x="58589" y="-477"/>
                        <a:pt x="135890" y="-17571"/>
                        <a:pt x="194104" y="19563"/>
                      </a:cubicBezTo>
                      <a:cubicBezTo>
                        <a:pt x="194856" y="20044"/>
                        <a:pt x="195590" y="20525"/>
                        <a:pt x="196325" y="21014"/>
                      </a:cubicBezTo>
                      <a:cubicBezTo>
                        <a:pt x="255745" y="58952"/>
                        <a:pt x="273162" y="137879"/>
                        <a:pt x="235224" y="197300"/>
                      </a:cubicBezTo>
                      <a:cubicBezTo>
                        <a:pt x="197286" y="256729"/>
                        <a:pt x="118359" y="274146"/>
                        <a:pt x="58930" y="236199"/>
                      </a:cubicBezTo>
                      <a:cubicBezTo>
                        <a:pt x="-491" y="198261"/>
                        <a:pt x="-17908" y="119335"/>
                        <a:pt x="20030" y="59914"/>
                      </a:cubicBezTo>
                      <a:cubicBezTo>
                        <a:pt x="20502" y="59179"/>
                        <a:pt x="20974" y="58454"/>
                        <a:pt x="21455" y="57737"/>
                      </a:cubicBezTo>
                      <a:close/>
                    </a:path>
                  </a:pathLst>
                </a:custGeom>
                <a:solidFill>
                  <a:srgbClr val="FBFBFC"/>
                </a:solidFill>
                <a:ln w="87213" cap="flat">
                  <a:noFill/>
                  <a:prstDash val="solid"/>
                  <a:miter/>
                </a:ln>
              </p:spPr>
              <p:txBody>
                <a:bodyPr rtlCol="0" anchor="ctr"/>
                <a:lstStyle/>
                <a:p>
                  <a:endParaRPr lang="en-IN" dirty="0"/>
                </a:p>
              </p:txBody>
            </p:sp>
            <p:sp>
              <p:nvSpPr>
                <p:cNvPr id="2107" name="Freeform: Shape 2106">
                  <a:extLst>
                    <a:ext uri="{FF2B5EF4-FFF2-40B4-BE49-F238E27FC236}">
                      <a16:creationId xmlns:a16="http://schemas.microsoft.com/office/drawing/2014/main" id="{F7ED38EF-3930-420C-1610-665493B95709}"/>
                    </a:ext>
                  </a:extLst>
                </p:cNvPr>
                <p:cNvSpPr/>
                <p:nvPr/>
              </p:nvSpPr>
              <p:spPr>
                <a:xfrm>
                  <a:off x="2392820" y="3880400"/>
                  <a:ext cx="246583" cy="246587"/>
                </a:xfrm>
                <a:custGeom>
                  <a:avLst/>
                  <a:gdLst>
                    <a:gd name="connsiteX0" fmla="*/ 226217 w 246583"/>
                    <a:gd name="connsiteY0" fmla="*/ 191016 h 246587"/>
                    <a:gd name="connsiteX1" fmla="*/ 55457 w 246583"/>
                    <a:gd name="connsiteY1" fmla="*/ 226191 h 246587"/>
                    <a:gd name="connsiteX2" fmla="*/ 51348 w 246583"/>
                    <a:gd name="connsiteY2" fmla="*/ 223367 h 246587"/>
                    <a:gd name="connsiteX3" fmla="*/ 23106 w 246583"/>
                    <a:gd name="connsiteY3" fmla="*/ 51322 h 246587"/>
                    <a:gd name="connsiteX4" fmla="*/ 195151 w 246583"/>
                    <a:gd name="connsiteY4" fmla="*/ 23081 h 246587"/>
                    <a:gd name="connsiteX5" fmla="*/ 226217 w 246583"/>
                    <a:gd name="connsiteY5" fmla="*/ 191016 h 24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83" h="246587">
                      <a:moveTo>
                        <a:pt x="226217" y="191016"/>
                      </a:moveTo>
                      <a:cubicBezTo>
                        <a:pt x="188777" y="247883"/>
                        <a:pt x="112325" y="263630"/>
                        <a:pt x="55457" y="226191"/>
                      </a:cubicBezTo>
                      <a:cubicBezTo>
                        <a:pt x="54067" y="225273"/>
                        <a:pt x="52694" y="224337"/>
                        <a:pt x="51348" y="223367"/>
                      </a:cubicBezTo>
                      <a:cubicBezTo>
                        <a:pt x="-3963" y="183654"/>
                        <a:pt x="-16606" y="106633"/>
                        <a:pt x="23106" y="51322"/>
                      </a:cubicBezTo>
                      <a:cubicBezTo>
                        <a:pt x="62810" y="-3989"/>
                        <a:pt x="139840" y="-16632"/>
                        <a:pt x="195151" y="23081"/>
                      </a:cubicBezTo>
                      <a:cubicBezTo>
                        <a:pt x="248880" y="61657"/>
                        <a:pt x="262590" y="135766"/>
                        <a:pt x="226217" y="191016"/>
                      </a:cubicBezTo>
                      <a:close/>
                    </a:path>
                  </a:pathLst>
                </a:custGeom>
                <a:solidFill>
                  <a:srgbClr val="F7F8F8"/>
                </a:solidFill>
                <a:ln w="87213" cap="flat">
                  <a:noFill/>
                  <a:prstDash val="solid"/>
                  <a:miter/>
                </a:ln>
              </p:spPr>
              <p:txBody>
                <a:bodyPr rtlCol="0" anchor="ctr"/>
                <a:lstStyle/>
                <a:p>
                  <a:endParaRPr lang="en-IN" dirty="0"/>
                </a:p>
              </p:txBody>
            </p:sp>
            <p:sp>
              <p:nvSpPr>
                <p:cNvPr id="2108" name="Freeform: Shape 2107">
                  <a:extLst>
                    <a:ext uri="{FF2B5EF4-FFF2-40B4-BE49-F238E27FC236}">
                      <a16:creationId xmlns:a16="http://schemas.microsoft.com/office/drawing/2014/main" id="{98351E2C-6FAF-698B-D251-DDC206164CCA}"/>
                    </a:ext>
                  </a:extLst>
                </p:cNvPr>
                <p:cNvSpPr/>
                <p:nvPr/>
              </p:nvSpPr>
              <p:spPr>
                <a:xfrm>
                  <a:off x="2388106" y="3878438"/>
                  <a:ext cx="245927" cy="244895"/>
                </a:xfrm>
                <a:custGeom>
                  <a:avLst/>
                  <a:gdLst>
                    <a:gd name="connsiteX0" fmla="*/ 228309 w 245927"/>
                    <a:gd name="connsiteY0" fmla="*/ 190355 h 244895"/>
                    <a:gd name="connsiteX1" fmla="*/ 79670 w 245927"/>
                    <a:gd name="connsiteY1" fmla="*/ 234072 h 244895"/>
                    <a:gd name="connsiteX2" fmla="*/ 8848 w 245927"/>
                    <a:gd name="connsiteY2" fmla="*/ 158879 h 244895"/>
                    <a:gd name="connsiteX3" fmla="*/ 8848 w 245927"/>
                    <a:gd name="connsiteY3" fmla="*/ 71445 h 244895"/>
                    <a:gd name="connsiteX4" fmla="*/ 162418 w 245927"/>
                    <a:gd name="connsiteY4" fmla="*/ 9235 h 244895"/>
                    <a:gd name="connsiteX5" fmla="*/ 162733 w 245927"/>
                    <a:gd name="connsiteY5" fmla="*/ 9365 h 244895"/>
                    <a:gd name="connsiteX6" fmla="*/ 236178 w 245927"/>
                    <a:gd name="connsiteY6" fmla="*/ 83685 h 244895"/>
                    <a:gd name="connsiteX7" fmla="*/ 228309 w 245927"/>
                    <a:gd name="connsiteY7" fmla="*/ 190355 h 24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927" h="244895">
                      <a:moveTo>
                        <a:pt x="228309" y="190355"/>
                      </a:moveTo>
                      <a:cubicBezTo>
                        <a:pt x="196596" y="239957"/>
                        <a:pt x="133189" y="258607"/>
                        <a:pt x="79670" y="234072"/>
                      </a:cubicBezTo>
                      <a:cubicBezTo>
                        <a:pt x="46331" y="220389"/>
                        <a:pt x="20512" y="192979"/>
                        <a:pt x="8848" y="158879"/>
                      </a:cubicBezTo>
                      <a:cubicBezTo>
                        <a:pt x="-3008" y="130943"/>
                        <a:pt x="-3008" y="99380"/>
                        <a:pt x="8848" y="71445"/>
                      </a:cubicBezTo>
                      <a:cubicBezTo>
                        <a:pt x="34073" y="11858"/>
                        <a:pt x="102831" y="-15999"/>
                        <a:pt x="162418" y="9235"/>
                      </a:cubicBezTo>
                      <a:cubicBezTo>
                        <a:pt x="162523" y="9278"/>
                        <a:pt x="162628" y="9322"/>
                        <a:pt x="162733" y="9365"/>
                      </a:cubicBezTo>
                      <a:cubicBezTo>
                        <a:pt x="196631" y="22621"/>
                        <a:pt x="223325" y="49629"/>
                        <a:pt x="236178" y="83685"/>
                      </a:cubicBezTo>
                      <a:cubicBezTo>
                        <a:pt x="251496" y="118335"/>
                        <a:pt x="248541" y="158328"/>
                        <a:pt x="228309" y="190355"/>
                      </a:cubicBezTo>
                      <a:close/>
                    </a:path>
                  </a:pathLst>
                </a:custGeom>
                <a:solidFill>
                  <a:srgbClr val="F7F7F8"/>
                </a:solidFill>
                <a:ln w="87213" cap="flat">
                  <a:noFill/>
                  <a:prstDash val="solid"/>
                  <a:miter/>
                </a:ln>
              </p:spPr>
              <p:txBody>
                <a:bodyPr rtlCol="0" anchor="ctr"/>
                <a:lstStyle/>
                <a:p>
                  <a:endParaRPr lang="en-IN" dirty="0"/>
                </a:p>
              </p:txBody>
            </p:sp>
            <p:sp>
              <p:nvSpPr>
                <p:cNvPr id="2109" name="Freeform: Shape 2108">
                  <a:extLst>
                    <a:ext uri="{FF2B5EF4-FFF2-40B4-BE49-F238E27FC236}">
                      <a16:creationId xmlns:a16="http://schemas.microsoft.com/office/drawing/2014/main" id="{0C8D23D2-74FE-B985-C803-93E108D37CFC}"/>
                    </a:ext>
                  </a:extLst>
                </p:cNvPr>
                <p:cNvSpPr/>
                <p:nvPr/>
              </p:nvSpPr>
              <p:spPr>
                <a:xfrm>
                  <a:off x="2432846" y="4033015"/>
                  <a:ext cx="194104" cy="86533"/>
                </a:xfrm>
                <a:custGeom>
                  <a:avLst/>
                  <a:gdLst>
                    <a:gd name="connsiteX0" fmla="*/ 194060 w 194104"/>
                    <a:gd name="connsiteY0" fmla="*/ -70 h 86533"/>
                    <a:gd name="connsiteX1" fmla="*/ 159961 w 194104"/>
                    <a:gd name="connsiteY1" fmla="*/ 57636 h 86533"/>
                    <a:gd name="connsiteX2" fmla="*/ 36679 w 194104"/>
                    <a:gd name="connsiteY2" fmla="*/ 75998 h 86533"/>
                    <a:gd name="connsiteX3" fmla="*/ -44 w 194104"/>
                    <a:gd name="connsiteY3" fmla="*/ 51516 h 86533"/>
                    <a:gd name="connsiteX4" fmla="*/ -44 w 194104"/>
                    <a:gd name="connsiteY4" fmla="*/ 51516 h 86533"/>
                    <a:gd name="connsiteX5" fmla="*/ 11322 w 194104"/>
                    <a:gd name="connsiteY5" fmla="*/ 57636 h 86533"/>
                    <a:gd name="connsiteX6" fmla="*/ 98757 w 194104"/>
                    <a:gd name="connsiteY6" fmla="*/ 79495 h 86533"/>
                    <a:gd name="connsiteX7" fmla="*/ 160836 w 194104"/>
                    <a:gd name="connsiteY7" fmla="*/ 44522 h 86533"/>
                    <a:gd name="connsiteX8" fmla="*/ 176574 w 194104"/>
                    <a:gd name="connsiteY8" fmla="*/ 24412 h 86533"/>
                    <a:gd name="connsiteX9" fmla="*/ 184443 w 194104"/>
                    <a:gd name="connsiteY9" fmla="*/ 4302 h 8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4104" h="86533">
                      <a:moveTo>
                        <a:pt x="194060" y="-70"/>
                      </a:moveTo>
                      <a:cubicBezTo>
                        <a:pt x="190213" y="22715"/>
                        <a:pt x="178069" y="43271"/>
                        <a:pt x="159961" y="57636"/>
                      </a:cubicBezTo>
                      <a:cubicBezTo>
                        <a:pt x="126185" y="87749"/>
                        <a:pt x="77764" y="94963"/>
                        <a:pt x="36679" y="75998"/>
                      </a:cubicBezTo>
                      <a:cubicBezTo>
                        <a:pt x="22549" y="71111"/>
                        <a:pt x="9897" y="62682"/>
                        <a:pt x="-44" y="51516"/>
                      </a:cubicBezTo>
                      <a:lnTo>
                        <a:pt x="-44" y="51516"/>
                      </a:lnTo>
                      <a:cubicBezTo>
                        <a:pt x="-44" y="51516"/>
                        <a:pt x="6951" y="51516"/>
                        <a:pt x="11322" y="57636"/>
                      </a:cubicBezTo>
                      <a:cubicBezTo>
                        <a:pt x="36425" y="76199"/>
                        <a:pt x="67867" y="84059"/>
                        <a:pt x="98757" y="79495"/>
                      </a:cubicBezTo>
                      <a:cubicBezTo>
                        <a:pt x="122871" y="75369"/>
                        <a:pt x="144809" y="63005"/>
                        <a:pt x="160836" y="44522"/>
                      </a:cubicBezTo>
                      <a:cubicBezTo>
                        <a:pt x="167367" y="38926"/>
                        <a:pt x="172718" y="32097"/>
                        <a:pt x="176574" y="24412"/>
                      </a:cubicBezTo>
                      <a:cubicBezTo>
                        <a:pt x="178664" y="17513"/>
                        <a:pt x="181295" y="10789"/>
                        <a:pt x="184443" y="4302"/>
                      </a:cubicBezTo>
                      <a:close/>
                    </a:path>
                  </a:pathLst>
                </a:custGeom>
                <a:solidFill>
                  <a:srgbClr val="F2F2F4"/>
                </a:solidFill>
                <a:ln w="87213" cap="flat">
                  <a:noFill/>
                  <a:prstDash val="solid"/>
                  <a:miter/>
                </a:ln>
              </p:spPr>
              <p:txBody>
                <a:bodyPr rtlCol="0" anchor="ctr"/>
                <a:lstStyle/>
                <a:p>
                  <a:endParaRPr lang="en-IN" dirty="0"/>
                </a:p>
              </p:txBody>
            </p:sp>
            <p:sp>
              <p:nvSpPr>
                <p:cNvPr id="2110" name="Freeform: Shape 2109">
                  <a:extLst>
                    <a:ext uri="{FF2B5EF4-FFF2-40B4-BE49-F238E27FC236}">
                      <a16:creationId xmlns:a16="http://schemas.microsoft.com/office/drawing/2014/main" id="{82CE704B-DDD4-A2A3-1427-D052CE125AE4}"/>
                    </a:ext>
                  </a:extLst>
                </p:cNvPr>
                <p:cNvSpPr/>
                <p:nvPr/>
              </p:nvSpPr>
              <p:spPr>
                <a:xfrm>
                  <a:off x="2449458" y="3886125"/>
                  <a:ext cx="167000" cy="66450"/>
                </a:xfrm>
                <a:custGeom>
                  <a:avLst/>
                  <a:gdLst>
                    <a:gd name="connsiteX0" fmla="*/ -44 w 167000"/>
                    <a:gd name="connsiteY0" fmla="*/ 18291 h 66450"/>
                    <a:gd name="connsiteX1" fmla="*/ 38427 w 167000"/>
                    <a:gd name="connsiteY1" fmla="*/ 1679 h 66450"/>
                    <a:gd name="connsiteX2" fmla="*/ 102254 w 167000"/>
                    <a:gd name="connsiteY2" fmla="*/ 8673 h 66450"/>
                    <a:gd name="connsiteX3" fmla="*/ 166956 w 167000"/>
                    <a:gd name="connsiteY3" fmla="*/ 66381 h 66450"/>
                    <a:gd name="connsiteX4" fmla="*/ 166956 w 167000"/>
                    <a:gd name="connsiteY4" fmla="*/ 66381 h 66450"/>
                    <a:gd name="connsiteX5" fmla="*/ 152966 w 167000"/>
                    <a:gd name="connsiteY5" fmla="*/ 46270 h 66450"/>
                    <a:gd name="connsiteX6" fmla="*/ 131982 w 167000"/>
                    <a:gd name="connsiteY6" fmla="*/ 26161 h 66450"/>
                    <a:gd name="connsiteX7" fmla="*/ 116244 w 167000"/>
                    <a:gd name="connsiteY7" fmla="*/ 15668 h 66450"/>
                    <a:gd name="connsiteX8" fmla="*/ 116244 w 167000"/>
                    <a:gd name="connsiteY8" fmla="*/ 15668 h 66450"/>
                    <a:gd name="connsiteX9" fmla="*/ 13071 w 167000"/>
                    <a:gd name="connsiteY9" fmla="*/ 15668 h 66450"/>
                    <a:gd name="connsiteX10" fmla="*/ 1705 w 167000"/>
                    <a:gd name="connsiteY10" fmla="*/ 15668 h 66450"/>
                    <a:gd name="connsiteX11" fmla="*/ -44 w 167000"/>
                    <a:gd name="connsiteY11" fmla="*/ 18291 h 6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000" h="66450">
                      <a:moveTo>
                        <a:pt x="-44" y="18291"/>
                      </a:moveTo>
                      <a:cubicBezTo>
                        <a:pt x="10754" y="8901"/>
                        <a:pt x="24193" y="3095"/>
                        <a:pt x="38427" y="1679"/>
                      </a:cubicBezTo>
                      <a:cubicBezTo>
                        <a:pt x="59936" y="-2124"/>
                        <a:pt x="82083" y="306"/>
                        <a:pt x="102254" y="8673"/>
                      </a:cubicBezTo>
                      <a:cubicBezTo>
                        <a:pt x="130093" y="19445"/>
                        <a:pt x="153089" y="39949"/>
                        <a:pt x="166956" y="66381"/>
                      </a:cubicBezTo>
                      <a:lnTo>
                        <a:pt x="166956" y="66381"/>
                      </a:lnTo>
                      <a:cubicBezTo>
                        <a:pt x="161710" y="60260"/>
                        <a:pt x="158213" y="52391"/>
                        <a:pt x="152966" y="46270"/>
                      </a:cubicBezTo>
                      <a:cubicBezTo>
                        <a:pt x="146628" y="38917"/>
                        <a:pt x="139597" y="32184"/>
                        <a:pt x="131982" y="26161"/>
                      </a:cubicBezTo>
                      <a:cubicBezTo>
                        <a:pt x="127453" y="21693"/>
                        <a:pt x="122111" y="18125"/>
                        <a:pt x="116244" y="15668"/>
                      </a:cubicBezTo>
                      <a:lnTo>
                        <a:pt x="116244" y="15668"/>
                      </a:lnTo>
                      <a:cubicBezTo>
                        <a:pt x="84059" y="-1740"/>
                        <a:pt x="45255" y="-1740"/>
                        <a:pt x="13071" y="15668"/>
                      </a:cubicBezTo>
                      <a:cubicBezTo>
                        <a:pt x="13071" y="15668"/>
                        <a:pt x="6950" y="20914"/>
                        <a:pt x="1705" y="15668"/>
                      </a:cubicBezTo>
                      <a:lnTo>
                        <a:pt x="-44" y="18291"/>
                      </a:lnTo>
                      <a:close/>
                    </a:path>
                  </a:pathLst>
                </a:custGeom>
                <a:solidFill>
                  <a:srgbClr val="F1F2F3"/>
                </a:solidFill>
                <a:ln w="87213" cap="flat">
                  <a:noFill/>
                  <a:prstDash val="solid"/>
                  <a:miter/>
                </a:ln>
              </p:spPr>
              <p:txBody>
                <a:bodyPr rtlCol="0" anchor="ctr"/>
                <a:lstStyle/>
                <a:p>
                  <a:endParaRPr lang="en-IN" dirty="0"/>
                </a:p>
              </p:txBody>
            </p:sp>
            <p:sp>
              <p:nvSpPr>
                <p:cNvPr id="2111" name="Freeform: Shape 2110">
                  <a:extLst>
                    <a:ext uri="{FF2B5EF4-FFF2-40B4-BE49-F238E27FC236}">
                      <a16:creationId xmlns:a16="http://schemas.microsoft.com/office/drawing/2014/main" id="{6F17D66C-85D4-7730-0C03-50D3FD46470E}"/>
                    </a:ext>
                  </a:extLst>
                </p:cNvPr>
                <p:cNvSpPr/>
                <p:nvPr/>
              </p:nvSpPr>
              <p:spPr>
                <a:xfrm>
                  <a:off x="2615620" y="3957821"/>
                  <a:ext cx="13421" cy="82188"/>
                </a:xfrm>
                <a:custGeom>
                  <a:avLst/>
                  <a:gdLst>
                    <a:gd name="connsiteX0" fmla="*/ 794 w 13421"/>
                    <a:gd name="connsiteY0" fmla="*/ -70 h 82188"/>
                    <a:gd name="connsiteX1" fmla="*/ 794 w 13421"/>
                    <a:gd name="connsiteY1" fmla="*/ -70 h 82188"/>
                    <a:gd name="connsiteX2" fmla="*/ 8663 w 13421"/>
                    <a:gd name="connsiteY2" fmla="*/ 76872 h 82188"/>
                    <a:gd name="connsiteX3" fmla="*/ 8663 w 13421"/>
                    <a:gd name="connsiteY3" fmla="*/ 82119 h 82188"/>
                    <a:gd name="connsiteX4" fmla="*/ 8663 w 13421"/>
                    <a:gd name="connsiteY4" fmla="*/ 75124 h 82188"/>
                    <a:gd name="connsiteX5" fmla="*/ 2542 w 13421"/>
                    <a:gd name="connsiteY5" fmla="*/ 6050 h 82188"/>
                    <a:gd name="connsiteX6" fmla="*/ 794 w 13421"/>
                    <a:gd name="connsiteY6" fmla="*/ -70 h 8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21" h="82188">
                      <a:moveTo>
                        <a:pt x="794" y="-70"/>
                      </a:moveTo>
                      <a:lnTo>
                        <a:pt x="794" y="-70"/>
                      </a:lnTo>
                      <a:cubicBezTo>
                        <a:pt x="14171" y="23310"/>
                        <a:pt x="17031" y="51263"/>
                        <a:pt x="8663" y="76872"/>
                      </a:cubicBezTo>
                      <a:lnTo>
                        <a:pt x="8663" y="82119"/>
                      </a:lnTo>
                      <a:cubicBezTo>
                        <a:pt x="8663" y="82119"/>
                        <a:pt x="8663" y="76872"/>
                        <a:pt x="8663" y="75124"/>
                      </a:cubicBezTo>
                      <a:cubicBezTo>
                        <a:pt x="14110" y="52041"/>
                        <a:pt x="11968" y="27813"/>
                        <a:pt x="2542" y="6050"/>
                      </a:cubicBezTo>
                      <a:cubicBezTo>
                        <a:pt x="2542" y="6050"/>
                        <a:pt x="-1829" y="-70"/>
                        <a:pt x="794" y="-70"/>
                      </a:cubicBezTo>
                      <a:close/>
                    </a:path>
                  </a:pathLst>
                </a:custGeom>
                <a:solidFill>
                  <a:srgbClr val="F1F2F3"/>
                </a:solidFill>
                <a:ln w="87213" cap="flat">
                  <a:noFill/>
                  <a:prstDash val="solid"/>
                  <a:miter/>
                </a:ln>
              </p:spPr>
              <p:txBody>
                <a:bodyPr rtlCol="0" anchor="ctr"/>
                <a:lstStyle/>
                <a:p>
                  <a:endParaRPr lang="en-IN" dirty="0"/>
                </a:p>
              </p:txBody>
            </p:sp>
            <p:sp>
              <p:nvSpPr>
                <p:cNvPr id="2112" name="Freeform: Shape 2111">
                  <a:extLst>
                    <a:ext uri="{FF2B5EF4-FFF2-40B4-BE49-F238E27FC236}">
                      <a16:creationId xmlns:a16="http://schemas.microsoft.com/office/drawing/2014/main" id="{525293CE-A39D-681E-8265-62F0DCBD0616}"/>
                    </a:ext>
                  </a:extLst>
                </p:cNvPr>
                <p:cNvSpPr/>
                <p:nvPr/>
              </p:nvSpPr>
              <p:spPr>
                <a:xfrm>
                  <a:off x="2400495" y="3904481"/>
                  <a:ext cx="48963" cy="74323"/>
                </a:xfrm>
                <a:custGeom>
                  <a:avLst/>
                  <a:gdLst>
                    <a:gd name="connsiteX0" fmla="*/ 48919 w 48963"/>
                    <a:gd name="connsiteY0" fmla="*/ -65 h 74323"/>
                    <a:gd name="connsiteX1" fmla="*/ 48919 w 48963"/>
                    <a:gd name="connsiteY1" fmla="*/ -65 h 74323"/>
                    <a:gd name="connsiteX2" fmla="*/ 29684 w 48963"/>
                    <a:gd name="connsiteY2" fmla="*/ 20045 h 74323"/>
                    <a:gd name="connsiteX3" fmla="*/ 20940 w 48963"/>
                    <a:gd name="connsiteY3" fmla="*/ 32286 h 74323"/>
                    <a:gd name="connsiteX4" fmla="*/ 20940 w 48963"/>
                    <a:gd name="connsiteY4" fmla="*/ 32286 h 74323"/>
                    <a:gd name="connsiteX5" fmla="*/ 13945 w 48963"/>
                    <a:gd name="connsiteY5" fmla="*/ 45401 h 74323"/>
                    <a:gd name="connsiteX6" fmla="*/ 6076 w 48963"/>
                    <a:gd name="connsiteY6" fmla="*/ 67260 h 74323"/>
                    <a:gd name="connsiteX7" fmla="*/ 6076 w 48963"/>
                    <a:gd name="connsiteY7" fmla="*/ 74254 h 74323"/>
                    <a:gd name="connsiteX8" fmla="*/ 6076 w 48963"/>
                    <a:gd name="connsiteY8" fmla="*/ 74254 h 74323"/>
                    <a:gd name="connsiteX9" fmla="*/ -44 w 48963"/>
                    <a:gd name="connsiteY9" fmla="*/ 53270 h 74323"/>
                    <a:gd name="connsiteX10" fmla="*/ 39301 w 48963"/>
                    <a:gd name="connsiteY10" fmla="*/ 2558 h 74323"/>
                    <a:gd name="connsiteX11" fmla="*/ 48919 w 48963"/>
                    <a:gd name="connsiteY11" fmla="*/ -65 h 7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963" h="74323">
                      <a:moveTo>
                        <a:pt x="48919" y="-65"/>
                      </a:moveTo>
                      <a:lnTo>
                        <a:pt x="48919" y="-65"/>
                      </a:lnTo>
                      <a:cubicBezTo>
                        <a:pt x="44547" y="7804"/>
                        <a:pt x="35804" y="12175"/>
                        <a:pt x="29684" y="20045"/>
                      </a:cubicBezTo>
                      <a:cubicBezTo>
                        <a:pt x="26283" y="23752"/>
                        <a:pt x="23345" y="27870"/>
                        <a:pt x="20940" y="32286"/>
                      </a:cubicBezTo>
                      <a:lnTo>
                        <a:pt x="20940" y="32286"/>
                      </a:lnTo>
                      <a:cubicBezTo>
                        <a:pt x="17941" y="36273"/>
                        <a:pt x="15580" y="40697"/>
                        <a:pt x="13945" y="45401"/>
                      </a:cubicBezTo>
                      <a:cubicBezTo>
                        <a:pt x="10413" y="52325"/>
                        <a:pt x="7773" y="59670"/>
                        <a:pt x="6076" y="67260"/>
                      </a:cubicBezTo>
                      <a:cubicBezTo>
                        <a:pt x="6951" y="69506"/>
                        <a:pt x="6951" y="72007"/>
                        <a:pt x="6076" y="74254"/>
                      </a:cubicBezTo>
                      <a:lnTo>
                        <a:pt x="6076" y="74254"/>
                      </a:lnTo>
                      <a:cubicBezTo>
                        <a:pt x="2395" y="67845"/>
                        <a:pt x="297" y="60649"/>
                        <a:pt x="-44" y="53270"/>
                      </a:cubicBezTo>
                      <a:cubicBezTo>
                        <a:pt x="8131" y="33055"/>
                        <a:pt x="21753" y="15507"/>
                        <a:pt x="39301" y="2558"/>
                      </a:cubicBezTo>
                      <a:cubicBezTo>
                        <a:pt x="42187" y="765"/>
                        <a:pt x="45527" y="-144"/>
                        <a:pt x="48919" y="-65"/>
                      </a:cubicBezTo>
                      <a:close/>
                    </a:path>
                  </a:pathLst>
                </a:custGeom>
                <a:solidFill>
                  <a:srgbClr val="F2F2F4"/>
                </a:solidFill>
                <a:ln w="87213" cap="flat">
                  <a:noFill/>
                  <a:prstDash val="solid"/>
                  <a:miter/>
                </a:ln>
              </p:spPr>
              <p:txBody>
                <a:bodyPr rtlCol="0" anchor="ctr"/>
                <a:lstStyle/>
                <a:p>
                  <a:endParaRPr lang="en-IN" dirty="0"/>
                </a:p>
              </p:txBody>
            </p:sp>
            <p:sp>
              <p:nvSpPr>
                <p:cNvPr id="2113" name="Freeform: Shape 2112">
                  <a:extLst>
                    <a:ext uri="{FF2B5EF4-FFF2-40B4-BE49-F238E27FC236}">
                      <a16:creationId xmlns:a16="http://schemas.microsoft.com/office/drawing/2014/main" id="{DD80B6A9-AC80-7F50-8708-1CD29AAC5F6C}"/>
                    </a:ext>
                  </a:extLst>
                </p:cNvPr>
                <p:cNvSpPr/>
                <p:nvPr/>
              </p:nvSpPr>
              <p:spPr>
                <a:xfrm>
                  <a:off x="2411862" y="4058371"/>
                  <a:ext cx="20984" cy="26229"/>
                </a:xfrm>
                <a:custGeom>
                  <a:avLst/>
                  <a:gdLst>
                    <a:gd name="connsiteX0" fmla="*/ 20940 w 20984"/>
                    <a:gd name="connsiteY0" fmla="*/ 26160 h 26229"/>
                    <a:gd name="connsiteX1" fmla="*/ -44 w 20984"/>
                    <a:gd name="connsiteY1" fmla="*/ -70 h 26229"/>
                    <a:gd name="connsiteX2" fmla="*/ -44 w 20984"/>
                    <a:gd name="connsiteY2" fmla="*/ -70 h 26229"/>
                    <a:gd name="connsiteX3" fmla="*/ 16568 w 20984"/>
                    <a:gd name="connsiteY3" fmla="*/ 20914 h 26229"/>
                    <a:gd name="connsiteX4" fmla="*/ 16568 w 20984"/>
                    <a:gd name="connsiteY4" fmla="*/ 20914 h 26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84" h="26229">
                      <a:moveTo>
                        <a:pt x="20940" y="26160"/>
                      </a:moveTo>
                      <a:cubicBezTo>
                        <a:pt x="12057" y="19113"/>
                        <a:pt x="4887" y="10142"/>
                        <a:pt x="-44" y="-70"/>
                      </a:cubicBezTo>
                      <a:lnTo>
                        <a:pt x="-44" y="-70"/>
                      </a:lnTo>
                      <a:cubicBezTo>
                        <a:pt x="4328" y="7799"/>
                        <a:pt x="12197" y="13045"/>
                        <a:pt x="16568" y="20914"/>
                      </a:cubicBezTo>
                      <a:cubicBezTo>
                        <a:pt x="20940" y="28784"/>
                        <a:pt x="16568" y="20914"/>
                        <a:pt x="16568" y="20914"/>
                      </a:cubicBezTo>
                      <a:close/>
                    </a:path>
                  </a:pathLst>
                </a:custGeom>
                <a:solidFill>
                  <a:srgbClr val="F2F2F4"/>
                </a:solidFill>
                <a:ln w="87213" cap="flat">
                  <a:noFill/>
                  <a:prstDash val="solid"/>
                  <a:miter/>
                </a:ln>
              </p:spPr>
              <p:txBody>
                <a:bodyPr rtlCol="0" anchor="ctr"/>
                <a:lstStyle/>
                <a:p>
                  <a:endParaRPr lang="en-IN" dirty="0"/>
                </a:p>
              </p:txBody>
            </p:sp>
            <p:sp>
              <p:nvSpPr>
                <p:cNvPr id="2114" name="Freeform: Shape 2113">
                  <a:extLst>
                    <a:ext uri="{FF2B5EF4-FFF2-40B4-BE49-F238E27FC236}">
                      <a16:creationId xmlns:a16="http://schemas.microsoft.com/office/drawing/2014/main" id="{245DCB86-11D4-CF8B-01AE-F76FC1C9A88E}"/>
                    </a:ext>
                  </a:extLst>
                </p:cNvPr>
                <p:cNvSpPr/>
                <p:nvPr/>
              </p:nvSpPr>
              <p:spPr>
                <a:xfrm>
                  <a:off x="2400495" y="4032140"/>
                  <a:ext cx="11366" cy="26230"/>
                </a:xfrm>
                <a:custGeom>
                  <a:avLst/>
                  <a:gdLst>
                    <a:gd name="connsiteX0" fmla="*/ 11322 w 11366"/>
                    <a:gd name="connsiteY0" fmla="*/ 26161 h 26230"/>
                    <a:gd name="connsiteX1" fmla="*/ -44 w 11366"/>
                    <a:gd name="connsiteY1" fmla="*/ -70 h 26230"/>
                    <a:gd name="connsiteX2" fmla="*/ -44 w 11366"/>
                    <a:gd name="connsiteY2" fmla="*/ -70 h 26230"/>
                    <a:gd name="connsiteX3" fmla="*/ 10448 w 11366"/>
                    <a:gd name="connsiteY3" fmla="*/ 21789 h 26230"/>
                    <a:gd name="connsiteX4" fmla="*/ 10448 w 11366"/>
                    <a:gd name="connsiteY4" fmla="*/ 26161 h 26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 h="26230">
                      <a:moveTo>
                        <a:pt x="11322" y="26161"/>
                      </a:moveTo>
                      <a:cubicBezTo>
                        <a:pt x="5097" y="18685"/>
                        <a:pt x="1154" y="9583"/>
                        <a:pt x="-44" y="-70"/>
                      </a:cubicBezTo>
                      <a:lnTo>
                        <a:pt x="-44" y="-70"/>
                      </a:lnTo>
                      <a:cubicBezTo>
                        <a:pt x="4835" y="6470"/>
                        <a:pt x="8402" y="13893"/>
                        <a:pt x="10448" y="21789"/>
                      </a:cubicBezTo>
                      <a:cubicBezTo>
                        <a:pt x="11226" y="23144"/>
                        <a:pt x="11226" y="24805"/>
                        <a:pt x="10448" y="26161"/>
                      </a:cubicBezTo>
                      <a:close/>
                    </a:path>
                  </a:pathLst>
                </a:custGeom>
                <a:solidFill>
                  <a:srgbClr val="F2F2F4"/>
                </a:solidFill>
                <a:ln w="87213" cap="flat">
                  <a:noFill/>
                  <a:prstDash val="solid"/>
                  <a:miter/>
                </a:ln>
              </p:spPr>
              <p:txBody>
                <a:bodyPr rtlCol="0" anchor="ctr"/>
                <a:lstStyle/>
                <a:p>
                  <a:endParaRPr lang="en-IN" dirty="0"/>
                </a:p>
              </p:txBody>
            </p:sp>
            <p:sp>
              <p:nvSpPr>
                <p:cNvPr id="2115" name="Freeform: Shape 2114">
                  <a:extLst>
                    <a:ext uri="{FF2B5EF4-FFF2-40B4-BE49-F238E27FC236}">
                      <a16:creationId xmlns:a16="http://schemas.microsoft.com/office/drawing/2014/main" id="{E6291AE0-C177-D4A0-CA9C-703B194D7D15}"/>
                    </a:ext>
                  </a:extLst>
                </p:cNvPr>
                <p:cNvSpPr/>
                <p:nvPr/>
              </p:nvSpPr>
              <p:spPr>
                <a:xfrm>
                  <a:off x="2398829" y="3992795"/>
                  <a:ext cx="3940" cy="21858"/>
                </a:xfrm>
                <a:custGeom>
                  <a:avLst/>
                  <a:gdLst>
                    <a:gd name="connsiteX0" fmla="*/ 1621 w 3940"/>
                    <a:gd name="connsiteY0" fmla="*/ 21789 h 21858"/>
                    <a:gd name="connsiteX1" fmla="*/ 1621 w 3940"/>
                    <a:gd name="connsiteY1" fmla="*/ -70 h 21858"/>
                    <a:gd name="connsiteX2" fmla="*/ 1621 w 3940"/>
                    <a:gd name="connsiteY2" fmla="*/ -70 h 21858"/>
                    <a:gd name="connsiteX3" fmla="*/ 1621 w 3940"/>
                    <a:gd name="connsiteY3" fmla="*/ 20914 h 21858"/>
                  </a:gdLst>
                  <a:ahLst/>
                  <a:cxnLst>
                    <a:cxn ang="0">
                      <a:pos x="connsiteX0" y="connsiteY0"/>
                    </a:cxn>
                    <a:cxn ang="0">
                      <a:pos x="connsiteX1" y="connsiteY1"/>
                    </a:cxn>
                    <a:cxn ang="0">
                      <a:pos x="connsiteX2" y="connsiteY2"/>
                    </a:cxn>
                    <a:cxn ang="0">
                      <a:pos x="connsiteX3" y="connsiteY3"/>
                    </a:cxn>
                  </a:cxnLst>
                  <a:rect l="l" t="t" r="r" b="b"/>
                  <a:pathLst>
                    <a:path w="3939" h="21858">
                      <a:moveTo>
                        <a:pt x="1621" y="21789"/>
                      </a:moveTo>
                      <a:cubicBezTo>
                        <a:pt x="-599" y="14672"/>
                        <a:pt x="-599" y="7047"/>
                        <a:pt x="1621" y="-70"/>
                      </a:cubicBezTo>
                      <a:lnTo>
                        <a:pt x="1621" y="-70"/>
                      </a:lnTo>
                      <a:cubicBezTo>
                        <a:pt x="4655" y="6592"/>
                        <a:pt x="4655" y="14251"/>
                        <a:pt x="1621" y="20914"/>
                      </a:cubicBezTo>
                      <a:close/>
                    </a:path>
                  </a:pathLst>
                </a:custGeom>
                <a:solidFill>
                  <a:srgbClr val="F2F2F4"/>
                </a:solidFill>
                <a:ln w="87213" cap="flat">
                  <a:noFill/>
                  <a:prstDash val="solid"/>
                  <a:miter/>
                </a:ln>
              </p:spPr>
              <p:txBody>
                <a:bodyPr rtlCol="0" anchor="ctr"/>
                <a:lstStyle/>
                <a:p>
                  <a:endParaRPr lang="en-IN" dirty="0"/>
                </a:p>
              </p:txBody>
            </p:sp>
            <p:sp>
              <p:nvSpPr>
                <p:cNvPr id="2116" name="Freeform: Shape 2115">
                  <a:extLst>
                    <a:ext uri="{FF2B5EF4-FFF2-40B4-BE49-F238E27FC236}">
                      <a16:creationId xmlns:a16="http://schemas.microsoft.com/office/drawing/2014/main" id="{AC575F60-96D6-D9C9-B383-AFFAD2CF8607}"/>
                    </a:ext>
                  </a:extLst>
                </p:cNvPr>
                <p:cNvSpPr/>
                <p:nvPr/>
              </p:nvSpPr>
              <p:spPr>
                <a:xfrm>
                  <a:off x="2398587" y="4014654"/>
                  <a:ext cx="4977" cy="17486"/>
                </a:xfrm>
                <a:custGeom>
                  <a:avLst/>
                  <a:gdLst>
                    <a:gd name="connsiteX0" fmla="*/ 1864 w 4977"/>
                    <a:gd name="connsiteY0" fmla="*/ 17417 h 17486"/>
                    <a:gd name="connsiteX1" fmla="*/ 1864 w 4977"/>
                    <a:gd name="connsiteY1" fmla="*/ -70 h 17486"/>
                    <a:gd name="connsiteX2" fmla="*/ 1864 w 4977"/>
                    <a:gd name="connsiteY2" fmla="*/ -70 h 17486"/>
                    <a:gd name="connsiteX3" fmla="*/ 1864 w 4977"/>
                    <a:gd name="connsiteY3" fmla="*/ 17417 h 17486"/>
                  </a:gdLst>
                  <a:ahLst/>
                  <a:cxnLst>
                    <a:cxn ang="0">
                      <a:pos x="connsiteX0" y="connsiteY0"/>
                    </a:cxn>
                    <a:cxn ang="0">
                      <a:pos x="connsiteX1" y="connsiteY1"/>
                    </a:cxn>
                    <a:cxn ang="0">
                      <a:pos x="connsiteX2" y="connsiteY2"/>
                    </a:cxn>
                    <a:cxn ang="0">
                      <a:pos x="connsiteX3" y="connsiteY3"/>
                    </a:cxn>
                  </a:cxnLst>
                  <a:rect l="l" t="t" r="r" b="b"/>
                  <a:pathLst>
                    <a:path w="4977" h="17486">
                      <a:moveTo>
                        <a:pt x="1864" y="17417"/>
                      </a:moveTo>
                      <a:cubicBezTo>
                        <a:pt x="-680" y="11865"/>
                        <a:pt x="-680" y="5482"/>
                        <a:pt x="1864" y="-70"/>
                      </a:cubicBezTo>
                      <a:lnTo>
                        <a:pt x="1864" y="-70"/>
                      </a:lnTo>
                      <a:cubicBezTo>
                        <a:pt x="5956" y="5045"/>
                        <a:pt x="5956" y="12302"/>
                        <a:pt x="1864" y="17417"/>
                      </a:cubicBezTo>
                      <a:close/>
                    </a:path>
                  </a:pathLst>
                </a:custGeom>
                <a:solidFill>
                  <a:srgbClr val="F2F2F4"/>
                </a:solidFill>
                <a:ln w="87213" cap="flat">
                  <a:noFill/>
                  <a:prstDash val="solid"/>
                  <a:miter/>
                </a:ln>
              </p:spPr>
              <p:txBody>
                <a:bodyPr rtlCol="0" anchor="ctr"/>
                <a:lstStyle/>
                <a:p>
                  <a:endParaRPr lang="en-IN" dirty="0"/>
                </a:p>
              </p:txBody>
            </p:sp>
            <p:sp>
              <p:nvSpPr>
                <p:cNvPr id="2117" name="Freeform: Shape 2116">
                  <a:extLst>
                    <a:ext uri="{FF2B5EF4-FFF2-40B4-BE49-F238E27FC236}">
                      <a16:creationId xmlns:a16="http://schemas.microsoft.com/office/drawing/2014/main" id="{DF000210-E7B3-7432-2841-9AA2FD2CBBAD}"/>
                    </a:ext>
                  </a:extLst>
                </p:cNvPr>
                <p:cNvSpPr/>
                <p:nvPr/>
              </p:nvSpPr>
              <p:spPr>
                <a:xfrm>
                  <a:off x="2399282" y="3984926"/>
                  <a:ext cx="1213" cy="7869"/>
                </a:xfrm>
                <a:custGeom>
                  <a:avLst/>
                  <a:gdLst>
                    <a:gd name="connsiteX0" fmla="*/ 1169 w 1213"/>
                    <a:gd name="connsiteY0" fmla="*/ 7799 h 7869"/>
                    <a:gd name="connsiteX1" fmla="*/ 1169 w 1213"/>
                    <a:gd name="connsiteY1" fmla="*/ -70 h 7869"/>
                    <a:gd name="connsiteX2" fmla="*/ 1169 w 1213"/>
                    <a:gd name="connsiteY2" fmla="*/ -70 h 7869"/>
                    <a:gd name="connsiteX3" fmla="*/ 1169 w 1213"/>
                    <a:gd name="connsiteY3" fmla="*/ 7799 h 7869"/>
                  </a:gdLst>
                  <a:ahLst/>
                  <a:cxnLst>
                    <a:cxn ang="0">
                      <a:pos x="connsiteX0" y="connsiteY0"/>
                    </a:cxn>
                    <a:cxn ang="0">
                      <a:pos x="connsiteX1" y="connsiteY1"/>
                    </a:cxn>
                    <a:cxn ang="0">
                      <a:pos x="connsiteX2" y="connsiteY2"/>
                    </a:cxn>
                    <a:cxn ang="0">
                      <a:pos x="connsiteX3" y="connsiteY3"/>
                    </a:cxn>
                  </a:cxnLst>
                  <a:rect l="l" t="t" r="r" b="b"/>
                  <a:pathLst>
                    <a:path w="1213" h="7869">
                      <a:moveTo>
                        <a:pt x="1169" y="7799"/>
                      </a:moveTo>
                      <a:cubicBezTo>
                        <a:pt x="-449" y="5421"/>
                        <a:pt x="-449" y="2308"/>
                        <a:pt x="1169" y="-70"/>
                      </a:cubicBezTo>
                      <a:lnTo>
                        <a:pt x="1169" y="-70"/>
                      </a:lnTo>
                      <a:cubicBezTo>
                        <a:pt x="1169" y="-70"/>
                        <a:pt x="1169" y="6050"/>
                        <a:pt x="1169" y="7799"/>
                      </a:cubicBezTo>
                      <a:close/>
                    </a:path>
                  </a:pathLst>
                </a:custGeom>
                <a:solidFill>
                  <a:srgbClr val="F2F2F4"/>
                </a:solidFill>
                <a:ln w="87213" cap="flat">
                  <a:noFill/>
                  <a:prstDash val="solid"/>
                  <a:miter/>
                </a:ln>
              </p:spPr>
              <p:txBody>
                <a:bodyPr rtlCol="0" anchor="ctr"/>
                <a:lstStyle/>
                <a:p>
                  <a:endParaRPr lang="en-IN" dirty="0"/>
                </a:p>
              </p:txBody>
            </p:sp>
            <p:sp>
              <p:nvSpPr>
                <p:cNvPr id="2118" name="Freeform: Shape 2117">
                  <a:extLst>
                    <a:ext uri="{FF2B5EF4-FFF2-40B4-BE49-F238E27FC236}">
                      <a16:creationId xmlns:a16="http://schemas.microsoft.com/office/drawing/2014/main" id="{53A0C616-D546-0BC8-C1B3-8A15DBC68D21}"/>
                    </a:ext>
                  </a:extLst>
                </p:cNvPr>
                <p:cNvSpPr/>
                <p:nvPr/>
              </p:nvSpPr>
              <p:spPr>
                <a:xfrm>
                  <a:off x="2400495" y="3891864"/>
                  <a:ext cx="163502" cy="224342"/>
                </a:xfrm>
                <a:custGeom>
                  <a:avLst/>
                  <a:gdLst>
                    <a:gd name="connsiteX0" fmla="*/ -44 w 163502"/>
                    <a:gd name="connsiteY0" fmla="*/ 100861 h 224342"/>
                    <a:gd name="connsiteX1" fmla="*/ -44 w 163502"/>
                    <a:gd name="connsiteY1" fmla="*/ 92992 h 224342"/>
                    <a:gd name="connsiteX2" fmla="*/ 10448 w 163502"/>
                    <a:gd name="connsiteY2" fmla="*/ 64139 h 224342"/>
                    <a:gd name="connsiteX3" fmla="*/ 17443 w 163502"/>
                    <a:gd name="connsiteY3" fmla="*/ 49274 h 224342"/>
                    <a:gd name="connsiteX4" fmla="*/ 17443 w 163502"/>
                    <a:gd name="connsiteY4" fmla="*/ 49274 h 224342"/>
                    <a:gd name="connsiteX5" fmla="*/ 27935 w 163502"/>
                    <a:gd name="connsiteY5" fmla="*/ 37034 h 224342"/>
                    <a:gd name="connsiteX6" fmla="*/ 48045 w 163502"/>
                    <a:gd name="connsiteY6" fmla="*/ 17798 h 224342"/>
                    <a:gd name="connsiteX7" fmla="*/ 90013 w 163502"/>
                    <a:gd name="connsiteY7" fmla="*/ 2060 h 224342"/>
                    <a:gd name="connsiteX8" fmla="*/ 163458 w 163502"/>
                    <a:gd name="connsiteY8" fmla="*/ 13427 h 224342"/>
                    <a:gd name="connsiteX9" fmla="*/ 163458 w 163502"/>
                    <a:gd name="connsiteY9" fmla="*/ 13427 h 224342"/>
                    <a:gd name="connsiteX10" fmla="*/ 144223 w 163502"/>
                    <a:gd name="connsiteY10" fmla="*/ 8180 h 224342"/>
                    <a:gd name="connsiteX11" fmla="*/ 132856 w 163502"/>
                    <a:gd name="connsiteY11" fmla="*/ 8180 h 224342"/>
                    <a:gd name="connsiteX12" fmla="*/ 113621 w 163502"/>
                    <a:gd name="connsiteY12" fmla="*/ 8180 h 224342"/>
                    <a:gd name="connsiteX13" fmla="*/ 106626 w 163502"/>
                    <a:gd name="connsiteY13" fmla="*/ 8180 h 224342"/>
                    <a:gd name="connsiteX14" fmla="*/ 97008 w 163502"/>
                    <a:gd name="connsiteY14" fmla="*/ 8180 h 224342"/>
                    <a:gd name="connsiteX15" fmla="*/ 29684 w 163502"/>
                    <a:gd name="connsiteY15" fmla="*/ 45777 h 224342"/>
                    <a:gd name="connsiteX16" fmla="*/ 17443 w 163502"/>
                    <a:gd name="connsiteY16" fmla="*/ 65013 h 224342"/>
                    <a:gd name="connsiteX17" fmla="*/ 17443 w 163502"/>
                    <a:gd name="connsiteY17" fmla="*/ 65013 h 224342"/>
                    <a:gd name="connsiteX18" fmla="*/ 17443 w 163502"/>
                    <a:gd name="connsiteY18" fmla="*/ 74630 h 224342"/>
                    <a:gd name="connsiteX19" fmla="*/ 17443 w 163502"/>
                    <a:gd name="connsiteY19" fmla="*/ 81625 h 224342"/>
                    <a:gd name="connsiteX20" fmla="*/ 17443 w 163502"/>
                    <a:gd name="connsiteY20" fmla="*/ 92118 h 224342"/>
                    <a:gd name="connsiteX21" fmla="*/ 17443 w 163502"/>
                    <a:gd name="connsiteY21" fmla="*/ 113976 h 224342"/>
                    <a:gd name="connsiteX22" fmla="*/ 27935 w 163502"/>
                    <a:gd name="connsiteY22" fmla="*/ 156819 h 224342"/>
                    <a:gd name="connsiteX23" fmla="*/ 48045 w 163502"/>
                    <a:gd name="connsiteY23" fmla="*/ 185673 h 224342"/>
                    <a:gd name="connsiteX24" fmla="*/ 55040 w 163502"/>
                    <a:gd name="connsiteY24" fmla="*/ 192667 h 224342"/>
                    <a:gd name="connsiteX25" fmla="*/ 133731 w 163502"/>
                    <a:gd name="connsiteY25" fmla="*/ 220646 h 224342"/>
                    <a:gd name="connsiteX26" fmla="*/ 133731 w 163502"/>
                    <a:gd name="connsiteY26" fmla="*/ 220646 h 224342"/>
                    <a:gd name="connsiteX27" fmla="*/ 146846 w 163502"/>
                    <a:gd name="connsiteY27" fmla="*/ 220646 h 224342"/>
                    <a:gd name="connsiteX28" fmla="*/ 146846 w 163502"/>
                    <a:gd name="connsiteY28" fmla="*/ 220646 h 224342"/>
                    <a:gd name="connsiteX29" fmla="*/ 95260 w 163502"/>
                    <a:gd name="connsiteY29" fmla="*/ 220646 h 224342"/>
                    <a:gd name="connsiteX30" fmla="*/ 55040 w 163502"/>
                    <a:gd name="connsiteY30" fmla="*/ 202285 h 224342"/>
                    <a:gd name="connsiteX31" fmla="*/ 43673 w 163502"/>
                    <a:gd name="connsiteY31" fmla="*/ 192667 h 224342"/>
                    <a:gd name="connsiteX32" fmla="*/ 26186 w 163502"/>
                    <a:gd name="connsiteY32" fmla="*/ 170808 h 224342"/>
                    <a:gd name="connsiteX33" fmla="*/ 26186 w 163502"/>
                    <a:gd name="connsiteY33" fmla="*/ 163814 h 224342"/>
                    <a:gd name="connsiteX34" fmla="*/ 14820 w 163502"/>
                    <a:gd name="connsiteY34" fmla="*/ 141955 h 224342"/>
                    <a:gd name="connsiteX35" fmla="*/ 14820 w 163502"/>
                    <a:gd name="connsiteY35" fmla="*/ 124468 h 224342"/>
                    <a:gd name="connsiteX36" fmla="*/ -44 w 163502"/>
                    <a:gd name="connsiteY36" fmla="*/ 100861 h 22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3502" h="224342">
                      <a:moveTo>
                        <a:pt x="-44" y="100861"/>
                      </a:moveTo>
                      <a:cubicBezTo>
                        <a:pt x="1206" y="98386"/>
                        <a:pt x="1206" y="95466"/>
                        <a:pt x="-44" y="92992"/>
                      </a:cubicBezTo>
                      <a:cubicBezTo>
                        <a:pt x="-44" y="83374"/>
                        <a:pt x="-44" y="72882"/>
                        <a:pt x="10448" y="64139"/>
                      </a:cubicBezTo>
                      <a:cubicBezTo>
                        <a:pt x="20940" y="55395"/>
                        <a:pt x="16568" y="55395"/>
                        <a:pt x="17443" y="49274"/>
                      </a:cubicBezTo>
                      <a:lnTo>
                        <a:pt x="17443" y="49274"/>
                      </a:lnTo>
                      <a:cubicBezTo>
                        <a:pt x="22689" y="49274"/>
                        <a:pt x="23563" y="39657"/>
                        <a:pt x="27935" y="37034"/>
                      </a:cubicBezTo>
                      <a:cubicBezTo>
                        <a:pt x="33050" y="29138"/>
                        <a:pt x="39931" y="22555"/>
                        <a:pt x="48045" y="17798"/>
                      </a:cubicBezTo>
                      <a:cubicBezTo>
                        <a:pt x="61186" y="10523"/>
                        <a:pt x="75324" y="5216"/>
                        <a:pt x="90013" y="2060"/>
                      </a:cubicBezTo>
                      <a:cubicBezTo>
                        <a:pt x="115072" y="-3003"/>
                        <a:pt x="141102" y="1028"/>
                        <a:pt x="163458" y="13427"/>
                      </a:cubicBezTo>
                      <a:cubicBezTo>
                        <a:pt x="163458" y="13427"/>
                        <a:pt x="163458" y="13427"/>
                        <a:pt x="163458" y="13427"/>
                      </a:cubicBezTo>
                      <a:cubicBezTo>
                        <a:pt x="163458" y="13427"/>
                        <a:pt x="150343" y="8180"/>
                        <a:pt x="144223" y="8180"/>
                      </a:cubicBezTo>
                      <a:lnTo>
                        <a:pt x="132856" y="8180"/>
                      </a:lnTo>
                      <a:cubicBezTo>
                        <a:pt x="126517" y="6834"/>
                        <a:pt x="119960" y="6834"/>
                        <a:pt x="113621" y="8180"/>
                      </a:cubicBezTo>
                      <a:cubicBezTo>
                        <a:pt x="111374" y="9055"/>
                        <a:pt x="108873" y="9055"/>
                        <a:pt x="106626" y="8180"/>
                      </a:cubicBezTo>
                      <a:lnTo>
                        <a:pt x="97008" y="8180"/>
                      </a:lnTo>
                      <a:cubicBezTo>
                        <a:pt x="70874" y="12482"/>
                        <a:pt x="47057" y="25781"/>
                        <a:pt x="29684" y="45777"/>
                      </a:cubicBezTo>
                      <a:cubicBezTo>
                        <a:pt x="24613" y="51504"/>
                        <a:pt x="20485" y="57992"/>
                        <a:pt x="17443" y="65013"/>
                      </a:cubicBezTo>
                      <a:cubicBezTo>
                        <a:pt x="17443" y="65013"/>
                        <a:pt x="17443" y="65013"/>
                        <a:pt x="17443" y="65013"/>
                      </a:cubicBezTo>
                      <a:cubicBezTo>
                        <a:pt x="17443" y="65013"/>
                        <a:pt x="17443" y="71133"/>
                        <a:pt x="17443" y="74630"/>
                      </a:cubicBezTo>
                      <a:lnTo>
                        <a:pt x="17443" y="81625"/>
                      </a:lnTo>
                      <a:lnTo>
                        <a:pt x="17443" y="92118"/>
                      </a:lnTo>
                      <a:cubicBezTo>
                        <a:pt x="17006" y="99401"/>
                        <a:pt x="17006" y="106693"/>
                        <a:pt x="17443" y="113976"/>
                      </a:cubicBezTo>
                      <a:cubicBezTo>
                        <a:pt x="17224" y="128919"/>
                        <a:pt x="20835" y="143669"/>
                        <a:pt x="27935" y="156819"/>
                      </a:cubicBezTo>
                      <a:cubicBezTo>
                        <a:pt x="32788" y="167600"/>
                        <a:pt x="39607" y="177384"/>
                        <a:pt x="48045" y="185673"/>
                      </a:cubicBezTo>
                      <a:cubicBezTo>
                        <a:pt x="50152" y="188217"/>
                        <a:pt x="52495" y="190560"/>
                        <a:pt x="55040" y="192667"/>
                      </a:cubicBezTo>
                      <a:cubicBezTo>
                        <a:pt x="76680" y="211798"/>
                        <a:pt x="104869" y="221827"/>
                        <a:pt x="133731" y="220646"/>
                      </a:cubicBezTo>
                      <a:lnTo>
                        <a:pt x="133731" y="220646"/>
                      </a:lnTo>
                      <a:cubicBezTo>
                        <a:pt x="138103" y="220646"/>
                        <a:pt x="142474" y="220646"/>
                        <a:pt x="146846" y="220646"/>
                      </a:cubicBezTo>
                      <a:cubicBezTo>
                        <a:pt x="151218" y="220646"/>
                        <a:pt x="146846" y="220646"/>
                        <a:pt x="146846" y="220646"/>
                      </a:cubicBezTo>
                      <a:cubicBezTo>
                        <a:pt x="129989" y="225482"/>
                        <a:pt x="112117" y="225482"/>
                        <a:pt x="95260" y="220646"/>
                      </a:cubicBezTo>
                      <a:cubicBezTo>
                        <a:pt x="80903" y="216878"/>
                        <a:pt x="67298" y="210670"/>
                        <a:pt x="55040" y="202285"/>
                      </a:cubicBezTo>
                      <a:cubicBezTo>
                        <a:pt x="55040" y="197039"/>
                        <a:pt x="46296" y="197039"/>
                        <a:pt x="43673" y="192667"/>
                      </a:cubicBezTo>
                      <a:cubicBezTo>
                        <a:pt x="36215" y="186853"/>
                        <a:pt x="30217" y="179368"/>
                        <a:pt x="26186" y="170808"/>
                      </a:cubicBezTo>
                      <a:cubicBezTo>
                        <a:pt x="25915" y="168483"/>
                        <a:pt x="25915" y="166140"/>
                        <a:pt x="26186" y="163814"/>
                      </a:cubicBezTo>
                      <a:cubicBezTo>
                        <a:pt x="20066" y="157694"/>
                        <a:pt x="20066" y="148076"/>
                        <a:pt x="14820" y="141955"/>
                      </a:cubicBezTo>
                      <a:cubicBezTo>
                        <a:pt x="16044" y="136193"/>
                        <a:pt x="16044" y="130230"/>
                        <a:pt x="14820" y="124468"/>
                      </a:cubicBezTo>
                      <a:cubicBezTo>
                        <a:pt x="12406" y="115261"/>
                        <a:pt x="7222" y="107016"/>
                        <a:pt x="-44" y="100861"/>
                      </a:cubicBezTo>
                      <a:close/>
                    </a:path>
                  </a:pathLst>
                </a:custGeom>
                <a:solidFill>
                  <a:srgbClr val="EEEFF1"/>
                </a:solidFill>
                <a:ln w="87213" cap="flat">
                  <a:noFill/>
                  <a:prstDash val="solid"/>
                  <a:miter/>
                </a:ln>
              </p:spPr>
              <p:txBody>
                <a:bodyPr rtlCol="0" anchor="ctr"/>
                <a:lstStyle/>
                <a:p>
                  <a:endParaRPr lang="en-IN" dirty="0"/>
                </a:p>
              </p:txBody>
            </p:sp>
            <p:sp>
              <p:nvSpPr>
                <p:cNvPr id="2119" name="Freeform: Shape 2118">
                  <a:extLst>
                    <a:ext uri="{FF2B5EF4-FFF2-40B4-BE49-F238E27FC236}">
                      <a16:creationId xmlns:a16="http://schemas.microsoft.com/office/drawing/2014/main" id="{FE2665F3-5662-3635-5B25-0530A6B61C99}"/>
                    </a:ext>
                  </a:extLst>
                </p:cNvPr>
                <p:cNvSpPr/>
                <p:nvPr/>
              </p:nvSpPr>
              <p:spPr>
                <a:xfrm>
                  <a:off x="2534270" y="3904486"/>
                  <a:ext cx="91326" cy="213340"/>
                </a:xfrm>
                <a:custGeom>
                  <a:avLst/>
                  <a:gdLst>
                    <a:gd name="connsiteX0" fmla="*/ 27061 w 91326"/>
                    <a:gd name="connsiteY0" fmla="*/ -70 h 213340"/>
                    <a:gd name="connsiteX1" fmla="*/ 27061 w 91326"/>
                    <a:gd name="connsiteY1" fmla="*/ -70 h 213340"/>
                    <a:gd name="connsiteX2" fmla="*/ 27061 w 91326"/>
                    <a:gd name="connsiteY2" fmla="*/ -70 h 213340"/>
                    <a:gd name="connsiteX3" fmla="*/ 43673 w 91326"/>
                    <a:gd name="connsiteY3" fmla="*/ 11296 h 213340"/>
                    <a:gd name="connsiteX4" fmla="*/ 79522 w 91326"/>
                    <a:gd name="connsiteY4" fmla="*/ 50642 h 213340"/>
                    <a:gd name="connsiteX5" fmla="*/ 86516 w 91326"/>
                    <a:gd name="connsiteY5" fmla="*/ 138077 h 213340"/>
                    <a:gd name="connsiteX6" fmla="*/ 78647 w 91326"/>
                    <a:gd name="connsiteY6" fmla="*/ 157312 h 213340"/>
                    <a:gd name="connsiteX7" fmla="*/ 69904 w 91326"/>
                    <a:gd name="connsiteY7" fmla="*/ 171302 h 213340"/>
                    <a:gd name="connsiteX8" fmla="*/ -44 w 91326"/>
                    <a:gd name="connsiteY8" fmla="*/ 213271 h 213340"/>
                    <a:gd name="connsiteX9" fmla="*/ -44 w 91326"/>
                    <a:gd name="connsiteY9" fmla="*/ 213271 h 213340"/>
                    <a:gd name="connsiteX10" fmla="*/ 8700 w 91326"/>
                    <a:gd name="connsiteY10" fmla="*/ 213271 h 213340"/>
                    <a:gd name="connsiteX11" fmla="*/ 55040 w 91326"/>
                    <a:gd name="connsiteY11" fmla="*/ 186165 h 213340"/>
                    <a:gd name="connsiteX12" fmla="*/ 85642 w 91326"/>
                    <a:gd name="connsiteY12" fmla="*/ 113595 h 213340"/>
                    <a:gd name="connsiteX13" fmla="*/ 75150 w 91326"/>
                    <a:gd name="connsiteY13" fmla="*/ 64631 h 213340"/>
                    <a:gd name="connsiteX14" fmla="*/ 37553 w 91326"/>
                    <a:gd name="connsiteY14" fmla="*/ 21789 h 213340"/>
                    <a:gd name="connsiteX15" fmla="*/ 27061 w 91326"/>
                    <a:gd name="connsiteY15" fmla="*/ -70 h 2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326" h="213339">
                      <a:moveTo>
                        <a:pt x="27061" y="-70"/>
                      </a:moveTo>
                      <a:lnTo>
                        <a:pt x="27061" y="-70"/>
                      </a:lnTo>
                      <a:lnTo>
                        <a:pt x="27061" y="-70"/>
                      </a:lnTo>
                      <a:cubicBezTo>
                        <a:pt x="33295" y="2588"/>
                        <a:pt x="38934" y="6453"/>
                        <a:pt x="43673" y="11296"/>
                      </a:cubicBezTo>
                      <a:cubicBezTo>
                        <a:pt x="58634" y="21308"/>
                        <a:pt x="70935" y="34817"/>
                        <a:pt x="79522" y="50642"/>
                      </a:cubicBezTo>
                      <a:cubicBezTo>
                        <a:pt x="92261" y="78009"/>
                        <a:pt x="94744" y="109031"/>
                        <a:pt x="86516" y="138077"/>
                      </a:cubicBezTo>
                      <a:lnTo>
                        <a:pt x="78647" y="157312"/>
                      </a:lnTo>
                      <a:cubicBezTo>
                        <a:pt x="76575" y="162454"/>
                        <a:pt x="73619" y="167184"/>
                        <a:pt x="69904" y="171302"/>
                      </a:cubicBezTo>
                      <a:cubicBezTo>
                        <a:pt x="52644" y="193528"/>
                        <a:pt x="27690" y="208496"/>
                        <a:pt x="-44" y="213271"/>
                      </a:cubicBezTo>
                      <a:lnTo>
                        <a:pt x="-44" y="213271"/>
                      </a:lnTo>
                      <a:cubicBezTo>
                        <a:pt x="-44" y="213271"/>
                        <a:pt x="6076" y="213271"/>
                        <a:pt x="8700" y="213271"/>
                      </a:cubicBezTo>
                      <a:cubicBezTo>
                        <a:pt x="26484" y="209003"/>
                        <a:pt x="42606" y="199578"/>
                        <a:pt x="55040" y="186165"/>
                      </a:cubicBezTo>
                      <a:cubicBezTo>
                        <a:pt x="74773" y="167201"/>
                        <a:pt x="85834" y="140962"/>
                        <a:pt x="85642" y="113595"/>
                      </a:cubicBezTo>
                      <a:cubicBezTo>
                        <a:pt x="86044" y="96676"/>
                        <a:pt x="82451" y="79898"/>
                        <a:pt x="75150" y="64631"/>
                      </a:cubicBezTo>
                      <a:cubicBezTo>
                        <a:pt x="66555" y="47319"/>
                        <a:pt x="53597" y="32552"/>
                        <a:pt x="37553" y="21789"/>
                      </a:cubicBezTo>
                      <a:cubicBezTo>
                        <a:pt x="37553" y="21789"/>
                        <a:pt x="28809" y="6050"/>
                        <a:pt x="27061" y="-70"/>
                      </a:cubicBezTo>
                      <a:close/>
                    </a:path>
                  </a:pathLst>
                </a:custGeom>
                <a:solidFill>
                  <a:srgbClr val="EEEEF1"/>
                </a:solidFill>
                <a:ln w="87213" cap="flat">
                  <a:noFill/>
                  <a:prstDash val="solid"/>
                  <a:miter/>
                </a:ln>
              </p:spPr>
              <p:txBody>
                <a:bodyPr rtlCol="0" anchor="ctr"/>
                <a:lstStyle/>
                <a:p>
                  <a:endParaRPr lang="en-IN" dirty="0"/>
                </a:p>
              </p:txBody>
            </p:sp>
            <p:sp>
              <p:nvSpPr>
                <p:cNvPr id="2120" name="Freeform: Shape 2119">
                  <a:extLst>
                    <a:ext uri="{FF2B5EF4-FFF2-40B4-BE49-F238E27FC236}">
                      <a16:creationId xmlns:a16="http://schemas.microsoft.com/office/drawing/2014/main" id="{60ED3B4C-B5F3-D0C6-12B4-33C642250E68}"/>
                    </a:ext>
                  </a:extLst>
                </p:cNvPr>
                <p:cNvSpPr/>
                <p:nvPr/>
              </p:nvSpPr>
              <p:spPr>
                <a:xfrm>
                  <a:off x="2606841" y="4057497"/>
                  <a:ext cx="8743" cy="13989"/>
                </a:xfrm>
                <a:custGeom>
                  <a:avLst/>
                  <a:gdLst>
                    <a:gd name="connsiteX0" fmla="*/ -44 w 8743"/>
                    <a:gd name="connsiteY0" fmla="*/ 13920 h 13989"/>
                    <a:gd name="connsiteX1" fmla="*/ 8699 w 8743"/>
                    <a:gd name="connsiteY1" fmla="*/ -70 h 13989"/>
                    <a:gd name="connsiteX2" fmla="*/ -44 w 8743"/>
                    <a:gd name="connsiteY2" fmla="*/ 13920 h 13989"/>
                  </a:gdLst>
                  <a:ahLst/>
                  <a:cxnLst>
                    <a:cxn ang="0">
                      <a:pos x="connsiteX0" y="connsiteY0"/>
                    </a:cxn>
                    <a:cxn ang="0">
                      <a:pos x="connsiteX1" y="connsiteY1"/>
                    </a:cxn>
                    <a:cxn ang="0">
                      <a:pos x="connsiteX2" y="connsiteY2"/>
                    </a:cxn>
                  </a:cxnLst>
                  <a:rect l="l" t="t" r="r" b="b"/>
                  <a:pathLst>
                    <a:path w="8743" h="13989">
                      <a:moveTo>
                        <a:pt x="-44" y="13920"/>
                      </a:moveTo>
                      <a:lnTo>
                        <a:pt x="8699" y="-70"/>
                      </a:lnTo>
                      <a:cubicBezTo>
                        <a:pt x="8157" y="5709"/>
                        <a:pt x="4922" y="10903"/>
                        <a:pt x="-44" y="13920"/>
                      </a:cubicBezTo>
                      <a:close/>
                    </a:path>
                  </a:pathLst>
                </a:custGeom>
                <a:solidFill>
                  <a:srgbClr val="F1F2F3"/>
                </a:solidFill>
                <a:ln w="87213" cap="flat">
                  <a:noFill/>
                  <a:prstDash val="solid"/>
                  <a:miter/>
                </a:ln>
              </p:spPr>
              <p:txBody>
                <a:bodyPr rtlCol="0" anchor="ctr"/>
                <a:lstStyle/>
                <a:p>
                  <a:endParaRPr lang="en-IN" dirty="0"/>
                </a:p>
              </p:txBody>
            </p:sp>
            <p:sp>
              <p:nvSpPr>
                <p:cNvPr id="2121" name="Freeform: Shape 2120">
                  <a:extLst>
                    <a:ext uri="{FF2B5EF4-FFF2-40B4-BE49-F238E27FC236}">
                      <a16:creationId xmlns:a16="http://schemas.microsoft.com/office/drawing/2014/main" id="{C6B0A97A-5B54-6AB6-42B9-63F6FB6F697B}"/>
                    </a:ext>
                  </a:extLst>
                </p:cNvPr>
                <p:cNvSpPr/>
                <p:nvPr/>
              </p:nvSpPr>
              <p:spPr>
                <a:xfrm>
                  <a:off x="2432846" y="4082853"/>
                  <a:ext cx="12240" cy="9617"/>
                </a:xfrm>
                <a:custGeom>
                  <a:avLst/>
                  <a:gdLst>
                    <a:gd name="connsiteX0" fmla="*/ 830 w 12240"/>
                    <a:gd name="connsiteY0" fmla="*/ -70 h 9617"/>
                    <a:gd name="connsiteX1" fmla="*/ 12197 w 12240"/>
                    <a:gd name="connsiteY1" fmla="*/ 9548 h 9617"/>
                    <a:gd name="connsiteX2" fmla="*/ -44 w 12240"/>
                    <a:gd name="connsiteY2" fmla="*/ 1678 h 9617"/>
                  </a:gdLst>
                  <a:ahLst/>
                  <a:cxnLst>
                    <a:cxn ang="0">
                      <a:pos x="connsiteX0" y="connsiteY0"/>
                    </a:cxn>
                    <a:cxn ang="0">
                      <a:pos x="connsiteX1" y="connsiteY1"/>
                    </a:cxn>
                    <a:cxn ang="0">
                      <a:pos x="connsiteX2" y="connsiteY2"/>
                    </a:cxn>
                  </a:cxnLst>
                  <a:rect l="l" t="t" r="r" b="b"/>
                  <a:pathLst>
                    <a:path w="12240" h="9617">
                      <a:moveTo>
                        <a:pt x="830" y="-70"/>
                      </a:moveTo>
                      <a:cubicBezTo>
                        <a:pt x="830" y="-70"/>
                        <a:pt x="10448" y="-70"/>
                        <a:pt x="12197" y="9548"/>
                      </a:cubicBezTo>
                      <a:lnTo>
                        <a:pt x="-44" y="1678"/>
                      </a:lnTo>
                      <a:close/>
                    </a:path>
                  </a:pathLst>
                </a:custGeom>
                <a:solidFill>
                  <a:srgbClr val="F1F2F3"/>
                </a:solidFill>
                <a:ln w="87213" cap="flat">
                  <a:noFill/>
                  <a:prstDash val="solid"/>
                  <a:miter/>
                </a:ln>
              </p:spPr>
              <p:txBody>
                <a:bodyPr rtlCol="0" anchor="ctr"/>
                <a:lstStyle/>
                <a:p>
                  <a:endParaRPr lang="en-IN" dirty="0"/>
                </a:p>
              </p:txBody>
            </p:sp>
            <p:sp>
              <p:nvSpPr>
                <p:cNvPr id="2122" name="Freeform: Shape 2121">
                  <a:extLst>
                    <a:ext uri="{FF2B5EF4-FFF2-40B4-BE49-F238E27FC236}">
                      <a16:creationId xmlns:a16="http://schemas.microsoft.com/office/drawing/2014/main" id="{BC362BCE-8F89-C8CC-65C3-E76AD23C9627}"/>
                    </a:ext>
                  </a:extLst>
                </p:cNvPr>
                <p:cNvSpPr/>
                <p:nvPr/>
              </p:nvSpPr>
              <p:spPr>
                <a:xfrm>
                  <a:off x="2563998" y="3903612"/>
                  <a:ext cx="16612" cy="11366"/>
                </a:xfrm>
                <a:custGeom>
                  <a:avLst/>
                  <a:gdLst>
                    <a:gd name="connsiteX0" fmla="*/ 16568 w 16612"/>
                    <a:gd name="connsiteY0" fmla="*/ 11297 h 11366"/>
                    <a:gd name="connsiteX1" fmla="*/ -44 w 16612"/>
                    <a:gd name="connsiteY1" fmla="*/ -70 h 11366"/>
                    <a:gd name="connsiteX2" fmla="*/ 16568 w 16612"/>
                    <a:gd name="connsiteY2" fmla="*/ 11297 h 11366"/>
                  </a:gdLst>
                  <a:ahLst/>
                  <a:cxnLst>
                    <a:cxn ang="0">
                      <a:pos x="connsiteX0" y="connsiteY0"/>
                    </a:cxn>
                    <a:cxn ang="0">
                      <a:pos x="connsiteX1" y="connsiteY1"/>
                    </a:cxn>
                    <a:cxn ang="0">
                      <a:pos x="connsiteX2" y="connsiteY2"/>
                    </a:cxn>
                  </a:cxnLst>
                  <a:rect l="l" t="t" r="r" b="b"/>
                  <a:pathLst>
                    <a:path w="16612" h="11366">
                      <a:moveTo>
                        <a:pt x="16568" y="11297"/>
                      </a:moveTo>
                      <a:lnTo>
                        <a:pt x="-44" y="-70"/>
                      </a:lnTo>
                      <a:cubicBezTo>
                        <a:pt x="6750" y="1443"/>
                        <a:pt x="12695" y="5517"/>
                        <a:pt x="16568" y="11297"/>
                      </a:cubicBezTo>
                      <a:close/>
                    </a:path>
                  </a:pathLst>
                </a:custGeom>
                <a:solidFill>
                  <a:srgbClr val="EEEFF1"/>
                </a:solidFill>
                <a:ln w="87213" cap="flat">
                  <a:noFill/>
                  <a:prstDash val="solid"/>
                  <a:miter/>
                </a:ln>
              </p:spPr>
              <p:txBody>
                <a:bodyPr rtlCol="0" anchor="ctr"/>
                <a:lstStyle/>
                <a:p>
                  <a:endParaRPr lang="en-IN" dirty="0"/>
                </a:p>
              </p:txBody>
            </p:sp>
            <p:sp>
              <p:nvSpPr>
                <p:cNvPr id="2123" name="Freeform: Shape 2122">
                  <a:extLst>
                    <a:ext uri="{FF2B5EF4-FFF2-40B4-BE49-F238E27FC236}">
                      <a16:creationId xmlns:a16="http://schemas.microsoft.com/office/drawing/2014/main" id="{1E1EDA0C-3721-7C61-EFEE-5149C98B2933}"/>
                    </a:ext>
                  </a:extLst>
                </p:cNvPr>
                <p:cNvSpPr/>
                <p:nvPr/>
              </p:nvSpPr>
              <p:spPr>
                <a:xfrm>
                  <a:off x="2412704" y="3926345"/>
                  <a:ext cx="14021" cy="12586"/>
                </a:xfrm>
                <a:custGeom>
                  <a:avLst/>
                  <a:gdLst>
                    <a:gd name="connsiteX0" fmla="*/ 13977 w 14021"/>
                    <a:gd name="connsiteY0" fmla="*/ -70 h 12586"/>
                    <a:gd name="connsiteX1" fmla="*/ 3485 w 14021"/>
                    <a:gd name="connsiteY1" fmla="*/ 12171 h 12586"/>
                    <a:gd name="connsiteX2" fmla="*/ 13977 w 14021"/>
                    <a:gd name="connsiteY2" fmla="*/ -70 h 12586"/>
                  </a:gdLst>
                  <a:ahLst/>
                  <a:cxnLst>
                    <a:cxn ang="0">
                      <a:pos x="connsiteX0" y="connsiteY0"/>
                    </a:cxn>
                    <a:cxn ang="0">
                      <a:pos x="connsiteX1" y="connsiteY1"/>
                    </a:cxn>
                    <a:cxn ang="0">
                      <a:pos x="connsiteX2" y="connsiteY2"/>
                    </a:cxn>
                  </a:cxnLst>
                  <a:rect l="l" t="t" r="r" b="b"/>
                  <a:pathLst>
                    <a:path w="14021" h="12586">
                      <a:moveTo>
                        <a:pt x="13977" y="-70"/>
                      </a:moveTo>
                      <a:cubicBezTo>
                        <a:pt x="13977" y="-70"/>
                        <a:pt x="13977" y="9548"/>
                        <a:pt x="3485" y="12171"/>
                      </a:cubicBezTo>
                      <a:cubicBezTo>
                        <a:pt x="-7007" y="14794"/>
                        <a:pt x="8731" y="1679"/>
                        <a:pt x="13977" y="-70"/>
                      </a:cubicBezTo>
                      <a:close/>
                    </a:path>
                  </a:pathLst>
                </a:custGeom>
                <a:solidFill>
                  <a:srgbClr val="F1F2F3"/>
                </a:solidFill>
                <a:ln w="87213" cap="flat">
                  <a:noFill/>
                  <a:prstDash val="solid"/>
                  <a:miter/>
                </a:ln>
              </p:spPr>
              <p:txBody>
                <a:bodyPr rtlCol="0" anchor="ctr"/>
                <a:lstStyle/>
                <a:p>
                  <a:endParaRPr lang="en-IN" dirty="0"/>
                </a:p>
              </p:txBody>
            </p:sp>
            <p:sp>
              <p:nvSpPr>
                <p:cNvPr id="2124" name="Freeform: Shape 2123">
                  <a:extLst>
                    <a:ext uri="{FF2B5EF4-FFF2-40B4-BE49-F238E27FC236}">
                      <a16:creationId xmlns:a16="http://schemas.microsoft.com/office/drawing/2014/main" id="{58A2B64C-59DC-AAE2-93A0-7DA928D94B63}"/>
                    </a:ext>
                  </a:extLst>
                </p:cNvPr>
                <p:cNvSpPr/>
                <p:nvPr/>
              </p:nvSpPr>
              <p:spPr>
                <a:xfrm>
                  <a:off x="2405350" y="3941208"/>
                  <a:ext cx="9134" cy="15968"/>
                </a:xfrm>
                <a:custGeom>
                  <a:avLst/>
                  <a:gdLst>
                    <a:gd name="connsiteX0" fmla="*/ 9091 w 9134"/>
                    <a:gd name="connsiteY0" fmla="*/ -70 h 15968"/>
                    <a:gd name="connsiteX1" fmla="*/ 2096 w 9134"/>
                    <a:gd name="connsiteY1" fmla="*/ 14794 h 15968"/>
                    <a:gd name="connsiteX2" fmla="*/ 9091 w 9134"/>
                    <a:gd name="connsiteY2" fmla="*/ -70 h 15968"/>
                  </a:gdLst>
                  <a:ahLst/>
                  <a:cxnLst>
                    <a:cxn ang="0">
                      <a:pos x="connsiteX0" y="connsiteY0"/>
                    </a:cxn>
                    <a:cxn ang="0">
                      <a:pos x="connsiteX1" y="connsiteY1"/>
                    </a:cxn>
                    <a:cxn ang="0">
                      <a:pos x="connsiteX2" y="connsiteY2"/>
                    </a:cxn>
                  </a:cxnLst>
                  <a:rect l="l" t="t" r="r" b="b"/>
                  <a:pathLst>
                    <a:path w="9134" h="15968">
                      <a:moveTo>
                        <a:pt x="9091" y="-70"/>
                      </a:moveTo>
                      <a:cubicBezTo>
                        <a:pt x="9091" y="6050"/>
                        <a:pt x="9091" y="9548"/>
                        <a:pt x="2096" y="14794"/>
                      </a:cubicBezTo>
                      <a:cubicBezTo>
                        <a:pt x="-4899" y="20040"/>
                        <a:pt x="7342" y="5176"/>
                        <a:pt x="9091" y="-70"/>
                      </a:cubicBezTo>
                      <a:close/>
                    </a:path>
                  </a:pathLst>
                </a:custGeom>
                <a:solidFill>
                  <a:srgbClr val="F1F2F3"/>
                </a:solidFill>
                <a:ln w="87213" cap="flat">
                  <a:noFill/>
                  <a:prstDash val="solid"/>
                  <a:miter/>
                </a:ln>
              </p:spPr>
              <p:txBody>
                <a:bodyPr rtlCol="0" anchor="ctr"/>
                <a:lstStyle/>
                <a:p>
                  <a:endParaRPr lang="en-IN" dirty="0"/>
                </a:p>
              </p:txBody>
            </p:sp>
            <p:sp>
              <p:nvSpPr>
                <p:cNvPr id="2125" name="Freeform: Shape 2124">
                  <a:extLst>
                    <a:ext uri="{FF2B5EF4-FFF2-40B4-BE49-F238E27FC236}">
                      <a16:creationId xmlns:a16="http://schemas.microsoft.com/office/drawing/2014/main" id="{AE5F0A71-1967-385E-AECF-8BF6C15B85C0}"/>
                    </a:ext>
                  </a:extLst>
                </p:cNvPr>
                <p:cNvSpPr/>
                <p:nvPr/>
              </p:nvSpPr>
              <p:spPr>
                <a:xfrm>
                  <a:off x="2411862" y="4053999"/>
                  <a:ext cx="511" cy="6994"/>
                </a:xfrm>
                <a:custGeom>
                  <a:avLst/>
                  <a:gdLst>
                    <a:gd name="connsiteX0" fmla="*/ -44 w 511"/>
                    <a:gd name="connsiteY0" fmla="*/ -70 h 6994"/>
                    <a:gd name="connsiteX1" fmla="*/ -44 w 511"/>
                    <a:gd name="connsiteY1" fmla="*/ 6925 h 6994"/>
                    <a:gd name="connsiteX2" fmla="*/ -44 w 511"/>
                    <a:gd name="connsiteY2" fmla="*/ 6925 h 6994"/>
                  </a:gdLst>
                  <a:ahLst/>
                  <a:cxnLst>
                    <a:cxn ang="0">
                      <a:pos x="connsiteX0" y="connsiteY0"/>
                    </a:cxn>
                    <a:cxn ang="0">
                      <a:pos x="connsiteX1" y="connsiteY1"/>
                    </a:cxn>
                    <a:cxn ang="0">
                      <a:pos x="connsiteX2" y="connsiteY2"/>
                    </a:cxn>
                  </a:cxnLst>
                  <a:rect l="l" t="t" r="r" b="b"/>
                  <a:pathLst>
                    <a:path w="511" h="6994">
                      <a:moveTo>
                        <a:pt x="-44" y="-70"/>
                      </a:moveTo>
                      <a:cubicBezTo>
                        <a:pt x="638" y="2212"/>
                        <a:pt x="638" y="4643"/>
                        <a:pt x="-44" y="6925"/>
                      </a:cubicBezTo>
                      <a:lnTo>
                        <a:pt x="-44" y="6925"/>
                      </a:lnTo>
                      <a:close/>
                    </a:path>
                  </a:pathLst>
                </a:custGeom>
                <a:solidFill>
                  <a:srgbClr val="F1F2F3"/>
                </a:solidFill>
                <a:ln w="87213" cap="flat">
                  <a:noFill/>
                  <a:prstDash val="solid"/>
                  <a:miter/>
                </a:ln>
              </p:spPr>
              <p:txBody>
                <a:bodyPr rtlCol="0" anchor="ctr"/>
                <a:lstStyle/>
                <a:p>
                  <a:endParaRPr lang="en-IN" dirty="0"/>
                </a:p>
              </p:txBody>
            </p:sp>
            <p:sp>
              <p:nvSpPr>
                <p:cNvPr id="2126" name="Freeform: Shape 2125">
                  <a:extLst>
                    <a:ext uri="{FF2B5EF4-FFF2-40B4-BE49-F238E27FC236}">
                      <a16:creationId xmlns:a16="http://schemas.microsoft.com/office/drawing/2014/main" id="{F24C11E2-8C5F-1DAB-4DCF-34DFB9557B68}"/>
                    </a:ext>
                  </a:extLst>
                </p:cNvPr>
                <p:cNvSpPr/>
                <p:nvPr/>
              </p:nvSpPr>
              <p:spPr>
                <a:xfrm>
                  <a:off x="2488804" y="3957421"/>
                  <a:ext cx="130060" cy="156000"/>
                </a:xfrm>
                <a:custGeom>
                  <a:avLst/>
                  <a:gdLst>
                    <a:gd name="connsiteX0" fmla="*/ 34930 w 130060"/>
                    <a:gd name="connsiteY0" fmla="*/ 153341 h 156000"/>
                    <a:gd name="connsiteX1" fmla="*/ 34930 w 130060"/>
                    <a:gd name="connsiteY1" fmla="*/ 153341 h 156000"/>
                    <a:gd name="connsiteX2" fmla="*/ -44 w 130060"/>
                    <a:gd name="connsiteY2" fmla="*/ 153341 h 156000"/>
                    <a:gd name="connsiteX3" fmla="*/ -44 w 130060"/>
                    <a:gd name="connsiteY3" fmla="*/ 153341 h 156000"/>
                    <a:gd name="connsiteX4" fmla="*/ 9574 w 130060"/>
                    <a:gd name="connsiteY4" fmla="*/ 153341 h 156000"/>
                    <a:gd name="connsiteX5" fmla="*/ 42799 w 130060"/>
                    <a:gd name="connsiteY5" fmla="*/ 153341 h 156000"/>
                    <a:gd name="connsiteX6" fmla="*/ 42799 w 130060"/>
                    <a:gd name="connsiteY6" fmla="*/ 153341 h 156000"/>
                    <a:gd name="connsiteX7" fmla="*/ 57663 w 130060"/>
                    <a:gd name="connsiteY7" fmla="*/ 153341 h 156000"/>
                    <a:gd name="connsiteX8" fmla="*/ 105752 w 130060"/>
                    <a:gd name="connsiteY8" fmla="*/ 120990 h 156000"/>
                    <a:gd name="connsiteX9" fmla="*/ 112747 w 130060"/>
                    <a:gd name="connsiteY9" fmla="*/ 330 h 156000"/>
                    <a:gd name="connsiteX10" fmla="*/ 112747 w 130060"/>
                    <a:gd name="connsiteY10" fmla="*/ 330 h 156000"/>
                    <a:gd name="connsiteX11" fmla="*/ 112747 w 130060"/>
                    <a:gd name="connsiteY11" fmla="*/ 330 h 156000"/>
                    <a:gd name="connsiteX12" fmla="*/ 117993 w 130060"/>
                    <a:gd name="connsiteY12" fmla="*/ 330 h 156000"/>
                    <a:gd name="connsiteX13" fmla="*/ 129359 w 130060"/>
                    <a:gd name="connsiteY13" fmla="*/ 52791 h 156000"/>
                    <a:gd name="connsiteX14" fmla="*/ 98757 w 130060"/>
                    <a:gd name="connsiteY14" fmla="*/ 124487 h 156000"/>
                    <a:gd name="connsiteX15" fmla="*/ 41050 w 130060"/>
                    <a:gd name="connsiteY15" fmla="*/ 154215 h 1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060" h="156000">
                      <a:moveTo>
                        <a:pt x="34930" y="153341"/>
                      </a:moveTo>
                      <a:lnTo>
                        <a:pt x="34930" y="153341"/>
                      </a:lnTo>
                      <a:cubicBezTo>
                        <a:pt x="23528" y="156794"/>
                        <a:pt x="11357" y="156794"/>
                        <a:pt x="-44" y="153341"/>
                      </a:cubicBezTo>
                      <a:lnTo>
                        <a:pt x="-44" y="153341"/>
                      </a:lnTo>
                      <a:cubicBezTo>
                        <a:pt x="-44" y="153341"/>
                        <a:pt x="6077" y="153341"/>
                        <a:pt x="9574" y="153341"/>
                      </a:cubicBezTo>
                      <a:cubicBezTo>
                        <a:pt x="20433" y="156401"/>
                        <a:pt x="31940" y="156401"/>
                        <a:pt x="42799" y="153341"/>
                      </a:cubicBezTo>
                      <a:lnTo>
                        <a:pt x="42799" y="153341"/>
                      </a:lnTo>
                      <a:cubicBezTo>
                        <a:pt x="47722" y="152572"/>
                        <a:pt x="52740" y="152572"/>
                        <a:pt x="57663" y="153341"/>
                      </a:cubicBezTo>
                      <a:cubicBezTo>
                        <a:pt x="77187" y="148987"/>
                        <a:pt x="94359" y="137436"/>
                        <a:pt x="105752" y="120990"/>
                      </a:cubicBezTo>
                      <a:cubicBezTo>
                        <a:pt x="135279" y="87056"/>
                        <a:pt x="138155" y="37455"/>
                        <a:pt x="112747" y="330"/>
                      </a:cubicBezTo>
                      <a:cubicBezTo>
                        <a:pt x="112747" y="330"/>
                        <a:pt x="112747" y="330"/>
                        <a:pt x="112747" y="330"/>
                      </a:cubicBezTo>
                      <a:lnTo>
                        <a:pt x="112747" y="330"/>
                      </a:lnTo>
                      <a:cubicBezTo>
                        <a:pt x="114452" y="-203"/>
                        <a:pt x="116288" y="-203"/>
                        <a:pt x="117993" y="330"/>
                      </a:cubicBezTo>
                      <a:cubicBezTo>
                        <a:pt x="125669" y="16742"/>
                        <a:pt x="129560" y="34674"/>
                        <a:pt x="129359" y="52791"/>
                      </a:cubicBezTo>
                      <a:cubicBezTo>
                        <a:pt x="129735" y="79939"/>
                        <a:pt x="118622" y="105977"/>
                        <a:pt x="98757" y="124487"/>
                      </a:cubicBezTo>
                      <a:cubicBezTo>
                        <a:pt x="83736" y="141030"/>
                        <a:pt x="63241" y="151583"/>
                        <a:pt x="41050" y="154215"/>
                      </a:cubicBezTo>
                      <a:close/>
                    </a:path>
                  </a:pathLst>
                </a:custGeom>
                <a:solidFill>
                  <a:srgbClr val="E3E5E8"/>
                </a:solidFill>
                <a:ln w="87213" cap="flat">
                  <a:noFill/>
                  <a:prstDash val="solid"/>
                  <a:miter/>
                </a:ln>
              </p:spPr>
              <p:txBody>
                <a:bodyPr rtlCol="0" anchor="ctr"/>
                <a:lstStyle/>
                <a:p>
                  <a:endParaRPr lang="en-IN" dirty="0"/>
                </a:p>
              </p:txBody>
            </p:sp>
            <p:sp>
              <p:nvSpPr>
                <p:cNvPr id="2127" name="Freeform: Shape 2126">
                  <a:extLst>
                    <a:ext uri="{FF2B5EF4-FFF2-40B4-BE49-F238E27FC236}">
                      <a16:creationId xmlns:a16="http://schemas.microsoft.com/office/drawing/2014/main" id="{CFE193E5-DD1A-C5C6-1AF5-A6EE0342E582}"/>
                    </a:ext>
                  </a:extLst>
                </p:cNvPr>
                <p:cNvSpPr/>
                <p:nvPr/>
              </p:nvSpPr>
              <p:spPr>
                <a:xfrm>
                  <a:off x="2409656" y="3887873"/>
                  <a:ext cx="121116" cy="116426"/>
                </a:xfrm>
                <a:custGeom>
                  <a:avLst/>
                  <a:gdLst>
                    <a:gd name="connsiteX0" fmla="*/ 94842 w 121116"/>
                    <a:gd name="connsiteY0" fmla="*/ 6050 h 116426"/>
                    <a:gd name="connsiteX1" fmla="*/ 101837 w 121116"/>
                    <a:gd name="connsiteY1" fmla="*/ 6050 h 116426"/>
                    <a:gd name="connsiteX2" fmla="*/ 121073 w 121116"/>
                    <a:gd name="connsiteY2" fmla="*/ 6050 h 116426"/>
                    <a:gd name="connsiteX3" fmla="*/ 121073 w 121116"/>
                    <a:gd name="connsiteY3" fmla="*/ 6050 h 116426"/>
                    <a:gd name="connsiteX4" fmla="*/ 114078 w 121116"/>
                    <a:gd name="connsiteY4" fmla="*/ 6050 h 116426"/>
                    <a:gd name="connsiteX5" fmla="*/ 100962 w 121116"/>
                    <a:gd name="connsiteY5" fmla="*/ 6050 h 116426"/>
                    <a:gd name="connsiteX6" fmla="*/ 86973 w 121116"/>
                    <a:gd name="connsiteY6" fmla="*/ 6050 h 116426"/>
                    <a:gd name="connsiteX7" fmla="*/ 46753 w 121116"/>
                    <a:gd name="connsiteY7" fmla="*/ 20915 h 116426"/>
                    <a:gd name="connsiteX8" fmla="*/ 17900 w 121116"/>
                    <a:gd name="connsiteY8" fmla="*/ 47145 h 116426"/>
                    <a:gd name="connsiteX9" fmla="*/ 11779 w 121116"/>
                    <a:gd name="connsiteY9" fmla="*/ 56763 h 116426"/>
                    <a:gd name="connsiteX10" fmla="*/ 1287 w 121116"/>
                    <a:gd name="connsiteY10" fmla="*/ 82993 h 116426"/>
                    <a:gd name="connsiteX11" fmla="*/ 1287 w 121116"/>
                    <a:gd name="connsiteY11" fmla="*/ 105726 h 116426"/>
                    <a:gd name="connsiteX12" fmla="*/ 1287 w 121116"/>
                    <a:gd name="connsiteY12" fmla="*/ 115344 h 116426"/>
                    <a:gd name="connsiteX13" fmla="*/ 1287 w 121116"/>
                    <a:gd name="connsiteY13" fmla="*/ 109223 h 116426"/>
                    <a:gd name="connsiteX14" fmla="*/ 1287 w 121116"/>
                    <a:gd name="connsiteY14" fmla="*/ 87365 h 116426"/>
                    <a:gd name="connsiteX15" fmla="*/ 1287 w 121116"/>
                    <a:gd name="connsiteY15" fmla="*/ 75998 h 116426"/>
                    <a:gd name="connsiteX16" fmla="*/ 1287 w 121116"/>
                    <a:gd name="connsiteY16" fmla="*/ 69003 h 116426"/>
                    <a:gd name="connsiteX17" fmla="*/ 1287 w 121116"/>
                    <a:gd name="connsiteY17" fmla="*/ 59386 h 116426"/>
                    <a:gd name="connsiteX18" fmla="*/ 14402 w 121116"/>
                    <a:gd name="connsiteY18" fmla="*/ 38401 h 116426"/>
                    <a:gd name="connsiteX19" fmla="*/ 83476 w 121116"/>
                    <a:gd name="connsiteY19" fmla="*/ -70 h 11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115" h="116425">
                      <a:moveTo>
                        <a:pt x="94842" y="6050"/>
                      </a:moveTo>
                      <a:lnTo>
                        <a:pt x="101837" y="6050"/>
                      </a:lnTo>
                      <a:cubicBezTo>
                        <a:pt x="108246" y="5622"/>
                        <a:pt x="114663" y="5622"/>
                        <a:pt x="121073" y="6050"/>
                      </a:cubicBezTo>
                      <a:lnTo>
                        <a:pt x="121073" y="6050"/>
                      </a:lnTo>
                      <a:cubicBezTo>
                        <a:pt x="121073" y="10422"/>
                        <a:pt x="116701" y="6050"/>
                        <a:pt x="114078" y="6050"/>
                      </a:cubicBezTo>
                      <a:cubicBezTo>
                        <a:pt x="109750" y="5176"/>
                        <a:pt x="105291" y="5176"/>
                        <a:pt x="100962" y="6050"/>
                      </a:cubicBezTo>
                      <a:lnTo>
                        <a:pt x="86973" y="6050"/>
                      </a:lnTo>
                      <a:cubicBezTo>
                        <a:pt x="72537" y="7589"/>
                        <a:pt x="58714" y="12696"/>
                        <a:pt x="46753" y="20915"/>
                      </a:cubicBezTo>
                      <a:cubicBezTo>
                        <a:pt x="34993" y="26965"/>
                        <a:pt x="25043" y="36015"/>
                        <a:pt x="17900" y="47145"/>
                      </a:cubicBezTo>
                      <a:cubicBezTo>
                        <a:pt x="14402" y="49147"/>
                        <a:pt x="12112" y="52741"/>
                        <a:pt x="11779" y="56763"/>
                      </a:cubicBezTo>
                      <a:cubicBezTo>
                        <a:pt x="7023" y="64947"/>
                        <a:pt x="3490" y="73786"/>
                        <a:pt x="1287" y="82993"/>
                      </a:cubicBezTo>
                      <a:cubicBezTo>
                        <a:pt x="509" y="90547"/>
                        <a:pt x="509" y="98172"/>
                        <a:pt x="1287" y="105726"/>
                      </a:cubicBezTo>
                      <a:cubicBezTo>
                        <a:pt x="1287" y="105726"/>
                        <a:pt x="1287" y="112721"/>
                        <a:pt x="1287" y="115344"/>
                      </a:cubicBezTo>
                      <a:cubicBezTo>
                        <a:pt x="1287" y="117967"/>
                        <a:pt x="1287" y="115344"/>
                        <a:pt x="1287" y="109223"/>
                      </a:cubicBezTo>
                      <a:cubicBezTo>
                        <a:pt x="-488" y="102045"/>
                        <a:pt x="-488" y="94543"/>
                        <a:pt x="1287" y="87365"/>
                      </a:cubicBezTo>
                      <a:cubicBezTo>
                        <a:pt x="789" y="83588"/>
                        <a:pt x="789" y="79767"/>
                        <a:pt x="1287" y="75998"/>
                      </a:cubicBezTo>
                      <a:cubicBezTo>
                        <a:pt x="1287" y="75998"/>
                        <a:pt x="1287" y="75998"/>
                        <a:pt x="1287" y="69003"/>
                      </a:cubicBezTo>
                      <a:cubicBezTo>
                        <a:pt x="1287" y="62009"/>
                        <a:pt x="1287" y="62883"/>
                        <a:pt x="1287" y="59386"/>
                      </a:cubicBezTo>
                      <a:cubicBezTo>
                        <a:pt x="4645" y="51805"/>
                        <a:pt x="9060" y="44741"/>
                        <a:pt x="14402" y="38401"/>
                      </a:cubicBezTo>
                      <a:cubicBezTo>
                        <a:pt x="31067" y="16525"/>
                        <a:pt x="56100" y="2580"/>
                        <a:pt x="83476" y="-70"/>
                      </a:cubicBezTo>
                      <a:close/>
                    </a:path>
                  </a:pathLst>
                </a:custGeom>
                <a:solidFill>
                  <a:srgbClr val="E7E8EB"/>
                </a:solidFill>
                <a:ln w="87213" cap="flat">
                  <a:noFill/>
                  <a:prstDash val="solid"/>
                  <a:miter/>
                </a:ln>
              </p:spPr>
              <p:txBody>
                <a:bodyPr rtlCol="0" anchor="ctr"/>
                <a:lstStyle/>
                <a:p>
                  <a:endParaRPr lang="en-IN" dirty="0"/>
                </a:p>
              </p:txBody>
            </p:sp>
            <p:sp>
              <p:nvSpPr>
                <p:cNvPr id="2128" name="Freeform: Shape 2127">
                  <a:extLst>
                    <a:ext uri="{FF2B5EF4-FFF2-40B4-BE49-F238E27FC236}">
                      <a16:creationId xmlns:a16="http://schemas.microsoft.com/office/drawing/2014/main" id="{67C3292D-C058-464A-75C9-4B20E925738C}"/>
                    </a:ext>
                  </a:extLst>
                </p:cNvPr>
                <p:cNvSpPr/>
                <p:nvPr/>
              </p:nvSpPr>
              <p:spPr>
                <a:xfrm>
                  <a:off x="2416233" y="4047004"/>
                  <a:ext cx="106670" cy="64896"/>
                </a:xfrm>
                <a:custGeom>
                  <a:avLst/>
                  <a:gdLst>
                    <a:gd name="connsiteX0" fmla="*/ 71652 w 106670"/>
                    <a:gd name="connsiteY0" fmla="*/ 57637 h 64896"/>
                    <a:gd name="connsiteX1" fmla="*/ 106626 w 106670"/>
                    <a:gd name="connsiteY1" fmla="*/ 62883 h 64896"/>
                    <a:gd name="connsiteX2" fmla="*/ 96134 w 106670"/>
                    <a:gd name="connsiteY2" fmla="*/ 62883 h 64896"/>
                    <a:gd name="connsiteX3" fmla="*/ 27061 w 106670"/>
                    <a:gd name="connsiteY3" fmla="*/ 36653 h 64896"/>
                    <a:gd name="connsiteX4" fmla="*/ 27061 w 106670"/>
                    <a:gd name="connsiteY4" fmla="*/ 36653 h 64896"/>
                    <a:gd name="connsiteX5" fmla="*/ 20940 w 106670"/>
                    <a:gd name="connsiteY5" fmla="*/ 30533 h 64896"/>
                    <a:gd name="connsiteX6" fmla="*/ -44 w 106670"/>
                    <a:gd name="connsiteY6" fmla="*/ -70 h 64896"/>
                    <a:gd name="connsiteX7" fmla="*/ -44 w 106670"/>
                    <a:gd name="connsiteY7" fmla="*/ -70 h 64896"/>
                    <a:gd name="connsiteX8" fmla="*/ 6950 w 106670"/>
                    <a:gd name="connsiteY8" fmla="*/ 6925 h 64896"/>
                    <a:gd name="connsiteX9" fmla="*/ 65532 w 106670"/>
                    <a:gd name="connsiteY9" fmla="*/ 55889 h 64896"/>
                    <a:gd name="connsiteX10" fmla="*/ 71652 w 106670"/>
                    <a:gd name="connsiteY10" fmla="*/ 57637 h 6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69" h="64896">
                      <a:moveTo>
                        <a:pt x="71652" y="57637"/>
                      </a:moveTo>
                      <a:cubicBezTo>
                        <a:pt x="83080" y="60662"/>
                        <a:pt x="94814" y="62429"/>
                        <a:pt x="106626" y="62883"/>
                      </a:cubicBezTo>
                      <a:cubicBezTo>
                        <a:pt x="106626" y="67255"/>
                        <a:pt x="99631" y="62883"/>
                        <a:pt x="96134" y="62883"/>
                      </a:cubicBezTo>
                      <a:cubicBezTo>
                        <a:pt x="70935" y="61580"/>
                        <a:pt x="46777" y="52400"/>
                        <a:pt x="27061" y="36653"/>
                      </a:cubicBezTo>
                      <a:lnTo>
                        <a:pt x="27061" y="36653"/>
                      </a:lnTo>
                      <a:cubicBezTo>
                        <a:pt x="27061" y="36653"/>
                        <a:pt x="21814" y="36653"/>
                        <a:pt x="20940" y="30533"/>
                      </a:cubicBezTo>
                      <a:cubicBezTo>
                        <a:pt x="11182" y="22532"/>
                        <a:pt x="3899" y="11917"/>
                        <a:pt x="-44" y="-70"/>
                      </a:cubicBezTo>
                      <a:lnTo>
                        <a:pt x="-44" y="-70"/>
                      </a:lnTo>
                      <a:cubicBezTo>
                        <a:pt x="-44" y="-70"/>
                        <a:pt x="5202" y="4302"/>
                        <a:pt x="6950" y="6925"/>
                      </a:cubicBezTo>
                      <a:cubicBezTo>
                        <a:pt x="20074" y="29658"/>
                        <a:pt x="40831" y="47005"/>
                        <a:pt x="65532" y="55889"/>
                      </a:cubicBezTo>
                      <a:cubicBezTo>
                        <a:pt x="65532" y="55889"/>
                        <a:pt x="71652" y="55014"/>
                        <a:pt x="71652" y="57637"/>
                      </a:cubicBezTo>
                      <a:close/>
                    </a:path>
                  </a:pathLst>
                </a:custGeom>
                <a:solidFill>
                  <a:srgbClr val="E9EAED"/>
                </a:solidFill>
                <a:ln w="87213" cap="flat">
                  <a:noFill/>
                  <a:prstDash val="solid"/>
                  <a:miter/>
                </a:ln>
              </p:spPr>
              <p:txBody>
                <a:bodyPr rtlCol="0" anchor="ctr"/>
                <a:lstStyle/>
                <a:p>
                  <a:endParaRPr lang="en-IN" dirty="0"/>
                </a:p>
              </p:txBody>
            </p:sp>
            <p:sp>
              <p:nvSpPr>
                <p:cNvPr id="2129" name="Freeform: Shape 2128">
                  <a:extLst>
                    <a:ext uri="{FF2B5EF4-FFF2-40B4-BE49-F238E27FC236}">
                      <a16:creationId xmlns:a16="http://schemas.microsoft.com/office/drawing/2014/main" id="{119CD5A0-4FFB-2807-2BDA-BC6F46FE7150}"/>
                    </a:ext>
                  </a:extLst>
                </p:cNvPr>
                <p:cNvSpPr/>
                <p:nvPr/>
              </p:nvSpPr>
              <p:spPr>
                <a:xfrm>
                  <a:off x="2545636" y="3906235"/>
                  <a:ext cx="68199" cy="60722"/>
                </a:xfrm>
                <a:custGeom>
                  <a:avLst/>
                  <a:gdLst>
                    <a:gd name="connsiteX0" fmla="*/ 62909 w 68199"/>
                    <a:gd name="connsiteY0" fmla="*/ 51516 h 60722"/>
                    <a:gd name="connsiteX1" fmla="*/ 62909 w 68199"/>
                    <a:gd name="connsiteY1" fmla="*/ 51516 h 60722"/>
                    <a:gd name="connsiteX2" fmla="*/ 45422 w 68199"/>
                    <a:gd name="connsiteY2" fmla="*/ 30532 h 60722"/>
                    <a:gd name="connsiteX3" fmla="*/ 38427 w 68199"/>
                    <a:gd name="connsiteY3" fmla="*/ 22662 h 60722"/>
                    <a:gd name="connsiteX4" fmla="*/ 15694 w 68199"/>
                    <a:gd name="connsiteY4" fmla="*/ 7799 h 60722"/>
                    <a:gd name="connsiteX5" fmla="*/ -44 w 68199"/>
                    <a:gd name="connsiteY5" fmla="*/ -70 h 60722"/>
                    <a:gd name="connsiteX6" fmla="*/ -44 w 68199"/>
                    <a:gd name="connsiteY6" fmla="*/ -70 h 60722"/>
                    <a:gd name="connsiteX7" fmla="*/ 19192 w 68199"/>
                    <a:gd name="connsiteY7" fmla="*/ 6050 h 60722"/>
                    <a:gd name="connsiteX8" fmla="*/ 68155 w 68199"/>
                    <a:gd name="connsiteY8" fmla="*/ 52391 h 60722"/>
                    <a:gd name="connsiteX9" fmla="*/ 68155 w 68199"/>
                    <a:gd name="connsiteY9" fmla="*/ 60259 h 60722"/>
                    <a:gd name="connsiteX10" fmla="*/ 62909 w 68199"/>
                    <a:gd name="connsiteY10" fmla="*/ 51516 h 6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199" h="60721">
                      <a:moveTo>
                        <a:pt x="62909" y="51516"/>
                      </a:moveTo>
                      <a:lnTo>
                        <a:pt x="62909" y="51516"/>
                      </a:lnTo>
                      <a:lnTo>
                        <a:pt x="45422" y="30532"/>
                      </a:lnTo>
                      <a:cubicBezTo>
                        <a:pt x="45422" y="30532"/>
                        <a:pt x="40176" y="25285"/>
                        <a:pt x="38427" y="22662"/>
                      </a:cubicBezTo>
                      <a:cubicBezTo>
                        <a:pt x="31616" y="16621"/>
                        <a:pt x="23957" y="11611"/>
                        <a:pt x="15694" y="7799"/>
                      </a:cubicBezTo>
                      <a:cubicBezTo>
                        <a:pt x="10046" y="6068"/>
                        <a:pt x="4730" y="3409"/>
                        <a:pt x="-44" y="-70"/>
                      </a:cubicBezTo>
                      <a:lnTo>
                        <a:pt x="-44" y="-70"/>
                      </a:lnTo>
                      <a:cubicBezTo>
                        <a:pt x="6951" y="-70"/>
                        <a:pt x="12197" y="5176"/>
                        <a:pt x="19192" y="6050"/>
                      </a:cubicBezTo>
                      <a:cubicBezTo>
                        <a:pt x="39275" y="16970"/>
                        <a:pt x="56150" y="32945"/>
                        <a:pt x="68155" y="52391"/>
                      </a:cubicBezTo>
                      <a:cubicBezTo>
                        <a:pt x="68155" y="52391"/>
                        <a:pt x="68155" y="57636"/>
                        <a:pt x="68155" y="60259"/>
                      </a:cubicBezTo>
                      <a:cubicBezTo>
                        <a:pt x="68155" y="62882"/>
                        <a:pt x="63783" y="51516"/>
                        <a:pt x="62909" y="51516"/>
                      </a:cubicBezTo>
                      <a:close/>
                    </a:path>
                  </a:pathLst>
                </a:custGeom>
                <a:solidFill>
                  <a:srgbClr val="E9EBED"/>
                </a:solidFill>
                <a:ln w="87213" cap="flat">
                  <a:noFill/>
                  <a:prstDash val="solid"/>
                  <a:miter/>
                </a:ln>
              </p:spPr>
              <p:txBody>
                <a:bodyPr rtlCol="0" anchor="ctr"/>
                <a:lstStyle/>
                <a:p>
                  <a:endParaRPr lang="en-IN" dirty="0"/>
                </a:p>
              </p:txBody>
            </p:sp>
            <p:sp>
              <p:nvSpPr>
                <p:cNvPr id="2130" name="Freeform: Shape 2129">
                  <a:extLst>
                    <a:ext uri="{FF2B5EF4-FFF2-40B4-BE49-F238E27FC236}">
                      <a16:creationId xmlns:a16="http://schemas.microsoft.com/office/drawing/2014/main" id="{BB9680A0-D7DF-ED23-CB82-5108E23555FE}"/>
                    </a:ext>
                  </a:extLst>
                </p:cNvPr>
                <p:cNvSpPr/>
                <p:nvPr/>
              </p:nvSpPr>
              <p:spPr>
                <a:xfrm>
                  <a:off x="2523778" y="4081978"/>
                  <a:ext cx="64701" cy="28853"/>
                </a:xfrm>
                <a:custGeom>
                  <a:avLst/>
                  <a:gdLst>
                    <a:gd name="connsiteX0" fmla="*/ -44 w 64701"/>
                    <a:gd name="connsiteY0" fmla="*/ 28784 h 28853"/>
                    <a:gd name="connsiteX1" fmla="*/ 6951 w 64701"/>
                    <a:gd name="connsiteY1" fmla="*/ 28784 h 28853"/>
                    <a:gd name="connsiteX2" fmla="*/ 64658 w 64701"/>
                    <a:gd name="connsiteY2" fmla="*/ -70 h 28853"/>
                    <a:gd name="connsiteX3" fmla="*/ 64658 w 64701"/>
                    <a:gd name="connsiteY3" fmla="*/ -70 h 28853"/>
                    <a:gd name="connsiteX4" fmla="*/ 18317 w 64701"/>
                    <a:gd name="connsiteY4" fmla="*/ 27035 h 28853"/>
                    <a:gd name="connsiteX5" fmla="*/ 8699 w 64701"/>
                    <a:gd name="connsiteY5" fmla="*/ 27035 h 28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701" h="28853">
                      <a:moveTo>
                        <a:pt x="-44" y="28784"/>
                      </a:moveTo>
                      <a:cubicBezTo>
                        <a:pt x="2124" y="27533"/>
                        <a:pt x="4782" y="27533"/>
                        <a:pt x="6951" y="28784"/>
                      </a:cubicBezTo>
                      <a:cubicBezTo>
                        <a:pt x="29159" y="26878"/>
                        <a:pt x="49802" y="16551"/>
                        <a:pt x="64658" y="-70"/>
                      </a:cubicBezTo>
                      <a:cubicBezTo>
                        <a:pt x="64658" y="-70"/>
                        <a:pt x="64658" y="-70"/>
                        <a:pt x="64658" y="-70"/>
                      </a:cubicBezTo>
                      <a:cubicBezTo>
                        <a:pt x="52434" y="13605"/>
                        <a:pt x="36224" y="23083"/>
                        <a:pt x="18317" y="27035"/>
                      </a:cubicBezTo>
                      <a:lnTo>
                        <a:pt x="8699" y="27035"/>
                      </a:lnTo>
                      <a:close/>
                    </a:path>
                  </a:pathLst>
                </a:custGeom>
                <a:solidFill>
                  <a:srgbClr val="E8E9EC"/>
                </a:solidFill>
                <a:ln w="87213" cap="flat">
                  <a:noFill/>
                  <a:prstDash val="solid"/>
                  <a:miter/>
                </a:ln>
              </p:spPr>
              <p:txBody>
                <a:bodyPr rtlCol="0" anchor="ctr"/>
                <a:lstStyle/>
                <a:p>
                  <a:endParaRPr lang="en-IN" dirty="0"/>
                </a:p>
              </p:txBody>
            </p:sp>
            <p:sp>
              <p:nvSpPr>
                <p:cNvPr id="2131" name="Freeform: Shape 2130">
                  <a:extLst>
                    <a:ext uri="{FF2B5EF4-FFF2-40B4-BE49-F238E27FC236}">
                      <a16:creationId xmlns:a16="http://schemas.microsoft.com/office/drawing/2014/main" id="{2A1BF008-A3FB-0AEE-FCE0-95AD6180DF56}"/>
                    </a:ext>
                  </a:extLst>
                </p:cNvPr>
                <p:cNvSpPr/>
                <p:nvPr/>
              </p:nvSpPr>
              <p:spPr>
                <a:xfrm>
                  <a:off x="2402947" y="4002413"/>
                  <a:ext cx="10663" cy="42842"/>
                </a:xfrm>
                <a:custGeom>
                  <a:avLst/>
                  <a:gdLst>
                    <a:gd name="connsiteX0" fmla="*/ 10619 w 10663"/>
                    <a:gd name="connsiteY0" fmla="*/ 42773 h 42842"/>
                    <a:gd name="connsiteX1" fmla="*/ 10619 w 10663"/>
                    <a:gd name="connsiteY1" fmla="*/ 42773 h 42842"/>
                    <a:gd name="connsiteX2" fmla="*/ 127 w 10663"/>
                    <a:gd name="connsiteY2" fmla="*/ -70 h 42842"/>
                    <a:gd name="connsiteX3" fmla="*/ 127 w 10663"/>
                    <a:gd name="connsiteY3" fmla="*/ 6050 h 42842"/>
                    <a:gd name="connsiteX4" fmla="*/ 10619 w 10663"/>
                    <a:gd name="connsiteY4" fmla="*/ 42773 h 4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3" h="42842">
                      <a:moveTo>
                        <a:pt x="10619" y="42773"/>
                      </a:moveTo>
                      <a:lnTo>
                        <a:pt x="10619" y="42773"/>
                      </a:lnTo>
                      <a:cubicBezTo>
                        <a:pt x="2758" y="29929"/>
                        <a:pt x="-905" y="14951"/>
                        <a:pt x="127" y="-70"/>
                      </a:cubicBezTo>
                      <a:lnTo>
                        <a:pt x="127" y="6050"/>
                      </a:lnTo>
                      <a:cubicBezTo>
                        <a:pt x="6291" y="17364"/>
                        <a:pt x="9867" y="29911"/>
                        <a:pt x="10619" y="42773"/>
                      </a:cubicBezTo>
                      <a:close/>
                    </a:path>
                  </a:pathLst>
                </a:custGeom>
                <a:solidFill>
                  <a:srgbClr val="E9EBED"/>
                </a:solidFill>
                <a:ln w="87213" cap="flat">
                  <a:noFill/>
                  <a:prstDash val="solid"/>
                  <a:miter/>
                </a:ln>
              </p:spPr>
              <p:txBody>
                <a:bodyPr rtlCol="0" anchor="ctr"/>
                <a:lstStyle/>
                <a:p>
                  <a:endParaRPr lang="en-IN" dirty="0"/>
                </a:p>
              </p:txBody>
            </p:sp>
            <p:sp>
              <p:nvSpPr>
                <p:cNvPr id="2132" name="Freeform: Shape 2131">
                  <a:extLst>
                    <a:ext uri="{FF2B5EF4-FFF2-40B4-BE49-F238E27FC236}">
                      <a16:creationId xmlns:a16="http://schemas.microsoft.com/office/drawing/2014/main" id="{763410C4-6901-E545-66D1-52D7297D1714}"/>
                    </a:ext>
                  </a:extLst>
                </p:cNvPr>
                <p:cNvSpPr/>
                <p:nvPr/>
              </p:nvSpPr>
              <p:spPr>
                <a:xfrm>
                  <a:off x="2413610" y="3932465"/>
                  <a:ext cx="13114" cy="20984"/>
                </a:xfrm>
                <a:custGeom>
                  <a:avLst/>
                  <a:gdLst>
                    <a:gd name="connsiteX0" fmla="*/ 13071 w 13114"/>
                    <a:gd name="connsiteY0" fmla="*/ -70 h 20984"/>
                    <a:gd name="connsiteX1" fmla="*/ -44 w 13114"/>
                    <a:gd name="connsiteY1" fmla="*/ 20914 h 20984"/>
                    <a:gd name="connsiteX2" fmla="*/ 13071 w 13114"/>
                    <a:gd name="connsiteY2" fmla="*/ -70 h 20984"/>
                  </a:gdLst>
                  <a:ahLst/>
                  <a:cxnLst>
                    <a:cxn ang="0">
                      <a:pos x="connsiteX0" y="connsiteY0"/>
                    </a:cxn>
                    <a:cxn ang="0">
                      <a:pos x="connsiteX1" y="connsiteY1"/>
                    </a:cxn>
                    <a:cxn ang="0">
                      <a:pos x="connsiteX2" y="connsiteY2"/>
                    </a:cxn>
                  </a:cxnLst>
                  <a:rect l="l" t="t" r="r" b="b"/>
                  <a:pathLst>
                    <a:path w="13113" h="20984">
                      <a:moveTo>
                        <a:pt x="13071" y="-70"/>
                      </a:moveTo>
                      <a:lnTo>
                        <a:pt x="-44" y="20914"/>
                      </a:lnTo>
                      <a:cubicBezTo>
                        <a:pt x="1459" y="12494"/>
                        <a:pt x="6164" y="4975"/>
                        <a:pt x="13071" y="-70"/>
                      </a:cubicBezTo>
                      <a:close/>
                    </a:path>
                  </a:pathLst>
                </a:custGeom>
                <a:solidFill>
                  <a:srgbClr val="E9EBED"/>
                </a:solidFill>
                <a:ln w="87213" cap="flat">
                  <a:noFill/>
                  <a:prstDash val="solid"/>
                  <a:miter/>
                </a:ln>
              </p:spPr>
              <p:txBody>
                <a:bodyPr rtlCol="0" anchor="ctr"/>
                <a:lstStyle/>
                <a:p>
                  <a:endParaRPr lang="en-IN" dirty="0"/>
                </a:p>
              </p:txBody>
            </p:sp>
            <p:sp>
              <p:nvSpPr>
                <p:cNvPr id="2133" name="Freeform: Shape 2132">
                  <a:extLst>
                    <a:ext uri="{FF2B5EF4-FFF2-40B4-BE49-F238E27FC236}">
                      <a16:creationId xmlns:a16="http://schemas.microsoft.com/office/drawing/2014/main" id="{51231DC0-C483-F251-F1B5-2D0C6CC3F4F0}"/>
                    </a:ext>
                  </a:extLst>
                </p:cNvPr>
                <p:cNvSpPr/>
                <p:nvPr/>
              </p:nvSpPr>
              <p:spPr>
                <a:xfrm>
                  <a:off x="2511537" y="3895524"/>
                  <a:ext cx="19235" cy="1967"/>
                </a:xfrm>
                <a:custGeom>
                  <a:avLst/>
                  <a:gdLst>
                    <a:gd name="connsiteX0" fmla="*/ 18317 w 19235"/>
                    <a:gd name="connsiteY0" fmla="*/ 1897 h 1967"/>
                    <a:gd name="connsiteX1" fmla="*/ -44 w 19235"/>
                    <a:gd name="connsiteY1" fmla="*/ 1897 h 1967"/>
                    <a:gd name="connsiteX2" fmla="*/ 19192 w 19235"/>
                    <a:gd name="connsiteY2" fmla="*/ 1897 h 1967"/>
                    <a:gd name="connsiteX3" fmla="*/ 19192 w 19235"/>
                    <a:gd name="connsiteY3" fmla="*/ 1897 h 1967"/>
                  </a:gdLst>
                  <a:ahLst/>
                  <a:cxnLst>
                    <a:cxn ang="0">
                      <a:pos x="connsiteX0" y="connsiteY0"/>
                    </a:cxn>
                    <a:cxn ang="0">
                      <a:pos x="connsiteX1" y="connsiteY1"/>
                    </a:cxn>
                    <a:cxn ang="0">
                      <a:pos x="connsiteX2" y="connsiteY2"/>
                    </a:cxn>
                    <a:cxn ang="0">
                      <a:pos x="connsiteX3" y="connsiteY3"/>
                    </a:cxn>
                  </a:cxnLst>
                  <a:rect l="l" t="t" r="r" b="b"/>
                  <a:pathLst>
                    <a:path w="19235" h="1967">
                      <a:moveTo>
                        <a:pt x="18317" y="1897"/>
                      </a:moveTo>
                      <a:lnTo>
                        <a:pt x="-44" y="1897"/>
                      </a:lnTo>
                      <a:cubicBezTo>
                        <a:pt x="6103" y="-726"/>
                        <a:pt x="13045" y="-726"/>
                        <a:pt x="19192" y="1897"/>
                      </a:cubicBezTo>
                      <a:lnTo>
                        <a:pt x="19192" y="1897"/>
                      </a:lnTo>
                      <a:close/>
                    </a:path>
                  </a:pathLst>
                </a:custGeom>
                <a:solidFill>
                  <a:srgbClr val="E9EBED"/>
                </a:solidFill>
                <a:ln w="87213" cap="flat">
                  <a:noFill/>
                  <a:prstDash val="solid"/>
                  <a:miter/>
                </a:ln>
              </p:spPr>
              <p:txBody>
                <a:bodyPr rtlCol="0" anchor="ctr"/>
                <a:lstStyle/>
                <a:p>
                  <a:endParaRPr lang="en-IN" dirty="0"/>
                </a:p>
              </p:txBody>
            </p:sp>
            <p:sp>
              <p:nvSpPr>
                <p:cNvPr id="2134" name="Freeform: Shape 2133">
                  <a:extLst>
                    <a:ext uri="{FF2B5EF4-FFF2-40B4-BE49-F238E27FC236}">
                      <a16:creationId xmlns:a16="http://schemas.microsoft.com/office/drawing/2014/main" id="{C68DF5F1-80DC-8411-88DE-D797355DD787}"/>
                    </a:ext>
                  </a:extLst>
                </p:cNvPr>
                <p:cNvSpPr/>
                <p:nvPr/>
              </p:nvSpPr>
              <p:spPr>
                <a:xfrm>
                  <a:off x="2405094" y="3970062"/>
                  <a:ext cx="2524" cy="11366"/>
                </a:xfrm>
                <a:custGeom>
                  <a:avLst/>
                  <a:gdLst>
                    <a:gd name="connsiteX0" fmla="*/ 1477 w 2524"/>
                    <a:gd name="connsiteY0" fmla="*/ -70 h 11366"/>
                    <a:gd name="connsiteX1" fmla="*/ 1477 w 2524"/>
                    <a:gd name="connsiteY1" fmla="*/ 11296 h 11366"/>
                    <a:gd name="connsiteX2" fmla="*/ 1477 w 2524"/>
                    <a:gd name="connsiteY2" fmla="*/ -70 h 11366"/>
                  </a:gdLst>
                  <a:ahLst/>
                  <a:cxnLst>
                    <a:cxn ang="0">
                      <a:pos x="connsiteX0" y="connsiteY0"/>
                    </a:cxn>
                    <a:cxn ang="0">
                      <a:pos x="connsiteX1" y="connsiteY1"/>
                    </a:cxn>
                    <a:cxn ang="0">
                      <a:pos x="connsiteX2" y="connsiteY2"/>
                    </a:cxn>
                  </a:cxnLst>
                  <a:rect l="l" t="t" r="r" b="b"/>
                  <a:pathLst>
                    <a:path w="2524" h="11366">
                      <a:moveTo>
                        <a:pt x="1477" y="-70"/>
                      </a:moveTo>
                      <a:cubicBezTo>
                        <a:pt x="2815" y="3602"/>
                        <a:pt x="2815" y="7624"/>
                        <a:pt x="1477" y="11296"/>
                      </a:cubicBezTo>
                      <a:cubicBezTo>
                        <a:pt x="-551" y="7781"/>
                        <a:pt x="-551" y="3445"/>
                        <a:pt x="1477" y="-70"/>
                      </a:cubicBezTo>
                      <a:close/>
                    </a:path>
                  </a:pathLst>
                </a:custGeom>
                <a:solidFill>
                  <a:srgbClr val="E9EBED"/>
                </a:solidFill>
                <a:ln w="87213" cap="flat">
                  <a:noFill/>
                  <a:prstDash val="solid"/>
                  <a:miter/>
                </a:ln>
              </p:spPr>
              <p:txBody>
                <a:bodyPr rtlCol="0" anchor="ctr"/>
                <a:lstStyle/>
                <a:p>
                  <a:endParaRPr lang="en-IN" dirty="0"/>
                </a:p>
              </p:txBody>
            </p:sp>
            <p:sp>
              <p:nvSpPr>
                <p:cNvPr id="2135" name="Freeform: Shape 2134">
                  <a:extLst>
                    <a:ext uri="{FF2B5EF4-FFF2-40B4-BE49-F238E27FC236}">
                      <a16:creationId xmlns:a16="http://schemas.microsoft.com/office/drawing/2014/main" id="{4D960C21-89AA-D154-C335-7777CA457712}"/>
                    </a:ext>
                  </a:extLst>
                </p:cNvPr>
                <p:cNvSpPr/>
                <p:nvPr/>
              </p:nvSpPr>
              <p:spPr>
                <a:xfrm>
                  <a:off x="2530773" y="3894221"/>
                  <a:ext cx="11366" cy="3464"/>
                </a:xfrm>
                <a:custGeom>
                  <a:avLst/>
                  <a:gdLst>
                    <a:gd name="connsiteX0" fmla="*/ -44 w 11366"/>
                    <a:gd name="connsiteY0" fmla="*/ 1451 h 3464"/>
                    <a:gd name="connsiteX1" fmla="*/ 11322 w 11366"/>
                    <a:gd name="connsiteY1" fmla="*/ 1451 h 3464"/>
                    <a:gd name="connsiteX2" fmla="*/ 11322 w 11366"/>
                    <a:gd name="connsiteY2" fmla="*/ 1451 h 3464"/>
                    <a:gd name="connsiteX3" fmla="*/ -44 w 11366"/>
                    <a:gd name="connsiteY3" fmla="*/ 1451 h 3464"/>
                  </a:gdLst>
                  <a:ahLst/>
                  <a:cxnLst>
                    <a:cxn ang="0">
                      <a:pos x="connsiteX0" y="connsiteY0"/>
                    </a:cxn>
                    <a:cxn ang="0">
                      <a:pos x="connsiteX1" y="connsiteY1"/>
                    </a:cxn>
                    <a:cxn ang="0">
                      <a:pos x="connsiteX2" y="connsiteY2"/>
                    </a:cxn>
                    <a:cxn ang="0">
                      <a:pos x="connsiteX3" y="connsiteY3"/>
                    </a:cxn>
                  </a:cxnLst>
                  <a:rect l="l" t="t" r="r" b="b"/>
                  <a:pathLst>
                    <a:path w="11366" h="3463">
                      <a:moveTo>
                        <a:pt x="-44" y="1451"/>
                      </a:moveTo>
                      <a:cubicBezTo>
                        <a:pt x="3471" y="-577"/>
                        <a:pt x="7807" y="-577"/>
                        <a:pt x="11322" y="1451"/>
                      </a:cubicBezTo>
                      <a:lnTo>
                        <a:pt x="11322" y="1451"/>
                      </a:lnTo>
                      <a:cubicBezTo>
                        <a:pt x="6076" y="5823"/>
                        <a:pt x="3453" y="1451"/>
                        <a:pt x="-44" y="1451"/>
                      </a:cubicBezTo>
                      <a:close/>
                    </a:path>
                  </a:pathLst>
                </a:custGeom>
                <a:solidFill>
                  <a:srgbClr val="E9EBED"/>
                </a:solidFill>
                <a:ln w="87213" cap="flat">
                  <a:noFill/>
                  <a:prstDash val="solid"/>
                  <a:miter/>
                </a:ln>
              </p:spPr>
              <p:txBody>
                <a:bodyPr rtlCol="0" anchor="ctr"/>
                <a:lstStyle/>
                <a:p>
                  <a:endParaRPr lang="en-IN" dirty="0"/>
                </a:p>
              </p:txBody>
            </p:sp>
            <p:sp>
              <p:nvSpPr>
                <p:cNvPr id="2136" name="Freeform: Shape 2135">
                  <a:extLst>
                    <a:ext uri="{FF2B5EF4-FFF2-40B4-BE49-F238E27FC236}">
                      <a16:creationId xmlns:a16="http://schemas.microsoft.com/office/drawing/2014/main" id="{B5AF10E2-4DB5-A956-6669-6C6D0B01405E}"/>
                    </a:ext>
                  </a:extLst>
                </p:cNvPr>
                <p:cNvSpPr/>
                <p:nvPr/>
              </p:nvSpPr>
              <p:spPr>
                <a:xfrm>
                  <a:off x="2412833" y="3957821"/>
                  <a:ext cx="777" cy="10210"/>
                </a:xfrm>
                <a:custGeom>
                  <a:avLst/>
                  <a:gdLst>
                    <a:gd name="connsiteX0" fmla="*/ 733 w 777"/>
                    <a:gd name="connsiteY0" fmla="*/ -70 h 10210"/>
                    <a:gd name="connsiteX1" fmla="*/ 733 w 777"/>
                    <a:gd name="connsiteY1" fmla="*/ 9548 h 10210"/>
                    <a:gd name="connsiteX2" fmla="*/ 733 w 777"/>
                    <a:gd name="connsiteY2" fmla="*/ -70 h 10210"/>
                  </a:gdLst>
                  <a:ahLst/>
                  <a:cxnLst>
                    <a:cxn ang="0">
                      <a:pos x="connsiteX0" y="connsiteY0"/>
                    </a:cxn>
                    <a:cxn ang="0">
                      <a:pos x="connsiteX1" y="connsiteY1"/>
                    </a:cxn>
                    <a:cxn ang="0">
                      <a:pos x="connsiteX2" y="connsiteY2"/>
                    </a:cxn>
                  </a:cxnLst>
                  <a:rect l="l" t="t" r="r" b="b"/>
                  <a:pathLst>
                    <a:path w="777" h="10210">
                      <a:moveTo>
                        <a:pt x="733" y="-70"/>
                      </a:moveTo>
                      <a:cubicBezTo>
                        <a:pt x="733" y="-70"/>
                        <a:pt x="733" y="6050"/>
                        <a:pt x="733" y="9548"/>
                      </a:cubicBezTo>
                      <a:cubicBezTo>
                        <a:pt x="733" y="13045"/>
                        <a:pt x="-1016" y="-70"/>
                        <a:pt x="733" y="-70"/>
                      </a:cubicBezTo>
                      <a:close/>
                    </a:path>
                  </a:pathLst>
                </a:custGeom>
                <a:solidFill>
                  <a:srgbClr val="E9EBED"/>
                </a:solidFill>
                <a:ln w="87213" cap="flat">
                  <a:noFill/>
                  <a:prstDash val="solid"/>
                  <a:miter/>
                </a:ln>
              </p:spPr>
              <p:txBody>
                <a:bodyPr rtlCol="0" anchor="ctr"/>
                <a:lstStyle/>
                <a:p>
                  <a:endParaRPr lang="en-IN" dirty="0"/>
                </a:p>
              </p:txBody>
            </p:sp>
            <p:sp>
              <p:nvSpPr>
                <p:cNvPr id="2137" name="Freeform: Shape 2136">
                  <a:extLst>
                    <a:ext uri="{FF2B5EF4-FFF2-40B4-BE49-F238E27FC236}">
                      <a16:creationId xmlns:a16="http://schemas.microsoft.com/office/drawing/2014/main" id="{FA2CE81D-7AB7-61C5-A3D8-994E03C02FF6}"/>
                    </a:ext>
                  </a:extLst>
                </p:cNvPr>
                <p:cNvSpPr/>
                <p:nvPr/>
              </p:nvSpPr>
              <p:spPr>
                <a:xfrm>
                  <a:off x="2495799" y="3892459"/>
                  <a:ext cx="8743" cy="2485"/>
                </a:xfrm>
                <a:custGeom>
                  <a:avLst/>
                  <a:gdLst>
                    <a:gd name="connsiteX0" fmla="*/ 8699 w 8743"/>
                    <a:gd name="connsiteY0" fmla="*/ 1464 h 2485"/>
                    <a:gd name="connsiteX1" fmla="*/ -44 w 8743"/>
                    <a:gd name="connsiteY1" fmla="*/ 1464 h 2485"/>
                    <a:gd name="connsiteX2" fmla="*/ 8699 w 8743"/>
                    <a:gd name="connsiteY2" fmla="*/ 1464 h 2485"/>
                  </a:gdLst>
                  <a:ahLst/>
                  <a:cxnLst>
                    <a:cxn ang="0">
                      <a:pos x="connsiteX0" y="connsiteY0"/>
                    </a:cxn>
                    <a:cxn ang="0">
                      <a:pos x="connsiteX1" y="connsiteY1"/>
                    </a:cxn>
                    <a:cxn ang="0">
                      <a:pos x="connsiteX2" y="connsiteY2"/>
                    </a:cxn>
                  </a:cxnLst>
                  <a:rect l="l" t="t" r="r" b="b"/>
                  <a:pathLst>
                    <a:path w="8743" h="2485">
                      <a:moveTo>
                        <a:pt x="8699" y="1464"/>
                      </a:moveTo>
                      <a:cubicBezTo>
                        <a:pt x="5927" y="2733"/>
                        <a:pt x="2728" y="2733"/>
                        <a:pt x="-44" y="1464"/>
                      </a:cubicBezTo>
                      <a:cubicBezTo>
                        <a:pt x="2509" y="-582"/>
                        <a:pt x="6146" y="-582"/>
                        <a:pt x="8699" y="1464"/>
                      </a:cubicBezTo>
                      <a:close/>
                    </a:path>
                  </a:pathLst>
                </a:custGeom>
                <a:solidFill>
                  <a:srgbClr val="E9EBED"/>
                </a:solidFill>
                <a:ln w="87213" cap="flat">
                  <a:noFill/>
                  <a:prstDash val="solid"/>
                  <a:miter/>
                </a:ln>
              </p:spPr>
              <p:txBody>
                <a:bodyPr rtlCol="0" anchor="ctr"/>
                <a:lstStyle/>
                <a:p>
                  <a:endParaRPr lang="en-IN" dirty="0"/>
                </a:p>
              </p:txBody>
            </p:sp>
            <p:sp>
              <p:nvSpPr>
                <p:cNvPr id="2138" name="Freeform: Shape 2137">
                  <a:extLst>
                    <a:ext uri="{FF2B5EF4-FFF2-40B4-BE49-F238E27FC236}">
                      <a16:creationId xmlns:a16="http://schemas.microsoft.com/office/drawing/2014/main" id="{B505887E-8959-BC52-5F09-B5EC95BAAD73}"/>
                    </a:ext>
                  </a:extLst>
                </p:cNvPr>
                <p:cNvSpPr/>
                <p:nvPr/>
              </p:nvSpPr>
              <p:spPr>
                <a:xfrm>
                  <a:off x="2433720" y="4076732"/>
                  <a:ext cx="6120" cy="8238"/>
                </a:xfrm>
                <a:custGeom>
                  <a:avLst/>
                  <a:gdLst>
                    <a:gd name="connsiteX0" fmla="*/ -44 w 6120"/>
                    <a:gd name="connsiteY0" fmla="*/ -70 h 8238"/>
                    <a:gd name="connsiteX1" fmla="*/ 6076 w 6120"/>
                    <a:gd name="connsiteY1" fmla="*/ 6050 h 8238"/>
                    <a:gd name="connsiteX2" fmla="*/ -44 w 6120"/>
                    <a:gd name="connsiteY2" fmla="*/ -70 h 8238"/>
                  </a:gdLst>
                  <a:ahLst/>
                  <a:cxnLst>
                    <a:cxn ang="0">
                      <a:pos x="connsiteX0" y="connsiteY0"/>
                    </a:cxn>
                    <a:cxn ang="0">
                      <a:pos x="connsiteX1" y="connsiteY1"/>
                    </a:cxn>
                    <a:cxn ang="0">
                      <a:pos x="connsiteX2" y="connsiteY2"/>
                    </a:cxn>
                  </a:cxnLst>
                  <a:rect l="l" t="t" r="r" b="b"/>
                  <a:pathLst>
                    <a:path w="6120" h="8238">
                      <a:moveTo>
                        <a:pt x="-44" y="-70"/>
                      </a:moveTo>
                      <a:cubicBezTo>
                        <a:pt x="-44" y="-70"/>
                        <a:pt x="6076" y="-70"/>
                        <a:pt x="6076" y="6050"/>
                      </a:cubicBezTo>
                      <a:cubicBezTo>
                        <a:pt x="6076" y="12171"/>
                        <a:pt x="-44" y="3427"/>
                        <a:pt x="-44" y="-70"/>
                      </a:cubicBezTo>
                      <a:close/>
                    </a:path>
                  </a:pathLst>
                </a:custGeom>
                <a:solidFill>
                  <a:srgbClr val="E9EBED"/>
                </a:solidFill>
                <a:ln w="87213" cap="flat">
                  <a:noFill/>
                  <a:prstDash val="solid"/>
                  <a:miter/>
                </a:ln>
              </p:spPr>
              <p:txBody>
                <a:bodyPr rtlCol="0" anchor="ctr"/>
                <a:lstStyle/>
                <a:p>
                  <a:endParaRPr lang="en-IN" dirty="0"/>
                </a:p>
              </p:txBody>
            </p:sp>
            <p:sp>
              <p:nvSpPr>
                <p:cNvPr id="2139" name="Freeform: Shape 2138">
                  <a:extLst>
                    <a:ext uri="{FF2B5EF4-FFF2-40B4-BE49-F238E27FC236}">
                      <a16:creationId xmlns:a16="http://schemas.microsoft.com/office/drawing/2014/main" id="{0C169531-F60E-E644-A733-043671C18B88}"/>
                    </a:ext>
                  </a:extLst>
                </p:cNvPr>
                <p:cNvSpPr/>
                <p:nvPr/>
              </p:nvSpPr>
              <p:spPr>
                <a:xfrm>
                  <a:off x="2591977" y="4012031"/>
                  <a:ext cx="31650" cy="69073"/>
                </a:xfrm>
                <a:custGeom>
                  <a:avLst/>
                  <a:gdLst>
                    <a:gd name="connsiteX0" fmla="*/ -44 w 31650"/>
                    <a:gd name="connsiteY0" fmla="*/ 69003 h 69073"/>
                    <a:gd name="connsiteX1" fmla="*/ -44 w 31650"/>
                    <a:gd name="connsiteY1" fmla="*/ 69003 h 69073"/>
                    <a:gd name="connsiteX2" fmla="*/ 31432 w 31650"/>
                    <a:gd name="connsiteY2" fmla="*/ -70 h 69073"/>
                    <a:gd name="connsiteX3" fmla="*/ 31432 w 31650"/>
                    <a:gd name="connsiteY3" fmla="*/ -70 h 69073"/>
                    <a:gd name="connsiteX4" fmla="*/ 31432 w 31650"/>
                    <a:gd name="connsiteY4" fmla="*/ -70 h 69073"/>
                    <a:gd name="connsiteX5" fmla="*/ 26186 w 31650"/>
                    <a:gd name="connsiteY5" fmla="*/ 35778 h 69073"/>
                    <a:gd name="connsiteX6" fmla="*/ -44 w 31650"/>
                    <a:gd name="connsiteY6" fmla="*/ 69003 h 69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50" h="69073">
                      <a:moveTo>
                        <a:pt x="-44" y="69003"/>
                      </a:moveTo>
                      <a:lnTo>
                        <a:pt x="-44" y="69003"/>
                      </a:lnTo>
                      <a:cubicBezTo>
                        <a:pt x="19646" y="51394"/>
                        <a:pt x="31065" y="26343"/>
                        <a:pt x="31432" y="-70"/>
                      </a:cubicBezTo>
                      <a:lnTo>
                        <a:pt x="31432" y="-70"/>
                      </a:lnTo>
                      <a:cubicBezTo>
                        <a:pt x="31432" y="-70"/>
                        <a:pt x="31432" y="-70"/>
                        <a:pt x="31432" y="-70"/>
                      </a:cubicBezTo>
                      <a:cubicBezTo>
                        <a:pt x="32201" y="12118"/>
                        <a:pt x="30418" y="24324"/>
                        <a:pt x="26186" y="35778"/>
                      </a:cubicBezTo>
                      <a:cubicBezTo>
                        <a:pt x="20293" y="48832"/>
                        <a:pt x="11287" y="60242"/>
                        <a:pt x="-44" y="69003"/>
                      </a:cubicBezTo>
                      <a:close/>
                    </a:path>
                  </a:pathLst>
                </a:custGeom>
                <a:solidFill>
                  <a:srgbClr val="E7E8EB"/>
                </a:solidFill>
                <a:ln w="87213" cap="flat">
                  <a:noFill/>
                  <a:prstDash val="solid"/>
                  <a:miter/>
                </a:ln>
              </p:spPr>
              <p:txBody>
                <a:bodyPr rtlCol="0" anchor="ctr"/>
                <a:lstStyle/>
                <a:p>
                  <a:endParaRPr lang="en-IN" dirty="0"/>
                </a:p>
              </p:txBody>
            </p:sp>
            <p:sp>
              <p:nvSpPr>
                <p:cNvPr id="2140" name="Freeform: Shape 2139">
                  <a:extLst>
                    <a:ext uri="{FF2B5EF4-FFF2-40B4-BE49-F238E27FC236}">
                      <a16:creationId xmlns:a16="http://schemas.microsoft.com/office/drawing/2014/main" id="{9BE4AB26-683A-0278-6EB6-DAAEEE37FA05}"/>
                    </a:ext>
                  </a:extLst>
                </p:cNvPr>
                <p:cNvSpPr/>
                <p:nvPr/>
              </p:nvSpPr>
              <p:spPr>
                <a:xfrm>
                  <a:off x="2611213" y="3955198"/>
                  <a:ext cx="13373" cy="50712"/>
                </a:xfrm>
                <a:custGeom>
                  <a:avLst/>
                  <a:gdLst>
                    <a:gd name="connsiteX0" fmla="*/ 12197 w 13373"/>
                    <a:gd name="connsiteY0" fmla="*/ 50642 h 50712"/>
                    <a:gd name="connsiteX1" fmla="*/ 12197 w 13373"/>
                    <a:gd name="connsiteY1" fmla="*/ 50642 h 50712"/>
                    <a:gd name="connsiteX2" fmla="*/ -44 w 13373"/>
                    <a:gd name="connsiteY2" fmla="*/ -70 h 50712"/>
                    <a:gd name="connsiteX3" fmla="*/ 4327 w 13373"/>
                    <a:gd name="connsiteY3" fmla="*/ -70 h 50712"/>
                    <a:gd name="connsiteX4" fmla="*/ 12197 w 13373"/>
                    <a:gd name="connsiteY4" fmla="*/ 50642 h 50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3" h="50712">
                      <a:moveTo>
                        <a:pt x="12197" y="50642"/>
                      </a:moveTo>
                      <a:lnTo>
                        <a:pt x="12197" y="50642"/>
                      </a:lnTo>
                      <a:cubicBezTo>
                        <a:pt x="11139" y="33146"/>
                        <a:pt x="6994" y="15983"/>
                        <a:pt x="-44" y="-70"/>
                      </a:cubicBezTo>
                      <a:lnTo>
                        <a:pt x="4327" y="-70"/>
                      </a:lnTo>
                      <a:cubicBezTo>
                        <a:pt x="12354" y="15545"/>
                        <a:pt x="15116" y="33330"/>
                        <a:pt x="12197" y="50642"/>
                      </a:cubicBezTo>
                      <a:close/>
                    </a:path>
                  </a:pathLst>
                </a:custGeom>
                <a:solidFill>
                  <a:srgbClr val="E7E9EC"/>
                </a:solidFill>
                <a:ln w="87213" cap="flat">
                  <a:noFill/>
                  <a:prstDash val="solid"/>
                  <a:miter/>
                </a:ln>
              </p:spPr>
              <p:txBody>
                <a:bodyPr rtlCol="0" anchor="ctr"/>
                <a:lstStyle/>
                <a:p>
                  <a:endParaRPr lang="en-IN" dirty="0"/>
                </a:p>
              </p:txBody>
            </p:sp>
            <p:sp>
              <p:nvSpPr>
                <p:cNvPr id="2141" name="Freeform: Shape 2140">
                  <a:extLst>
                    <a:ext uri="{FF2B5EF4-FFF2-40B4-BE49-F238E27FC236}">
                      <a16:creationId xmlns:a16="http://schemas.microsoft.com/office/drawing/2014/main" id="{59BBBB1A-B6E4-A1F9-E038-5D6C9476E10D}"/>
                    </a:ext>
                  </a:extLst>
                </p:cNvPr>
                <p:cNvSpPr/>
                <p:nvPr/>
              </p:nvSpPr>
              <p:spPr>
                <a:xfrm>
                  <a:off x="2546511" y="3944706"/>
                  <a:ext cx="70994" cy="158912"/>
                </a:xfrm>
                <a:custGeom>
                  <a:avLst/>
                  <a:gdLst>
                    <a:gd name="connsiteX0" fmla="*/ 55040 w 70994"/>
                    <a:gd name="connsiteY0" fmla="*/ 13045 h 158912"/>
                    <a:gd name="connsiteX1" fmla="*/ 69904 w 70994"/>
                    <a:gd name="connsiteY1" fmla="*/ 51517 h 158912"/>
                    <a:gd name="connsiteX2" fmla="*/ 50668 w 70994"/>
                    <a:gd name="connsiteY2" fmla="*/ 125836 h 158912"/>
                    <a:gd name="connsiteX3" fmla="*/ 6951 w 70994"/>
                    <a:gd name="connsiteY3" fmla="*/ 158187 h 158912"/>
                    <a:gd name="connsiteX4" fmla="*/ -44 w 70994"/>
                    <a:gd name="connsiteY4" fmla="*/ 158187 h 158912"/>
                    <a:gd name="connsiteX5" fmla="*/ -44 w 70994"/>
                    <a:gd name="connsiteY5" fmla="*/ 158187 h 158912"/>
                    <a:gd name="connsiteX6" fmla="*/ 8700 w 70994"/>
                    <a:gd name="connsiteY6" fmla="*/ 152940 h 158912"/>
                    <a:gd name="connsiteX7" fmla="*/ 14820 w 70994"/>
                    <a:gd name="connsiteY7" fmla="*/ 152940 h 158912"/>
                    <a:gd name="connsiteX8" fmla="*/ 38427 w 70994"/>
                    <a:gd name="connsiteY8" fmla="*/ 135454 h 158912"/>
                    <a:gd name="connsiteX9" fmla="*/ 45422 w 70994"/>
                    <a:gd name="connsiteY9" fmla="*/ 127584 h 158912"/>
                    <a:gd name="connsiteX10" fmla="*/ 45422 w 70994"/>
                    <a:gd name="connsiteY10" fmla="*/ 127584 h 158912"/>
                    <a:gd name="connsiteX11" fmla="*/ 53291 w 70994"/>
                    <a:gd name="connsiteY11" fmla="*/ 116218 h 158912"/>
                    <a:gd name="connsiteX12" fmla="*/ 53291 w 70994"/>
                    <a:gd name="connsiteY12" fmla="*/ 116218 h 158912"/>
                    <a:gd name="connsiteX13" fmla="*/ 53291 w 70994"/>
                    <a:gd name="connsiteY13" fmla="*/ 106600 h 158912"/>
                    <a:gd name="connsiteX14" fmla="*/ 58537 w 70994"/>
                    <a:gd name="connsiteY14" fmla="*/ 81244 h 158912"/>
                    <a:gd name="connsiteX15" fmla="*/ 50668 w 70994"/>
                    <a:gd name="connsiteY15" fmla="*/ 34029 h 158912"/>
                    <a:gd name="connsiteX16" fmla="*/ 33181 w 70994"/>
                    <a:gd name="connsiteY16" fmla="*/ 7799 h 158912"/>
                    <a:gd name="connsiteX17" fmla="*/ 33181 w 70994"/>
                    <a:gd name="connsiteY17" fmla="*/ -70 h 158912"/>
                    <a:gd name="connsiteX18" fmla="*/ 33181 w 70994"/>
                    <a:gd name="connsiteY18" fmla="*/ -70 h 158912"/>
                    <a:gd name="connsiteX19" fmla="*/ 55040 w 70994"/>
                    <a:gd name="connsiteY19" fmla="*/ 13045 h 1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994" h="158912">
                      <a:moveTo>
                        <a:pt x="55040" y="13045"/>
                      </a:moveTo>
                      <a:cubicBezTo>
                        <a:pt x="63748" y="24088"/>
                        <a:pt x="68925" y="37492"/>
                        <a:pt x="69904" y="51517"/>
                      </a:cubicBezTo>
                      <a:cubicBezTo>
                        <a:pt x="73768" y="77869"/>
                        <a:pt x="66835" y="104668"/>
                        <a:pt x="50668" y="125836"/>
                      </a:cubicBezTo>
                      <a:cubicBezTo>
                        <a:pt x="39345" y="140429"/>
                        <a:pt x="24219" y="151620"/>
                        <a:pt x="6951" y="158187"/>
                      </a:cubicBezTo>
                      <a:cubicBezTo>
                        <a:pt x="4704" y="159061"/>
                        <a:pt x="2203" y="159061"/>
                        <a:pt x="-44" y="158187"/>
                      </a:cubicBezTo>
                      <a:lnTo>
                        <a:pt x="-44" y="158187"/>
                      </a:lnTo>
                      <a:cubicBezTo>
                        <a:pt x="-44" y="158187"/>
                        <a:pt x="5202" y="158187"/>
                        <a:pt x="8700" y="152940"/>
                      </a:cubicBezTo>
                      <a:cubicBezTo>
                        <a:pt x="10658" y="153762"/>
                        <a:pt x="12861" y="153762"/>
                        <a:pt x="14820" y="152940"/>
                      </a:cubicBezTo>
                      <a:lnTo>
                        <a:pt x="38427" y="135454"/>
                      </a:lnTo>
                      <a:cubicBezTo>
                        <a:pt x="41418" y="133495"/>
                        <a:pt x="43831" y="130785"/>
                        <a:pt x="45422" y="127584"/>
                      </a:cubicBezTo>
                      <a:lnTo>
                        <a:pt x="45422" y="127584"/>
                      </a:lnTo>
                      <a:cubicBezTo>
                        <a:pt x="49016" y="124568"/>
                        <a:pt x="51735" y="120642"/>
                        <a:pt x="53291" y="116218"/>
                      </a:cubicBezTo>
                      <a:lnTo>
                        <a:pt x="53291" y="116218"/>
                      </a:lnTo>
                      <a:cubicBezTo>
                        <a:pt x="53291" y="116218"/>
                        <a:pt x="53291" y="110098"/>
                        <a:pt x="53291" y="106600"/>
                      </a:cubicBezTo>
                      <a:cubicBezTo>
                        <a:pt x="55871" y="98338"/>
                        <a:pt x="57628" y="89848"/>
                        <a:pt x="58537" y="81244"/>
                      </a:cubicBezTo>
                      <a:cubicBezTo>
                        <a:pt x="60356" y="65078"/>
                        <a:pt x="57628" y="48727"/>
                        <a:pt x="50668" y="34029"/>
                      </a:cubicBezTo>
                      <a:cubicBezTo>
                        <a:pt x="46183" y="24464"/>
                        <a:pt x="40290" y="15616"/>
                        <a:pt x="33181" y="7799"/>
                      </a:cubicBezTo>
                      <a:cubicBezTo>
                        <a:pt x="33181" y="7799"/>
                        <a:pt x="27935" y="7799"/>
                        <a:pt x="33181" y="-70"/>
                      </a:cubicBezTo>
                      <a:lnTo>
                        <a:pt x="33181" y="-70"/>
                      </a:lnTo>
                      <a:cubicBezTo>
                        <a:pt x="41959" y="1128"/>
                        <a:pt x="49855" y="5867"/>
                        <a:pt x="55040" y="13045"/>
                      </a:cubicBezTo>
                      <a:close/>
                    </a:path>
                  </a:pathLst>
                </a:custGeom>
                <a:solidFill>
                  <a:srgbClr val="DADCE1"/>
                </a:solidFill>
                <a:ln w="87213" cap="flat">
                  <a:noFill/>
                  <a:prstDash val="solid"/>
                  <a:miter/>
                </a:ln>
              </p:spPr>
              <p:txBody>
                <a:bodyPr rtlCol="0" anchor="ctr"/>
                <a:lstStyle/>
                <a:p>
                  <a:endParaRPr lang="en-IN" dirty="0"/>
                </a:p>
              </p:txBody>
            </p:sp>
            <p:sp>
              <p:nvSpPr>
                <p:cNvPr id="2142" name="Freeform: Shape 2141">
                  <a:extLst>
                    <a:ext uri="{FF2B5EF4-FFF2-40B4-BE49-F238E27FC236}">
                      <a16:creationId xmlns:a16="http://schemas.microsoft.com/office/drawing/2014/main" id="{53EB41C1-D863-7023-A4EB-010324B1AD9B}"/>
                    </a:ext>
                  </a:extLst>
                </p:cNvPr>
                <p:cNvSpPr/>
                <p:nvPr/>
              </p:nvSpPr>
              <p:spPr>
                <a:xfrm>
                  <a:off x="2404185" y="3978805"/>
                  <a:ext cx="75875" cy="120660"/>
                </a:xfrm>
                <a:custGeom>
                  <a:avLst/>
                  <a:gdLst>
                    <a:gd name="connsiteX0" fmla="*/ 9381 w 75875"/>
                    <a:gd name="connsiteY0" fmla="*/ 66380 h 120660"/>
                    <a:gd name="connsiteX1" fmla="*/ 638 w 75875"/>
                    <a:gd name="connsiteY1" fmla="*/ 31406 h 120660"/>
                    <a:gd name="connsiteX2" fmla="*/ 638 w 75875"/>
                    <a:gd name="connsiteY2" fmla="*/ -70 h 120660"/>
                    <a:gd name="connsiteX3" fmla="*/ 638 w 75875"/>
                    <a:gd name="connsiteY3" fmla="*/ -70 h 120660"/>
                    <a:gd name="connsiteX4" fmla="*/ 638 w 75875"/>
                    <a:gd name="connsiteY4" fmla="*/ 20915 h 120660"/>
                    <a:gd name="connsiteX5" fmla="*/ 638 w 75875"/>
                    <a:gd name="connsiteY5" fmla="*/ 47145 h 120660"/>
                    <a:gd name="connsiteX6" fmla="*/ 37360 w 75875"/>
                    <a:gd name="connsiteY6" fmla="*/ 102229 h 120660"/>
                    <a:gd name="connsiteX7" fmla="*/ 69711 w 75875"/>
                    <a:gd name="connsiteY7" fmla="*/ 120590 h 120660"/>
                    <a:gd name="connsiteX8" fmla="*/ 75832 w 75875"/>
                    <a:gd name="connsiteY8" fmla="*/ 120590 h 120660"/>
                    <a:gd name="connsiteX9" fmla="*/ 75832 w 75875"/>
                    <a:gd name="connsiteY9" fmla="*/ 120590 h 120660"/>
                    <a:gd name="connsiteX10" fmla="*/ 11130 w 75875"/>
                    <a:gd name="connsiteY10" fmla="*/ 73375 h 120660"/>
                    <a:gd name="connsiteX11" fmla="*/ 9381 w 75875"/>
                    <a:gd name="connsiteY11" fmla="*/ 66380 h 120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875" h="120660">
                      <a:moveTo>
                        <a:pt x="9381" y="66380"/>
                      </a:moveTo>
                      <a:cubicBezTo>
                        <a:pt x="9381" y="55014"/>
                        <a:pt x="2386" y="43647"/>
                        <a:pt x="638" y="31406"/>
                      </a:cubicBezTo>
                      <a:cubicBezTo>
                        <a:pt x="-271" y="20932"/>
                        <a:pt x="-271" y="10405"/>
                        <a:pt x="638" y="-70"/>
                      </a:cubicBezTo>
                      <a:cubicBezTo>
                        <a:pt x="638" y="-70"/>
                        <a:pt x="638" y="-70"/>
                        <a:pt x="638" y="-70"/>
                      </a:cubicBezTo>
                      <a:cubicBezTo>
                        <a:pt x="638" y="-70"/>
                        <a:pt x="638" y="13920"/>
                        <a:pt x="638" y="20915"/>
                      </a:cubicBezTo>
                      <a:cubicBezTo>
                        <a:pt x="-271" y="29631"/>
                        <a:pt x="-271" y="38427"/>
                        <a:pt x="638" y="47145"/>
                      </a:cubicBezTo>
                      <a:cubicBezTo>
                        <a:pt x="6243" y="69152"/>
                        <a:pt x="19200" y="88589"/>
                        <a:pt x="37360" y="102229"/>
                      </a:cubicBezTo>
                      <a:cubicBezTo>
                        <a:pt x="47118" y="110010"/>
                        <a:pt x="58030" y="116201"/>
                        <a:pt x="69711" y="120590"/>
                      </a:cubicBezTo>
                      <a:cubicBezTo>
                        <a:pt x="69711" y="120590"/>
                        <a:pt x="74957" y="120590"/>
                        <a:pt x="75832" y="120590"/>
                      </a:cubicBezTo>
                      <a:lnTo>
                        <a:pt x="75832" y="120590"/>
                      </a:lnTo>
                      <a:cubicBezTo>
                        <a:pt x="49103" y="113525"/>
                        <a:pt x="26011" y="96676"/>
                        <a:pt x="11130" y="73375"/>
                      </a:cubicBezTo>
                      <a:cubicBezTo>
                        <a:pt x="10693" y="71006"/>
                        <a:pt x="10116" y="68671"/>
                        <a:pt x="9381" y="66380"/>
                      </a:cubicBezTo>
                      <a:close/>
                    </a:path>
                  </a:pathLst>
                </a:custGeom>
                <a:solidFill>
                  <a:srgbClr val="E3E5E8"/>
                </a:solidFill>
                <a:ln w="87213" cap="flat">
                  <a:noFill/>
                  <a:prstDash val="solid"/>
                  <a:miter/>
                </a:ln>
              </p:spPr>
              <p:txBody>
                <a:bodyPr rtlCol="0" anchor="ctr"/>
                <a:lstStyle/>
                <a:p>
                  <a:endParaRPr lang="en-IN" dirty="0"/>
                </a:p>
              </p:txBody>
            </p:sp>
            <p:sp>
              <p:nvSpPr>
                <p:cNvPr id="2143" name="Freeform: Shape 2142">
                  <a:extLst>
                    <a:ext uri="{FF2B5EF4-FFF2-40B4-BE49-F238E27FC236}">
                      <a16:creationId xmlns:a16="http://schemas.microsoft.com/office/drawing/2014/main" id="{29003C93-E4C7-7D76-C84A-595E7C1457E2}"/>
                    </a:ext>
                  </a:extLst>
                </p:cNvPr>
                <p:cNvSpPr/>
                <p:nvPr/>
              </p:nvSpPr>
              <p:spPr>
                <a:xfrm>
                  <a:off x="2410987" y="4024272"/>
                  <a:ext cx="115413" cy="78691"/>
                </a:xfrm>
                <a:custGeom>
                  <a:avLst/>
                  <a:gdLst>
                    <a:gd name="connsiteX0" fmla="*/ 76898 w 115413"/>
                    <a:gd name="connsiteY0" fmla="*/ 78621 h 78691"/>
                    <a:gd name="connsiteX1" fmla="*/ 48045 w 115413"/>
                    <a:gd name="connsiteY1" fmla="*/ 65506 h 78691"/>
                    <a:gd name="connsiteX2" fmla="*/ -44 w 115413"/>
                    <a:gd name="connsiteY2" fmla="*/ -70 h 78691"/>
                    <a:gd name="connsiteX3" fmla="*/ -44 w 115413"/>
                    <a:gd name="connsiteY3" fmla="*/ -70 h 78691"/>
                    <a:gd name="connsiteX4" fmla="*/ 25312 w 115413"/>
                    <a:gd name="connsiteY4" fmla="*/ 41898 h 78691"/>
                    <a:gd name="connsiteX5" fmla="*/ 25312 w 115413"/>
                    <a:gd name="connsiteY5" fmla="*/ 41898 h 78691"/>
                    <a:gd name="connsiteX6" fmla="*/ 94385 w 115413"/>
                    <a:gd name="connsiteY6" fmla="*/ 72500 h 78691"/>
                    <a:gd name="connsiteX7" fmla="*/ 109249 w 115413"/>
                    <a:gd name="connsiteY7" fmla="*/ 72500 h 78691"/>
                    <a:gd name="connsiteX8" fmla="*/ 115369 w 115413"/>
                    <a:gd name="connsiteY8" fmla="*/ 72500 h 78691"/>
                    <a:gd name="connsiteX9" fmla="*/ 79521 w 115413"/>
                    <a:gd name="connsiteY9" fmla="*/ 72500 h 78691"/>
                    <a:gd name="connsiteX10" fmla="*/ 76898 w 115413"/>
                    <a:gd name="connsiteY10" fmla="*/ 78621 h 7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413" h="78691">
                      <a:moveTo>
                        <a:pt x="76898" y="78621"/>
                      </a:moveTo>
                      <a:cubicBezTo>
                        <a:pt x="66905" y="75132"/>
                        <a:pt x="57243" y="70743"/>
                        <a:pt x="48045" y="65506"/>
                      </a:cubicBezTo>
                      <a:cubicBezTo>
                        <a:pt x="23187" y="51744"/>
                        <a:pt x="5613" y="27778"/>
                        <a:pt x="-44" y="-70"/>
                      </a:cubicBezTo>
                      <a:lnTo>
                        <a:pt x="-44" y="-70"/>
                      </a:lnTo>
                      <a:cubicBezTo>
                        <a:pt x="4940" y="15738"/>
                        <a:pt x="13640" y="30130"/>
                        <a:pt x="25312" y="41898"/>
                      </a:cubicBezTo>
                      <a:lnTo>
                        <a:pt x="25312" y="41898"/>
                      </a:lnTo>
                      <a:cubicBezTo>
                        <a:pt x="43638" y="60461"/>
                        <a:pt x="68321" y="71399"/>
                        <a:pt x="94385" y="72500"/>
                      </a:cubicBezTo>
                      <a:lnTo>
                        <a:pt x="109249" y="72500"/>
                      </a:lnTo>
                      <a:cubicBezTo>
                        <a:pt x="109249" y="72500"/>
                        <a:pt x="114495" y="72500"/>
                        <a:pt x="115369" y="72500"/>
                      </a:cubicBezTo>
                      <a:cubicBezTo>
                        <a:pt x="103618" y="75578"/>
                        <a:pt x="91272" y="75578"/>
                        <a:pt x="79521" y="72500"/>
                      </a:cubicBezTo>
                      <a:cubicBezTo>
                        <a:pt x="79521" y="72500"/>
                        <a:pt x="76898" y="77747"/>
                        <a:pt x="76898" y="78621"/>
                      </a:cubicBezTo>
                      <a:close/>
                    </a:path>
                  </a:pathLst>
                </a:custGeom>
                <a:solidFill>
                  <a:srgbClr val="DEE0E4"/>
                </a:solidFill>
                <a:ln w="87213" cap="flat">
                  <a:noFill/>
                  <a:prstDash val="solid"/>
                  <a:miter/>
                </a:ln>
              </p:spPr>
              <p:txBody>
                <a:bodyPr rtlCol="0" anchor="ctr"/>
                <a:lstStyle/>
                <a:p>
                  <a:endParaRPr lang="en-IN" dirty="0"/>
                </a:p>
              </p:txBody>
            </p:sp>
            <p:sp>
              <p:nvSpPr>
                <p:cNvPr id="2144" name="Freeform: Shape 2143">
                  <a:extLst>
                    <a:ext uri="{FF2B5EF4-FFF2-40B4-BE49-F238E27FC236}">
                      <a16:creationId xmlns:a16="http://schemas.microsoft.com/office/drawing/2014/main" id="{A598F943-6E5A-ED58-62B1-FA217E0082CF}"/>
                    </a:ext>
                  </a:extLst>
                </p:cNvPr>
                <p:cNvSpPr/>
                <p:nvPr/>
              </p:nvSpPr>
              <p:spPr>
                <a:xfrm>
                  <a:off x="2498422" y="3909398"/>
                  <a:ext cx="112791" cy="52795"/>
                </a:xfrm>
                <a:custGeom>
                  <a:avLst/>
                  <a:gdLst>
                    <a:gd name="connsiteX0" fmla="*/ 103129 w 112791"/>
                    <a:gd name="connsiteY0" fmla="*/ 48353 h 52795"/>
                    <a:gd name="connsiteX1" fmla="*/ 83893 w 112791"/>
                    <a:gd name="connsiteY1" fmla="*/ 25620 h 52795"/>
                    <a:gd name="connsiteX2" fmla="*/ 83893 w 112791"/>
                    <a:gd name="connsiteY2" fmla="*/ 25620 h 52795"/>
                    <a:gd name="connsiteX3" fmla="*/ 58537 w 112791"/>
                    <a:gd name="connsiteY3" fmla="*/ 9008 h 52795"/>
                    <a:gd name="connsiteX4" fmla="*/ 8700 w 112791"/>
                    <a:gd name="connsiteY4" fmla="*/ 264 h 52795"/>
                    <a:gd name="connsiteX5" fmla="*/ -44 w 112791"/>
                    <a:gd name="connsiteY5" fmla="*/ 264 h 52795"/>
                    <a:gd name="connsiteX6" fmla="*/ -44 w 112791"/>
                    <a:gd name="connsiteY6" fmla="*/ 264 h 52795"/>
                    <a:gd name="connsiteX7" fmla="*/ 6076 w 112791"/>
                    <a:gd name="connsiteY7" fmla="*/ 264 h 52795"/>
                    <a:gd name="connsiteX8" fmla="*/ 21814 w 112791"/>
                    <a:gd name="connsiteY8" fmla="*/ 264 h 52795"/>
                    <a:gd name="connsiteX9" fmla="*/ 90888 w 112791"/>
                    <a:gd name="connsiteY9" fmla="*/ 25620 h 52795"/>
                    <a:gd name="connsiteX10" fmla="*/ 112747 w 112791"/>
                    <a:gd name="connsiteY10" fmla="*/ 52725 h 5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791" h="52795">
                      <a:moveTo>
                        <a:pt x="103129" y="48353"/>
                      </a:moveTo>
                      <a:cubicBezTo>
                        <a:pt x="97944" y="39811"/>
                        <a:pt x="91456" y="32143"/>
                        <a:pt x="83893" y="25620"/>
                      </a:cubicBezTo>
                      <a:lnTo>
                        <a:pt x="83893" y="25620"/>
                      </a:lnTo>
                      <a:cubicBezTo>
                        <a:pt x="76138" y="19089"/>
                        <a:pt x="67622" y="13511"/>
                        <a:pt x="58537" y="9008"/>
                      </a:cubicBezTo>
                      <a:cubicBezTo>
                        <a:pt x="42860" y="2171"/>
                        <a:pt x="25767" y="-828"/>
                        <a:pt x="8700" y="264"/>
                      </a:cubicBezTo>
                      <a:cubicBezTo>
                        <a:pt x="5805" y="-181"/>
                        <a:pt x="2850" y="-181"/>
                        <a:pt x="-44" y="264"/>
                      </a:cubicBezTo>
                      <a:cubicBezTo>
                        <a:pt x="-44" y="264"/>
                        <a:pt x="-44" y="264"/>
                        <a:pt x="-44" y="264"/>
                      </a:cubicBezTo>
                      <a:cubicBezTo>
                        <a:pt x="-44" y="264"/>
                        <a:pt x="-44" y="264"/>
                        <a:pt x="6076" y="264"/>
                      </a:cubicBezTo>
                      <a:lnTo>
                        <a:pt x="21814" y="264"/>
                      </a:lnTo>
                      <a:cubicBezTo>
                        <a:pt x="47144" y="98"/>
                        <a:pt x="71679" y="9104"/>
                        <a:pt x="90888" y="25620"/>
                      </a:cubicBezTo>
                      <a:cubicBezTo>
                        <a:pt x="99806" y="33210"/>
                        <a:pt x="107221" y="42399"/>
                        <a:pt x="112747" y="52725"/>
                      </a:cubicBezTo>
                      <a:close/>
                    </a:path>
                  </a:pathLst>
                </a:custGeom>
                <a:solidFill>
                  <a:srgbClr val="DEE0E4"/>
                </a:solidFill>
                <a:ln w="87213" cap="flat">
                  <a:noFill/>
                  <a:prstDash val="solid"/>
                  <a:miter/>
                </a:ln>
              </p:spPr>
              <p:txBody>
                <a:bodyPr rtlCol="0" anchor="ctr"/>
                <a:lstStyle/>
                <a:p>
                  <a:endParaRPr lang="en-IN" dirty="0"/>
                </a:p>
              </p:txBody>
            </p:sp>
            <p:sp>
              <p:nvSpPr>
                <p:cNvPr id="2145" name="Freeform: Shape 2144">
                  <a:extLst>
                    <a:ext uri="{FF2B5EF4-FFF2-40B4-BE49-F238E27FC236}">
                      <a16:creationId xmlns:a16="http://schemas.microsoft.com/office/drawing/2014/main" id="{12048CB4-690A-184F-8E46-5F5D4C55E25A}"/>
                    </a:ext>
                  </a:extLst>
                </p:cNvPr>
                <p:cNvSpPr/>
                <p:nvPr/>
              </p:nvSpPr>
              <p:spPr>
                <a:xfrm>
                  <a:off x="2581485" y="3925833"/>
                  <a:ext cx="21858" cy="24992"/>
                </a:xfrm>
                <a:custGeom>
                  <a:avLst/>
                  <a:gdLst>
                    <a:gd name="connsiteX0" fmla="*/ 21814 w 21858"/>
                    <a:gd name="connsiteY0" fmla="*/ 24923 h 24992"/>
                    <a:gd name="connsiteX1" fmla="*/ -44 w 21858"/>
                    <a:gd name="connsiteY1" fmla="*/ 441 h 24992"/>
                    <a:gd name="connsiteX2" fmla="*/ -44 w 21858"/>
                    <a:gd name="connsiteY2" fmla="*/ 441 h 24992"/>
                    <a:gd name="connsiteX3" fmla="*/ 6951 w 21858"/>
                    <a:gd name="connsiteY3" fmla="*/ 441 h 24992"/>
                    <a:gd name="connsiteX4" fmla="*/ 21814 w 21858"/>
                    <a:gd name="connsiteY4" fmla="*/ 23174 h 24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8" h="24992">
                      <a:moveTo>
                        <a:pt x="21814" y="24923"/>
                      </a:moveTo>
                      <a:cubicBezTo>
                        <a:pt x="15248" y="16145"/>
                        <a:pt x="7930" y="7961"/>
                        <a:pt x="-44" y="441"/>
                      </a:cubicBezTo>
                      <a:cubicBezTo>
                        <a:pt x="-44" y="441"/>
                        <a:pt x="-44" y="441"/>
                        <a:pt x="-44" y="441"/>
                      </a:cubicBezTo>
                      <a:cubicBezTo>
                        <a:pt x="2238" y="-240"/>
                        <a:pt x="4669" y="-240"/>
                        <a:pt x="6951" y="441"/>
                      </a:cubicBezTo>
                      <a:cubicBezTo>
                        <a:pt x="6951" y="8311"/>
                        <a:pt x="19192" y="13557"/>
                        <a:pt x="21814" y="23174"/>
                      </a:cubicBezTo>
                      <a:close/>
                    </a:path>
                  </a:pathLst>
                </a:custGeom>
                <a:solidFill>
                  <a:srgbClr val="E3E5E8"/>
                </a:solidFill>
                <a:ln w="87213" cap="flat">
                  <a:noFill/>
                  <a:prstDash val="solid"/>
                  <a:miter/>
                </a:ln>
              </p:spPr>
              <p:txBody>
                <a:bodyPr rtlCol="0" anchor="ctr"/>
                <a:lstStyle/>
                <a:p>
                  <a:endParaRPr lang="en-IN" dirty="0"/>
                </a:p>
              </p:txBody>
            </p:sp>
            <p:sp>
              <p:nvSpPr>
                <p:cNvPr id="2146" name="Freeform: Shape 2145">
                  <a:extLst>
                    <a:ext uri="{FF2B5EF4-FFF2-40B4-BE49-F238E27FC236}">
                      <a16:creationId xmlns:a16="http://schemas.microsoft.com/office/drawing/2014/main" id="{64B6B8C1-D568-0325-1D9C-9A4001A7DECE}"/>
                    </a:ext>
                  </a:extLst>
                </p:cNvPr>
                <p:cNvSpPr/>
                <p:nvPr/>
              </p:nvSpPr>
              <p:spPr>
                <a:xfrm>
                  <a:off x="2533396" y="4095482"/>
                  <a:ext cx="16612" cy="3108"/>
                </a:xfrm>
                <a:custGeom>
                  <a:avLst/>
                  <a:gdLst>
                    <a:gd name="connsiteX0" fmla="*/ 13071 w 16612"/>
                    <a:gd name="connsiteY0" fmla="*/ 3039 h 3108"/>
                    <a:gd name="connsiteX1" fmla="*/ -44 w 16612"/>
                    <a:gd name="connsiteY1" fmla="*/ 3039 h 3108"/>
                    <a:gd name="connsiteX2" fmla="*/ -44 w 16612"/>
                    <a:gd name="connsiteY2" fmla="*/ 3039 h 3108"/>
                    <a:gd name="connsiteX3" fmla="*/ 16568 w 16612"/>
                    <a:gd name="connsiteY3" fmla="*/ 3039 h 3108"/>
                  </a:gdLst>
                  <a:ahLst/>
                  <a:cxnLst>
                    <a:cxn ang="0">
                      <a:pos x="connsiteX0" y="connsiteY0"/>
                    </a:cxn>
                    <a:cxn ang="0">
                      <a:pos x="connsiteX1" y="connsiteY1"/>
                    </a:cxn>
                    <a:cxn ang="0">
                      <a:pos x="connsiteX2" y="connsiteY2"/>
                    </a:cxn>
                    <a:cxn ang="0">
                      <a:pos x="connsiteX3" y="connsiteY3"/>
                    </a:cxn>
                  </a:cxnLst>
                  <a:rect l="l" t="t" r="r" b="b"/>
                  <a:pathLst>
                    <a:path w="16612" h="3108">
                      <a:moveTo>
                        <a:pt x="13071" y="3039"/>
                      </a:moveTo>
                      <a:lnTo>
                        <a:pt x="-44" y="3039"/>
                      </a:lnTo>
                      <a:cubicBezTo>
                        <a:pt x="-44" y="3039"/>
                        <a:pt x="-44" y="3039"/>
                        <a:pt x="-44" y="3039"/>
                      </a:cubicBezTo>
                      <a:cubicBezTo>
                        <a:pt x="-44" y="3039"/>
                        <a:pt x="10448" y="-3956"/>
                        <a:pt x="16568" y="3039"/>
                      </a:cubicBezTo>
                      <a:close/>
                    </a:path>
                  </a:pathLst>
                </a:custGeom>
                <a:solidFill>
                  <a:srgbClr val="D8DADF"/>
                </a:solidFill>
                <a:ln w="87213" cap="flat">
                  <a:noFill/>
                  <a:prstDash val="solid"/>
                  <a:miter/>
                </a:ln>
              </p:spPr>
              <p:txBody>
                <a:bodyPr rtlCol="0" anchor="ctr"/>
                <a:lstStyle/>
                <a:p>
                  <a:endParaRPr lang="en-IN" dirty="0"/>
                </a:p>
              </p:txBody>
            </p:sp>
            <p:sp>
              <p:nvSpPr>
                <p:cNvPr id="2147" name="Freeform: Shape 2146">
                  <a:extLst>
                    <a:ext uri="{FF2B5EF4-FFF2-40B4-BE49-F238E27FC236}">
                      <a16:creationId xmlns:a16="http://schemas.microsoft.com/office/drawing/2014/main" id="{4E64FA96-9B7B-C071-586F-169012A71CEA}"/>
                    </a:ext>
                  </a:extLst>
                </p:cNvPr>
                <p:cNvSpPr/>
                <p:nvPr/>
              </p:nvSpPr>
              <p:spPr>
                <a:xfrm>
                  <a:off x="2523778" y="4099562"/>
                  <a:ext cx="6994" cy="777"/>
                </a:xfrm>
                <a:custGeom>
                  <a:avLst/>
                  <a:gdLst>
                    <a:gd name="connsiteX0" fmla="*/ 6951 w 6994"/>
                    <a:gd name="connsiteY0" fmla="*/ 707 h 777"/>
                    <a:gd name="connsiteX1" fmla="*/ 6951 w 6994"/>
                    <a:gd name="connsiteY1" fmla="*/ 707 h 777"/>
                    <a:gd name="connsiteX2" fmla="*/ 6951 w 6994"/>
                    <a:gd name="connsiteY2" fmla="*/ 707 h 777"/>
                    <a:gd name="connsiteX3" fmla="*/ -44 w 6994"/>
                    <a:gd name="connsiteY3" fmla="*/ 707 h 777"/>
                    <a:gd name="connsiteX4" fmla="*/ 6951 w 6994"/>
                    <a:gd name="connsiteY4" fmla="*/ 707 h 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4" h="777">
                      <a:moveTo>
                        <a:pt x="6951" y="707"/>
                      </a:moveTo>
                      <a:lnTo>
                        <a:pt x="6951" y="707"/>
                      </a:lnTo>
                      <a:lnTo>
                        <a:pt x="6951" y="707"/>
                      </a:lnTo>
                      <a:lnTo>
                        <a:pt x="-44" y="707"/>
                      </a:lnTo>
                      <a:cubicBezTo>
                        <a:pt x="-44" y="707"/>
                        <a:pt x="4328" y="-1041"/>
                        <a:pt x="6951" y="707"/>
                      </a:cubicBezTo>
                      <a:close/>
                    </a:path>
                  </a:pathLst>
                </a:custGeom>
                <a:solidFill>
                  <a:srgbClr val="D9DBE0"/>
                </a:solidFill>
                <a:ln w="87213" cap="flat">
                  <a:noFill/>
                  <a:prstDash val="solid"/>
                  <a:miter/>
                </a:ln>
              </p:spPr>
              <p:txBody>
                <a:bodyPr rtlCol="0" anchor="ctr"/>
                <a:lstStyle/>
                <a:p>
                  <a:endParaRPr lang="en-IN" dirty="0"/>
                </a:p>
              </p:txBody>
            </p:sp>
            <p:sp>
              <p:nvSpPr>
                <p:cNvPr id="2148" name="Freeform: Shape 2147">
                  <a:extLst>
                    <a:ext uri="{FF2B5EF4-FFF2-40B4-BE49-F238E27FC236}">
                      <a16:creationId xmlns:a16="http://schemas.microsoft.com/office/drawing/2014/main" id="{5B76B575-B9BF-C4A0-A7F6-B95BCDD8309B}"/>
                    </a:ext>
                  </a:extLst>
                </p:cNvPr>
                <p:cNvSpPr/>
                <p:nvPr/>
              </p:nvSpPr>
              <p:spPr>
                <a:xfrm>
                  <a:off x="2410113" y="3914104"/>
                  <a:ext cx="48088" cy="64701"/>
                </a:xfrm>
                <a:custGeom>
                  <a:avLst/>
                  <a:gdLst>
                    <a:gd name="connsiteX0" fmla="*/ -44 w 48088"/>
                    <a:gd name="connsiteY0" fmla="*/ 64631 h 64701"/>
                    <a:gd name="connsiteX1" fmla="*/ -44 w 48088"/>
                    <a:gd name="connsiteY1" fmla="*/ 64631 h 64701"/>
                    <a:gd name="connsiteX2" fmla="*/ 12197 w 48088"/>
                    <a:gd name="connsiteY2" fmla="*/ 35778 h 64701"/>
                    <a:gd name="connsiteX3" fmla="*/ 17443 w 48088"/>
                    <a:gd name="connsiteY3" fmla="*/ 27034 h 64701"/>
                    <a:gd name="connsiteX4" fmla="*/ 48045 w 48088"/>
                    <a:gd name="connsiteY4" fmla="*/ -70 h 64701"/>
                    <a:gd name="connsiteX5" fmla="*/ 48045 w 48088"/>
                    <a:gd name="connsiteY5" fmla="*/ -70 h 64701"/>
                    <a:gd name="connsiteX6" fmla="*/ 27935 w 48088"/>
                    <a:gd name="connsiteY6" fmla="*/ 20040 h 64701"/>
                    <a:gd name="connsiteX7" fmla="*/ 8699 w 48088"/>
                    <a:gd name="connsiteY7" fmla="*/ 53265 h 64701"/>
                    <a:gd name="connsiteX8" fmla="*/ -44 w 48088"/>
                    <a:gd name="connsiteY8" fmla="*/ 64631 h 6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8" h="64701">
                      <a:moveTo>
                        <a:pt x="-44" y="64631"/>
                      </a:moveTo>
                      <a:lnTo>
                        <a:pt x="-44" y="64631"/>
                      </a:lnTo>
                      <a:cubicBezTo>
                        <a:pt x="1827" y="54218"/>
                        <a:pt x="6015" y="44364"/>
                        <a:pt x="12197" y="35778"/>
                      </a:cubicBezTo>
                      <a:cubicBezTo>
                        <a:pt x="12695" y="32272"/>
                        <a:pt x="14584" y="29124"/>
                        <a:pt x="17443" y="27034"/>
                      </a:cubicBezTo>
                      <a:cubicBezTo>
                        <a:pt x="24289" y="14802"/>
                        <a:pt x="35078" y="5255"/>
                        <a:pt x="48045" y="-70"/>
                      </a:cubicBezTo>
                      <a:lnTo>
                        <a:pt x="48045" y="-70"/>
                      </a:lnTo>
                      <a:cubicBezTo>
                        <a:pt x="41785" y="7064"/>
                        <a:pt x="35070" y="13780"/>
                        <a:pt x="27935" y="20040"/>
                      </a:cubicBezTo>
                      <a:cubicBezTo>
                        <a:pt x="19139" y="29553"/>
                        <a:pt x="12573" y="40902"/>
                        <a:pt x="8699" y="53265"/>
                      </a:cubicBezTo>
                      <a:cubicBezTo>
                        <a:pt x="8699" y="53265"/>
                        <a:pt x="5202" y="62883"/>
                        <a:pt x="-44" y="64631"/>
                      </a:cubicBezTo>
                      <a:close/>
                    </a:path>
                  </a:pathLst>
                </a:custGeom>
                <a:solidFill>
                  <a:srgbClr val="E2E3E7"/>
                </a:solidFill>
                <a:ln w="87213" cap="flat">
                  <a:noFill/>
                  <a:prstDash val="solid"/>
                  <a:miter/>
                </a:ln>
              </p:spPr>
              <p:txBody>
                <a:bodyPr rtlCol="0" anchor="ctr"/>
                <a:lstStyle/>
                <a:p>
                  <a:endParaRPr lang="en-IN" dirty="0"/>
                </a:p>
              </p:txBody>
            </p:sp>
            <p:sp>
              <p:nvSpPr>
                <p:cNvPr id="2149" name="Freeform: Shape 2148">
                  <a:extLst>
                    <a:ext uri="{FF2B5EF4-FFF2-40B4-BE49-F238E27FC236}">
                      <a16:creationId xmlns:a16="http://schemas.microsoft.com/office/drawing/2014/main" id="{698A92C7-0596-F2C2-9797-7052FE488E8B}"/>
                    </a:ext>
                  </a:extLst>
                </p:cNvPr>
                <p:cNvSpPr/>
                <p:nvPr/>
              </p:nvSpPr>
              <p:spPr>
                <a:xfrm>
                  <a:off x="2513286" y="3896617"/>
                  <a:ext cx="69073" cy="27979"/>
                </a:xfrm>
                <a:custGeom>
                  <a:avLst/>
                  <a:gdLst>
                    <a:gd name="connsiteX0" fmla="*/ 69029 w 69073"/>
                    <a:gd name="connsiteY0" fmla="*/ 27909 h 27979"/>
                    <a:gd name="connsiteX1" fmla="*/ 69029 w 69073"/>
                    <a:gd name="connsiteY1" fmla="*/ 27909 h 27979"/>
                    <a:gd name="connsiteX2" fmla="*/ -44 w 69073"/>
                    <a:gd name="connsiteY2" fmla="*/ -70 h 27979"/>
                    <a:gd name="connsiteX3" fmla="*/ 20940 w 69073"/>
                    <a:gd name="connsiteY3" fmla="*/ -70 h 27979"/>
                    <a:gd name="connsiteX4" fmla="*/ 46296 w 69073"/>
                    <a:gd name="connsiteY4" fmla="*/ 7799 h 27979"/>
                    <a:gd name="connsiteX5" fmla="*/ 68155 w 69073"/>
                    <a:gd name="connsiteY5" fmla="*/ 22662 h 27979"/>
                    <a:gd name="connsiteX6" fmla="*/ 69029 w 69073"/>
                    <a:gd name="connsiteY6" fmla="*/ 27909 h 2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73" h="27979">
                      <a:moveTo>
                        <a:pt x="69029" y="27909"/>
                      </a:moveTo>
                      <a:lnTo>
                        <a:pt x="69029" y="27909"/>
                      </a:lnTo>
                      <a:cubicBezTo>
                        <a:pt x="49120" y="12231"/>
                        <a:pt x="25163" y="2526"/>
                        <a:pt x="-44" y="-70"/>
                      </a:cubicBezTo>
                      <a:cubicBezTo>
                        <a:pt x="6950" y="-70"/>
                        <a:pt x="13945" y="-70"/>
                        <a:pt x="20940" y="-70"/>
                      </a:cubicBezTo>
                      <a:cubicBezTo>
                        <a:pt x="29815" y="935"/>
                        <a:pt x="38418" y="3602"/>
                        <a:pt x="46296" y="7799"/>
                      </a:cubicBezTo>
                      <a:cubicBezTo>
                        <a:pt x="53912" y="12249"/>
                        <a:pt x="61221" y="17216"/>
                        <a:pt x="68155" y="22662"/>
                      </a:cubicBezTo>
                      <a:cubicBezTo>
                        <a:pt x="68155" y="22662"/>
                        <a:pt x="69029" y="27034"/>
                        <a:pt x="69029" y="27909"/>
                      </a:cubicBezTo>
                      <a:close/>
                    </a:path>
                  </a:pathLst>
                </a:custGeom>
                <a:solidFill>
                  <a:srgbClr val="E2E3E7"/>
                </a:solidFill>
                <a:ln w="87213" cap="flat">
                  <a:noFill/>
                  <a:prstDash val="solid"/>
                  <a:miter/>
                </a:ln>
              </p:spPr>
              <p:txBody>
                <a:bodyPr rtlCol="0" anchor="ctr"/>
                <a:lstStyle/>
                <a:p>
                  <a:endParaRPr lang="en-IN" dirty="0"/>
                </a:p>
              </p:txBody>
            </p:sp>
            <p:sp>
              <p:nvSpPr>
                <p:cNvPr id="2150" name="Freeform: Shape 2149">
                  <a:extLst>
                    <a:ext uri="{FF2B5EF4-FFF2-40B4-BE49-F238E27FC236}">
                      <a16:creationId xmlns:a16="http://schemas.microsoft.com/office/drawing/2014/main" id="{C68DFF20-638D-D67C-31DC-4FFC10C7F4BE}"/>
                    </a:ext>
                  </a:extLst>
                </p:cNvPr>
                <p:cNvSpPr/>
                <p:nvPr/>
              </p:nvSpPr>
              <p:spPr>
                <a:xfrm>
                  <a:off x="2456453" y="3898640"/>
                  <a:ext cx="40219" cy="8469"/>
                </a:xfrm>
                <a:custGeom>
                  <a:avLst/>
                  <a:gdLst>
                    <a:gd name="connsiteX0" fmla="*/ 40176 w 40219"/>
                    <a:gd name="connsiteY0" fmla="*/ 530 h 8469"/>
                    <a:gd name="connsiteX1" fmla="*/ 34930 w 40219"/>
                    <a:gd name="connsiteY1" fmla="*/ 530 h 8469"/>
                    <a:gd name="connsiteX2" fmla="*/ 28809 w 40219"/>
                    <a:gd name="connsiteY2" fmla="*/ 530 h 8469"/>
                    <a:gd name="connsiteX3" fmla="*/ 7825 w 40219"/>
                    <a:gd name="connsiteY3" fmla="*/ 8399 h 8469"/>
                    <a:gd name="connsiteX4" fmla="*/ -44 w 40219"/>
                    <a:gd name="connsiteY4" fmla="*/ 8399 h 8469"/>
                    <a:gd name="connsiteX5" fmla="*/ -44 w 40219"/>
                    <a:gd name="connsiteY5" fmla="*/ 8399 h 8469"/>
                    <a:gd name="connsiteX6" fmla="*/ 40176 w 40219"/>
                    <a:gd name="connsiteY6" fmla="*/ 530 h 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19" h="8469">
                      <a:moveTo>
                        <a:pt x="40176" y="530"/>
                      </a:moveTo>
                      <a:lnTo>
                        <a:pt x="34930" y="530"/>
                      </a:lnTo>
                      <a:cubicBezTo>
                        <a:pt x="34930" y="530"/>
                        <a:pt x="34930" y="530"/>
                        <a:pt x="28809" y="530"/>
                      </a:cubicBezTo>
                      <a:cubicBezTo>
                        <a:pt x="21509" y="2244"/>
                        <a:pt x="14453" y="4884"/>
                        <a:pt x="7825" y="8399"/>
                      </a:cubicBezTo>
                      <a:cubicBezTo>
                        <a:pt x="7825" y="8399"/>
                        <a:pt x="2579" y="8399"/>
                        <a:pt x="-44" y="8399"/>
                      </a:cubicBezTo>
                      <a:lnTo>
                        <a:pt x="-44" y="8399"/>
                      </a:lnTo>
                      <a:cubicBezTo>
                        <a:pt x="12109" y="1361"/>
                        <a:pt x="26265" y="-1402"/>
                        <a:pt x="40176" y="530"/>
                      </a:cubicBezTo>
                      <a:close/>
                    </a:path>
                  </a:pathLst>
                </a:custGeom>
                <a:solidFill>
                  <a:srgbClr val="E2E3E7"/>
                </a:solidFill>
                <a:ln w="87213" cap="flat">
                  <a:noFill/>
                  <a:prstDash val="solid"/>
                  <a:miter/>
                </a:ln>
              </p:spPr>
              <p:txBody>
                <a:bodyPr rtlCol="0" anchor="ctr"/>
                <a:lstStyle/>
                <a:p>
                  <a:endParaRPr lang="en-IN" dirty="0"/>
                </a:p>
              </p:txBody>
            </p:sp>
            <p:sp>
              <p:nvSpPr>
                <p:cNvPr id="2151" name="Freeform: Shape 2150">
                  <a:extLst>
                    <a:ext uri="{FF2B5EF4-FFF2-40B4-BE49-F238E27FC236}">
                      <a16:creationId xmlns:a16="http://schemas.microsoft.com/office/drawing/2014/main" id="{75E947E2-AE40-9691-9EDC-3319D066E5BE}"/>
                    </a:ext>
                  </a:extLst>
                </p:cNvPr>
                <p:cNvSpPr/>
                <p:nvPr/>
              </p:nvSpPr>
              <p:spPr>
                <a:xfrm>
                  <a:off x="2533396" y="3899240"/>
                  <a:ext cx="27104" cy="8743"/>
                </a:xfrm>
                <a:custGeom>
                  <a:avLst/>
                  <a:gdLst>
                    <a:gd name="connsiteX0" fmla="*/ 23563 w 27104"/>
                    <a:gd name="connsiteY0" fmla="*/ 8673 h 8743"/>
                    <a:gd name="connsiteX1" fmla="*/ -44 w 27104"/>
                    <a:gd name="connsiteY1" fmla="*/ -70 h 8743"/>
                    <a:gd name="connsiteX2" fmla="*/ -44 w 27104"/>
                    <a:gd name="connsiteY2" fmla="*/ -70 h 8743"/>
                    <a:gd name="connsiteX3" fmla="*/ -44 w 27104"/>
                    <a:gd name="connsiteY3" fmla="*/ -70 h 8743"/>
                    <a:gd name="connsiteX4" fmla="*/ 11322 w 27104"/>
                    <a:gd name="connsiteY4" fmla="*/ -70 h 8743"/>
                    <a:gd name="connsiteX5" fmla="*/ 27061 w 27104"/>
                    <a:gd name="connsiteY5" fmla="*/ 7799 h 8743"/>
                    <a:gd name="connsiteX6" fmla="*/ 27061 w 27104"/>
                    <a:gd name="connsiteY6" fmla="*/ 7799 h 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03" h="8743">
                      <a:moveTo>
                        <a:pt x="23563" y="8673"/>
                      </a:moveTo>
                      <a:cubicBezTo>
                        <a:pt x="16061" y="4861"/>
                        <a:pt x="8140" y="1923"/>
                        <a:pt x="-44" y="-70"/>
                      </a:cubicBezTo>
                      <a:lnTo>
                        <a:pt x="-44" y="-70"/>
                      </a:lnTo>
                      <a:lnTo>
                        <a:pt x="-44" y="-70"/>
                      </a:lnTo>
                      <a:cubicBezTo>
                        <a:pt x="3628" y="1267"/>
                        <a:pt x="7650" y="1267"/>
                        <a:pt x="11322" y="-70"/>
                      </a:cubicBezTo>
                      <a:cubicBezTo>
                        <a:pt x="15694" y="-70"/>
                        <a:pt x="22689" y="4301"/>
                        <a:pt x="27061" y="7799"/>
                      </a:cubicBezTo>
                      <a:lnTo>
                        <a:pt x="27061" y="7799"/>
                      </a:lnTo>
                      <a:close/>
                    </a:path>
                  </a:pathLst>
                </a:custGeom>
                <a:solidFill>
                  <a:srgbClr val="E7E9EC"/>
                </a:solidFill>
                <a:ln w="87213" cap="flat">
                  <a:noFill/>
                  <a:prstDash val="solid"/>
                  <a:miter/>
                </a:ln>
              </p:spPr>
              <p:txBody>
                <a:bodyPr rtlCol="0" anchor="ctr"/>
                <a:lstStyle/>
                <a:p>
                  <a:endParaRPr lang="en-IN" dirty="0"/>
                </a:p>
              </p:txBody>
            </p:sp>
            <p:sp>
              <p:nvSpPr>
                <p:cNvPr id="2152" name="Freeform: Shape 2151">
                  <a:extLst>
                    <a:ext uri="{FF2B5EF4-FFF2-40B4-BE49-F238E27FC236}">
                      <a16:creationId xmlns:a16="http://schemas.microsoft.com/office/drawing/2014/main" id="{8C2D6DD0-83B8-7EFB-851B-EF4136710A2A}"/>
                    </a:ext>
                  </a:extLst>
                </p:cNvPr>
                <p:cNvSpPr/>
                <p:nvPr/>
              </p:nvSpPr>
              <p:spPr>
                <a:xfrm>
                  <a:off x="2420336" y="3940335"/>
                  <a:ext cx="5514" cy="8743"/>
                </a:xfrm>
                <a:custGeom>
                  <a:avLst/>
                  <a:gdLst>
                    <a:gd name="connsiteX0" fmla="*/ 5471 w 5514"/>
                    <a:gd name="connsiteY0" fmla="*/ -70 h 8743"/>
                    <a:gd name="connsiteX1" fmla="*/ 225 w 5514"/>
                    <a:gd name="connsiteY1" fmla="*/ 8673 h 8743"/>
                    <a:gd name="connsiteX2" fmla="*/ 5042 w 5514"/>
                    <a:gd name="connsiteY2" fmla="*/ 35 h 8743"/>
                    <a:gd name="connsiteX3" fmla="*/ 5471 w 5514"/>
                    <a:gd name="connsiteY3" fmla="*/ -70 h 8743"/>
                  </a:gdLst>
                  <a:ahLst/>
                  <a:cxnLst>
                    <a:cxn ang="0">
                      <a:pos x="connsiteX0" y="connsiteY0"/>
                    </a:cxn>
                    <a:cxn ang="0">
                      <a:pos x="connsiteX1" y="connsiteY1"/>
                    </a:cxn>
                    <a:cxn ang="0">
                      <a:pos x="connsiteX2" y="connsiteY2"/>
                    </a:cxn>
                    <a:cxn ang="0">
                      <a:pos x="connsiteX3" y="connsiteY3"/>
                    </a:cxn>
                  </a:cxnLst>
                  <a:rect l="l" t="t" r="r" b="b"/>
                  <a:pathLst>
                    <a:path w="5514" h="8743">
                      <a:moveTo>
                        <a:pt x="5471" y="-70"/>
                      </a:moveTo>
                      <a:lnTo>
                        <a:pt x="225" y="8673"/>
                      </a:lnTo>
                      <a:cubicBezTo>
                        <a:pt x="-833" y="4957"/>
                        <a:pt x="1326" y="1093"/>
                        <a:pt x="5042" y="35"/>
                      </a:cubicBezTo>
                      <a:cubicBezTo>
                        <a:pt x="5191" y="-1"/>
                        <a:pt x="5331" y="-35"/>
                        <a:pt x="5471" y="-70"/>
                      </a:cubicBezTo>
                      <a:close/>
                    </a:path>
                  </a:pathLst>
                </a:custGeom>
                <a:solidFill>
                  <a:srgbClr val="E3E5E8"/>
                </a:solidFill>
                <a:ln w="87213" cap="flat">
                  <a:noFill/>
                  <a:prstDash val="solid"/>
                  <a:miter/>
                </a:ln>
              </p:spPr>
              <p:txBody>
                <a:bodyPr rtlCol="0" anchor="ctr"/>
                <a:lstStyle/>
                <a:p>
                  <a:endParaRPr lang="en-IN" dirty="0"/>
                </a:p>
              </p:txBody>
            </p:sp>
            <p:sp>
              <p:nvSpPr>
                <p:cNvPr id="2153" name="Freeform: Shape 2152">
                  <a:extLst>
                    <a:ext uri="{FF2B5EF4-FFF2-40B4-BE49-F238E27FC236}">
                      <a16:creationId xmlns:a16="http://schemas.microsoft.com/office/drawing/2014/main" id="{F5E2C650-95E6-4523-CEFF-E01F17D1046C}"/>
                    </a:ext>
                  </a:extLst>
                </p:cNvPr>
                <p:cNvSpPr/>
                <p:nvPr/>
              </p:nvSpPr>
              <p:spPr>
                <a:xfrm>
                  <a:off x="2557877" y="3906235"/>
                  <a:ext cx="23607" cy="15737"/>
                </a:xfrm>
                <a:custGeom>
                  <a:avLst/>
                  <a:gdLst>
                    <a:gd name="connsiteX0" fmla="*/ -44 w 23607"/>
                    <a:gd name="connsiteY0" fmla="*/ -70 h 15737"/>
                    <a:gd name="connsiteX1" fmla="*/ 23563 w 23607"/>
                    <a:gd name="connsiteY1" fmla="*/ 15668 h 15737"/>
                    <a:gd name="connsiteX2" fmla="*/ 23563 w 23607"/>
                    <a:gd name="connsiteY2" fmla="*/ 15668 h 15737"/>
                    <a:gd name="connsiteX3" fmla="*/ 830 w 23607"/>
                    <a:gd name="connsiteY3" fmla="*/ -70 h 15737"/>
                  </a:gdLst>
                  <a:ahLst/>
                  <a:cxnLst>
                    <a:cxn ang="0">
                      <a:pos x="connsiteX0" y="connsiteY0"/>
                    </a:cxn>
                    <a:cxn ang="0">
                      <a:pos x="connsiteX1" y="connsiteY1"/>
                    </a:cxn>
                    <a:cxn ang="0">
                      <a:pos x="connsiteX2" y="connsiteY2"/>
                    </a:cxn>
                    <a:cxn ang="0">
                      <a:pos x="connsiteX3" y="connsiteY3"/>
                    </a:cxn>
                  </a:cxnLst>
                  <a:rect l="l" t="t" r="r" b="b"/>
                  <a:pathLst>
                    <a:path w="23607" h="15737">
                      <a:moveTo>
                        <a:pt x="-44" y="-70"/>
                      </a:moveTo>
                      <a:cubicBezTo>
                        <a:pt x="9355" y="2404"/>
                        <a:pt x="17662" y="7948"/>
                        <a:pt x="23563" y="15668"/>
                      </a:cubicBezTo>
                      <a:lnTo>
                        <a:pt x="23563" y="15668"/>
                      </a:lnTo>
                      <a:cubicBezTo>
                        <a:pt x="15458" y="11235"/>
                        <a:pt x="7834" y="5954"/>
                        <a:pt x="830" y="-70"/>
                      </a:cubicBezTo>
                      <a:close/>
                    </a:path>
                  </a:pathLst>
                </a:custGeom>
                <a:solidFill>
                  <a:srgbClr val="E7E9EC"/>
                </a:solidFill>
                <a:ln w="87213" cap="flat">
                  <a:noFill/>
                  <a:prstDash val="solid"/>
                  <a:miter/>
                </a:ln>
              </p:spPr>
              <p:txBody>
                <a:bodyPr rtlCol="0" anchor="ctr"/>
                <a:lstStyle/>
                <a:p>
                  <a:endParaRPr lang="en-IN" dirty="0"/>
                </a:p>
              </p:txBody>
            </p:sp>
            <p:sp>
              <p:nvSpPr>
                <p:cNvPr id="2154" name="Freeform: Shape 2153">
                  <a:extLst>
                    <a:ext uri="{FF2B5EF4-FFF2-40B4-BE49-F238E27FC236}">
                      <a16:creationId xmlns:a16="http://schemas.microsoft.com/office/drawing/2014/main" id="{73ECF796-2A50-E828-E611-2E21A9831A24}"/>
                    </a:ext>
                  </a:extLst>
                </p:cNvPr>
                <p:cNvSpPr/>
                <p:nvPr/>
              </p:nvSpPr>
              <p:spPr>
                <a:xfrm>
                  <a:off x="2582359" y="3924596"/>
                  <a:ext cx="8743" cy="6994"/>
                </a:xfrm>
                <a:custGeom>
                  <a:avLst/>
                  <a:gdLst>
                    <a:gd name="connsiteX0" fmla="*/ -44 w 8743"/>
                    <a:gd name="connsiteY0" fmla="*/ -70 h 6994"/>
                    <a:gd name="connsiteX1" fmla="*/ -44 w 8743"/>
                    <a:gd name="connsiteY1" fmla="*/ -70 h 6994"/>
                    <a:gd name="connsiteX2" fmla="*/ -44 w 8743"/>
                    <a:gd name="connsiteY2" fmla="*/ -70 h 6994"/>
                    <a:gd name="connsiteX3" fmla="*/ -44 w 8743"/>
                    <a:gd name="connsiteY3" fmla="*/ -70 h 6994"/>
                    <a:gd name="connsiteX4" fmla="*/ 8699 w 8743"/>
                    <a:gd name="connsiteY4" fmla="*/ 6924 h 6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 h="6994">
                      <a:moveTo>
                        <a:pt x="-44" y="-70"/>
                      </a:moveTo>
                      <a:lnTo>
                        <a:pt x="-44" y="-70"/>
                      </a:lnTo>
                      <a:cubicBezTo>
                        <a:pt x="-44" y="-70"/>
                        <a:pt x="-44" y="-70"/>
                        <a:pt x="-44" y="-70"/>
                      </a:cubicBezTo>
                      <a:lnTo>
                        <a:pt x="-44" y="-70"/>
                      </a:lnTo>
                      <a:cubicBezTo>
                        <a:pt x="-44" y="-70"/>
                        <a:pt x="7825" y="-70"/>
                        <a:pt x="8699" y="6924"/>
                      </a:cubicBezTo>
                      <a:close/>
                    </a:path>
                  </a:pathLst>
                </a:custGeom>
                <a:solidFill>
                  <a:srgbClr val="E7E9EC"/>
                </a:solidFill>
                <a:ln w="87213" cap="flat">
                  <a:noFill/>
                  <a:prstDash val="solid"/>
                  <a:miter/>
                </a:ln>
              </p:spPr>
              <p:txBody>
                <a:bodyPr rtlCol="0" anchor="ctr"/>
                <a:lstStyle/>
                <a:p>
                  <a:endParaRPr lang="en-IN" dirty="0"/>
                </a:p>
              </p:txBody>
            </p:sp>
            <p:sp>
              <p:nvSpPr>
                <p:cNvPr id="2155" name="Freeform: Shape 2154">
                  <a:extLst>
                    <a:ext uri="{FF2B5EF4-FFF2-40B4-BE49-F238E27FC236}">
                      <a16:creationId xmlns:a16="http://schemas.microsoft.com/office/drawing/2014/main" id="{5DC0C65D-F754-17B4-B977-CD5E236BEDD3}"/>
                    </a:ext>
                  </a:extLst>
                </p:cNvPr>
                <p:cNvSpPr/>
                <p:nvPr/>
              </p:nvSpPr>
              <p:spPr>
                <a:xfrm>
                  <a:off x="2439841" y="4067989"/>
                  <a:ext cx="109293" cy="32350"/>
                </a:xfrm>
                <a:custGeom>
                  <a:avLst/>
                  <a:gdLst>
                    <a:gd name="connsiteX0" fmla="*/ 90888 w 109293"/>
                    <a:gd name="connsiteY0" fmla="*/ 32280 h 32350"/>
                    <a:gd name="connsiteX1" fmla="*/ 85642 w 109293"/>
                    <a:gd name="connsiteY1" fmla="*/ 32280 h 32350"/>
                    <a:gd name="connsiteX2" fmla="*/ 70778 w 109293"/>
                    <a:gd name="connsiteY2" fmla="*/ 32280 h 32350"/>
                    <a:gd name="connsiteX3" fmla="*/ 6950 w 109293"/>
                    <a:gd name="connsiteY3" fmla="*/ 6050 h 32350"/>
                    <a:gd name="connsiteX4" fmla="*/ -44 w 109293"/>
                    <a:gd name="connsiteY4" fmla="*/ -70 h 32350"/>
                    <a:gd name="connsiteX5" fmla="*/ -44 w 109293"/>
                    <a:gd name="connsiteY5" fmla="*/ -70 h 32350"/>
                    <a:gd name="connsiteX6" fmla="*/ -44 w 109293"/>
                    <a:gd name="connsiteY6" fmla="*/ -70 h 32350"/>
                    <a:gd name="connsiteX7" fmla="*/ 5202 w 109293"/>
                    <a:gd name="connsiteY7" fmla="*/ -70 h 32350"/>
                    <a:gd name="connsiteX8" fmla="*/ 55914 w 109293"/>
                    <a:gd name="connsiteY8" fmla="*/ 25286 h 32350"/>
                    <a:gd name="connsiteX9" fmla="*/ 76898 w 109293"/>
                    <a:gd name="connsiteY9" fmla="*/ 25286 h 32350"/>
                    <a:gd name="connsiteX10" fmla="*/ 76898 w 109293"/>
                    <a:gd name="connsiteY10" fmla="*/ 25286 h 32350"/>
                    <a:gd name="connsiteX11" fmla="*/ 109249 w 109293"/>
                    <a:gd name="connsiteY11" fmla="*/ 20040 h 32350"/>
                    <a:gd name="connsiteX12" fmla="*/ 109249 w 109293"/>
                    <a:gd name="connsiteY12" fmla="*/ 20040 h 32350"/>
                    <a:gd name="connsiteX13" fmla="*/ 99631 w 109293"/>
                    <a:gd name="connsiteY13" fmla="*/ 20040 h 32350"/>
                    <a:gd name="connsiteX14" fmla="*/ 90888 w 109293"/>
                    <a:gd name="connsiteY14" fmla="*/ 32280 h 3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293" h="32350">
                      <a:moveTo>
                        <a:pt x="90888" y="32280"/>
                      </a:moveTo>
                      <a:cubicBezTo>
                        <a:pt x="90888" y="32280"/>
                        <a:pt x="90888" y="32280"/>
                        <a:pt x="85642" y="32280"/>
                      </a:cubicBezTo>
                      <a:lnTo>
                        <a:pt x="70778" y="32280"/>
                      </a:lnTo>
                      <a:cubicBezTo>
                        <a:pt x="47179" y="30847"/>
                        <a:pt x="24735" y="21623"/>
                        <a:pt x="6950" y="6050"/>
                      </a:cubicBezTo>
                      <a:lnTo>
                        <a:pt x="-44" y="-70"/>
                      </a:lnTo>
                      <a:lnTo>
                        <a:pt x="-44" y="-70"/>
                      </a:lnTo>
                      <a:cubicBezTo>
                        <a:pt x="-44" y="-70"/>
                        <a:pt x="-44" y="-70"/>
                        <a:pt x="-44" y="-70"/>
                      </a:cubicBezTo>
                      <a:lnTo>
                        <a:pt x="5202" y="-70"/>
                      </a:lnTo>
                      <a:cubicBezTo>
                        <a:pt x="19174" y="13290"/>
                        <a:pt x="36844" y="22121"/>
                        <a:pt x="55914" y="25286"/>
                      </a:cubicBezTo>
                      <a:cubicBezTo>
                        <a:pt x="62804" y="27026"/>
                        <a:pt x="70009" y="27026"/>
                        <a:pt x="76898" y="25286"/>
                      </a:cubicBezTo>
                      <a:lnTo>
                        <a:pt x="76898" y="25286"/>
                      </a:lnTo>
                      <a:cubicBezTo>
                        <a:pt x="87793" y="24324"/>
                        <a:pt x="98608" y="22575"/>
                        <a:pt x="109249" y="20040"/>
                      </a:cubicBezTo>
                      <a:cubicBezTo>
                        <a:pt x="109249" y="20040"/>
                        <a:pt x="109249" y="20040"/>
                        <a:pt x="109249" y="20040"/>
                      </a:cubicBezTo>
                      <a:cubicBezTo>
                        <a:pt x="109249" y="20040"/>
                        <a:pt x="102254" y="20040"/>
                        <a:pt x="99631" y="20040"/>
                      </a:cubicBezTo>
                      <a:cubicBezTo>
                        <a:pt x="95172" y="22768"/>
                        <a:pt x="92016" y="27183"/>
                        <a:pt x="90888" y="32280"/>
                      </a:cubicBezTo>
                      <a:close/>
                    </a:path>
                  </a:pathLst>
                </a:custGeom>
                <a:solidFill>
                  <a:srgbClr val="D1D3D9"/>
                </a:solidFill>
                <a:ln w="87213" cap="flat">
                  <a:noFill/>
                  <a:prstDash val="solid"/>
                  <a:miter/>
                </a:ln>
              </p:spPr>
              <p:txBody>
                <a:bodyPr rtlCol="0" anchor="ctr"/>
                <a:lstStyle/>
                <a:p>
                  <a:endParaRPr lang="en-IN" dirty="0"/>
                </a:p>
              </p:txBody>
            </p:sp>
            <p:sp>
              <p:nvSpPr>
                <p:cNvPr id="2156" name="Freeform: Shape 2155">
                  <a:extLst>
                    <a:ext uri="{FF2B5EF4-FFF2-40B4-BE49-F238E27FC236}">
                      <a16:creationId xmlns:a16="http://schemas.microsoft.com/office/drawing/2014/main" id="{1898BA11-475D-579C-020E-D97C96670C04}"/>
                    </a:ext>
                  </a:extLst>
                </p:cNvPr>
                <p:cNvSpPr/>
                <p:nvPr/>
              </p:nvSpPr>
              <p:spPr>
                <a:xfrm>
                  <a:off x="2562249" y="4019025"/>
                  <a:ext cx="48089" cy="72570"/>
                </a:xfrm>
                <a:custGeom>
                  <a:avLst/>
                  <a:gdLst>
                    <a:gd name="connsiteX0" fmla="*/ 23564 w 48089"/>
                    <a:gd name="connsiteY0" fmla="*/ 54140 h 72570"/>
                    <a:gd name="connsiteX1" fmla="*/ -44 w 48089"/>
                    <a:gd name="connsiteY1" fmla="*/ 72501 h 72570"/>
                    <a:gd name="connsiteX2" fmla="*/ -44 w 48089"/>
                    <a:gd name="connsiteY2" fmla="*/ 68130 h 72570"/>
                    <a:gd name="connsiteX3" fmla="*/ 6076 w 48089"/>
                    <a:gd name="connsiteY3" fmla="*/ 68130 h 72570"/>
                    <a:gd name="connsiteX4" fmla="*/ 13946 w 48089"/>
                    <a:gd name="connsiteY4" fmla="*/ 62009 h 72570"/>
                    <a:gd name="connsiteX5" fmla="*/ 24437 w 48089"/>
                    <a:gd name="connsiteY5" fmla="*/ 51517 h 72570"/>
                    <a:gd name="connsiteX6" fmla="*/ 40176 w 48089"/>
                    <a:gd name="connsiteY6" fmla="*/ 27909 h 72570"/>
                    <a:gd name="connsiteX7" fmla="*/ 48045 w 48089"/>
                    <a:gd name="connsiteY7" fmla="*/ -70 h 72570"/>
                    <a:gd name="connsiteX8" fmla="*/ 48045 w 48089"/>
                    <a:gd name="connsiteY8" fmla="*/ -70 h 72570"/>
                    <a:gd name="connsiteX9" fmla="*/ 48045 w 48089"/>
                    <a:gd name="connsiteY9" fmla="*/ -70 h 72570"/>
                    <a:gd name="connsiteX10" fmla="*/ 48045 w 48089"/>
                    <a:gd name="connsiteY10" fmla="*/ 26161 h 72570"/>
                    <a:gd name="connsiteX11" fmla="*/ 43673 w 48089"/>
                    <a:gd name="connsiteY11" fmla="*/ 36653 h 72570"/>
                    <a:gd name="connsiteX12" fmla="*/ 43673 w 48089"/>
                    <a:gd name="connsiteY12" fmla="*/ 36653 h 72570"/>
                    <a:gd name="connsiteX13" fmla="*/ 34930 w 48089"/>
                    <a:gd name="connsiteY13" fmla="*/ 49768 h 72570"/>
                    <a:gd name="connsiteX14" fmla="*/ 34930 w 48089"/>
                    <a:gd name="connsiteY14" fmla="*/ 49768 h 72570"/>
                    <a:gd name="connsiteX15" fmla="*/ 23564 w 48089"/>
                    <a:gd name="connsiteY15" fmla="*/ 54140 h 72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089" h="72570">
                      <a:moveTo>
                        <a:pt x="23564" y="54140"/>
                      </a:moveTo>
                      <a:lnTo>
                        <a:pt x="-44" y="72501"/>
                      </a:lnTo>
                      <a:cubicBezTo>
                        <a:pt x="-44" y="72501"/>
                        <a:pt x="-44" y="72501"/>
                        <a:pt x="-44" y="68130"/>
                      </a:cubicBezTo>
                      <a:lnTo>
                        <a:pt x="6076" y="68130"/>
                      </a:lnTo>
                      <a:cubicBezTo>
                        <a:pt x="9364" y="67124"/>
                        <a:pt x="12162" y="64947"/>
                        <a:pt x="13946" y="62009"/>
                      </a:cubicBezTo>
                      <a:cubicBezTo>
                        <a:pt x="16988" y="58091"/>
                        <a:pt x="20512" y="54559"/>
                        <a:pt x="24437" y="51517"/>
                      </a:cubicBezTo>
                      <a:cubicBezTo>
                        <a:pt x="31432" y="44968"/>
                        <a:pt x="36818" y="36889"/>
                        <a:pt x="40176" y="27909"/>
                      </a:cubicBezTo>
                      <a:cubicBezTo>
                        <a:pt x="40176" y="19166"/>
                        <a:pt x="40176" y="9548"/>
                        <a:pt x="48045" y="-70"/>
                      </a:cubicBezTo>
                      <a:lnTo>
                        <a:pt x="48045" y="-70"/>
                      </a:lnTo>
                      <a:cubicBezTo>
                        <a:pt x="48045" y="-70"/>
                        <a:pt x="48045" y="-70"/>
                        <a:pt x="48045" y="-70"/>
                      </a:cubicBezTo>
                      <a:cubicBezTo>
                        <a:pt x="48045" y="-70"/>
                        <a:pt x="48045" y="17417"/>
                        <a:pt x="48045" y="26161"/>
                      </a:cubicBezTo>
                      <a:cubicBezTo>
                        <a:pt x="48045" y="34904"/>
                        <a:pt x="43673" y="32281"/>
                        <a:pt x="43673" y="36653"/>
                      </a:cubicBezTo>
                      <a:lnTo>
                        <a:pt x="43673" y="36653"/>
                      </a:lnTo>
                      <a:cubicBezTo>
                        <a:pt x="42126" y="41794"/>
                        <a:pt x="39083" y="46358"/>
                        <a:pt x="34930" y="49768"/>
                      </a:cubicBezTo>
                      <a:lnTo>
                        <a:pt x="34930" y="49768"/>
                      </a:lnTo>
                      <a:cubicBezTo>
                        <a:pt x="34930" y="49768"/>
                        <a:pt x="27935" y="51517"/>
                        <a:pt x="23564" y="54140"/>
                      </a:cubicBezTo>
                      <a:close/>
                    </a:path>
                  </a:pathLst>
                </a:custGeom>
                <a:solidFill>
                  <a:srgbClr val="D1D3D9"/>
                </a:solidFill>
                <a:ln w="87213" cap="flat">
                  <a:noFill/>
                  <a:prstDash val="solid"/>
                  <a:miter/>
                </a:ln>
              </p:spPr>
              <p:txBody>
                <a:bodyPr rtlCol="0" anchor="ctr"/>
                <a:lstStyle/>
                <a:p>
                  <a:endParaRPr lang="en-IN" dirty="0"/>
                </a:p>
              </p:txBody>
            </p:sp>
            <p:sp>
              <p:nvSpPr>
                <p:cNvPr id="2157" name="Freeform: Shape 2156">
                  <a:extLst>
                    <a:ext uri="{FF2B5EF4-FFF2-40B4-BE49-F238E27FC236}">
                      <a16:creationId xmlns:a16="http://schemas.microsoft.com/office/drawing/2014/main" id="{B4BCFD08-3961-6B09-E978-7570ED23534E}"/>
                    </a:ext>
                  </a:extLst>
                </p:cNvPr>
                <p:cNvSpPr/>
                <p:nvPr/>
              </p:nvSpPr>
              <p:spPr>
                <a:xfrm>
                  <a:off x="2535566" y="3906923"/>
                  <a:ext cx="68651" cy="65761"/>
                </a:xfrm>
                <a:custGeom>
                  <a:avLst/>
                  <a:gdLst>
                    <a:gd name="connsiteX0" fmla="*/ 45874 w 68651"/>
                    <a:gd name="connsiteY0" fmla="*/ 25472 h 65761"/>
                    <a:gd name="connsiteX1" fmla="*/ 68608 w 68651"/>
                    <a:gd name="connsiteY1" fmla="*/ 58697 h 65761"/>
                    <a:gd name="connsiteX2" fmla="*/ 68608 w 68651"/>
                    <a:gd name="connsiteY2" fmla="*/ 65692 h 65761"/>
                    <a:gd name="connsiteX3" fmla="*/ 68608 w 68651"/>
                    <a:gd name="connsiteY3" fmla="*/ 65692 h 65761"/>
                    <a:gd name="connsiteX4" fmla="*/ 42377 w 68651"/>
                    <a:gd name="connsiteY4" fmla="*/ 28969 h 65761"/>
                    <a:gd name="connsiteX5" fmla="*/ 17021 w 68651"/>
                    <a:gd name="connsiteY5" fmla="*/ 12356 h 65761"/>
                    <a:gd name="connsiteX6" fmla="*/ 408 w 68651"/>
                    <a:gd name="connsiteY6" fmla="*/ 7111 h 65761"/>
                    <a:gd name="connsiteX7" fmla="*/ 408 w 68651"/>
                    <a:gd name="connsiteY7" fmla="*/ 1865 h 65761"/>
                    <a:gd name="connsiteX8" fmla="*/ 20518 w 68651"/>
                    <a:gd name="connsiteY8" fmla="*/ 1865 h 65761"/>
                    <a:gd name="connsiteX9" fmla="*/ 45874 w 68651"/>
                    <a:gd name="connsiteY9" fmla="*/ 25472 h 6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51" h="65761">
                      <a:moveTo>
                        <a:pt x="45874" y="25472"/>
                      </a:moveTo>
                      <a:cubicBezTo>
                        <a:pt x="55011" y="35396"/>
                        <a:pt x="62671" y="46587"/>
                        <a:pt x="68608" y="58697"/>
                      </a:cubicBezTo>
                      <a:cubicBezTo>
                        <a:pt x="68608" y="58697"/>
                        <a:pt x="68608" y="63943"/>
                        <a:pt x="68608" y="65692"/>
                      </a:cubicBezTo>
                      <a:lnTo>
                        <a:pt x="68608" y="65692"/>
                      </a:lnTo>
                      <a:cubicBezTo>
                        <a:pt x="62216" y="51930"/>
                        <a:pt x="53324" y="39479"/>
                        <a:pt x="42377" y="28969"/>
                      </a:cubicBezTo>
                      <a:cubicBezTo>
                        <a:pt x="34840" y="22149"/>
                        <a:pt x="26280" y="16545"/>
                        <a:pt x="17021" y="12356"/>
                      </a:cubicBezTo>
                      <a:cubicBezTo>
                        <a:pt x="11259" y="11412"/>
                        <a:pt x="5663" y="9646"/>
                        <a:pt x="408" y="7111"/>
                      </a:cubicBezTo>
                      <a:cubicBezTo>
                        <a:pt x="-195" y="5414"/>
                        <a:pt x="-195" y="3560"/>
                        <a:pt x="408" y="1865"/>
                      </a:cubicBezTo>
                      <a:cubicBezTo>
                        <a:pt x="6861" y="-715"/>
                        <a:pt x="14066" y="-715"/>
                        <a:pt x="20518" y="1865"/>
                      </a:cubicBezTo>
                      <a:cubicBezTo>
                        <a:pt x="30355" y="8098"/>
                        <a:pt x="38950" y="16107"/>
                        <a:pt x="45874" y="25472"/>
                      </a:cubicBezTo>
                      <a:close/>
                    </a:path>
                  </a:pathLst>
                </a:custGeom>
                <a:solidFill>
                  <a:srgbClr val="D1D3D9"/>
                </a:solidFill>
                <a:ln w="87213" cap="flat">
                  <a:noFill/>
                  <a:prstDash val="solid"/>
                  <a:miter/>
                </a:ln>
              </p:spPr>
              <p:txBody>
                <a:bodyPr rtlCol="0" anchor="ctr"/>
                <a:lstStyle/>
                <a:p>
                  <a:endParaRPr lang="en-IN" dirty="0"/>
                </a:p>
              </p:txBody>
            </p:sp>
            <p:sp>
              <p:nvSpPr>
                <p:cNvPr id="2158" name="Freeform: Shape 2157">
                  <a:extLst>
                    <a:ext uri="{FF2B5EF4-FFF2-40B4-BE49-F238E27FC236}">
                      <a16:creationId xmlns:a16="http://schemas.microsoft.com/office/drawing/2014/main" id="{2FEDDD1A-3837-59DC-FE46-70EC4FB87862}"/>
                    </a:ext>
                  </a:extLst>
                </p:cNvPr>
                <p:cNvSpPr/>
                <p:nvPr/>
              </p:nvSpPr>
              <p:spPr>
                <a:xfrm>
                  <a:off x="2501919" y="3908610"/>
                  <a:ext cx="79565" cy="27352"/>
                </a:xfrm>
                <a:custGeom>
                  <a:avLst/>
                  <a:gdLst>
                    <a:gd name="connsiteX0" fmla="*/ 79521 w 79565"/>
                    <a:gd name="connsiteY0" fmla="*/ 23785 h 27352"/>
                    <a:gd name="connsiteX1" fmla="*/ 36679 w 79565"/>
                    <a:gd name="connsiteY1" fmla="*/ 178 h 27352"/>
                    <a:gd name="connsiteX2" fmla="*/ 27935 w 79565"/>
                    <a:gd name="connsiteY2" fmla="*/ 178 h 27352"/>
                    <a:gd name="connsiteX3" fmla="*/ -44 w 79565"/>
                    <a:gd name="connsiteY3" fmla="*/ 178 h 27352"/>
                    <a:gd name="connsiteX4" fmla="*/ -44 w 79565"/>
                    <a:gd name="connsiteY4" fmla="*/ 178 h 27352"/>
                    <a:gd name="connsiteX5" fmla="*/ 50668 w 79565"/>
                    <a:gd name="connsiteY5" fmla="*/ 9796 h 27352"/>
                    <a:gd name="connsiteX6" fmla="*/ 77773 w 79565"/>
                    <a:gd name="connsiteY6" fmla="*/ 27283 h 27352"/>
                    <a:gd name="connsiteX7" fmla="*/ 77773 w 79565"/>
                    <a:gd name="connsiteY7" fmla="*/ 27283 h 2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565" h="27352">
                      <a:moveTo>
                        <a:pt x="79521" y="23785"/>
                      </a:moveTo>
                      <a:cubicBezTo>
                        <a:pt x="66765" y="13416"/>
                        <a:pt x="52259" y="5416"/>
                        <a:pt x="36679" y="178"/>
                      </a:cubicBezTo>
                      <a:cubicBezTo>
                        <a:pt x="36679" y="178"/>
                        <a:pt x="30558" y="178"/>
                        <a:pt x="27935" y="178"/>
                      </a:cubicBezTo>
                      <a:cubicBezTo>
                        <a:pt x="18737" y="2373"/>
                        <a:pt x="9154" y="2373"/>
                        <a:pt x="-44" y="178"/>
                      </a:cubicBezTo>
                      <a:cubicBezTo>
                        <a:pt x="-44" y="178"/>
                        <a:pt x="-44" y="178"/>
                        <a:pt x="-44" y="178"/>
                      </a:cubicBezTo>
                      <a:cubicBezTo>
                        <a:pt x="17408" y="-1046"/>
                        <a:pt x="34877" y="2268"/>
                        <a:pt x="50668" y="9796"/>
                      </a:cubicBezTo>
                      <a:cubicBezTo>
                        <a:pt x="60391" y="14482"/>
                        <a:pt x="69501" y="20358"/>
                        <a:pt x="77773" y="27283"/>
                      </a:cubicBezTo>
                      <a:lnTo>
                        <a:pt x="77773" y="27283"/>
                      </a:lnTo>
                      <a:close/>
                    </a:path>
                  </a:pathLst>
                </a:custGeom>
                <a:solidFill>
                  <a:srgbClr val="D8DADF"/>
                </a:solidFill>
                <a:ln w="87213" cap="flat">
                  <a:noFill/>
                  <a:prstDash val="solid"/>
                  <a:miter/>
                </a:ln>
              </p:spPr>
              <p:txBody>
                <a:bodyPr rtlCol="0" anchor="ctr"/>
                <a:lstStyle/>
                <a:p>
                  <a:endParaRPr lang="en-IN" dirty="0"/>
                </a:p>
              </p:txBody>
            </p:sp>
            <p:sp>
              <p:nvSpPr>
                <p:cNvPr id="2159" name="Freeform: Shape 2158">
                  <a:extLst>
                    <a:ext uri="{FF2B5EF4-FFF2-40B4-BE49-F238E27FC236}">
                      <a16:creationId xmlns:a16="http://schemas.microsoft.com/office/drawing/2014/main" id="{B88BD5F8-FDE3-DD68-EBF3-332264620266}"/>
                    </a:ext>
                  </a:extLst>
                </p:cNvPr>
                <p:cNvSpPr/>
                <p:nvPr/>
              </p:nvSpPr>
              <p:spPr>
                <a:xfrm>
                  <a:off x="2603797" y="3965690"/>
                  <a:ext cx="9551" cy="48089"/>
                </a:xfrm>
                <a:custGeom>
                  <a:avLst/>
                  <a:gdLst>
                    <a:gd name="connsiteX0" fmla="*/ 377 w 9551"/>
                    <a:gd name="connsiteY0" fmla="*/ 6925 h 48089"/>
                    <a:gd name="connsiteX1" fmla="*/ 377 w 9551"/>
                    <a:gd name="connsiteY1" fmla="*/ -70 h 48089"/>
                    <a:gd name="connsiteX2" fmla="*/ 8246 w 9551"/>
                    <a:gd name="connsiteY2" fmla="*/ 48019 h 48089"/>
                    <a:gd name="connsiteX3" fmla="*/ 8246 w 9551"/>
                    <a:gd name="connsiteY3" fmla="*/ 48019 h 48089"/>
                    <a:gd name="connsiteX4" fmla="*/ 8246 w 9551"/>
                    <a:gd name="connsiteY4" fmla="*/ 33156 h 48089"/>
                    <a:gd name="connsiteX5" fmla="*/ 8246 w 9551"/>
                    <a:gd name="connsiteY5" fmla="*/ 14794 h 48089"/>
                    <a:gd name="connsiteX6" fmla="*/ 377 w 9551"/>
                    <a:gd name="connsiteY6" fmla="*/ 6925 h 4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51" h="48089">
                      <a:moveTo>
                        <a:pt x="377" y="6925"/>
                      </a:moveTo>
                      <a:lnTo>
                        <a:pt x="377" y="-70"/>
                      </a:lnTo>
                      <a:cubicBezTo>
                        <a:pt x="8604" y="14523"/>
                        <a:pt x="11394" y="31564"/>
                        <a:pt x="8246" y="48019"/>
                      </a:cubicBezTo>
                      <a:lnTo>
                        <a:pt x="8246" y="48019"/>
                      </a:lnTo>
                      <a:cubicBezTo>
                        <a:pt x="8246" y="43647"/>
                        <a:pt x="8246" y="38401"/>
                        <a:pt x="8246" y="33156"/>
                      </a:cubicBezTo>
                      <a:cubicBezTo>
                        <a:pt x="8657" y="27044"/>
                        <a:pt x="8657" y="20906"/>
                        <a:pt x="8246" y="14794"/>
                      </a:cubicBezTo>
                      <a:cubicBezTo>
                        <a:pt x="8246" y="14794"/>
                        <a:pt x="-2246" y="8674"/>
                        <a:pt x="377" y="6925"/>
                      </a:cubicBezTo>
                      <a:close/>
                    </a:path>
                  </a:pathLst>
                </a:custGeom>
                <a:solidFill>
                  <a:srgbClr val="D4D6DB"/>
                </a:solidFill>
                <a:ln w="87213" cap="flat">
                  <a:noFill/>
                  <a:prstDash val="solid"/>
                  <a:miter/>
                </a:ln>
              </p:spPr>
              <p:txBody>
                <a:bodyPr rtlCol="0" anchor="ctr"/>
                <a:lstStyle/>
                <a:p>
                  <a:endParaRPr lang="en-IN" dirty="0"/>
                </a:p>
              </p:txBody>
            </p:sp>
            <p:sp>
              <p:nvSpPr>
                <p:cNvPr id="2160" name="Freeform: Shape 2159">
                  <a:extLst>
                    <a:ext uri="{FF2B5EF4-FFF2-40B4-BE49-F238E27FC236}">
                      <a16:creationId xmlns:a16="http://schemas.microsoft.com/office/drawing/2014/main" id="{269742E2-7978-2FAF-E359-2E9D11D8A1A9}"/>
                    </a:ext>
                  </a:extLst>
                </p:cNvPr>
                <p:cNvSpPr/>
                <p:nvPr/>
              </p:nvSpPr>
              <p:spPr>
                <a:xfrm>
                  <a:off x="2594600" y="4050502"/>
                  <a:ext cx="8743" cy="13115"/>
                </a:xfrm>
                <a:custGeom>
                  <a:avLst/>
                  <a:gdLst>
                    <a:gd name="connsiteX0" fmla="*/ -44 w 8743"/>
                    <a:gd name="connsiteY0" fmla="*/ 13045 h 13115"/>
                    <a:gd name="connsiteX1" fmla="*/ 8699 w 8743"/>
                    <a:gd name="connsiteY1" fmla="*/ -70 h 13115"/>
                    <a:gd name="connsiteX2" fmla="*/ -44 w 8743"/>
                    <a:gd name="connsiteY2" fmla="*/ 13045 h 13115"/>
                  </a:gdLst>
                  <a:ahLst/>
                  <a:cxnLst>
                    <a:cxn ang="0">
                      <a:pos x="connsiteX0" y="connsiteY0"/>
                    </a:cxn>
                    <a:cxn ang="0">
                      <a:pos x="connsiteX1" y="connsiteY1"/>
                    </a:cxn>
                    <a:cxn ang="0">
                      <a:pos x="connsiteX2" y="connsiteY2"/>
                    </a:cxn>
                  </a:cxnLst>
                  <a:rect l="l" t="t" r="r" b="b"/>
                  <a:pathLst>
                    <a:path w="8743" h="13115">
                      <a:moveTo>
                        <a:pt x="-44" y="13045"/>
                      </a:moveTo>
                      <a:lnTo>
                        <a:pt x="8699" y="-70"/>
                      </a:lnTo>
                      <a:cubicBezTo>
                        <a:pt x="8035" y="5439"/>
                        <a:pt x="4791" y="10309"/>
                        <a:pt x="-44" y="13045"/>
                      </a:cubicBezTo>
                      <a:close/>
                    </a:path>
                  </a:pathLst>
                </a:custGeom>
                <a:solidFill>
                  <a:srgbClr val="D8DADF"/>
                </a:solidFill>
                <a:ln w="87213" cap="flat">
                  <a:noFill/>
                  <a:prstDash val="solid"/>
                  <a:miter/>
                </a:ln>
              </p:spPr>
              <p:txBody>
                <a:bodyPr rtlCol="0" anchor="ctr"/>
                <a:lstStyle/>
                <a:p>
                  <a:endParaRPr lang="en-IN" dirty="0"/>
                </a:p>
              </p:txBody>
            </p:sp>
            <p:sp>
              <p:nvSpPr>
                <p:cNvPr id="2161" name="Freeform: Shape 2160">
                  <a:extLst>
                    <a:ext uri="{FF2B5EF4-FFF2-40B4-BE49-F238E27FC236}">
                      <a16:creationId xmlns:a16="http://schemas.microsoft.com/office/drawing/2014/main" id="{3BC090A0-E661-9A33-62B2-B70370C8CC63}"/>
                    </a:ext>
                  </a:extLst>
                </p:cNvPr>
                <p:cNvSpPr/>
                <p:nvPr/>
              </p:nvSpPr>
              <p:spPr>
                <a:xfrm>
                  <a:off x="2585857" y="4063556"/>
                  <a:ext cx="11803" cy="9679"/>
                </a:xfrm>
                <a:custGeom>
                  <a:avLst/>
                  <a:gdLst>
                    <a:gd name="connsiteX0" fmla="*/ -44 w 11803"/>
                    <a:gd name="connsiteY0" fmla="*/ 9609 h 9679"/>
                    <a:gd name="connsiteX1" fmla="*/ 8699 w 11803"/>
                    <a:gd name="connsiteY1" fmla="*/ -9 h 9679"/>
                    <a:gd name="connsiteX2" fmla="*/ -44 w 11803"/>
                    <a:gd name="connsiteY2" fmla="*/ 9609 h 9679"/>
                  </a:gdLst>
                  <a:ahLst/>
                  <a:cxnLst>
                    <a:cxn ang="0">
                      <a:pos x="connsiteX0" y="connsiteY0"/>
                    </a:cxn>
                    <a:cxn ang="0">
                      <a:pos x="connsiteX1" y="connsiteY1"/>
                    </a:cxn>
                    <a:cxn ang="0">
                      <a:pos x="connsiteX2" y="connsiteY2"/>
                    </a:cxn>
                  </a:cxnLst>
                  <a:rect l="l" t="t" r="r" b="b"/>
                  <a:pathLst>
                    <a:path w="11803" h="9679">
                      <a:moveTo>
                        <a:pt x="-44" y="9609"/>
                      </a:moveTo>
                      <a:cubicBezTo>
                        <a:pt x="-44" y="9609"/>
                        <a:pt x="-44" y="866"/>
                        <a:pt x="8699" y="-9"/>
                      </a:cubicBezTo>
                      <a:cubicBezTo>
                        <a:pt x="17443" y="-883"/>
                        <a:pt x="5202" y="7861"/>
                        <a:pt x="-44" y="9609"/>
                      </a:cubicBezTo>
                      <a:close/>
                    </a:path>
                  </a:pathLst>
                </a:custGeom>
                <a:solidFill>
                  <a:srgbClr val="D8DADF"/>
                </a:solidFill>
                <a:ln w="87213" cap="flat">
                  <a:noFill/>
                  <a:prstDash val="solid"/>
                  <a:miter/>
                </a:ln>
              </p:spPr>
              <p:txBody>
                <a:bodyPr rtlCol="0" anchor="ctr"/>
                <a:lstStyle/>
                <a:p>
                  <a:endParaRPr lang="en-IN" dirty="0"/>
                </a:p>
              </p:txBody>
            </p:sp>
            <p:sp>
              <p:nvSpPr>
                <p:cNvPr id="2162" name="Freeform: Shape 2161">
                  <a:extLst>
                    <a:ext uri="{FF2B5EF4-FFF2-40B4-BE49-F238E27FC236}">
                      <a16:creationId xmlns:a16="http://schemas.microsoft.com/office/drawing/2014/main" id="{998F6D2A-7AC6-9B8A-0689-B277998DC027}"/>
                    </a:ext>
                  </a:extLst>
                </p:cNvPr>
                <p:cNvSpPr/>
                <p:nvPr/>
              </p:nvSpPr>
              <p:spPr>
                <a:xfrm>
                  <a:off x="2603343" y="4039207"/>
                  <a:ext cx="5685" cy="11294"/>
                </a:xfrm>
                <a:custGeom>
                  <a:avLst/>
                  <a:gdLst>
                    <a:gd name="connsiteX0" fmla="*/ -44 w 5685"/>
                    <a:gd name="connsiteY0" fmla="*/ 11225 h 11294"/>
                    <a:gd name="connsiteX1" fmla="*/ 4328 w 5685"/>
                    <a:gd name="connsiteY1" fmla="*/ 733 h 11294"/>
                    <a:gd name="connsiteX2" fmla="*/ -44 w 5685"/>
                    <a:gd name="connsiteY2" fmla="*/ 11225 h 11294"/>
                  </a:gdLst>
                  <a:ahLst/>
                  <a:cxnLst>
                    <a:cxn ang="0">
                      <a:pos x="connsiteX0" y="connsiteY0"/>
                    </a:cxn>
                    <a:cxn ang="0">
                      <a:pos x="connsiteX1" y="connsiteY1"/>
                    </a:cxn>
                    <a:cxn ang="0">
                      <a:pos x="connsiteX2" y="connsiteY2"/>
                    </a:cxn>
                  </a:cxnLst>
                  <a:rect l="l" t="t" r="r" b="b"/>
                  <a:pathLst>
                    <a:path w="5685" h="11294">
                      <a:moveTo>
                        <a:pt x="-44" y="11225"/>
                      </a:moveTo>
                      <a:cubicBezTo>
                        <a:pt x="-44" y="11225"/>
                        <a:pt x="-44" y="4231"/>
                        <a:pt x="4328" y="733"/>
                      </a:cubicBezTo>
                      <a:cubicBezTo>
                        <a:pt x="8699" y="-2764"/>
                        <a:pt x="830" y="5979"/>
                        <a:pt x="-44" y="11225"/>
                      </a:cubicBezTo>
                      <a:close/>
                    </a:path>
                  </a:pathLst>
                </a:custGeom>
                <a:solidFill>
                  <a:srgbClr val="D8DADF"/>
                </a:solidFill>
                <a:ln w="87213" cap="flat">
                  <a:noFill/>
                  <a:prstDash val="solid"/>
                  <a:miter/>
                </a:ln>
              </p:spPr>
              <p:txBody>
                <a:bodyPr rtlCol="0" anchor="ctr"/>
                <a:lstStyle/>
                <a:p>
                  <a:endParaRPr lang="en-IN" dirty="0"/>
                </a:p>
              </p:txBody>
            </p:sp>
            <p:sp>
              <p:nvSpPr>
                <p:cNvPr id="2163" name="Freeform: Shape 2162">
                  <a:extLst>
                    <a:ext uri="{FF2B5EF4-FFF2-40B4-BE49-F238E27FC236}">
                      <a16:creationId xmlns:a16="http://schemas.microsoft.com/office/drawing/2014/main" id="{C908A52C-166D-800F-7793-97DA96D70379}"/>
                    </a:ext>
                  </a:extLst>
                </p:cNvPr>
                <p:cNvSpPr/>
                <p:nvPr/>
              </p:nvSpPr>
              <p:spPr>
                <a:xfrm>
                  <a:off x="2552631" y="4088973"/>
                  <a:ext cx="6120" cy="616"/>
                </a:xfrm>
                <a:custGeom>
                  <a:avLst/>
                  <a:gdLst>
                    <a:gd name="connsiteX0" fmla="*/ 6076 w 6120"/>
                    <a:gd name="connsiteY0" fmla="*/ -70 h 616"/>
                    <a:gd name="connsiteX1" fmla="*/ 6076 w 6120"/>
                    <a:gd name="connsiteY1" fmla="*/ -70 h 616"/>
                    <a:gd name="connsiteX2" fmla="*/ -44 w 6120"/>
                    <a:gd name="connsiteY2" fmla="*/ -70 h 616"/>
                    <a:gd name="connsiteX3" fmla="*/ -44 w 6120"/>
                    <a:gd name="connsiteY3" fmla="*/ -70 h 616"/>
                    <a:gd name="connsiteX4" fmla="*/ -44 w 6120"/>
                    <a:gd name="connsiteY4" fmla="*/ -70 h 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0" h="616">
                      <a:moveTo>
                        <a:pt x="6076" y="-70"/>
                      </a:moveTo>
                      <a:lnTo>
                        <a:pt x="6076" y="-70"/>
                      </a:lnTo>
                      <a:cubicBezTo>
                        <a:pt x="4118" y="752"/>
                        <a:pt x="1914" y="752"/>
                        <a:pt x="-44" y="-70"/>
                      </a:cubicBezTo>
                      <a:lnTo>
                        <a:pt x="-44" y="-70"/>
                      </a:lnTo>
                      <a:lnTo>
                        <a:pt x="-44" y="-70"/>
                      </a:lnTo>
                      <a:close/>
                    </a:path>
                  </a:pathLst>
                </a:custGeom>
                <a:solidFill>
                  <a:srgbClr val="D8DADF"/>
                </a:solidFill>
                <a:ln w="87213" cap="flat">
                  <a:noFill/>
                  <a:prstDash val="solid"/>
                  <a:miter/>
                </a:ln>
              </p:spPr>
              <p:txBody>
                <a:bodyPr rtlCol="0" anchor="ctr"/>
                <a:lstStyle/>
                <a:p>
                  <a:endParaRPr lang="en-IN" dirty="0"/>
                </a:p>
              </p:txBody>
            </p:sp>
            <p:sp>
              <p:nvSpPr>
                <p:cNvPr id="2164" name="Freeform: Shape 2163">
                  <a:extLst>
                    <a:ext uri="{FF2B5EF4-FFF2-40B4-BE49-F238E27FC236}">
                      <a16:creationId xmlns:a16="http://schemas.microsoft.com/office/drawing/2014/main" id="{7EFE0571-B1D2-1314-40D0-F0E92A45DE24}"/>
                    </a:ext>
                  </a:extLst>
                </p:cNvPr>
                <p:cNvSpPr/>
                <p:nvPr/>
              </p:nvSpPr>
              <p:spPr>
                <a:xfrm>
                  <a:off x="2414485" y="3913229"/>
                  <a:ext cx="48963" cy="83063"/>
                </a:xfrm>
                <a:custGeom>
                  <a:avLst/>
                  <a:gdLst>
                    <a:gd name="connsiteX0" fmla="*/ 41924 w 48963"/>
                    <a:gd name="connsiteY0" fmla="*/ -70 h 83063"/>
                    <a:gd name="connsiteX1" fmla="*/ 48919 w 48963"/>
                    <a:gd name="connsiteY1" fmla="*/ -70 h 83063"/>
                    <a:gd name="connsiteX2" fmla="*/ 48919 w 48963"/>
                    <a:gd name="connsiteY2" fmla="*/ -70 h 83063"/>
                    <a:gd name="connsiteX3" fmla="*/ 35804 w 48963"/>
                    <a:gd name="connsiteY3" fmla="*/ 10422 h 83063"/>
                    <a:gd name="connsiteX4" fmla="*/ 20066 w 48963"/>
                    <a:gd name="connsiteY4" fmla="*/ 27035 h 83063"/>
                    <a:gd name="connsiteX5" fmla="*/ -44 w 48963"/>
                    <a:gd name="connsiteY5" fmla="*/ 75998 h 83063"/>
                    <a:gd name="connsiteX6" fmla="*/ -44 w 48963"/>
                    <a:gd name="connsiteY6" fmla="*/ 82993 h 83063"/>
                    <a:gd name="connsiteX7" fmla="*/ -44 w 48963"/>
                    <a:gd name="connsiteY7" fmla="*/ 82993 h 83063"/>
                    <a:gd name="connsiteX8" fmla="*/ -44 w 48963"/>
                    <a:gd name="connsiteY8" fmla="*/ 62883 h 83063"/>
                    <a:gd name="connsiteX9" fmla="*/ 6951 w 48963"/>
                    <a:gd name="connsiteY9" fmla="*/ 44522 h 83063"/>
                    <a:gd name="connsiteX10" fmla="*/ 43673 w 48963"/>
                    <a:gd name="connsiteY10" fmla="*/ 805 h 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963" h="83063">
                      <a:moveTo>
                        <a:pt x="41924" y="-70"/>
                      </a:moveTo>
                      <a:lnTo>
                        <a:pt x="48919" y="-70"/>
                      </a:lnTo>
                      <a:lnTo>
                        <a:pt x="48919" y="-70"/>
                      </a:lnTo>
                      <a:cubicBezTo>
                        <a:pt x="48919" y="5176"/>
                        <a:pt x="40176" y="6925"/>
                        <a:pt x="35804" y="10422"/>
                      </a:cubicBezTo>
                      <a:cubicBezTo>
                        <a:pt x="29483" y="14838"/>
                        <a:pt x="24132" y="20486"/>
                        <a:pt x="20066" y="27035"/>
                      </a:cubicBezTo>
                      <a:cubicBezTo>
                        <a:pt x="8463" y="40884"/>
                        <a:pt x="1442" y="57995"/>
                        <a:pt x="-44" y="75998"/>
                      </a:cubicBezTo>
                      <a:cubicBezTo>
                        <a:pt x="-44" y="75998"/>
                        <a:pt x="-44" y="75998"/>
                        <a:pt x="-44" y="82993"/>
                      </a:cubicBezTo>
                      <a:lnTo>
                        <a:pt x="-44" y="82993"/>
                      </a:lnTo>
                      <a:cubicBezTo>
                        <a:pt x="-44" y="75998"/>
                        <a:pt x="-44" y="69878"/>
                        <a:pt x="-44" y="62883"/>
                      </a:cubicBezTo>
                      <a:cubicBezTo>
                        <a:pt x="2806" y="56973"/>
                        <a:pt x="5149" y="50834"/>
                        <a:pt x="6951" y="44522"/>
                      </a:cubicBezTo>
                      <a:cubicBezTo>
                        <a:pt x="14619" y="26650"/>
                        <a:pt x="27393" y="11445"/>
                        <a:pt x="43673" y="805"/>
                      </a:cubicBezTo>
                      <a:close/>
                    </a:path>
                  </a:pathLst>
                </a:custGeom>
                <a:solidFill>
                  <a:srgbClr val="DCDEE2"/>
                </a:solidFill>
                <a:ln w="87213" cap="flat">
                  <a:noFill/>
                  <a:prstDash val="solid"/>
                  <a:miter/>
                </a:ln>
              </p:spPr>
              <p:txBody>
                <a:bodyPr rtlCol="0" anchor="ctr"/>
                <a:lstStyle/>
                <a:p>
                  <a:endParaRPr lang="en-IN" dirty="0"/>
                </a:p>
              </p:txBody>
            </p:sp>
            <p:sp>
              <p:nvSpPr>
                <p:cNvPr id="2165" name="Freeform: Shape 2164">
                  <a:extLst>
                    <a:ext uri="{FF2B5EF4-FFF2-40B4-BE49-F238E27FC236}">
                      <a16:creationId xmlns:a16="http://schemas.microsoft.com/office/drawing/2014/main" id="{D6DAA503-1877-4F79-1AB7-5B5C85347FE5}"/>
                    </a:ext>
                  </a:extLst>
                </p:cNvPr>
                <p:cNvSpPr/>
                <p:nvPr/>
              </p:nvSpPr>
              <p:spPr>
                <a:xfrm>
                  <a:off x="2409169" y="3998916"/>
                  <a:ext cx="4836" cy="29727"/>
                </a:xfrm>
                <a:custGeom>
                  <a:avLst/>
                  <a:gdLst>
                    <a:gd name="connsiteX0" fmla="*/ 26 w 4836"/>
                    <a:gd name="connsiteY0" fmla="*/ -70 h 29727"/>
                    <a:gd name="connsiteX1" fmla="*/ 26 w 4836"/>
                    <a:gd name="connsiteY1" fmla="*/ -70 h 29727"/>
                    <a:gd name="connsiteX2" fmla="*/ 4398 w 4836"/>
                    <a:gd name="connsiteY2" fmla="*/ 29657 h 29727"/>
                    <a:gd name="connsiteX3" fmla="*/ 4398 w 4836"/>
                    <a:gd name="connsiteY3" fmla="*/ 29657 h 29727"/>
                    <a:gd name="connsiteX4" fmla="*/ 26 w 4836"/>
                    <a:gd name="connsiteY4" fmla="*/ -70 h 29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6" h="29727">
                      <a:moveTo>
                        <a:pt x="26" y="-70"/>
                      </a:moveTo>
                      <a:lnTo>
                        <a:pt x="26" y="-70"/>
                      </a:lnTo>
                      <a:cubicBezTo>
                        <a:pt x="4083" y="9276"/>
                        <a:pt x="5587" y="19533"/>
                        <a:pt x="4398" y="29657"/>
                      </a:cubicBezTo>
                      <a:lnTo>
                        <a:pt x="4398" y="29657"/>
                      </a:lnTo>
                      <a:cubicBezTo>
                        <a:pt x="1084" y="20110"/>
                        <a:pt x="-394" y="10029"/>
                        <a:pt x="26" y="-70"/>
                      </a:cubicBezTo>
                      <a:close/>
                    </a:path>
                  </a:pathLst>
                </a:custGeom>
                <a:solidFill>
                  <a:srgbClr val="DADCE1"/>
                </a:solidFill>
                <a:ln w="87213" cap="flat">
                  <a:noFill/>
                  <a:prstDash val="solid"/>
                  <a:miter/>
                </a:ln>
              </p:spPr>
              <p:txBody>
                <a:bodyPr rtlCol="0" anchor="ctr"/>
                <a:lstStyle/>
                <a:p>
                  <a:endParaRPr lang="en-IN" dirty="0"/>
                </a:p>
              </p:txBody>
            </p:sp>
            <p:sp>
              <p:nvSpPr>
                <p:cNvPr id="2166" name="Freeform: Shape 2165">
                  <a:extLst>
                    <a:ext uri="{FF2B5EF4-FFF2-40B4-BE49-F238E27FC236}">
                      <a16:creationId xmlns:a16="http://schemas.microsoft.com/office/drawing/2014/main" id="{983DCE4E-40D9-FBD8-711A-5D541CFC309B}"/>
                    </a:ext>
                  </a:extLst>
                </p:cNvPr>
                <p:cNvSpPr/>
                <p:nvPr/>
              </p:nvSpPr>
              <p:spPr>
                <a:xfrm>
                  <a:off x="2410987" y="3940335"/>
                  <a:ext cx="32351" cy="123282"/>
                </a:xfrm>
                <a:custGeom>
                  <a:avLst/>
                  <a:gdLst>
                    <a:gd name="connsiteX0" fmla="*/ 4328 w 32351"/>
                    <a:gd name="connsiteY0" fmla="*/ 85615 h 123282"/>
                    <a:gd name="connsiteX1" fmla="*/ -44 w 32351"/>
                    <a:gd name="connsiteY1" fmla="*/ 55888 h 123282"/>
                    <a:gd name="connsiteX2" fmla="*/ 21814 w 32351"/>
                    <a:gd name="connsiteY2" fmla="*/ -70 h 123282"/>
                    <a:gd name="connsiteX3" fmla="*/ 21814 w 32351"/>
                    <a:gd name="connsiteY3" fmla="*/ -70 h 123282"/>
                    <a:gd name="connsiteX4" fmla="*/ 12197 w 32351"/>
                    <a:gd name="connsiteY4" fmla="*/ 18291 h 123282"/>
                    <a:gd name="connsiteX5" fmla="*/ 12197 w 32351"/>
                    <a:gd name="connsiteY5" fmla="*/ 18291 h 123282"/>
                    <a:gd name="connsiteX6" fmla="*/ 12197 w 32351"/>
                    <a:gd name="connsiteY6" fmla="*/ 27034 h 123282"/>
                    <a:gd name="connsiteX7" fmla="*/ 7825 w 32351"/>
                    <a:gd name="connsiteY7" fmla="*/ 54139 h 123282"/>
                    <a:gd name="connsiteX8" fmla="*/ 20940 w 32351"/>
                    <a:gd name="connsiteY8" fmla="*/ 105726 h 123282"/>
                    <a:gd name="connsiteX9" fmla="*/ 32307 w 32351"/>
                    <a:gd name="connsiteY9" fmla="*/ 123212 h 123282"/>
                    <a:gd name="connsiteX10" fmla="*/ 32307 w 32351"/>
                    <a:gd name="connsiteY10" fmla="*/ 123212 h 123282"/>
                    <a:gd name="connsiteX11" fmla="*/ 4328 w 32351"/>
                    <a:gd name="connsiteY11" fmla="*/ 85615 h 123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51" h="123282">
                      <a:moveTo>
                        <a:pt x="4328" y="85615"/>
                      </a:moveTo>
                      <a:cubicBezTo>
                        <a:pt x="1958" y="75858"/>
                        <a:pt x="489" y="65908"/>
                        <a:pt x="-44" y="55888"/>
                      </a:cubicBezTo>
                      <a:cubicBezTo>
                        <a:pt x="402" y="35235"/>
                        <a:pt x="8149" y="15414"/>
                        <a:pt x="21814" y="-70"/>
                      </a:cubicBezTo>
                      <a:cubicBezTo>
                        <a:pt x="21814" y="-70"/>
                        <a:pt x="21814" y="-70"/>
                        <a:pt x="21814" y="-70"/>
                      </a:cubicBezTo>
                      <a:cubicBezTo>
                        <a:pt x="21814" y="-70"/>
                        <a:pt x="14820" y="11296"/>
                        <a:pt x="12197" y="18291"/>
                      </a:cubicBezTo>
                      <a:cubicBezTo>
                        <a:pt x="9574" y="25285"/>
                        <a:pt x="12197" y="18291"/>
                        <a:pt x="12197" y="18291"/>
                      </a:cubicBezTo>
                      <a:cubicBezTo>
                        <a:pt x="11690" y="21185"/>
                        <a:pt x="11690" y="24140"/>
                        <a:pt x="12197" y="27034"/>
                      </a:cubicBezTo>
                      <a:cubicBezTo>
                        <a:pt x="12197" y="35778"/>
                        <a:pt x="12197" y="45396"/>
                        <a:pt x="7825" y="54139"/>
                      </a:cubicBezTo>
                      <a:cubicBezTo>
                        <a:pt x="7257" y="72229"/>
                        <a:pt x="11803" y="90110"/>
                        <a:pt x="20940" y="105726"/>
                      </a:cubicBezTo>
                      <a:cubicBezTo>
                        <a:pt x="20940" y="111846"/>
                        <a:pt x="30558" y="116217"/>
                        <a:pt x="32307" y="123212"/>
                      </a:cubicBezTo>
                      <a:lnTo>
                        <a:pt x="32307" y="123212"/>
                      </a:lnTo>
                      <a:cubicBezTo>
                        <a:pt x="18982" y="114216"/>
                        <a:pt x="9119" y="100960"/>
                        <a:pt x="4328" y="85615"/>
                      </a:cubicBezTo>
                      <a:close/>
                    </a:path>
                  </a:pathLst>
                </a:custGeom>
                <a:solidFill>
                  <a:srgbClr val="D7D9DE"/>
                </a:solidFill>
                <a:ln w="87213" cap="flat">
                  <a:noFill/>
                  <a:prstDash val="solid"/>
                  <a:miter/>
                </a:ln>
              </p:spPr>
              <p:txBody>
                <a:bodyPr rtlCol="0" anchor="ctr"/>
                <a:lstStyle/>
                <a:p>
                  <a:endParaRPr lang="en-IN" dirty="0"/>
                </a:p>
              </p:txBody>
            </p:sp>
            <p:sp>
              <p:nvSpPr>
                <p:cNvPr id="2167" name="Freeform: Shape 2166">
                  <a:extLst>
                    <a:ext uri="{FF2B5EF4-FFF2-40B4-BE49-F238E27FC236}">
                      <a16:creationId xmlns:a16="http://schemas.microsoft.com/office/drawing/2014/main" id="{1A8FCF09-754B-4AD4-4425-05C203592BBC}"/>
                    </a:ext>
                  </a:extLst>
                </p:cNvPr>
                <p:cNvSpPr/>
                <p:nvPr/>
              </p:nvSpPr>
              <p:spPr>
                <a:xfrm>
                  <a:off x="2439841" y="4069737"/>
                  <a:ext cx="72570" cy="32769"/>
                </a:xfrm>
                <a:custGeom>
                  <a:avLst/>
                  <a:gdLst>
                    <a:gd name="connsiteX0" fmla="*/ -44 w 72570"/>
                    <a:gd name="connsiteY0" fmla="*/ -70 h 32769"/>
                    <a:gd name="connsiteX1" fmla="*/ 20940 w 72570"/>
                    <a:gd name="connsiteY1" fmla="*/ 13920 h 32769"/>
                    <a:gd name="connsiteX2" fmla="*/ 72526 w 72570"/>
                    <a:gd name="connsiteY2" fmla="*/ 32281 h 32769"/>
                    <a:gd name="connsiteX3" fmla="*/ 72526 w 72570"/>
                    <a:gd name="connsiteY3" fmla="*/ 32281 h 32769"/>
                    <a:gd name="connsiteX4" fmla="*/ 40176 w 72570"/>
                    <a:gd name="connsiteY4" fmla="*/ 27034 h 32769"/>
                    <a:gd name="connsiteX5" fmla="*/ -44 w 72570"/>
                    <a:gd name="connsiteY5" fmla="*/ -70 h 3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570" h="32769">
                      <a:moveTo>
                        <a:pt x="-44" y="-70"/>
                      </a:moveTo>
                      <a:cubicBezTo>
                        <a:pt x="7274" y="4083"/>
                        <a:pt x="14295" y="8761"/>
                        <a:pt x="20940" y="13920"/>
                      </a:cubicBezTo>
                      <a:cubicBezTo>
                        <a:pt x="36530" y="23861"/>
                        <a:pt x="54165" y="30139"/>
                        <a:pt x="72526" y="32281"/>
                      </a:cubicBezTo>
                      <a:cubicBezTo>
                        <a:pt x="72526" y="32281"/>
                        <a:pt x="72526" y="32281"/>
                        <a:pt x="72526" y="32281"/>
                      </a:cubicBezTo>
                      <a:cubicBezTo>
                        <a:pt x="61466" y="33601"/>
                        <a:pt x="50257" y="31783"/>
                        <a:pt x="40176" y="27034"/>
                      </a:cubicBezTo>
                      <a:cubicBezTo>
                        <a:pt x="24481" y="21972"/>
                        <a:pt x="10535" y="12573"/>
                        <a:pt x="-44" y="-70"/>
                      </a:cubicBezTo>
                      <a:close/>
                    </a:path>
                  </a:pathLst>
                </a:custGeom>
                <a:solidFill>
                  <a:srgbClr val="DADCE1"/>
                </a:solidFill>
                <a:ln w="87213" cap="flat">
                  <a:noFill/>
                  <a:prstDash val="solid"/>
                  <a:miter/>
                </a:ln>
              </p:spPr>
              <p:txBody>
                <a:bodyPr rtlCol="0" anchor="ctr"/>
                <a:lstStyle/>
                <a:p>
                  <a:endParaRPr lang="en-IN" dirty="0"/>
                </a:p>
              </p:txBody>
            </p:sp>
            <p:sp>
              <p:nvSpPr>
                <p:cNvPr id="2168" name="Freeform: Shape 2167">
                  <a:extLst>
                    <a:ext uri="{FF2B5EF4-FFF2-40B4-BE49-F238E27FC236}">
                      <a16:creationId xmlns:a16="http://schemas.microsoft.com/office/drawing/2014/main" id="{30E6A791-49E7-0B37-2671-AB213DA8AE79}"/>
                    </a:ext>
                  </a:extLst>
                </p:cNvPr>
                <p:cNvSpPr/>
                <p:nvPr/>
              </p:nvSpPr>
              <p:spPr>
                <a:xfrm>
                  <a:off x="2514160" y="4101684"/>
                  <a:ext cx="13115" cy="2144"/>
                </a:xfrm>
                <a:custGeom>
                  <a:avLst/>
                  <a:gdLst>
                    <a:gd name="connsiteX0" fmla="*/ -44 w 13115"/>
                    <a:gd name="connsiteY0" fmla="*/ 1209 h 2144"/>
                    <a:gd name="connsiteX1" fmla="*/ -44 w 13115"/>
                    <a:gd name="connsiteY1" fmla="*/ 1209 h 2144"/>
                    <a:gd name="connsiteX2" fmla="*/ 13071 w 13115"/>
                    <a:gd name="connsiteY2" fmla="*/ 1209 h 2144"/>
                    <a:gd name="connsiteX3" fmla="*/ -44 w 13115"/>
                    <a:gd name="connsiteY3" fmla="*/ 1209 h 2144"/>
                  </a:gdLst>
                  <a:ahLst/>
                  <a:cxnLst>
                    <a:cxn ang="0">
                      <a:pos x="connsiteX0" y="connsiteY0"/>
                    </a:cxn>
                    <a:cxn ang="0">
                      <a:pos x="connsiteX1" y="connsiteY1"/>
                    </a:cxn>
                    <a:cxn ang="0">
                      <a:pos x="connsiteX2" y="connsiteY2"/>
                    </a:cxn>
                    <a:cxn ang="0">
                      <a:pos x="connsiteX3" y="connsiteY3"/>
                    </a:cxn>
                  </a:cxnLst>
                  <a:rect l="l" t="t" r="r" b="b"/>
                  <a:pathLst>
                    <a:path w="13115" h="2144">
                      <a:moveTo>
                        <a:pt x="-44" y="1209"/>
                      </a:moveTo>
                      <a:lnTo>
                        <a:pt x="-44" y="1209"/>
                      </a:lnTo>
                      <a:cubicBezTo>
                        <a:pt x="4161" y="-496"/>
                        <a:pt x="8866" y="-496"/>
                        <a:pt x="13071" y="1209"/>
                      </a:cubicBezTo>
                      <a:cubicBezTo>
                        <a:pt x="8778" y="2363"/>
                        <a:pt x="4249" y="2363"/>
                        <a:pt x="-44" y="1209"/>
                      </a:cubicBezTo>
                      <a:close/>
                    </a:path>
                  </a:pathLst>
                </a:custGeom>
                <a:solidFill>
                  <a:srgbClr val="D9DBE0"/>
                </a:solidFill>
                <a:ln w="87213" cap="flat">
                  <a:noFill/>
                  <a:prstDash val="solid"/>
                  <a:miter/>
                </a:ln>
              </p:spPr>
              <p:txBody>
                <a:bodyPr rtlCol="0" anchor="ctr"/>
                <a:lstStyle/>
                <a:p>
                  <a:endParaRPr lang="en-IN" dirty="0"/>
                </a:p>
              </p:txBody>
            </p:sp>
            <p:sp>
              <p:nvSpPr>
                <p:cNvPr id="2169" name="Freeform: Shape 2168">
                  <a:extLst>
                    <a:ext uri="{FF2B5EF4-FFF2-40B4-BE49-F238E27FC236}">
                      <a16:creationId xmlns:a16="http://schemas.microsoft.com/office/drawing/2014/main" id="{8C8A71A6-9DF3-8D85-E7D5-7E015FD5FE1B}"/>
                    </a:ext>
                  </a:extLst>
                </p:cNvPr>
                <p:cNvSpPr/>
                <p:nvPr/>
              </p:nvSpPr>
              <p:spPr>
                <a:xfrm>
                  <a:off x="2466945" y="3899240"/>
                  <a:ext cx="34973" cy="8743"/>
                </a:xfrm>
                <a:custGeom>
                  <a:avLst/>
                  <a:gdLst>
                    <a:gd name="connsiteX0" fmla="*/ 34930 w 34973"/>
                    <a:gd name="connsiteY0" fmla="*/ 2553 h 8743"/>
                    <a:gd name="connsiteX1" fmla="*/ 34930 w 34973"/>
                    <a:gd name="connsiteY1" fmla="*/ 2553 h 8743"/>
                    <a:gd name="connsiteX2" fmla="*/ 29684 w 34973"/>
                    <a:gd name="connsiteY2" fmla="*/ 2553 h 8743"/>
                    <a:gd name="connsiteX3" fmla="*/ 4328 w 34973"/>
                    <a:gd name="connsiteY3" fmla="*/ 8673 h 8743"/>
                    <a:gd name="connsiteX4" fmla="*/ -44 w 34973"/>
                    <a:gd name="connsiteY4" fmla="*/ 8673 h 8743"/>
                    <a:gd name="connsiteX5" fmla="*/ -44 w 34973"/>
                    <a:gd name="connsiteY5" fmla="*/ 8673 h 8743"/>
                    <a:gd name="connsiteX6" fmla="*/ 27935 w 34973"/>
                    <a:gd name="connsiteY6" fmla="*/ -70 h 8743"/>
                    <a:gd name="connsiteX7" fmla="*/ 34930 w 34973"/>
                    <a:gd name="connsiteY7" fmla="*/ 2553 h 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3" h="8743">
                      <a:moveTo>
                        <a:pt x="34930" y="2553"/>
                      </a:moveTo>
                      <a:lnTo>
                        <a:pt x="34930" y="2553"/>
                      </a:lnTo>
                      <a:cubicBezTo>
                        <a:pt x="34930" y="2553"/>
                        <a:pt x="34930" y="2553"/>
                        <a:pt x="29684" y="2553"/>
                      </a:cubicBezTo>
                      <a:cubicBezTo>
                        <a:pt x="21036" y="3664"/>
                        <a:pt x="12529" y="5718"/>
                        <a:pt x="4328" y="8673"/>
                      </a:cubicBezTo>
                      <a:lnTo>
                        <a:pt x="-44" y="8673"/>
                      </a:lnTo>
                      <a:cubicBezTo>
                        <a:pt x="-44" y="8673"/>
                        <a:pt x="-44" y="8673"/>
                        <a:pt x="-44" y="8673"/>
                      </a:cubicBezTo>
                      <a:cubicBezTo>
                        <a:pt x="8262" y="3156"/>
                        <a:pt x="17967" y="131"/>
                        <a:pt x="27935" y="-70"/>
                      </a:cubicBezTo>
                      <a:cubicBezTo>
                        <a:pt x="30471" y="105"/>
                        <a:pt x="32901" y="1023"/>
                        <a:pt x="34930" y="2553"/>
                      </a:cubicBezTo>
                      <a:close/>
                    </a:path>
                  </a:pathLst>
                </a:custGeom>
                <a:solidFill>
                  <a:srgbClr val="D7D9DE"/>
                </a:solidFill>
                <a:ln w="87213" cap="flat">
                  <a:noFill/>
                  <a:prstDash val="solid"/>
                  <a:miter/>
                </a:ln>
              </p:spPr>
              <p:txBody>
                <a:bodyPr rtlCol="0" anchor="ctr"/>
                <a:lstStyle/>
                <a:p>
                  <a:endParaRPr lang="en-IN" dirty="0"/>
                </a:p>
              </p:txBody>
            </p:sp>
            <p:sp>
              <p:nvSpPr>
                <p:cNvPr id="2170" name="Freeform: Shape 2169">
                  <a:extLst>
                    <a:ext uri="{FF2B5EF4-FFF2-40B4-BE49-F238E27FC236}">
                      <a16:creationId xmlns:a16="http://schemas.microsoft.com/office/drawing/2014/main" id="{F2BD521F-5C2F-38F4-D202-E5B1A10B0B68}"/>
                    </a:ext>
                  </a:extLst>
                </p:cNvPr>
                <p:cNvSpPr/>
                <p:nvPr/>
              </p:nvSpPr>
              <p:spPr>
                <a:xfrm>
                  <a:off x="2463448" y="3903612"/>
                  <a:ext cx="31476" cy="13892"/>
                </a:xfrm>
                <a:custGeom>
                  <a:avLst/>
                  <a:gdLst>
                    <a:gd name="connsiteX0" fmla="*/ 30558 w 31476"/>
                    <a:gd name="connsiteY0" fmla="*/ -70 h 13892"/>
                    <a:gd name="connsiteX1" fmla="*/ 3453 w 31476"/>
                    <a:gd name="connsiteY1" fmla="*/ 9548 h 13892"/>
                    <a:gd name="connsiteX2" fmla="*/ 3453 w 31476"/>
                    <a:gd name="connsiteY2" fmla="*/ 9548 h 13892"/>
                    <a:gd name="connsiteX3" fmla="*/ 3453 w 31476"/>
                    <a:gd name="connsiteY3" fmla="*/ 9548 h 13892"/>
                    <a:gd name="connsiteX4" fmla="*/ 31433 w 31476"/>
                    <a:gd name="connsiteY4" fmla="*/ -70 h 13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6" h="13892">
                      <a:moveTo>
                        <a:pt x="30558" y="-70"/>
                      </a:moveTo>
                      <a:cubicBezTo>
                        <a:pt x="21815" y="4302"/>
                        <a:pt x="11322" y="-70"/>
                        <a:pt x="3453" y="9548"/>
                      </a:cubicBezTo>
                      <a:cubicBezTo>
                        <a:pt x="-4416" y="19166"/>
                        <a:pt x="3453" y="9548"/>
                        <a:pt x="3453" y="9548"/>
                      </a:cubicBezTo>
                      <a:lnTo>
                        <a:pt x="3453" y="9548"/>
                      </a:lnTo>
                      <a:cubicBezTo>
                        <a:pt x="12284" y="5045"/>
                        <a:pt x="21701" y="1810"/>
                        <a:pt x="31433" y="-70"/>
                      </a:cubicBezTo>
                      <a:close/>
                    </a:path>
                  </a:pathLst>
                </a:custGeom>
                <a:solidFill>
                  <a:srgbClr val="DADCE1"/>
                </a:solidFill>
                <a:ln w="87213" cap="flat">
                  <a:noFill/>
                  <a:prstDash val="solid"/>
                  <a:miter/>
                </a:ln>
              </p:spPr>
              <p:txBody>
                <a:bodyPr rtlCol="0" anchor="ctr"/>
                <a:lstStyle/>
                <a:p>
                  <a:endParaRPr lang="en-IN" dirty="0"/>
                </a:p>
              </p:txBody>
            </p:sp>
            <p:sp>
              <p:nvSpPr>
                <p:cNvPr id="2171" name="Freeform: Shape 2170">
                  <a:extLst>
                    <a:ext uri="{FF2B5EF4-FFF2-40B4-BE49-F238E27FC236}">
                      <a16:creationId xmlns:a16="http://schemas.microsoft.com/office/drawing/2014/main" id="{A001E11C-2B9D-0247-9732-12D07094007A}"/>
                    </a:ext>
                  </a:extLst>
                </p:cNvPr>
                <p:cNvSpPr/>
                <p:nvPr/>
              </p:nvSpPr>
              <p:spPr>
                <a:xfrm>
                  <a:off x="2552631" y="3911481"/>
                  <a:ext cx="27104" cy="17486"/>
                </a:xfrm>
                <a:custGeom>
                  <a:avLst/>
                  <a:gdLst>
                    <a:gd name="connsiteX0" fmla="*/ 27061 w 27104"/>
                    <a:gd name="connsiteY0" fmla="*/ 17417 h 17486"/>
                    <a:gd name="connsiteX1" fmla="*/ -44 w 27104"/>
                    <a:gd name="connsiteY1" fmla="*/ -70 h 17486"/>
                    <a:gd name="connsiteX2" fmla="*/ 27061 w 27104"/>
                    <a:gd name="connsiteY2" fmla="*/ 17417 h 17486"/>
                  </a:gdLst>
                  <a:ahLst/>
                  <a:cxnLst>
                    <a:cxn ang="0">
                      <a:pos x="connsiteX0" y="connsiteY0"/>
                    </a:cxn>
                    <a:cxn ang="0">
                      <a:pos x="connsiteX1" y="connsiteY1"/>
                    </a:cxn>
                    <a:cxn ang="0">
                      <a:pos x="connsiteX2" y="connsiteY2"/>
                    </a:cxn>
                  </a:cxnLst>
                  <a:rect l="l" t="t" r="r" b="b"/>
                  <a:pathLst>
                    <a:path w="27103" h="17486">
                      <a:moveTo>
                        <a:pt x="27061" y="17417"/>
                      </a:moveTo>
                      <a:lnTo>
                        <a:pt x="-44" y="-70"/>
                      </a:lnTo>
                      <a:cubicBezTo>
                        <a:pt x="10247" y="3541"/>
                        <a:pt x="19532" y="9530"/>
                        <a:pt x="27061" y="17417"/>
                      </a:cubicBezTo>
                      <a:close/>
                    </a:path>
                  </a:pathLst>
                </a:custGeom>
                <a:solidFill>
                  <a:srgbClr val="DADCE1"/>
                </a:solidFill>
                <a:ln w="87213" cap="flat">
                  <a:noFill/>
                  <a:prstDash val="solid"/>
                  <a:miter/>
                </a:ln>
              </p:spPr>
              <p:txBody>
                <a:bodyPr rtlCol="0" anchor="ctr"/>
                <a:lstStyle/>
                <a:p>
                  <a:endParaRPr lang="en-IN" dirty="0"/>
                </a:p>
              </p:txBody>
            </p:sp>
            <p:sp>
              <p:nvSpPr>
                <p:cNvPr id="2172" name="Freeform: Shape 2171">
                  <a:extLst>
                    <a:ext uri="{FF2B5EF4-FFF2-40B4-BE49-F238E27FC236}">
                      <a16:creationId xmlns:a16="http://schemas.microsoft.com/office/drawing/2014/main" id="{26904A13-7A5C-39F4-57A9-6561B3C060A4}"/>
                    </a:ext>
                  </a:extLst>
                </p:cNvPr>
                <p:cNvSpPr/>
                <p:nvPr/>
              </p:nvSpPr>
              <p:spPr>
                <a:xfrm>
                  <a:off x="2557877" y="3906235"/>
                  <a:ext cx="23607" cy="15737"/>
                </a:xfrm>
                <a:custGeom>
                  <a:avLst/>
                  <a:gdLst>
                    <a:gd name="connsiteX0" fmla="*/ 23563 w 23607"/>
                    <a:gd name="connsiteY0" fmla="*/ 15668 h 15737"/>
                    <a:gd name="connsiteX1" fmla="*/ 23563 w 23607"/>
                    <a:gd name="connsiteY1" fmla="*/ 15668 h 15737"/>
                    <a:gd name="connsiteX2" fmla="*/ -44 w 23607"/>
                    <a:gd name="connsiteY2" fmla="*/ -70 h 15737"/>
                    <a:gd name="connsiteX3" fmla="*/ -44 w 23607"/>
                    <a:gd name="connsiteY3" fmla="*/ -70 h 15737"/>
                  </a:gdLst>
                  <a:ahLst/>
                  <a:cxnLst>
                    <a:cxn ang="0">
                      <a:pos x="connsiteX0" y="connsiteY0"/>
                    </a:cxn>
                    <a:cxn ang="0">
                      <a:pos x="connsiteX1" y="connsiteY1"/>
                    </a:cxn>
                    <a:cxn ang="0">
                      <a:pos x="connsiteX2" y="connsiteY2"/>
                    </a:cxn>
                    <a:cxn ang="0">
                      <a:pos x="connsiteX3" y="connsiteY3"/>
                    </a:cxn>
                  </a:cxnLst>
                  <a:rect l="l" t="t" r="r" b="b"/>
                  <a:pathLst>
                    <a:path w="23607" h="15737">
                      <a:moveTo>
                        <a:pt x="23563" y="15668"/>
                      </a:moveTo>
                      <a:lnTo>
                        <a:pt x="23563" y="15668"/>
                      </a:lnTo>
                      <a:lnTo>
                        <a:pt x="-44" y="-70"/>
                      </a:lnTo>
                      <a:lnTo>
                        <a:pt x="-44" y="-70"/>
                      </a:lnTo>
                      <a:close/>
                    </a:path>
                  </a:pathLst>
                </a:custGeom>
                <a:solidFill>
                  <a:srgbClr val="E3E5E8"/>
                </a:solidFill>
                <a:ln w="87213" cap="flat">
                  <a:noFill/>
                  <a:prstDash val="solid"/>
                  <a:miter/>
                </a:ln>
              </p:spPr>
              <p:txBody>
                <a:bodyPr rtlCol="0" anchor="ctr"/>
                <a:lstStyle/>
                <a:p>
                  <a:endParaRPr lang="en-IN" dirty="0"/>
                </a:p>
              </p:txBody>
            </p:sp>
            <p:sp>
              <p:nvSpPr>
                <p:cNvPr id="2173" name="Freeform: Shape 2172">
                  <a:extLst>
                    <a:ext uri="{FF2B5EF4-FFF2-40B4-BE49-F238E27FC236}">
                      <a16:creationId xmlns:a16="http://schemas.microsoft.com/office/drawing/2014/main" id="{45DEE5E4-146C-4FDB-6E77-B581AEBB64BD}"/>
                    </a:ext>
                  </a:extLst>
                </p:cNvPr>
                <p:cNvSpPr/>
                <p:nvPr/>
              </p:nvSpPr>
              <p:spPr>
                <a:xfrm>
                  <a:off x="2400495" y="3934991"/>
                  <a:ext cx="83937" cy="155730"/>
                </a:xfrm>
                <a:custGeom>
                  <a:avLst/>
                  <a:gdLst>
                    <a:gd name="connsiteX0" fmla="*/ 13945 w 83937"/>
                    <a:gd name="connsiteY0" fmla="*/ 62980 h 155730"/>
                    <a:gd name="connsiteX1" fmla="*/ 19192 w 83937"/>
                    <a:gd name="connsiteY1" fmla="*/ 35001 h 155730"/>
                    <a:gd name="connsiteX2" fmla="*/ 19192 w 83937"/>
                    <a:gd name="connsiteY2" fmla="*/ 26258 h 155730"/>
                    <a:gd name="connsiteX3" fmla="*/ 19192 w 83937"/>
                    <a:gd name="connsiteY3" fmla="*/ 26258 h 155730"/>
                    <a:gd name="connsiteX4" fmla="*/ 19192 w 83937"/>
                    <a:gd name="connsiteY4" fmla="*/ 21886 h 155730"/>
                    <a:gd name="connsiteX5" fmla="*/ 28809 w 83937"/>
                    <a:gd name="connsiteY5" fmla="*/ 7897 h 155730"/>
                    <a:gd name="connsiteX6" fmla="*/ 28809 w 83937"/>
                    <a:gd name="connsiteY6" fmla="*/ 2650 h 155730"/>
                    <a:gd name="connsiteX7" fmla="*/ 28809 w 83937"/>
                    <a:gd name="connsiteY7" fmla="*/ 2650 h 155730"/>
                    <a:gd name="connsiteX8" fmla="*/ 38427 w 83937"/>
                    <a:gd name="connsiteY8" fmla="*/ 2650 h 155730"/>
                    <a:gd name="connsiteX9" fmla="*/ 38427 w 83937"/>
                    <a:gd name="connsiteY9" fmla="*/ 2650 h 155730"/>
                    <a:gd name="connsiteX10" fmla="*/ 26186 w 83937"/>
                    <a:gd name="connsiteY10" fmla="*/ 21012 h 155730"/>
                    <a:gd name="connsiteX11" fmla="*/ 15694 w 83937"/>
                    <a:gd name="connsiteY11" fmla="*/ 44619 h 155730"/>
                    <a:gd name="connsiteX12" fmla="*/ 15694 w 83937"/>
                    <a:gd name="connsiteY12" fmla="*/ 77844 h 155730"/>
                    <a:gd name="connsiteX13" fmla="*/ 15694 w 83937"/>
                    <a:gd name="connsiteY13" fmla="*/ 96205 h 155730"/>
                    <a:gd name="connsiteX14" fmla="*/ 15694 w 83937"/>
                    <a:gd name="connsiteY14" fmla="*/ 102326 h 155730"/>
                    <a:gd name="connsiteX15" fmla="*/ 74275 w 83937"/>
                    <a:gd name="connsiteY15" fmla="*/ 155661 h 155730"/>
                    <a:gd name="connsiteX16" fmla="*/ 83893 w 83937"/>
                    <a:gd name="connsiteY16" fmla="*/ 155661 h 155730"/>
                    <a:gd name="connsiteX17" fmla="*/ 83893 w 83937"/>
                    <a:gd name="connsiteY17" fmla="*/ 155661 h 155730"/>
                    <a:gd name="connsiteX18" fmla="*/ 37553 w 83937"/>
                    <a:gd name="connsiteY18" fmla="*/ 134677 h 155730"/>
                    <a:gd name="connsiteX19" fmla="*/ 30558 w 83937"/>
                    <a:gd name="connsiteY19" fmla="*/ 129431 h 155730"/>
                    <a:gd name="connsiteX20" fmla="*/ 13945 w 83937"/>
                    <a:gd name="connsiteY20" fmla="*/ 109320 h 155730"/>
                    <a:gd name="connsiteX21" fmla="*/ -44 w 83937"/>
                    <a:gd name="connsiteY21" fmla="*/ 64729 h 155730"/>
                    <a:gd name="connsiteX22" fmla="*/ 13945 w 83937"/>
                    <a:gd name="connsiteY22" fmla="*/ 62980 h 155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937" h="155730">
                      <a:moveTo>
                        <a:pt x="13945" y="62980"/>
                      </a:moveTo>
                      <a:lnTo>
                        <a:pt x="19192" y="35001"/>
                      </a:lnTo>
                      <a:cubicBezTo>
                        <a:pt x="19192" y="35001"/>
                        <a:pt x="19192" y="29755"/>
                        <a:pt x="19192" y="26258"/>
                      </a:cubicBezTo>
                      <a:lnTo>
                        <a:pt x="19192" y="26258"/>
                      </a:lnTo>
                      <a:cubicBezTo>
                        <a:pt x="19192" y="26258"/>
                        <a:pt x="19192" y="26258"/>
                        <a:pt x="19192" y="21886"/>
                      </a:cubicBezTo>
                      <a:cubicBezTo>
                        <a:pt x="23170" y="17811"/>
                        <a:pt x="26431" y="13072"/>
                        <a:pt x="28809" y="7897"/>
                      </a:cubicBezTo>
                      <a:cubicBezTo>
                        <a:pt x="28433" y="6166"/>
                        <a:pt x="28433" y="4382"/>
                        <a:pt x="28809" y="2650"/>
                      </a:cubicBezTo>
                      <a:lnTo>
                        <a:pt x="28809" y="2650"/>
                      </a:lnTo>
                      <a:cubicBezTo>
                        <a:pt x="28809" y="2650"/>
                        <a:pt x="34055" y="-3470"/>
                        <a:pt x="38427" y="2650"/>
                      </a:cubicBezTo>
                      <a:cubicBezTo>
                        <a:pt x="42799" y="8771"/>
                        <a:pt x="38427" y="2650"/>
                        <a:pt x="38427" y="2650"/>
                      </a:cubicBezTo>
                      <a:cubicBezTo>
                        <a:pt x="38427" y="2650"/>
                        <a:pt x="29684" y="14017"/>
                        <a:pt x="26186" y="21012"/>
                      </a:cubicBezTo>
                      <a:cubicBezTo>
                        <a:pt x="21255" y="28164"/>
                        <a:pt x="17696" y="36164"/>
                        <a:pt x="15694" y="44619"/>
                      </a:cubicBezTo>
                      <a:cubicBezTo>
                        <a:pt x="13963" y="55627"/>
                        <a:pt x="13963" y="66836"/>
                        <a:pt x="15694" y="77844"/>
                      </a:cubicBezTo>
                      <a:cubicBezTo>
                        <a:pt x="14794" y="83930"/>
                        <a:pt x="14794" y="90120"/>
                        <a:pt x="15694" y="96205"/>
                      </a:cubicBezTo>
                      <a:lnTo>
                        <a:pt x="15694" y="102326"/>
                      </a:lnTo>
                      <a:cubicBezTo>
                        <a:pt x="26361" y="127900"/>
                        <a:pt x="47809" y="147434"/>
                        <a:pt x="74275" y="155661"/>
                      </a:cubicBezTo>
                      <a:lnTo>
                        <a:pt x="83893" y="155661"/>
                      </a:lnTo>
                      <a:cubicBezTo>
                        <a:pt x="83893" y="155661"/>
                        <a:pt x="83893" y="155661"/>
                        <a:pt x="83893" y="155661"/>
                      </a:cubicBezTo>
                      <a:cubicBezTo>
                        <a:pt x="66712" y="153414"/>
                        <a:pt x="50580" y="146113"/>
                        <a:pt x="37553" y="134677"/>
                      </a:cubicBezTo>
                      <a:cubicBezTo>
                        <a:pt x="35612" y="132456"/>
                        <a:pt x="33233" y="130672"/>
                        <a:pt x="30558" y="129431"/>
                      </a:cubicBezTo>
                      <a:cubicBezTo>
                        <a:pt x="24097" y="123546"/>
                        <a:pt x="18509" y="116770"/>
                        <a:pt x="13945" y="109320"/>
                      </a:cubicBezTo>
                      <a:cubicBezTo>
                        <a:pt x="6172" y="95619"/>
                        <a:pt x="1398" y="80415"/>
                        <a:pt x="-44" y="64729"/>
                      </a:cubicBezTo>
                      <a:cubicBezTo>
                        <a:pt x="4669" y="65935"/>
                        <a:pt x="9670" y="65315"/>
                        <a:pt x="13945" y="62980"/>
                      </a:cubicBezTo>
                      <a:close/>
                    </a:path>
                  </a:pathLst>
                </a:custGeom>
                <a:solidFill>
                  <a:srgbClr val="CBCDD4"/>
                </a:solidFill>
                <a:ln w="87213" cap="flat">
                  <a:noFill/>
                  <a:prstDash val="solid"/>
                  <a:miter/>
                </a:ln>
              </p:spPr>
              <p:txBody>
                <a:bodyPr rtlCol="0" anchor="ctr"/>
                <a:lstStyle/>
                <a:p>
                  <a:endParaRPr lang="en-IN" dirty="0"/>
                </a:p>
              </p:txBody>
            </p:sp>
            <p:sp>
              <p:nvSpPr>
                <p:cNvPr id="2174" name="Freeform: Shape 2173">
                  <a:extLst>
                    <a:ext uri="{FF2B5EF4-FFF2-40B4-BE49-F238E27FC236}">
                      <a16:creationId xmlns:a16="http://schemas.microsoft.com/office/drawing/2014/main" id="{D8FF4CF7-AA58-FAE1-396A-4E4173FD4241}"/>
                    </a:ext>
                  </a:extLst>
                </p:cNvPr>
                <p:cNvSpPr/>
                <p:nvPr/>
              </p:nvSpPr>
              <p:spPr>
                <a:xfrm>
                  <a:off x="2521155" y="4005911"/>
                  <a:ext cx="78690" cy="83062"/>
                </a:xfrm>
                <a:custGeom>
                  <a:avLst/>
                  <a:gdLst>
                    <a:gd name="connsiteX0" fmla="*/ 45422 w 78690"/>
                    <a:gd name="connsiteY0" fmla="*/ 77747 h 83062"/>
                    <a:gd name="connsiteX1" fmla="*/ 39301 w 78690"/>
                    <a:gd name="connsiteY1" fmla="*/ 77747 h 83062"/>
                    <a:gd name="connsiteX2" fmla="*/ 32307 w 78690"/>
                    <a:gd name="connsiteY2" fmla="*/ 77747 h 83062"/>
                    <a:gd name="connsiteX3" fmla="*/ 5202 w 78690"/>
                    <a:gd name="connsiteY3" fmla="*/ 82993 h 83062"/>
                    <a:gd name="connsiteX4" fmla="*/ -44 w 78690"/>
                    <a:gd name="connsiteY4" fmla="*/ 82993 h 83062"/>
                    <a:gd name="connsiteX5" fmla="*/ -44 w 78690"/>
                    <a:gd name="connsiteY5" fmla="*/ 82993 h 83062"/>
                    <a:gd name="connsiteX6" fmla="*/ -44 w 78690"/>
                    <a:gd name="connsiteY6" fmla="*/ 82993 h 83062"/>
                    <a:gd name="connsiteX7" fmla="*/ 8699 w 78690"/>
                    <a:gd name="connsiteY7" fmla="*/ 82993 h 83062"/>
                    <a:gd name="connsiteX8" fmla="*/ 41924 w 78690"/>
                    <a:gd name="connsiteY8" fmla="*/ 69003 h 83062"/>
                    <a:gd name="connsiteX9" fmla="*/ 54165 w 78690"/>
                    <a:gd name="connsiteY9" fmla="*/ 59386 h 83062"/>
                    <a:gd name="connsiteX10" fmla="*/ 54165 w 78690"/>
                    <a:gd name="connsiteY10" fmla="*/ 59386 h 83062"/>
                    <a:gd name="connsiteX11" fmla="*/ 70778 w 78690"/>
                    <a:gd name="connsiteY11" fmla="*/ 33155 h 83062"/>
                    <a:gd name="connsiteX12" fmla="*/ 78647 w 78690"/>
                    <a:gd name="connsiteY12" fmla="*/ -70 h 83062"/>
                    <a:gd name="connsiteX13" fmla="*/ 78647 w 78690"/>
                    <a:gd name="connsiteY13" fmla="*/ -70 h 83062"/>
                    <a:gd name="connsiteX14" fmla="*/ 78647 w 78690"/>
                    <a:gd name="connsiteY14" fmla="*/ 8673 h 83062"/>
                    <a:gd name="connsiteX15" fmla="*/ 71652 w 78690"/>
                    <a:gd name="connsiteY15" fmla="*/ 35778 h 83062"/>
                    <a:gd name="connsiteX16" fmla="*/ 54165 w 78690"/>
                    <a:gd name="connsiteY16" fmla="*/ 62882 h 83062"/>
                    <a:gd name="connsiteX17" fmla="*/ 43673 w 78690"/>
                    <a:gd name="connsiteY17" fmla="*/ 73375 h 8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690" h="83062">
                      <a:moveTo>
                        <a:pt x="45422" y="77747"/>
                      </a:moveTo>
                      <a:lnTo>
                        <a:pt x="39301" y="77747"/>
                      </a:lnTo>
                      <a:cubicBezTo>
                        <a:pt x="39301" y="77747"/>
                        <a:pt x="39301" y="77747"/>
                        <a:pt x="32307" y="77747"/>
                      </a:cubicBezTo>
                      <a:cubicBezTo>
                        <a:pt x="23476" y="80413"/>
                        <a:pt x="14391" y="82171"/>
                        <a:pt x="5202" y="82993"/>
                      </a:cubicBezTo>
                      <a:lnTo>
                        <a:pt x="-44" y="82993"/>
                      </a:lnTo>
                      <a:lnTo>
                        <a:pt x="-44" y="82993"/>
                      </a:lnTo>
                      <a:lnTo>
                        <a:pt x="-44" y="82993"/>
                      </a:lnTo>
                      <a:lnTo>
                        <a:pt x="8699" y="82993"/>
                      </a:lnTo>
                      <a:cubicBezTo>
                        <a:pt x="20459" y="80159"/>
                        <a:pt x="31677" y="75429"/>
                        <a:pt x="41924" y="69003"/>
                      </a:cubicBezTo>
                      <a:cubicBezTo>
                        <a:pt x="46742" y="66869"/>
                        <a:pt x="50956" y="63565"/>
                        <a:pt x="54165" y="59386"/>
                      </a:cubicBezTo>
                      <a:lnTo>
                        <a:pt x="54165" y="59386"/>
                      </a:lnTo>
                      <a:cubicBezTo>
                        <a:pt x="61781" y="52146"/>
                        <a:pt x="67481" y="43131"/>
                        <a:pt x="70778" y="33155"/>
                      </a:cubicBezTo>
                      <a:cubicBezTo>
                        <a:pt x="75149" y="22662"/>
                        <a:pt x="70778" y="10422"/>
                        <a:pt x="78647" y="-70"/>
                      </a:cubicBezTo>
                      <a:lnTo>
                        <a:pt x="78647" y="-70"/>
                      </a:lnTo>
                      <a:cubicBezTo>
                        <a:pt x="78647" y="-70"/>
                        <a:pt x="78647" y="6050"/>
                        <a:pt x="78647" y="8673"/>
                      </a:cubicBezTo>
                      <a:lnTo>
                        <a:pt x="71652" y="35778"/>
                      </a:lnTo>
                      <a:cubicBezTo>
                        <a:pt x="67394" y="45737"/>
                        <a:pt x="61475" y="54900"/>
                        <a:pt x="54165" y="62882"/>
                      </a:cubicBezTo>
                      <a:cubicBezTo>
                        <a:pt x="50239" y="65925"/>
                        <a:pt x="46716" y="69449"/>
                        <a:pt x="43673" y="73375"/>
                      </a:cubicBezTo>
                      <a:close/>
                    </a:path>
                  </a:pathLst>
                </a:custGeom>
                <a:solidFill>
                  <a:srgbClr val="C6C9D0"/>
                </a:solidFill>
                <a:ln w="87213" cap="flat">
                  <a:noFill/>
                  <a:prstDash val="solid"/>
                  <a:miter/>
                </a:ln>
              </p:spPr>
              <p:txBody>
                <a:bodyPr rtlCol="0" anchor="ctr"/>
                <a:lstStyle/>
                <a:p>
                  <a:endParaRPr lang="en-IN" dirty="0"/>
                </a:p>
              </p:txBody>
            </p:sp>
            <p:sp>
              <p:nvSpPr>
                <p:cNvPr id="2175" name="Freeform: Shape 2174">
                  <a:extLst>
                    <a:ext uri="{FF2B5EF4-FFF2-40B4-BE49-F238E27FC236}">
                      <a16:creationId xmlns:a16="http://schemas.microsoft.com/office/drawing/2014/main" id="{AF7CBC77-76A7-9729-8957-716FD7E5816A}"/>
                    </a:ext>
                  </a:extLst>
                </p:cNvPr>
                <p:cNvSpPr/>
                <p:nvPr/>
              </p:nvSpPr>
              <p:spPr>
                <a:xfrm>
                  <a:off x="2428474" y="4033890"/>
                  <a:ext cx="93554" cy="60734"/>
                </a:xfrm>
                <a:custGeom>
                  <a:avLst/>
                  <a:gdLst>
                    <a:gd name="connsiteX0" fmla="*/ 93511 w 93554"/>
                    <a:gd name="connsiteY0" fmla="*/ 59386 h 60734"/>
                    <a:gd name="connsiteX1" fmla="*/ 93511 w 93554"/>
                    <a:gd name="connsiteY1" fmla="*/ 59386 h 60734"/>
                    <a:gd name="connsiteX2" fmla="*/ 93511 w 93554"/>
                    <a:gd name="connsiteY2" fmla="*/ 59386 h 60734"/>
                    <a:gd name="connsiteX3" fmla="*/ 69903 w 93554"/>
                    <a:gd name="connsiteY3" fmla="*/ 59386 h 60734"/>
                    <a:gd name="connsiteX4" fmla="*/ 29684 w 93554"/>
                    <a:gd name="connsiteY4" fmla="*/ 40150 h 60734"/>
                    <a:gd name="connsiteX5" fmla="*/ -44 w 93554"/>
                    <a:gd name="connsiteY5" fmla="*/ -70 h 60734"/>
                    <a:gd name="connsiteX6" fmla="*/ 4328 w 93554"/>
                    <a:gd name="connsiteY6" fmla="*/ -70 h 60734"/>
                    <a:gd name="connsiteX7" fmla="*/ 4328 w 93554"/>
                    <a:gd name="connsiteY7" fmla="*/ -70 h 60734"/>
                    <a:gd name="connsiteX8" fmla="*/ 29684 w 93554"/>
                    <a:gd name="connsiteY8" fmla="*/ 31406 h 60734"/>
                    <a:gd name="connsiteX9" fmla="*/ 47171 w 93554"/>
                    <a:gd name="connsiteY9" fmla="*/ 42773 h 60734"/>
                    <a:gd name="connsiteX10" fmla="*/ 87390 w 93554"/>
                    <a:gd name="connsiteY10" fmla="*/ 52391 h 60734"/>
                    <a:gd name="connsiteX11" fmla="*/ 93511 w 93554"/>
                    <a:gd name="connsiteY11" fmla="*/ 59386 h 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554" h="60734">
                      <a:moveTo>
                        <a:pt x="93511" y="59386"/>
                      </a:moveTo>
                      <a:lnTo>
                        <a:pt x="93511" y="59386"/>
                      </a:lnTo>
                      <a:lnTo>
                        <a:pt x="93511" y="59386"/>
                      </a:lnTo>
                      <a:cubicBezTo>
                        <a:pt x="85738" y="61091"/>
                        <a:pt x="77677" y="61091"/>
                        <a:pt x="69903" y="59386"/>
                      </a:cubicBezTo>
                      <a:cubicBezTo>
                        <a:pt x="55424" y="55512"/>
                        <a:pt x="41793" y="48989"/>
                        <a:pt x="29684" y="40150"/>
                      </a:cubicBezTo>
                      <a:cubicBezTo>
                        <a:pt x="15572" y="30427"/>
                        <a:pt x="5106" y="16271"/>
                        <a:pt x="-44" y="-70"/>
                      </a:cubicBezTo>
                      <a:lnTo>
                        <a:pt x="4328" y="-70"/>
                      </a:lnTo>
                      <a:lnTo>
                        <a:pt x="4328" y="-70"/>
                      </a:lnTo>
                      <a:cubicBezTo>
                        <a:pt x="9713" y="12564"/>
                        <a:pt x="18483" y="23458"/>
                        <a:pt x="29684" y="31406"/>
                      </a:cubicBezTo>
                      <a:cubicBezTo>
                        <a:pt x="34571" y="36478"/>
                        <a:pt x="40552" y="40359"/>
                        <a:pt x="47171" y="42773"/>
                      </a:cubicBezTo>
                      <a:cubicBezTo>
                        <a:pt x="59481" y="49505"/>
                        <a:pt x="73366" y="52828"/>
                        <a:pt x="87390" y="52391"/>
                      </a:cubicBezTo>
                      <a:cubicBezTo>
                        <a:pt x="87390" y="52391"/>
                        <a:pt x="92637" y="55888"/>
                        <a:pt x="93511" y="59386"/>
                      </a:cubicBezTo>
                      <a:close/>
                    </a:path>
                  </a:pathLst>
                </a:custGeom>
                <a:solidFill>
                  <a:srgbClr val="C4C7CF"/>
                </a:solidFill>
                <a:ln w="87213" cap="flat">
                  <a:noFill/>
                  <a:prstDash val="solid"/>
                  <a:miter/>
                </a:ln>
              </p:spPr>
              <p:txBody>
                <a:bodyPr rtlCol="0" anchor="ctr"/>
                <a:lstStyle/>
                <a:p>
                  <a:endParaRPr lang="en-IN" dirty="0"/>
                </a:p>
              </p:txBody>
            </p:sp>
            <p:sp>
              <p:nvSpPr>
                <p:cNvPr id="2176" name="Freeform: Shape 2175">
                  <a:extLst>
                    <a:ext uri="{FF2B5EF4-FFF2-40B4-BE49-F238E27FC236}">
                      <a16:creationId xmlns:a16="http://schemas.microsoft.com/office/drawing/2014/main" id="{ADCDA108-4681-16D3-8C62-DFE526BCFB78}"/>
                    </a:ext>
                  </a:extLst>
                </p:cNvPr>
                <p:cNvSpPr/>
                <p:nvPr/>
              </p:nvSpPr>
              <p:spPr>
                <a:xfrm>
                  <a:off x="2429349" y="4045256"/>
                  <a:ext cx="16612" cy="20984"/>
                </a:xfrm>
                <a:custGeom>
                  <a:avLst/>
                  <a:gdLst>
                    <a:gd name="connsiteX0" fmla="*/ 830 w 16612"/>
                    <a:gd name="connsiteY0" fmla="*/ -70 h 20984"/>
                    <a:gd name="connsiteX1" fmla="*/ 16568 w 16612"/>
                    <a:gd name="connsiteY1" fmla="*/ 20914 h 20984"/>
                    <a:gd name="connsiteX2" fmla="*/ 12197 w 16612"/>
                    <a:gd name="connsiteY2" fmla="*/ 20914 h 20984"/>
                    <a:gd name="connsiteX3" fmla="*/ -44 w 16612"/>
                    <a:gd name="connsiteY3" fmla="*/ 4302 h 20984"/>
                    <a:gd name="connsiteX4" fmla="*/ -44 w 16612"/>
                    <a:gd name="connsiteY4" fmla="*/ 4302 h 20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2" h="20984">
                      <a:moveTo>
                        <a:pt x="830" y="-70"/>
                      </a:moveTo>
                      <a:lnTo>
                        <a:pt x="16568" y="20914"/>
                      </a:lnTo>
                      <a:lnTo>
                        <a:pt x="12197" y="20914"/>
                      </a:lnTo>
                      <a:cubicBezTo>
                        <a:pt x="6898" y="16385"/>
                        <a:pt x="2710" y="10702"/>
                        <a:pt x="-44" y="4302"/>
                      </a:cubicBezTo>
                      <a:lnTo>
                        <a:pt x="-44" y="4302"/>
                      </a:lnTo>
                      <a:close/>
                    </a:path>
                  </a:pathLst>
                </a:custGeom>
                <a:solidFill>
                  <a:srgbClr val="D0D2D8"/>
                </a:solidFill>
                <a:ln w="87213" cap="flat">
                  <a:noFill/>
                  <a:prstDash val="solid"/>
                  <a:miter/>
                </a:ln>
              </p:spPr>
              <p:txBody>
                <a:bodyPr rtlCol="0" anchor="ctr"/>
                <a:lstStyle/>
                <a:p>
                  <a:endParaRPr lang="en-IN" dirty="0"/>
                </a:p>
              </p:txBody>
            </p:sp>
            <p:sp>
              <p:nvSpPr>
                <p:cNvPr id="2177" name="Freeform: Shape 2176">
                  <a:extLst>
                    <a:ext uri="{FF2B5EF4-FFF2-40B4-BE49-F238E27FC236}">
                      <a16:creationId xmlns:a16="http://schemas.microsoft.com/office/drawing/2014/main" id="{DD0B4E2F-7A6A-E46D-FA13-C0C8EEC9869D}"/>
                    </a:ext>
                  </a:extLst>
                </p:cNvPr>
                <p:cNvSpPr/>
                <p:nvPr/>
              </p:nvSpPr>
              <p:spPr>
                <a:xfrm>
                  <a:off x="2496673" y="4093345"/>
                  <a:ext cx="23607" cy="1652"/>
                </a:xfrm>
                <a:custGeom>
                  <a:avLst/>
                  <a:gdLst>
                    <a:gd name="connsiteX0" fmla="*/ -44 w 23607"/>
                    <a:gd name="connsiteY0" fmla="*/ -70 h 1652"/>
                    <a:gd name="connsiteX1" fmla="*/ 23563 w 23607"/>
                    <a:gd name="connsiteY1" fmla="*/ -70 h 1652"/>
                    <a:gd name="connsiteX2" fmla="*/ 2579 w 23607"/>
                    <a:gd name="connsiteY2" fmla="*/ -70 h 1652"/>
                  </a:gdLst>
                  <a:ahLst/>
                  <a:cxnLst>
                    <a:cxn ang="0">
                      <a:pos x="connsiteX0" y="connsiteY0"/>
                    </a:cxn>
                    <a:cxn ang="0">
                      <a:pos x="connsiteX1" y="connsiteY1"/>
                    </a:cxn>
                    <a:cxn ang="0">
                      <a:pos x="connsiteX2" y="connsiteY2"/>
                    </a:cxn>
                  </a:cxnLst>
                  <a:rect l="l" t="t" r="r" b="b"/>
                  <a:pathLst>
                    <a:path w="23607" h="1651">
                      <a:moveTo>
                        <a:pt x="-44" y="-70"/>
                      </a:moveTo>
                      <a:lnTo>
                        <a:pt x="23563" y="-70"/>
                      </a:lnTo>
                      <a:cubicBezTo>
                        <a:pt x="16743" y="2133"/>
                        <a:pt x="9399" y="2133"/>
                        <a:pt x="2579" y="-70"/>
                      </a:cubicBezTo>
                      <a:close/>
                    </a:path>
                  </a:pathLst>
                </a:custGeom>
                <a:solidFill>
                  <a:srgbClr val="C9CCD3"/>
                </a:solidFill>
                <a:ln w="87213" cap="flat">
                  <a:noFill/>
                  <a:prstDash val="solid"/>
                  <a:miter/>
                </a:ln>
              </p:spPr>
              <p:txBody>
                <a:bodyPr rtlCol="0" anchor="ctr"/>
                <a:lstStyle/>
                <a:p>
                  <a:endParaRPr lang="en-IN" dirty="0"/>
                </a:p>
              </p:txBody>
            </p:sp>
            <p:sp>
              <p:nvSpPr>
                <p:cNvPr id="2178" name="Freeform: Shape 2177">
                  <a:extLst>
                    <a:ext uri="{FF2B5EF4-FFF2-40B4-BE49-F238E27FC236}">
                      <a16:creationId xmlns:a16="http://schemas.microsoft.com/office/drawing/2014/main" id="{CC2E45A7-A1EF-902D-81A5-BFEFD89DB3AD}"/>
                    </a:ext>
                  </a:extLst>
                </p:cNvPr>
                <p:cNvSpPr/>
                <p:nvPr/>
              </p:nvSpPr>
              <p:spPr>
                <a:xfrm>
                  <a:off x="2553506" y="4090721"/>
                  <a:ext cx="6994" cy="87434"/>
                </a:xfrm>
                <a:custGeom>
                  <a:avLst/>
                  <a:gdLst>
                    <a:gd name="connsiteX0" fmla="*/ -44 w 6994"/>
                    <a:gd name="connsiteY0" fmla="*/ -70 h 87434"/>
                    <a:gd name="connsiteX1" fmla="*/ 6951 w 6994"/>
                    <a:gd name="connsiteY1" fmla="*/ -70 h 87434"/>
                    <a:gd name="connsiteX2" fmla="*/ 6951 w 6994"/>
                    <a:gd name="connsiteY2" fmla="*/ -70 h 87434"/>
                    <a:gd name="connsiteX3" fmla="*/ 6951 w 6994"/>
                    <a:gd name="connsiteY3" fmla="*/ -70 h 87434"/>
                  </a:gdLst>
                  <a:ahLst/>
                  <a:cxnLst>
                    <a:cxn ang="0">
                      <a:pos x="connsiteX0" y="connsiteY0"/>
                    </a:cxn>
                    <a:cxn ang="0">
                      <a:pos x="connsiteX1" y="connsiteY1"/>
                    </a:cxn>
                    <a:cxn ang="0">
                      <a:pos x="connsiteX2" y="connsiteY2"/>
                    </a:cxn>
                    <a:cxn ang="0">
                      <a:pos x="connsiteX3" y="connsiteY3"/>
                    </a:cxn>
                  </a:cxnLst>
                  <a:rect l="l" t="t" r="r" b="b"/>
                  <a:pathLst>
                    <a:path w="6994" h="87434">
                      <a:moveTo>
                        <a:pt x="-44" y="-70"/>
                      </a:moveTo>
                      <a:cubicBezTo>
                        <a:pt x="-44" y="-70"/>
                        <a:pt x="-44" y="-70"/>
                        <a:pt x="6951" y="-70"/>
                      </a:cubicBezTo>
                      <a:lnTo>
                        <a:pt x="6951" y="-70"/>
                      </a:lnTo>
                      <a:lnTo>
                        <a:pt x="6951" y="-70"/>
                      </a:lnTo>
                      <a:close/>
                    </a:path>
                  </a:pathLst>
                </a:custGeom>
                <a:solidFill>
                  <a:srgbClr val="CFD1D7"/>
                </a:solidFill>
                <a:ln w="87213" cap="flat">
                  <a:noFill/>
                  <a:prstDash val="solid"/>
                  <a:miter/>
                </a:ln>
              </p:spPr>
              <p:txBody>
                <a:bodyPr rtlCol="0" anchor="ctr"/>
                <a:lstStyle/>
                <a:p>
                  <a:endParaRPr lang="en-IN" dirty="0"/>
                </a:p>
              </p:txBody>
            </p:sp>
            <p:sp>
              <p:nvSpPr>
                <p:cNvPr id="2179" name="Freeform: Shape 2178">
                  <a:extLst>
                    <a:ext uri="{FF2B5EF4-FFF2-40B4-BE49-F238E27FC236}">
                      <a16:creationId xmlns:a16="http://schemas.microsoft.com/office/drawing/2014/main" id="{9731F998-839A-D5C1-97AA-1A12F714CE1C}"/>
                    </a:ext>
                  </a:extLst>
                </p:cNvPr>
                <p:cNvSpPr/>
                <p:nvPr/>
              </p:nvSpPr>
              <p:spPr>
                <a:xfrm>
                  <a:off x="2584982" y="4040884"/>
                  <a:ext cx="17486" cy="27105"/>
                </a:xfrm>
                <a:custGeom>
                  <a:avLst/>
                  <a:gdLst>
                    <a:gd name="connsiteX0" fmla="*/ -44 w 17486"/>
                    <a:gd name="connsiteY0" fmla="*/ 27035 h 27105"/>
                    <a:gd name="connsiteX1" fmla="*/ 17443 w 17486"/>
                    <a:gd name="connsiteY1" fmla="*/ -70 h 27105"/>
                    <a:gd name="connsiteX2" fmla="*/ -44 w 17486"/>
                    <a:gd name="connsiteY2" fmla="*/ 27035 h 27105"/>
                  </a:gdLst>
                  <a:ahLst/>
                  <a:cxnLst>
                    <a:cxn ang="0">
                      <a:pos x="connsiteX0" y="connsiteY0"/>
                    </a:cxn>
                    <a:cxn ang="0">
                      <a:pos x="connsiteX1" y="connsiteY1"/>
                    </a:cxn>
                    <a:cxn ang="0">
                      <a:pos x="connsiteX2" y="connsiteY2"/>
                    </a:cxn>
                  </a:cxnLst>
                  <a:rect l="l" t="t" r="r" b="b"/>
                  <a:pathLst>
                    <a:path w="17486" h="27105">
                      <a:moveTo>
                        <a:pt x="-44" y="27035"/>
                      </a:moveTo>
                      <a:lnTo>
                        <a:pt x="17443" y="-70"/>
                      </a:lnTo>
                      <a:cubicBezTo>
                        <a:pt x="14400" y="10484"/>
                        <a:pt x="8324" y="19909"/>
                        <a:pt x="-44" y="27035"/>
                      </a:cubicBezTo>
                      <a:close/>
                    </a:path>
                  </a:pathLst>
                </a:custGeom>
                <a:solidFill>
                  <a:srgbClr val="CFD1D7"/>
                </a:solidFill>
                <a:ln w="87213" cap="flat">
                  <a:noFill/>
                  <a:prstDash val="solid"/>
                  <a:miter/>
                </a:ln>
              </p:spPr>
              <p:txBody>
                <a:bodyPr rtlCol="0" anchor="ctr"/>
                <a:lstStyle/>
                <a:p>
                  <a:endParaRPr lang="en-IN" dirty="0"/>
                </a:p>
              </p:txBody>
            </p:sp>
            <p:sp>
              <p:nvSpPr>
                <p:cNvPr id="2180" name="Freeform: Shape 2179">
                  <a:extLst>
                    <a:ext uri="{FF2B5EF4-FFF2-40B4-BE49-F238E27FC236}">
                      <a16:creationId xmlns:a16="http://schemas.microsoft.com/office/drawing/2014/main" id="{561E223E-4CB3-1F30-5800-98477FA37BAA}"/>
                    </a:ext>
                  </a:extLst>
                </p:cNvPr>
                <p:cNvSpPr/>
                <p:nvPr/>
              </p:nvSpPr>
              <p:spPr>
                <a:xfrm>
                  <a:off x="2609464" y="3996823"/>
                  <a:ext cx="87434" cy="16956"/>
                </a:xfrm>
                <a:custGeom>
                  <a:avLst/>
                  <a:gdLst>
                    <a:gd name="connsiteX0" fmla="*/ -44 w 87434"/>
                    <a:gd name="connsiteY0" fmla="*/ 16886 h 16956"/>
                    <a:gd name="connsiteX1" fmla="*/ -44 w 87434"/>
                    <a:gd name="connsiteY1" fmla="*/ 9891 h 16956"/>
                    <a:gd name="connsiteX2" fmla="*/ -44 w 87434"/>
                    <a:gd name="connsiteY2" fmla="*/ 274 h 16956"/>
                    <a:gd name="connsiteX3" fmla="*/ -44 w 87434"/>
                    <a:gd name="connsiteY3" fmla="*/ 15138 h 16956"/>
                  </a:gdLst>
                  <a:ahLst/>
                  <a:cxnLst>
                    <a:cxn ang="0">
                      <a:pos x="connsiteX0" y="connsiteY0"/>
                    </a:cxn>
                    <a:cxn ang="0">
                      <a:pos x="connsiteX1" y="connsiteY1"/>
                    </a:cxn>
                    <a:cxn ang="0">
                      <a:pos x="connsiteX2" y="connsiteY2"/>
                    </a:cxn>
                    <a:cxn ang="0">
                      <a:pos x="connsiteX3" y="connsiteY3"/>
                    </a:cxn>
                  </a:cxnLst>
                  <a:rect l="l" t="t" r="r" b="b"/>
                  <a:pathLst>
                    <a:path w="87434" h="16956">
                      <a:moveTo>
                        <a:pt x="-44" y="16886"/>
                      </a:moveTo>
                      <a:lnTo>
                        <a:pt x="-44" y="9891"/>
                      </a:lnTo>
                      <a:cubicBezTo>
                        <a:pt x="-44" y="9891"/>
                        <a:pt x="-44" y="2897"/>
                        <a:pt x="-44" y="274"/>
                      </a:cubicBezTo>
                      <a:cubicBezTo>
                        <a:pt x="-44" y="-2349"/>
                        <a:pt x="-44" y="10766"/>
                        <a:pt x="-44" y="15138"/>
                      </a:cubicBezTo>
                      <a:close/>
                    </a:path>
                  </a:pathLst>
                </a:custGeom>
                <a:solidFill>
                  <a:srgbClr val="CFD1D7"/>
                </a:solidFill>
                <a:ln w="87213" cap="flat">
                  <a:noFill/>
                  <a:prstDash val="solid"/>
                  <a:miter/>
                </a:ln>
              </p:spPr>
              <p:txBody>
                <a:bodyPr rtlCol="0" anchor="ctr"/>
                <a:lstStyle/>
                <a:p>
                  <a:endParaRPr lang="en-IN" dirty="0"/>
                </a:p>
              </p:txBody>
            </p:sp>
            <p:sp>
              <p:nvSpPr>
                <p:cNvPr id="2181" name="Freeform: Shape 2180">
                  <a:extLst>
                    <a:ext uri="{FF2B5EF4-FFF2-40B4-BE49-F238E27FC236}">
                      <a16:creationId xmlns:a16="http://schemas.microsoft.com/office/drawing/2014/main" id="{9EB09CB9-598E-B8DE-5E46-D6CAF605C2BC}"/>
                    </a:ext>
                  </a:extLst>
                </p:cNvPr>
                <p:cNvSpPr/>
                <p:nvPr/>
              </p:nvSpPr>
              <p:spPr>
                <a:xfrm>
                  <a:off x="2566621" y="4078481"/>
                  <a:ext cx="7869" cy="5246"/>
                </a:xfrm>
                <a:custGeom>
                  <a:avLst/>
                  <a:gdLst>
                    <a:gd name="connsiteX0" fmla="*/ -44 w 7869"/>
                    <a:gd name="connsiteY0" fmla="*/ 5176 h 5246"/>
                    <a:gd name="connsiteX1" fmla="*/ 7825 w 7869"/>
                    <a:gd name="connsiteY1" fmla="*/ -70 h 5246"/>
                    <a:gd name="connsiteX2" fmla="*/ -44 w 7869"/>
                    <a:gd name="connsiteY2" fmla="*/ 5176 h 5246"/>
                  </a:gdLst>
                  <a:ahLst/>
                  <a:cxnLst>
                    <a:cxn ang="0">
                      <a:pos x="connsiteX0" y="connsiteY0"/>
                    </a:cxn>
                    <a:cxn ang="0">
                      <a:pos x="connsiteX1" y="connsiteY1"/>
                    </a:cxn>
                    <a:cxn ang="0">
                      <a:pos x="connsiteX2" y="connsiteY2"/>
                    </a:cxn>
                  </a:cxnLst>
                  <a:rect l="l" t="t" r="r" b="b"/>
                  <a:pathLst>
                    <a:path w="7869" h="5246">
                      <a:moveTo>
                        <a:pt x="-44" y="5176"/>
                      </a:moveTo>
                      <a:cubicBezTo>
                        <a:pt x="1477" y="2169"/>
                        <a:pt x="4467" y="183"/>
                        <a:pt x="7825" y="-70"/>
                      </a:cubicBezTo>
                      <a:cubicBezTo>
                        <a:pt x="6303" y="2938"/>
                        <a:pt x="3313" y="4932"/>
                        <a:pt x="-44" y="5176"/>
                      </a:cubicBezTo>
                      <a:close/>
                    </a:path>
                  </a:pathLst>
                </a:custGeom>
                <a:solidFill>
                  <a:srgbClr val="CFD1D7"/>
                </a:solidFill>
                <a:ln w="87213" cap="flat">
                  <a:noFill/>
                  <a:prstDash val="solid"/>
                  <a:miter/>
                </a:ln>
              </p:spPr>
              <p:txBody>
                <a:bodyPr rtlCol="0" anchor="ctr"/>
                <a:lstStyle/>
                <a:p>
                  <a:endParaRPr lang="en-IN" dirty="0"/>
                </a:p>
              </p:txBody>
            </p:sp>
            <p:sp>
              <p:nvSpPr>
                <p:cNvPr id="2182" name="Freeform: Shape 2181">
                  <a:extLst>
                    <a:ext uri="{FF2B5EF4-FFF2-40B4-BE49-F238E27FC236}">
                      <a16:creationId xmlns:a16="http://schemas.microsoft.com/office/drawing/2014/main" id="{CE404EE3-8652-8850-EB0F-4D143849A38A}"/>
                    </a:ext>
                  </a:extLst>
                </p:cNvPr>
                <p:cNvSpPr/>
                <p:nvPr/>
              </p:nvSpPr>
              <p:spPr>
                <a:xfrm>
                  <a:off x="2529898" y="3908761"/>
                  <a:ext cx="90931" cy="98023"/>
                </a:xfrm>
                <a:custGeom>
                  <a:avLst/>
                  <a:gdLst>
                    <a:gd name="connsiteX0" fmla="*/ 79521 w 90931"/>
                    <a:gd name="connsiteY0" fmla="*/ 88336 h 98023"/>
                    <a:gd name="connsiteX1" fmla="*/ 79521 w 90931"/>
                    <a:gd name="connsiteY1" fmla="*/ 97954 h 98023"/>
                    <a:gd name="connsiteX2" fmla="*/ 79521 w 90931"/>
                    <a:gd name="connsiteY2" fmla="*/ 97954 h 98023"/>
                    <a:gd name="connsiteX3" fmla="*/ 74275 w 90931"/>
                    <a:gd name="connsiteY3" fmla="*/ 74346 h 98023"/>
                    <a:gd name="connsiteX4" fmla="*/ 74275 w 90931"/>
                    <a:gd name="connsiteY4" fmla="*/ 64729 h 98023"/>
                    <a:gd name="connsiteX5" fmla="*/ 74275 w 90931"/>
                    <a:gd name="connsiteY5" fmla="*/ 64729 h 98023"/>
                    <a:gd name="connsiteX6" fmla="*/ 67281 w 90931"/>
                    <a:gd name="connsiteY6" fmla="*/ 49865 h 98023"/>
                    <a:gd name="connsiteX7" fmla="*/ 49794 w 90931"/>
                    <a:gd name="connsiteY7" fmla="*/ 29755 h 98023"/>
                    <a:gd name="connsiteX8" fmla="*/ -44 w 90931"/>
                    <a:gd name="connsiteY8" fmla="*/ 8771 h 98023"/>
                    <a:gd name="connsiteX9" fmla="*/ -44 w 90931"/>
                    <a:gd name="connsiteY9" fmla="*/ 8771 h 98023"/>
                    <a:gd name="connsiteX10" fmla="*/ -44 w 90931"/>
                    <a:gd name="connsiteY10" fmla="*/ 2650 h 98023"/>
                    <a:gd name="connsiteX11" fmla="*/ 20940 w 90931"/>
                    <a:gd name="connsiteY11" fmla="*/ 2650 h 98023"/>
                    <a:gd name="connsiteX12" fmla="*/ 36679 w 90931"/>
                    <a:gd name="connsiteY12" fmla="*/ 7896 h 98023"/>
                    <a:gd name="connsiteX13" fmla="*/ 62909 w 90931"/>
                    <a:gd name="connsiteY13" fmla="*/ 25383 h 98023"/>
                    <a:gd name="connsiteX14" fmla="*/ 90888 w 90931"/>
                    <a:gd name="connsiteY14" fmla="*/ 64729 h 98023"/>
                    <a:gd name="connsiteX15" fmla="*/ 79521 w 90931"/>
                    <a:gd name="connsiteY15" fmla="*/ 88336 h 98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31" h="98023">
                      <a:moveTo>
                        <a:pt x="79521" y="88336"/>
                      </a:moveTo>
                      <a:lnTo>
                        <a:pt x="79521" y="97954"/>
                      </a:lnTo>
                      <a:lnTo>
                        <a:pt x="79521" y="97954"/>
                      </a:lnTo>
                      <a:cubicBezTo>
                        <a:pt x="77353" y="90181"/>
                        <a:pt x="75604" y="82303"/>
                        <a:pt x="74275" y="74346"/>
                      </a:cubicBezTo>
                      <a:cubicBezTo>
                        <a:pt x="76461" y="71513"/>
                        <a:pt x="76461" y="67562"/>
                        <a:pt x="74275" y="64729"/>
                      </a:cubicBezTo>
                      <a:lnTo>
                        <a:pt x="74275" y="64729"/>
                      </a:lnTo>
                      <a:cubicBezTo>
                        <a:pt x="70236" y="60768"/>
                        <a:pt x="67761" y="55496"/>
                        <a:pt x="67281" y="49865"/>
                      </a:cubicBezTo>
                      <a:cubicBezTo>
                        <a:pt x="63460" y="41646"/>
                        <a:pt x="57401" y="34678"/>
                        <a:pt x="49794" y="29755"/>
                      </a:cubicBezTo>
                      <a:cubicBezTo>
                        <a:pt x="36023" y="17339"/>
                        <a:pt x="18457" y="9942"/>
                        <a:pt x="-44" y="8771"/>
                      </a:cubicBezTo>
                      <a:lnTo>
                        <a:pt x="-44" y="8771"/>
                      </a:lnTo>
                      <a:cubicBezTo>
                        <a:pt x="-44" y="8771"/>
                        <a:pt x="-44" y="8771"/>
                        <a:pt x="-44" y="2650"/>
                      </a:cubicBezTo>
                      <a:cubicBezTo>
                        <a:pt x="-44" y="-3470"/>
                        <a:pt x="13945" y="2650"/>
                        <a:pt x="20940" y="2650"/>
                      </a:cubicBezTo>
                      <a:lnTo>
                        <a:pt x="36679" y="7896"/>
                      </a:lnTo>
                      <a:cubicBezTo>
                        <a:pt x="46060" y="12696"/>
                        <a:pt x="54865" y="18563"/>
                        <a:pt x="62909" y="25383"/>
                      </a:cubicBezTo>
                      <a:cubicBezTo>
                        <a:pt x="74721" y="36539"/>
                        <a:pt x="84226" y="49908"/>
                        <a:pt x="90888" y="64729"/>
                      </a:cubicBezTo>
                      <a:cubicBezTo>
                        <a:pt x="88047" y="73018"/>
                        <a:pt x="84226" y="80939"/>
                        <a:pt x="79521" y="88336"/>
                      </a:cubicBezTo>
                      <a:close/>
                    </a:path>
                  </a:pathLst>
                </a:custGeom>
                <a:solidFill>
                  <a:srgbClr val="C9CCD3"/>
                </a:solidFill>
                <a:ln w="87213" cap="flat">
                  <a:noFill/>
                  <a:prstDash val="solid"/>
                  <a:miter/>
                </a:ln>
              </p:spPr>
              <p:txBody>
                <a:bodyPr rtlCol="0" anchor="ctr"/>
                <a:lstStyle/>
                <a:p>
                  <a:endParaRPr lang="en-IN" dirty="0"/>
                </a:p>
              </p:txBody>
            </p:sp>
            <p:sp>
              <p:nvSpPr>
                <p:cNvPr id="2183" name="Freeform: Shape 2182">
                  <a:extLst>
                    <a:ext uri="{FF2B5EF4-FFF2-40B4-BE49-F238E27FC236}">
                      <a16:creationId xmlns:a16="http://schemas.microsoft.com/office/drawing/2014/main" id="{A280B578-5065-3A18-CC32-312131900FFB}"/>
                    </a:ext>
                  </a:extLst>
                </p:cNvPr>
                <p:cNvSpPr/>
                <p:nvPr/>
              </p:nvSpPr>
              <p:spPr>
                <a:xfrm>
                  <a:off x="2498422" y="3909931"/>
                  <a:ext cx="35848" cy="2360"/>
                </a:xfrm>
                <a:custGeom>
                  <a:avLst/>
                  <a:gdLst>
                    <a:gd name="connsiteX0" fmla="*/ 35804 w 35848"/>
                    <a:gd name="connsiteY0" fmla="*/ 605 h 2360"/>
                    <a:gd name="connsiteX1" fmla="*/ 15694 w 35848"/>
                    <a:gd name="connsiteY1" fmla="*/ 605 h 2360"/>
                    <a:gd name="connsiteX2" fmla="*/ -44 w 35848"/>
                    <a:gd name="connsiteY2" fmla="*/ 605 h 2360"/>
                    <a:gd name="connsiteX3" fmla="*/ -44 w 35848"/>
                    <a:gd name="connsiteY3" fmla="*/ 605 h 2360"/>
                    <a:gd name="connsiteX4" fmla="*/ 6076 w 35848"/>
                    <a:gd name="connsiteY4" fmla="*/ 605 h 2360"/>
                    <a:gd name="connsiteX5" fmla="*/ 34055 w 35848"/>
                    <a:gd name="connsiteY5" fmla="*/ 605 h 2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48" h="2360">
                      <a:moveTo>
                        <a:pt x="35804" y="605"/>
                      </a:moveTo>
                      <a:cubicBezTo>
                        <a:pt x="28809" y="605"/>
                        <a:pt x="22689" y="605"/>
                        <a:pt x="15694" y="605"/>
                      </a:cubicBezTo>
                      <a:cubicBezTo>
                        <a:pt x="10684" y="2853"/>
                        <a:pt x="4966" y="2853"/>
                        <a:pt x="-44" y="605"/>
                      </a:cubicBezTo>
                      <a:lnTo>
                        <a:pt x="-44" y="605"/>
                      </a:lnTo>
                      <a:lnTo>
                        <a:pt x="6076" y="605"/>
                      </a:lnTo>
                      <a:cubicBezTo>
                        <a:pt x="15379" y="-295"/>
                        <a:pt x="24752" y="-295"/>
                        <a:pt x="34055" y="605"/>
                      </a:cubicBezTo>
                      <a:close/>
                    </a:path>
                  </a:pathLst>
                </a:custGeom>
                <a:solidFill>
                  <a:srgbClr val="D0D2D8"/>
                </a:solidFill>
                <a:ln w="87213" cap="flat">
                  <a:noFill/>
                  <a:prstDash val="solid"/>
                  <a:miter/>
                </a:ln>
              </p:spPr>
              <p:txBody>
                <a:bodyPr rtlCol="0" anchor="ctr"/>
                <a:lstStyle/>
                <a:p>
                  <a:endParaRPr lang="en-IN" dirty="0"/>
                </a:p>
              </p:txBody>
            </p:sp>
            <p:sp>
              <p:nvSpPr>
                <p:cNvPr id="2184" name="Freeform: Shape 2183">
                  <a:extLst>
                    <a:ext uri="{FF2B5EF4-FFF2-40B4-BE49-F238E27FC236}">
                      <a16:creationId xmlns:a16="http://schemas.microsoft.com/office/drawing/2014/main" id="{A22CD77F-E94C-4DF2-AB72-CF1B2931BF04}"/>
                    </a:ext>
                  </a:extLst>
                </p:cNvPr>
                <p:cNvSpPr/>
                <p:nvPr/>
              </p:nvSpPr>
              <p:spPr>
                <a:xfrm>
                  <a:off x="2549134" y="3915852"/>
                  <a:ext cx="26230" cy="17487"/>
                </a:xfrm>
                <a:custGeom>
                  <a:avLst/>
                  <a:gdLst>
                    <a:gd name="connsiteX0" fmla="*/ 26186 w 26230"/>
                    <a:gd name="connsiteY0" fmla="*/ 17417 h 17487"/>
                    <a:gd name="connsiteX1" fmla="*/ -44 w 26230"/>
                    <a:gd name="connsiteY1" fmla="*/ -70 h 17487"/>
                    <a:gd name="connsiteX2" fmla="*/ 26186 w 26230"/>
                    <a:gd name="connsiteY2" fmla="*/ 17417 h 17487"/>
                  </a:gdLst>
                  <a:ahLst/>
                  <a:cxnLst>
                    <a:cxn ang="0">
                      <a:pos x="connsiteX0" y="connsiteY0"/>
                    </a:cxn>
                    <a:cxn ang="0">
                      <a:pos x="connsiteX1" y="connsiteY1"/>
                    </a:cxn>
                    <a:cxn ang="0">
                      <a:pos x="connsiteX2" y="connsiteY2"/>
                    </a:cxn>
                  </a:cxnLst>
                  <a:rect l="l" t="t" r="r" b="b"/>
                  <a:pathLst>
                    <a:path w="26230" h="17487">
                      <a:moveTo>
                        <a:pt x="26186" y="17417"/>
                      </a:moveTo>
                      <a:lnTo>
                        <a:pt x="-44" y="-70"/>
                      </a:lnTo>
                      <a:cubicBezTo>
                        <a:pt x="10098" y="3331"/>
                        <a:pt x="19148" y="9364"/>
                        <a:pt x="26186" y="17417"/>
                      </a:cubicBezTo>
                      <a:close/>
                    </a:path>
                  </a:pathLst>
                </a:custGeom>
                <a:solidFill>
                  <a:srgbClr val="D0D2D8"/>
                </a:solidFill>
                <a:ln w="87213" cap="flat">
                  <a:noFill/>
                  <a:prstDash val="solid"/>
                  <a:miter/>
                </a:ln>
              </p:spPr>
              <p:txBody>
                <a:bodyPr rtlCol="0" anchor="ctr"/>
                <a:lstStyle/>
                <a:p>
                  <a:endParaRPr lang="en-IN" dirty="0"/>
                </a:p>
              </p:txBody>
            </p:sp>
            <p:sp>
              <p:nvSpPr>
                <p:cNvPr id="2185" name="Freeform: Shape 2184">
                  <a:extLst>
                    <a:ext uri="{FF2B5EF4-FFF2-40B4-BE49-F238E27FC236}">
                      <a16:creationId xmlns:a16="http://schemas.microsoft.com/office/drawing/2014/main" id="{FF290E13-3294-4648-57F9-F3A387B81A4E}"/>
                    </a:ext>
                  </a:extLst>
                </p:cNvPr>
                <p:cNvSpPr/>
                <p:nvPr/>
              </p:nvSpPr>
              <p:spPr>
                <a:xfrm>
                  <a:off x="2436343" y="3913229"/>
                  <a:ext cx="26230" cy="23607"/>
                </a:xfrm>
                <a:custGeom>
                  <a:avLst/>
                  <a:gdLst>
                    <a:gd name="connsiteX0" fmla="*/ 26186 w 26230"/>
                    <a:gd name="connsiteY0" fmla="*/ -70 h 23607"/>
                    <a:gd name="connsiteX1" fmla="*/ 26186 w 26230"/>
                    <a:gd name="connsiteY1" fmla="*/ -70 h 23607"/>
                    <a:gd name="connsiteX2" fmla="*/ 14820 w 26230"/>
                    <a:gd name="connsiteY2" fmla="*/ 11297 h 23607"/>
                    <a:gd name="connsiteX3" fmla="*/ 14820 w 26230"/>
                    <a:gd name="connsiteY3" fmla="*/ 11297 h 23607"/>
                    <a:gd name="connsiteX4" fmla="*/ -44 w 26230"/>
                    <a:gd name="connsiteY4" fmla="*/ 23538 h 23607"/>
                    <a:gd name="connsiteX5" fmla="*/ -44 w 26230"/>
                    <a:gd name="connsiteY5" fmla="*/ 23538 h 23607"/>
                    <a:gd name="connsiteX6" fmla="*/ -44 w 26230"/>
                    <a:gd name="connsiteY6" fmla="*/ 23538 h 23607"/>
                    <a:gd name="connsiteX7" fmla="*/ -44 w 26230"/>
                    <a:gd name="connsiteY7" fmla="*/ 23538 h 23607"/>
                    <a:gd name="connsiteX8" fmla="*/ 26186 w 26230"/>
                    <a:gd name="connsiteY8" fmla="*/ -70 h 23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30" h="23607">
                      <a:moveTo>
                        <a:pt x="26186" y="-70"/>
                      </a:moveTo>
                      <a:lnTo>
                        <a:pt x="26186" y="-70"/>
                      </a:lnTo>
                      <a:cubicBezTo>
                        <a:pt x="26186" y="6925"/>
                        <a:pt x="17443" y="6925"/>
                        <a:pt x="14820" y="11297"/>
                      </a:cubicBezTo>
                      <a:lnTo>
                        <a:pt x="14820" y="11297"/>
                      </a:lnTo>
                      <a:cubicBezTo>
                        <a:pt x="9486" y="14890"/>
                        <a:pt x="4511" y="18991"/>
                        <a:pt x="-44" y="23538"/>
                      </a:cubicBezTo>
                      <a:lnTo>
                        <a:pt x="-44" y="23538"/>
                      </a:lnTo>
                      <a:cubicBezTo>
                        <a:pt x="-44" y="23538"/>
                        <a:pt x="-44" y="23538"/>
                        <a:pt x="-44" y="23538"/>
                      </a:cubicBezTo>
                      <a:lnTo>
                        <a:pt x="-44" y="23538"/>
                      </a:lnTo>
                      <a:cubicBezTo>
                        <a:pt x="7196" y="14147"/>
                        <a:pt x="16088" y="6146"/>
                        <a:pt x="26186" y="-70"/>
                      </a:cubicBezTo>
                      <a:close/>
                    </a:path>
                  </a:pathLst>
                </a:custGeom>
                <a:solidFill>
                  <a:srgbClr val="D7D9DE"/>
                </a:solidFill>
                <a:ln w="87213" cap="flat">
                  <a:noFill/>
                  <a:prstDash val="solid"/>
                  <a:miter/>
                </a:ln>
              </p:spPr>
              <p:txBody>
                <a:bodyPr rtlCol="0" anchor="ctr"/>
                <a:lstStyle/>
                <a:p>
                  <a:endParaRPr lang="en-IN" dirty="0"/>
                </a:p>
              </p:txBody>
            </p:sp>
            <p:sp>
              <p:nvSpPr>
                <p:cNvPr id="2186" name="Freeform: Shape 2185">
                  <a:extLst>
                    <a:ext uri="{FF2B5EF4-FFF2-40B4-BE49-F238E27FC236}">
                      <a16:creationId xmlns:a16="http://schemas.microsoft.com/office/drawing/2014/main" id="{7C46B5F9-88F9-460B-AF7C-B20BFB188C20}"/>
                    </a:ext>
                  </a:extLst>
                </p:cNvPr>
                <p:cNvSpPr/>
                <p:nvPr/>
              </p:nvSpPr>
              <p:spPr>
                <a:xfrm>
                  <a:off x="2415340" y="3992795"/>
                  <a:ext cx="14882" cy="52460"/>
                </a:xfrm>
                <a:custGeom>
                  <a:avLst/>
                  <a:gdLst>
                    <a:gd name="connsiteX0" fmla="*/ 14838 w 14882"/>
                    <a:gd name="connsiteY0" fmla="*/ 52391 h 52460"/>
                    <a:gd name="connsiteX1" fmla="*/ 14838 w 14882"/>
                    <a:gd name="connsiteY1" fmla="*/ 52391 h 52460"/>
                    <a:gd name="connsiteX2" fmla="*/ -26 w 14882"/>
                    <a:gd name="connsiteY2" fmla="*/ -70 h 52460"/>
                    <a:gd name="connsiteX3" fmla="*/ -26 w 14882"/>
                    <a:gd name="connsiteY3" fmla="*/ 6925 h 52460"/>
                    <a:gd name="connsiteX4" fmla="*/ 14838 w 14882"/>
                    <a:gd name="connsiteY4" fmla="*/ 52391 h 52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1" h="52460">
                      <a:moveTo>
                        <a:pt x="14838" y="52391"/>
                      </a:moveTo>
                      <a:lnTo>
                        <a:pt x="14838" y="52391"/>
                      </a:lnTo>
                      <a:cubicBezTo>
                        <a:pt x="4783" y="36766"/>
                        <a:pt x="-393" y="18501"/>
                        <a:pt x="-26" y="-70"/>
                      </a:cubicBezTo>
                      <a:cubicBezTo>
                        <a:pt x="-26" y="-70"/>
                        <a:pt x="-26" y="4301"/>
                        <a:pt x="-26" y="6925"/>
                      </a:cubicBezTo>
                      <a:cubicBezTo>
                        <a:pt x="1391" y="23013"/>
                        <a:pt x="6479" y="38568"/>
                        <a:pt x="14838" y="52391"/>
                      </a:cubicBezTo>
                      <a:close/>
                    </a:path>
                  </a:pathLst>
                </a:custGeom>
                <a:solidFill>
                  <a:srgbClr val="D0D2D8"/>
                </a:solidFill>
                <a:ln w="87213" cap="flat">
                  <a:noFill/>
                  <a:prstDash val="solid"/>
                  <a:miter/>
                </a:ln>
              </p:spPr>
              <p:txBody>
                <a:bodyPr rtlCol="0" anchor="ctr"/>
                <a:lstStyle/>
                <a:p>
                  <a:endParaRPr lang="en-IN" dirty="0"/>
                </a:p>
              </p:txBody>
            </p:sp>
            <p:sp>
              <p:nvSpPr>
                <p:cNvPr id="2187" name="Freeform: Shape 2186">
                  <a:extLst>
                    <a:ext uri="{FF2B5EF4-FFF2-40B4-BE49-F238E27FC236}">
                      <a16:creationId xmlns:a16="http://schemas.microsoft.com/office/drawing/2014/main" id="{3CADB1F8-9E80-B04D-02AB-2585438D5D6C}"/>
                    </a:ext>
                  </a:extLst>
                </p:cNvPr>
                <p:cNvSpPr/>
                <p:nvPr/>
              </p:nvSpPr>
              <p:spPr>
                <a:xfrm>
                  <a:off x="2424027" y="3941208"/>
                  <a:ext cx="9692" cy="19235"/>
                </a:xfrm>
                <a:custGeom>
                  <a:avLst/>
                  <a:gdLst>
                    <a:gd name="connsiteX0" fmla="*/ 9649 w 9692"/>
                    <a:gd name="connsiteY0" fmla="*/ -70 h 19235"/>
                    <a:gd name="connsiteX1" fmla="*/ 9649 w 9692"/>
                    <a:gd name="connsiteY1" fmla="*/ -70 h 19235"/>
                    <a:gd name="connsiteX2" fmla="*/ 9649 w 9692"/>
                    <a:gd name="connsiteY2" fmla="*/ -70 h 19235"/>
                    <a:gd name="connsiteX3" fmla="*/ 31 w 9692"/>
                    <a:gd name="connsiteY3" fmla="*/ 14794 h 19235"/>
                    <a:gd name="connsiteX4" fmla="*/ 31 w 9692"/>
                    <a:gd name="connsiteY4" fmla="*/ 19166 h 19235"/>
                    <a:gd name="connsiteX5" fmla="*/ 9649 w 9692"/>
                    <a:gd name="connsiteY5" fmla="*/ -70 h 19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92" h="19235">
                      <a:moveTo>
                        <a:pt x="9649" y="-70"/>
                      </a:moveTo>
                      <a:cubicBezTo>
                        <a:pt x="9649" y="-70"/>
                        <a:pt x="9649" y="-70"/>
                        <a:pt x="9649" y="-70"/>
                      </a:cubicBezTo>
                      <a:lnTo>
                        <a:pt x="9649" y="-70"/>
                      </a:lnTo>
                      <a:cubicBezTo>
                        <a:pt x="7804" y="5648"/>
                        <a:pt x="4490" y="10772"/>
                        <a:pt x="31" y="14794"/>
                      </a:cubicBezTo>
                      <a:lnTo>
                        <a:pt x="31" y="19166"/>
                      </a:lnTo>
                      <a:cubicBezTo>
                        <a:pt x="-844" y="16543"/>
                        <a:pt x="6151" y="6925"/>
                        <a:pt x="9649" y="-70"/>
                      </a:cubicBezTo>
                      <a:close/>
                    </a:path>
                  </a:pathLst>
                </a:custGeom>
                <a:solidFill>
                  <a:srgbClr val="D1D3D9"/>
                </a:solidFill>
                <a:ln w="87213" cap="flat">
                  <a:noFill/>
                  <a:prstDash val="solid"/>
                  <a:miter/>
                </a:ln>
              </p:spPr>
              <p:txBody>
                <a:bodyPr rtlCol="0" anchor="ctr"/>
                <a:lstStyle/>
                <a:p>
                  <a:endParaRPr lang="en-IN" dirty="0"/>
                </a:p>
              </p:txBody>
            </p:sp>
            <p:sp>
              <p:nvSpPr>
                <p:cNvPr id="2188" name="Freeform: Shape 2187">
                  <a:extLst>
                    <a:ext uri="{FF2B5EF4-FFF2-40B4-BE49-F238E27FC236}">
                      <a16:creationId xmlns:a16="http://schemas.microsoft.com/office/drawing/2014/main" id="{908486A4-21C2-8C5F-0E2E-8E68FE425702}"/>
                    </a:ext>
                  </a:extLst>
                </p:cNvPr>
                <p:cNvSpPr/>
                <p:nvPr/>
              </p:nvSpPr>
              <p:spPr>
                <a:xfrm>
                  <a:off x="2422451" y="3957821"/>
                  <a:ext cx="777" cy="9435"/>
                </a:xfrm>
                <a:custGeom>
                  <a:avLst/>
                  <a:gdLst>
                    <a:gd name="connsiteX0" fmla="*/ 733 w 777"/>
                    <a:gd name="connsiteY0" fmla="*/ -70 h 9435"/>
                    <a:gd name="connsiteX1" fmla="*/ 733 w 777"/>
                    <a:gd name="connsiteY1" fmla="*/ 8673 h 9435"/>
                    <a:gd name="connsiteX2" fmla="*/ 733 w 777"/>
                    <a:gd name="connsiteY2" fmla="*/ -70 h 9435"/>
                  </a:gdLst>
                  <a:ahLst/>
                  <a:cxnLst>
                    <a:cxn ang="0">
                      <a:pos x="connsiteX0" y="connsiteY0"/>
                    </a:cxn>
                    <a:cxn ang="0">
                      <a:pos x="connsiteX1" y="connsiteY1"/>
                    </a:cxn>
                    <a:cxn ang="0">
                      <a:pos x="connsiteX2" y="connsiteY2"/>
                    </a:cxn>
                  </a:cxnLst>
                  <a:rect l="l" t="t" r="r" b="b"/>
                  <a:pathLst>
                    <a:path w="777" h="9435">
                      <a:moveTo>
                        <a:pt x="733" y="-70"/>
                      </a:moveTo>
                      <a:cubicBezTo>
                        <a:pt x="733" y="-70"/>
                        <a:pt x="733" y="6050"/>
                        <a:pt x="733" y="8673"/>
                      </a:cubicBezTo>
                      <a:cubicBezTo>
                        <a:pt x="733" y="11296"/>
                        <a:pt x="-1015" y="6050"/>
                        <a:pt x="733" y="-70"/>
                      </a:cubicBezTo>
                      <a:close/>
                    </a:path>
                  </a:pathLst>
                </a:custGeom>
                <a:solidFill>
                  <a:srgbClr val="D1D3D9"/>
                </a:solidFill>
                <a:ln w="87213" cap="flat">
                  <a:noFill/>
                  <a:prstDash val="solid"/>
                  <a:miter/>
                </a:ln>
              </p:spPr>
              <p:txBody>
                <a:bodyPr rtlCol="0" anchor="ctr"/>
                <a:lstStyle/>
                <a:p>
                  <a:endParaRPr lang="en-IN" dirty="0"/>
                </a:p>
              </p:txBody>
            </p:sp>
            <p:sp>
              <p:nvSpPr>
                <p:cNvPr id="2189" name="Freeform: Shape 2188">
                  <a:extLst>
                    <a:ext uri="{FF2B5EF4-FFF2-40B4-BE49-F238E27FC236}">
                      <a16:creationId xmlns:a16="http://schemas.microsoft.com/office/drawing/2014/main" id="{8D02AA1B-6D11-2A15-ECAC-C4A1A5C87FFF}"/>
                    </a:ext>
                  </a:extLst>
                </p:cNvPr>
                <p:cNvSpPr/>
                <p:nvPr/>
              </p:nvSpPr>
              <p:spPr>
                <a:xfrm>
                  <a:off x="2444212" y="3905673"/>
                  <a:ext cx="51586" cy="19797"/>
                </a:xfrm>
                <a:custGeom>
                  <a:avLst/>
                  <a:gdLst>
                    <a:gd name="connsiteX0" fmla="*/ 51542 w 51586"/>
                    <a:gd name="connsiteY0" fmla="*/ 1366 h 19797"/>
                    <a:gd name="connsiteX1" fmla="*/ 51542 w 51586"/>
                    <a:gd name="connsiteY1" fmla="*/ 1366 h 19797"/>
                    <a:gd name="connsiteX2" fmla="*/ 45422 w 51586"/>
                    <a:gd name="connsiteY2" fmla="*/ 1366 h 19797"/>
                    <a:gd name="connsiteX3" fmla="*/ 5202 w 51586"/>
                    <a:gd name="connsiteY3" fmla="*/ 19727 h 19797"/>
                    <a:gd name="connsiteX4" fmla="*/ -44 w 51586"/>
                    <a:gd name="connsiteY4" fmla="*/ 19727 h 19797"/>
                    <a:gd name="connsiteX5" fmla="*/ -44 w 51586"/>
                    <a:gd name="connsiteY5" fmla="*/ 19727 h 19797"/>
                    <a:gd name="connsiteX6" fmla="*/ 7825 w 51586"/>
                    <a:gd name="connsiteY6" fmla="*/ 10984 h 19797"/>
                    <a:gd name="connsiteX7" fmla="*/ 7825 w 51586"/>
                    <a:gd name="connsiteY7" fmla="*/ 10984 h 19797"/>
                    <a:gd name="connsiteX8" fmla="*/ 24437 w 51586"/>
                    <a:gd name="connsiteY8" fmla="*/ 1366 h 19797"/>
                    <a:gd name="connsiteX9" fmla="*/ 51542 w 51586"/>
                    <a:gd name="connsiteY9" fmla="*/ 1366 h 1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6" h="19797">
                      <a:moveTo>
                        <a:pt x="51542" y="1366"/>
                      </a:moveTo>
                      <a:lnTo>
                        <a:pt x="51542" y="1366"/>
                      </a:lnTo>
                      <a:cubicBezTo>
                        <a:pt x="51542" y="1366"/>
                        <a:pt x="51542" y="1366"/>
                        <a:pt x="45422" y="1366"/>
                      </a:cubicBezTo>
                      <a:cubicBezTo>
                        <a:pt x="30663" y="3937"/>
                        <a:pt x="16813" y="10258"/>
                        <a:pt x="5202" y="19727"/>
                      </a:cubicBezTo>
                      <a:lnTo>
                        <a:pt x="-44" y="19727"/>
                      </a:lnTo>
                      <a:lnTo>
                        <a:pt x="-44" y="19727"/>
                      </a:lnTo>
                      <a:cubicBezTo>
                        <a:pt x="-44" y="14481"/>
                        <a:pt x="-44" y="13607"/>
                        <a:pt x="7825" y="10984"/>
                      </a:cubicBezTo>
                      <a:lnTo>
                        <a:pt x="7825" y="10984"/>
                      </a:lnTo>
                      <a:cubicBezTo>
                        <a:pt x="13053" y="7268"/>
                        <a:pt x="18615" y="4050"/>
                        <a:pt x="24437" y="1366"/>
                      </a:cubicBezTo>
                      <a:cubicBezTo>
                        <a:pt x="33373" y="-549"/>
                        <a:pt x="42606" y="-549"/>
                        <a:pt x="51542" y="1366"/>
                      </a:cubicBezTo>
                      <a:close/>
                    </a:path>
                  </a:pathLst>
                </a:custGeom>
                <a:solidFill>
                  <a:srgbClr val="CED0D6"/>
                </a:solidFill>
                <a:ln w="87213" cap="flat">
                  <a:noFill/>
                  <a:prstDash val="solid"/>
                  <a:miter/>
                </a:ln>
              </p:spPr>
              <p:txBody>
                <a:bodyPr rtlCol="0" anchor="ctr"/>
                <a:lstStyle/>
                <a:p>
                  <a:endParaRPr lang="en-IN" dirty="0"/>
                </a:p>
              </p:txBody>
            </p:sp>
            <p:sp>
              <p:nvSpPr>
                <p:cNvPr id="2190" name="Freeform: Shape 2189">
                  <a:extLst>
                    <a:ext uri="{FF2B5EF4-FFF2-40B4-BE49-F238E27FC236}">
                      <a16:creationId xmlns:a16="http://schemas.microsoft.com/office/drawing/2014/main" id="{334038E1-64BA-96F6-C7F0-EF7CD2DD2B27}"/>
                    </a:ext>
                  </a:extLst>
                </p:cNvPr>
                <p:cNvSpPr/>
                <p:nvPr/>
              </p:nvSpPr>
              <p:spPr>
                <a:xfrm>
                  <a:off x="2453830" y="3913229"/>
                  <a:ext cx="16612" cy="10492"/>
                </a:xfrm>
                <a:custGeom>
                  <a:avLst/>
                  <a:gdLst>
                    <a:gd name="connsiteX0" fmla="*/ 16568 w 16612"/>
                    <a:gd name="connsiteY0" fmla="*/ 805 h 10492"/>
                    <a:gd name="connsiteX1" fmla="*/ -44 w 16612"/>
                    <a:gd name="connsiteY1" fmla="*/ 10422 h 10492"/>
                    <a:gd name="connsiteX2" fmla="*/ 13071 w 16612"/>
                    <a:gd name="connsiteY2" fmla="*/ -70 h 10492"/>
                  </a:gdLst>
                  <a:ahLst/>
                  <a:cxnLst>
                    <a:cxn ang="0">
                      <a:pos x="connsiteX0" y="connsiteY0"/>
                    </a:cxn>
                    <a:cxn ang="0">
                      <a:pos x="connsiteX1" y="connsiteY1"/>
                    </a:cxn>
                    <a:cxn ang="0">
                      <a:pos x="connsiteX2" y="connsiteY2"/>
                    </a:cxn>
                  </a:cxnLst>
                  <a:rect l="l" t="t" r="r" b="b"/>
                  <a:pathLst>
                    <a:path w="16612" h="10492">
                      <a:moveTo>
                        <a:pt x="16568" y="805"/>
                      </a:moveTo>
                      <a:cubicBezTo>
                        <a:pt x="11777" y="5158"/>
                        <a:pt x="6111" y="8438"/>
                        <a:pt x="-44" y="10422"/>
                      </a:cubicBezTo>
                      <a:cubicBezTo>
                        <a:pt x="-44" y="5176"/>
                        <a:pt x="9574" y="4302"/>
                        <a:pt x="13071" y="-70"/>
                      </a:cubicBezTo>
                      <a:close/>
                    </a:path>
                  </a:pathLst>
                </a:custGeom>
                <a:solidFill>
                  <a:srgbClr val="D1D3D9"/>
                </a:solidFill>
                <a:ln w="87213" cap="flat">
                  <a:noFill/>
                  <a:prstDash val="solid"/>
                  <a:miter/>
                </a:ln>
              </p:spPr>
              <p:txBody>
                <a:bodyPr rtlCol="0" anchor="ctr"/>
                <a:lstStyle/>
                <a:p>
                  <a:endParaRPr lang="en-IN" dirty="0"/>
                </a:p>
              </p:txBody>
            </p:sp>
            <p:sp>
              <p:nvSpPr>
                <p:cNvPr id="2191" name="Freeform: Shape 2190">
                  <a:extLst>
                    <a:ext uri="{FF2B5EF4-FFF2-40B4-BE49-F238E27FC236}">
                      <a16:creationId xmlns:a16="http://schemas.microsoft.com/office/drawing/2014/main" id="{390575A7-BD0F-F796-F412-D377488DF94F}"/>
                    </a:ext>
                  </a:extLst>
                </p:cNvPr>
                <p:cNvSpPr/>
                <p:nvPr/>
              </p:nvSpPr>
              <p:spPr>
                <a:xfrm>
                  <a:off x="2419011" y="3915852"/>
                  <a:ext cx="60174" cy="95304"/>
                </a:xfrm>
                <a:custGeom>
                  <a:avLst/>
                  <a:gdLst>
                    <a:gd name="connsiteX0" fmla="*/ 1549 w 60174"/>
                    <a:gd name="connsiteY0" fmla="*/ 95234 h 95304"/>
                    <a:gd name="connsiteX1" fmla="*/ 1549 w 60174"/>
                    <a:gd name="connsiteY1" fmla="*/ 62009 h 95304"/>
                    <a:gd name="connsiteX2" fmla="*/ 46141 w 60174"/>
                    <a:gd name="connsiteY2" fmla="*/ 5176 h 95304"/>
                    <a:gd name="connsiteX3" fmla="*/ 60131 w 60174"/>
                    <a:gd name="connsiteY3" fmla="*/ -70 h 95304"/>
                    <a:gd name="connsiteX4" fmla="*/ 60131 w 60174"/>
                    <a:gd name="connsiteY4" fmla="*/ -70 h 95304"/>
                    <a:gd name="connsiteX5" fmla="*/ 36523 w 60174"/>
                    <a:gd name="connsiteY5" fmla="*/ 14794 h 95304"/>
                    <a:gd name="connsiteX6" fmla="*/ 5921 w 60174"/>
                    <a:gd name="connsiteY6" fmla="*/ 74250 h 95304"/>
                    <a:gd name="connsiteX7" fmla="*/ 5921 w 60174"/>
                    <a:gd name="connsiteY7" fmla="*/ 85616 h 9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74" h="95304">
                      <a:moveTo>
                        <a:pt x="1549" y="95234"/>
                      </a:moveTo>
                      <a:cubicBezTo>
                        <a:pt x="-575" y="84261"/>
                        <a:pt x="-575" y="72982"/>
                        <a:pt x="1549" y="62009"/>
                      </a:cubicBezTo>
                      <a:cubicBezTo>
                        <a:pt x="8203" y="37859"/>
                        <a:pt x="24265" y="17391"/>
                        <a:pt x="46141" y="5176"/>
                      </a:cubicBezTo>
                      <a:cubicBezTo>
                        <a:pt x="50224" y="2151"/>
                        <a:pt x="55068" y="332"/>
                        <a:pt x="60131" y="-70"/>
                      </a:cubicBezTo>
                      <a:lnTo>
                        <a:pt x="60131" y="-70"/>
                      </a:lnTo>
                      <a:cubicBezTo>
                        <a:pt x="53136" y="6050"/>
                        <a:pt x="43518" y="8674"/>
                        <a:pt x="36523" y="14794"/>
                      </a:cubicBezTo>
                      <a:cubicBezTo>
                        <a:pt x="18844" y="29771"/>
                        <a:pt x="7844" y="51159"/>
                        <a:pt x="5921" y="74250"/>
                      </a:cubicBezTo>
                      <a:cubicBezTo>
                        <a:pt x="5921" y="74250"/>
                        <a:pt x="5921" y="82119"/>
                        <a:pt x="5921" y="85616"/>
                      </a:cubicBezTo>
                      <a:close/>
                    </a:path>
                  </a:pathLst>
                </a:custGeom>
                <a:solidFill>
                  <a:srgbClr val="C0C3CB"/>
                </a:solidFill>
                <a:ln w="87213" cap="flat">
                  <a:noFill/>
                  <a:prstDash val="solid"/>
                  <a:miter/>
                </a:ln>
              </p:spPr>
              <p:txBody>
                <a:bodyPr rtlCol="0" anchor="ctr"/>
                <a:lstStyle/>
                <a:p>
                  <a:endParaRPr lang="en-IN" dirty="0"/>
                </a:p>
              </p:txBody>
            </p:sp>
            <p:sp>
              <p:nvSpPr>
                <p:cNvPr id="2192" name="Freeform: Shape 2191">
                  <a:extLst>
                    <a:ext uri="{FF2B5EF4-FFF2-40B4-BE49-F238E27FC236}">
                      <a16:creationId xmlns:a16="http://schemas.microsoft.com/office/drawing/2014/main" id="{7B7E3074-F9DB-6AB0-D613-0AAF6DDD45CB}"/>
                    </a:ext>
                  </a:extLst>
                </p:cNvPr>
                <p:cNvSpPr/>
                <p:nvPr/>
              </p:nvSpPr>
              <p:spPr>
                <a:xfrm>
                  <a:off x="2425851" y="3908858"/>
                  <a:ext cx="91806" cy="69073"/>
                </a:xfrm>
                <a:custGeom>
                  <a:avLst/>
                  <a:gdLst>
                    <a:gd name="connsiteX0" fmla="*/ 55914 w 91806"/>
                    <a:gd name="connsiteY0" fmla="*/ 7799 h 69073"/>
                    <a:gd name="connsiteX1" fmla="*/ -44 w 91806"/>
                    <a:gd name="connsiteY1" fmla="*/ 62008 h 69073"/>
                    <a:gd name="connsiteX2" fmla="*/ -44 w 91806"/>
                    <a:gd name="connsiteY2" fmla="*/ 69003 h 69073"/>
                    <a:gd name="connsiteX3" fmla="*/ 19191 w 91806"/>
                    <a:gd name="connsiteY3" fmla="*/ 31406 h 69073"/>
                    <a:gd name="connsiteX4" fmla="*/ 25312 w 91806"/>
                    <a:gd name="connsiteY4" fmla="*/ 24412 h 69073"/>
                    <a:gd name="connsiteX5" fmla="*/ 76898 w 91806"/>
                    <a:gd name="connsiteY5" fmla="*/ -70 h 69073"/>
                    <a:gd name="connsiteX6" fmla="*/ 91762 w 91806"/>
                    <a:gd name="connsiteY6" fmla="*/ -70 h 69073"/>
                    <a:gd name="connsiteX7" fmla="*/ 91762 w 91806"/>
                    <a:gd name="connsiteY7" fmla="*/ -70 h 69073"/>
                    <a:gd name="connsiteX8" fmla="*/ 83893 w 91806"/>
                    <a:gd name="connsiteY8" fmla="*/ -70 h 69073"/>
                    <a:gd name="connsiteX9" fmla="*/ 62909 w 91806"/>
                    <a:gd name="connsiteY9" fmla="*/ -70 h 69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806" h="69073">
                      <a:moveTo>
                        <a:pt x="55914" y="7799"/>
                      </a:moveTo>
                      <a:cubicBezTo>
                        <a:pt x="29797" y="16096"/>
                        <a:pt x="9084" y="36171"/>
                        <a:pt x="-44" y="62008"/>
                      </a:cubicBezTo>
                      <a:cubicBezTo>
                        <a:pt x="428" y="64317"/>
                        <a:pt x="428" y="66695"/>
                        <a:pt x="-44" y="69003"/>
                      </a:cubicBezTo>
                      <a:cubicBezTo>
                        <a:pt x="2780" y="54935"/>
                        <a:pt x="9434" y="41925"/>
                        <a:pt x="19191" y="31406"/>
                      </a:cubicBezTo>
                      <a:lnTo>
                        <a:pt x="25312" y="24412"/>
                      </a:lnTo>
                      <a:cubicBezTo>
                        <a:pt x="39914" y="11637"/>
                        <a:pt x="57767" y="3165"/>
                        <a:pt x="76898" y="-70"/>
                      </a:cubicBezTo>
                      <a:lnTo>
                        <a:pt x="91762" y="-70"/>
                      </a:lnTo>
                      <a:cubicBezTo>
                        <a:pt x="91762" y="-70"/>
                        <a:pt x="91762" y="-70"/>
                        <a:pt x="91762" y="-70"/>
                      </a:cubicBezTo>
                      <a:cubicBezTo>
                        <a:pt x="91762" y="-70"/>
                        <a:pt x="86516" y="-70"/>
                        <a:pt x="83893" y="-70"/>
                      </a:cubicBezTo>
                      <a:lnTo>
                        <a:pt x="62909" y="-70"/>
                      </a:lnTo>
                      <a:close/>
                    </a:path>
                  </a:pathLst>
                </a:custGeom>
                <a:solidFill>
                  <a:srgbClr val="C3C7CE"/>
                </a:solidFill>
                <a:ln w="87213" cap="flat">
                  <a:noFill/>
                  <a:prstDash val="solid"/>
                  <a:miter/>
                </a:ln>
              </p:spPr>
              <p:txBody>
                <a:bodyPr rtlCol="0" anchor="ctr"/>
                <a:lstStyle/>
                <a:p>
                  <a:endParaRPr lang="en-IN" dirty="0"/>
                </a:p>
              </p:txBody>
            </p:sp>
            <p:sp>
              <p:nvSpPr>
                <p:cNvPr id="2193" name="Freeform: Shape 2192">
                  <a:extLst>
                    <a:ext uri="{FF2B5EF4-FFF2-40B4-BE49-F238E27FC236}">
                      <a16:creationId xmlns:a16="http://schemas.microsoft.com/office/drawing/2014/main" id="{7C2582BD-6F27-2D1B-D46A-C1DA6043520F}"/>
                    </a:ext>
                  </a:extLst>
                </p:cNvPr>
                <p:cNvSpPr/>
                <p:nvPr/>
              </p:nvSpPr>
              <p:spPr>
                <a:xfrm>
                  <a:off x="2420604" y="4011156"/>
                  <a:ext cx="6995" cy="18361"/>
                </a:xfrm>
                <a:custGeom>
                  <a:avLst/>
                  <a:gdLst>
                    <a:gd name="connsiteX0" fmla="*/ 5203 w 6995"/>
                    <a:gd name="connsiteY0" fmla="*/ 18291 h 18361"/>
                    <a:gd name="connsiteX1" fmla="*/ -44 w 6995"/>
                    <a:gd name="connsiteY1" fmla="*/ -70 h 18361"/>
                    <a:gd name="connsiteX2" fmla="*/ -44 w 6995"/>
                    <a:gd name="connsiteY2" fmla="*/ -70 h 18361"/>
                    <a:gd name="connsiteX3" fmla="*/ 6951 w 6995"/>
                    <a:gd name="connsiteY3" fmla="*/ 15668 h 18361"/>
                  </a:gdLst>
                  <a:ahLst/>
                  <a:cxnLst>
                    <a:cxn ang="0">
                      <a:pos x="connsiteX0" y="connsiteY0"/>
                    </a:cxn>
                    <a:cxn ang="0">
                      <a:pos x="connsiteX1" y="connsiteY1"/>
                    </a:cxn>
                    <a:cxn ang="0">
                      <a:pos x="connsiteX2" y="connsiteY2"/>
                    </a:cxn>
                    <a:cxn ang="0">
                      <a:pos x="connsiteX3" y="connsiteY3"/>
                    </a:cxn>
                  </a:cxnLst>
                  <a:rect l="l" t="t" r="r" b="b"/>
                  <a:pathLst>
                    <a:path w="6994" h="18361">
                      <a:moveTo>
                        <a:pt x="5203" y="18291"/>
                      </a:moveTo>
                      <a:cubicBezTo>
                        <a:pt x="1740" y="12792"/>
                        <a:pt x="-79" y="6427"/>
                        <a:pt x="-44" y="-70"/>
                      </a:cubicBezTo>
                      <a:lnTo>
                        <a:pt x="-44" y="-70"/>
                      </a:lnTo>
                      <a:cubicBezTo>
                        <a:pt x="7825" y="-70"/>
                        <a:pt x="6077" y="10422"/>
                        <a:pt x="6951" y="15668"/>
                      </a:cubicBezTo>
                      <a:close/>
                    </a:path>
                  </a:pathLst>
                </a:custGeom>
                <a:solidFill>
                  <a:srgbClr val="C0C3CB"/>
                </a:solidFill>
                <a:ln w="87213" cap="flat">
                  <a:noFill/>
                  <a:prstDash val="solid"/>
                  <a:miter/>
                </a:ln>
              </p:spPr>
              <p:txBody>
                <a:bodyPr rtlCol="0" anchor="ctr"/>
                <a:lstStyle/>
                <a:p>
                  <a:endParaRPr lang="en-IN" dirty="0"/>
                </a:p>
              </p:txBody>
            </p:sp>
            <p:sp>
              <p:nvSpPr>
                <p:cNvPr id="2194" name="Freeform: Shape 2193">
                  <a:extLst>
                    <a:ext uri="{FF2B5EF4-FFF2-40B4-BE49-F238E27FC236}">
                      <a16:creationId xmlns:a16="http://schemas.microsoft.com/office/drawing/2014/main" id="{96E9FD30-199B-78B3-A082-695EBC69E9B4}"/>
                    </a:ext>
                  </a:extLst>
                </p:cNvPr>
                <p:cNvSpPr/>
                <p:nvPr/>
              </p:nvSpPr>
              <p:spPr>
                <a:xfrm>
                  <a:off x="2438092" y="3923722"/>
                  <a:ext cx="15738" cy="13989"/>
                </a:xfrm>
                <a:custGeom>
                  <a:avLst/>
                  <a:gdLst>
                    <a:gd name="connsiteX0" fmla="*/ 15694 w 15738"/>
                    <a:gd name="connsiteY0" fmla="*/ -70 h 13989"/>
                    <a:gd name="connsiteX1" fmla="*/ 7825 w 15738"/>
                    <a:gd name="connsiteY1" fmla="*/ 8673 h 13989"/>
                    <a:gd name="connsiteX2" fmla="*/ -44 w 15738"/>
                    <a:gd name="connsiteY2" fmla="*/ 13919 h 13989"/>
                    <a:gd name="connsiteX3" fmla="*/ 15694 w 15738"/>
                    <a:gd name="connsiteY3" fmla="*/ -70 h 13989"/>
                  </a:gdLst>
                  <a:ahLst/>
                  <a:cxnLst>
                    <a:cxn ang="0">
                      <a:pos x="connsiteX0" y="connsiteY0"/>
                    </a:cxn>
                    <a:cxn ang="0">
                      <a:pos x="connsiteX1" y="connsiteY1"/>
                    </a:cxn>
                    <a:cxn ang="0">
                      <a:pos x="connsiteX2" y="connsiteY2"/>
                    </a:cxn>
                    <a:cxn ang="0">
                      <a:pos x="connsiteX3" y="connsiteY3"/>
                    </a:cxn>
                  </a:cxnLst>
                  <a:rect l="l" t="t" r="r" b="b"/>
                  <a:pathLst>
                    <a:path w="15738" h="13989">
                      <a:moveTo>
                        <a:pt x="15694" y="-70"/>
                      </a:moveTo>
                      <a:lnTo>
                        <a:pt x="7825" y="8673"/>
                      </a:lnTo>
                      <a:cubicBezTo>
                        <a:pt x="7825" y="8673"/>
                        <a:pt x="3453" y="13045"/>
                        <a:pt x="-44" y="13919"/>
                      </a:cubicBezTo>
                      <a:cubicBezTo>
                        <a:pt x="3383" y="7545"/>
                        <a:pt x="8962" y="2588"/>
                        <a:pt x="15694" y="-70"/>
                      </a:cubicBezTo>
                      <a:close/>
                    </a:path>
                  </a:pathLst>
                </a:custGeom>
                <a:solidFill>
                  <a:srgbClr val="D1D3D9"/>
                </a:solidFill>
                <a:ln w="87213" cap="flat">
                  <a:noFill/>
                  <a:prstDash val="solid"/>
                  <a:miter/>
                </a:ln>
              </p:spPr>
              <p:txBody>
                <a:bodyPr rtlCol="0" anchor="ctr"/>
                <a:lstStyle/>
                <a:p>
                  <a:endParaRPr lang="en-IN" dirty="0"/>
                </a:p>
              </p:txBody>
            </p:sp>
            <p:sp>
              <p:nvSpPr>
                <p:cNvPr id="2195" name="Freeform: Shape 2194">
                  <a:extLst>
                    <a:ext uri="{FF2B5EF4-FFF2-40B4-BE49-F238E27FC236}">
                      <a16:creationId xmlns:a16="http://schemas.microsoft.com/office/drawing/2014/main" id="{772FDBD6-E6E1-B662-5496-18331FDA6263}"/>
                    </a:ext>
                  </a:extLst>
                </p:cNvPr>
                <p:cNvSpPr/>
                <p:nvPr/>
              </p:nvSpPr>
              <p:spPr>
                <a:xfrm>
                  <a:off x="2425851" y="3942958"/>
                  <a:ext cx="9617" cy="14863"/>
                </a:xfrm>
                <a:custGeom>
                  <a:avLst/>
                  <a:gdLst>
                    <a:gd name="connsiteX0" fmla="*/ -44 w 9617"/>
                    <a:gd name="connsiteY0" fmla="*/ 14794 h 14863"/>
                    <a:gd name="connsiteX1" fmla="*/ 9574 w 9617"/>
                    <a:gd name="connsiteY1" fmla="*/ -70 h 14863"/>
                    <a:gd name="connsiteX2" fmla="*/ -44 w 9617"/>
                    <a:gd name="connsiteY2" fmla="*/ 14794 h 14863"/>
                  </a:gdLst>
                  <a:ahLst/>
                  <a:cxnLst>
                    <a:cxn ang="0">
                      <a:pos x="connsiteX0" y="connsiteY0"/>
                    </a:cxn>
                    <a:cxn ang="0">
                      <a:pos x="connsiteX1" y="connsiteY1"/>
                    </a:cxn>
                    <a:cxn ang="0">
                      <a:pos x="connsiteX2" y="connsiteY2"/>
                    </a:cxn>
                  </a:cxnLst>
                  <a:rect l="l" t="t" r="r" b="b"/>
                  <a:pathLst>
                    <a:path w="9617" h="14863">
                      <a:moveTo>
                        <a:pt x="-44" y="14794"/>
                      </a:moveTo>
                      <a:lnTo>
                        <a:pt x="9574" y="-70"/>
                      </a:lnTo>
                      <a:cubicBezTo>
                        <a:pt x="8612" y="6015"/>
                        <a:pt x="5114" y="11419"/>
                        <a:pt x="-44" y="14794"/>
                      </a:cubicBezTo>
                      <a:close/>
                    </a:path>
                  </a:pathLst>
                </a:custGeom>
                <a:solidFill>
                  <a:srgbClr val="CED0D6"/>
                </a:solidFill>
                <a:ln w="87213" cap="flat">
                  <a:noFill/>
                  <a:prstDash val="solid"/>
                  <a:miter/>
                </a:ln>
              </p:spPr>
              <p:txBody>
                <a:bodyPr rtlCol="0" anchor="ctr"/>
                <a:lstStyle/>
                <a:p>
                  <a:endParaRPr lang="en-IN" dirty="0"/>
                </a:p>
              </p:txBody>
            </p:sp>
            <p:sp>
              <p:nvSpPr>
                <p:cNvPr id="2196" name="Freeform: Shape 2195">
                  <a:extLst>
                    <a:ext uri="{FF2B5EF4-FFF2-40B4-BE49-F238E27FC236}">
                      <a16:creationId xmlns:a16="http://schemas.microsoft.com/office/drawing/2014/main" id="{DFA069C8-9023-0884-54BB-540EDE2DE1C7}"/>
                    </a:ext>
                  </a:extLst>
                </p:cNvPr>
                <p:cNvSpPr/>
                <p:nvPr/>
              </p:nvSpPr>
              <p:spPr>
                <a:xfrm>
                  <a:off x="2424756" y="4029518"/>
                  <a:ext cx="1095" cy="6994"/>
                </a:xfrm>
                <a:custGeom>
                  <a:avLst/>
                  <a:gdLst>
                    <a:gd name="connsiteX0" fmla="*/ 1051 w 1095"/>
                    <a:gd name="connsiteY0" fmla="*/ -70 h 6994"/>
                    <a:gd name="connsiteX1" fmla="*/ 1051 w 1095"/>
                    <a:gd name="connsiteY1" fmla="*/ -70 h 6994"/>
                    <a:gd name="connsiteX2" fmla="*/ 1051 w 1095"/>
                    <a:gd name="connsiteY2" fmla="*/ -70 h 6994"/>
                    <a:gd name="connsiteX3" fmla="*/ 1051 w 1095"/>
                    <a:gd name="connsiteY3" fmla="*/ 6925 h 6994"/>
                    <a:gd name="connsiteX4" fmla="*/ 1051 w 1095"/>
                    <a:gd name="connsiteY4" fmla="*/ 6925 h 6994"/>
                    <a:gd name="connsiteX5" fmla="*/ 1051 w 1095"/>
                    <a:gd name="connsiteY5" fmla="*/ -70 h 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5" h="6994">
                      <a:moveTo>
                        <a:pt x="1051" y="-70"/>
                      </a:moveTo>
                      <a:lnTo>
                        <a:pt x="1051" y="-70"/>
                      </a:lnTo>
                      <a:lnTo>
                        <a:pt x="1051" y="-70"/>
                      </a:lnTo>
                      <a:cubicBezTo>
                        <a:pt x="1051" y="-70"/>
                        <a:pt x="1051" y="-70"/>
                        <a:pt x="1051" y="6925"/>
                      </a:cubicBezTo>
                      <a:lnTo>
                        <a:pt x="1051" y="6925"/>
                      </a:lnTo>
                      <a:cubicBezTo>
                        <a:pt x="-409" y="4826"/>
                        <a:pt x="-409" y="2029"/>
                        <a:pt x="1051" y="-70"/>
                      </a:cubicBezTo>
                      <a:close/>
                    </a:path>
                  </a:pathLst>
                </a:custGeom>
                <a:solidFill>
                  <a:srgbClr val="BFC2CA"/>
                </a:solidFill>
                <a:ln w="87213" cap="flat">
                  <a:noFill/>
                  <a:prstDash val="solid"/>
                  <a:miter/>
                </a:ln>
              </p:spPr>
              <p:txBody>
                <a:bodyPr rtlCol="0" anchor="ctr"/>
                <a:lstStyle/>
                <a:p>
                  <a:endParaRPr lang="en-IN" dirty="0"/>
                </a:p>
              </p:txBody>
            </p:sp>
            <p:sp>
              <p:nvSpPr>
                <p:cNvPr id="2197" name="Freeform: Shape 2196">
                  <a:extLst>
                    <a:ext uri="{FF2B5EF4-FFF2-40B4-BE49-F238E27FC236}">
                      <a16:creationId xmlns:a16="http://schemas.microsoft.com/office/drawing/2014/main" id="{FDB52DC0-04E4-DD18-60A6-B11915AA8D7F}"/>
                    </a:ext>
                  </a:extLst>
                </p:cNvPr>
                <p:cNvSpPr/>
                <p:nvPr/>
              </p:nvSpPr>
              <p:spPr>
                <a:xfrm>
                  <a:off x="2528149" y="3980554"/>
                  <a:ext cx="73882" cy="111041"/>
                </a:xfrm>
                <a:custGeom>
                  <a:avLst/>
                  <a:gdLst>
                    <a:gd name="connsiteX0" fmla="*/ 72527 w 73882"/>
                    <a:gd name="connsiteY0" fmla="*/ -70 h 111041"/>
                    <a:gd name="connsiteX1" fmla="*/ 72527 w 73882"/>
                    <a:gd name="connsiteY1" fmla="*/ 24412 h 111041"/>
                    <a:gd name="connsiteX2" fmla="*/ 65532 w 73882"/>
                    <a:gd name="connsiteY2" fmla="*/ 57636 h 111041"/>
                    <a:gd name="connsiteX3" fmla="*/ 47171 w 73882"/>
                    <a:gd name="connsiteY3" fmla="*/ 86490 h 111041"/>
                    <a:gd name="connsiteX4" fmla="*/ 34055 w 73882"/>
                    <a:gd name="connsiteY4" fmla="*/ 96982 h 111041"/>
                    <a:gd name="connsiteX5" fmla="*/ -44 w 73882"/>
                    <a:gd name="connsiteY5" fmla="*/ 110972 h 111041"/>
                    <a:gd name="connsiteX6" fmla="*/ -44 w 73882"/>
                    <a:gd name="connsiteY6" fmla="*/ 110972 h 111041"/>
                    <a:gd name="connsiteX7" fmla="*/ 8700 w 73882"/>
                    <a:gd name="connsiteY7" fmla="*/ 110972 h 111041"/>
                    <a:gd name="connsiteX8" fmla="*/ 68155 w 73882"/>
                    <a:gd name="connsiteY8" fmla="*/ 16542 h 111041"/>
                    <a:gd name="connsiteX9" fmla="*/ 68155 w 73882"/>
                    <a:gd name="connsiteY9" fmla="*/ 8673 h 111041"/>
                    <a:gd name="connsiteX10" fmla="*/ 68155 w 73882"/>
                    <a:gd name="connsiteY10" fmla="*/ 8673 h 11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882" h="111041">
                      <a:moveTo>
                        <a:pt x="72527" y="-70"/>
                      </a:moveTo>
                      <a:cubicBezTo>
                        <a:pt x="74275" y="8000"/>
                        <a:pt x="74275" y="16341"/>
                        <a:pt x="72527" y="24412"/>
                      </a:cubicBezTo>
                      <a:cubicBezTo>
                        <a:pt x="71967" y="35786"/>
                        <a:pt x="69606" y="47005"/>
                        <a:pt x="65532" y="57636"/>
                      </a:cubicBezTo>
                      <a:cubicBezTo>
                        <a:pt x="61108" y="68234"/>
                        <a:pt x="54891" y="77992"/>
                        <a:pt x="47171" y="86490"/>
                      </a:cubicBezTo>
                      <a:lnTo>
                        <a:pt x="34055" y="96982"/>
                      </a:lnTo>
                      <a:cubicBezTo>
                        <a:pt x="23808" y="104012"/>
                        <a:pt x="12188" y="108786"/>
                        <a:pt x="-44" y="110972"/>
                      </a:cubicBezTo>
                      <a:cubicBezTo>
                        <a:pt x="-44" y="110972"/>
                        <a:pt x="-44" y="110972"/>
                        <a:pt x="-44" y="110972"/>
                      </a:cubicBezTo>
                      <a:cubicBezTo>
                        <a:pt x="-44" y="110972"/>
                        <a:pt x="5202" y="110972"/>
                        <a:pt x="8700" y="110972"/>
                      </a:cubicBezTo>
                      <a:cubicBezTo>
                        <a:pt x="50397" y="100208"/>
                        <a:pt x="76470" y="58799"/>
                        <a:pt x="68155" y="16542"/>
                      </a:cubicBezTo>
                      <a:cubicBezTo>
                        <a:pt x="67718" y="13936"/>
                        <a:pt x="67718" y="11279"/>
                        <a:pt x="68155" y="8673"/>
                      </a:cubicBezTo>
                      <a:lnTo>
                        <a:pt x="68155" y="8673"/>
                      </a:lnTo>
                      <a:close/>
                    </a:path>
                  </a:pathLst>
                </a:custGeom>
                <a:solidFill>
                  <a:srgbClr val="BDC0C9"/>
                </a:solidFill>
                <a:ln w="87213" cap="flat">
                  <a:noFill/>
                  <a:prstDash val="solid"/>
                  <a:miter/>
                </a:ln>
              </p:spPr>
              <p:txBody>
                <a:bodyPr rtlCol="0" anchor="ctr"/>
                <a:lstStyle/>
                <a:p>
                  <a:endParaRPr lang="en-IN" dirty="0"/>
                </a:p>
              </p:txBody>
            </p:sp>
            <p:sp>
              <p:nvSpPr>
                <p:cNvPr id="2198" name="Freeform: Shape 2197">
                  <a:extLst>
                    <a:ext uri="{FF2B5EF4-FFF2-40B4-BE49-F238E27FC236}">
                      <a16:creationId xmlns:a16="http://schemas.microsoft.com/office/drawing/2014/main" id="{9D701144-3AF4-7608-C3F1-01F6D16CED0A}"/>
                    </a:ext>
                  </a:extLst>
                </p:cNvPr>
                <p:cNvSpPr/>
                <p:nvPr/>
              </p:nvSpPr>
              <p:spPr>
                <a:xfrm>
                  <a:off x="2431097" y="4037387"/>
                  <a:ext cx="90932" cy="55958"/>
                </a:xfrm>
                <a:custGeom>
                  <a:avLst/>
                  <a:gdLst>
                    <a:gd name="connsiteX0" fmla="*/ 90888 w 90932"/>
                    <a:gd name="connsiteY0" fmla="*/ 55888 h 55958"/>
                    <a:gd name="connsiteX1" fmla="*/ 54166 w 90932"/>
                    <a:gd name="connsiteY1" fmla="*/ 49768 h 55958"/>
                    <a:gd name="connsiteX2" fmla="*/ 43673 w 90932"/>
                    <a:gd name="connsiteY2" fmla="*/ 44521 h 55958"/>
                    <a:gd name="connsiteX3" fmla="*/ 25312 w 90932"/>
                    <a:gd name="connsiteY3" fmla="*/ 33155 h 55958"/>
                    <a:gd name="connsiteX4" fmla="*/ -44 w 90932"/>
                    <a:gd name="connsiteY4" fmla="*/ -70 h 55958"/>
                    <a:gd name="connsiteX5" fmla="*/ 7825 w 90932"/>
                    <a:gd name="connsiteY5" fmla="*/ -70 h 55958"/>
                    <a:gd name="connsiteX6" fmla="*/ 82145 w 90932"/>
                    <a:gd name="connsiteY6" fmla="*/ 45396 h 55958"/>
                    <a:gd name="connsiteX7" fmla="*/ 88265 w 90932"/>
                    <a:gd name="connsiteY7" fmla="*/ 45396 h 55958"/>
                    <a:gd name="connsiteX8" fmla="*/ 88265 w 90932"/>
                    <a:gd name="connsiteY8" fmla="*/ 45396 h 55958"/>
                    <a:gd name="connsiteX9" fmla="*/ 88265 w 90932"/>
                    <a:gd name="connsiteY9" fmla="*/ 45396 h 5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932" h="55958">
                      <a:moveTo>
                        <a:pt x="90888" y="55888"/>
                      </a:moveTo>
                      <a:cubicBezTo>
                        <a:pt x="78420" y="55556"/>
                        <a:pt x="66065" y="53501"/>
                        <a:pt x="54166" y="49768"/>
                      </a:cubicBezTo>
                      <a:lnTo>
                        <a:pt x="43673" y="44521"/>
                      </a:lnTo>
                      <a:cubicBezTo>
                        <a:pt x="36958" y="41785"/>
                        <a:pt x="30751" y="37946"/>
                        <a:pt x="25312" y="33155"/>
                      </a:cubicBezTo>
                      <a:cubicBezTo>
                        <a:pt x="13368" y="25242"/>
                        <a:pt x="4441" y="13534"/>
                        <a:pt x="-44" y="-70"/>
                      </a:cubicBezTo>
                      <a:cubicBezTo>
                        <a:pt x="-44" y="-70"/>
                        <a:pt x="6076" y="-70"/>
                        <a:pt x="7825" y="-70"/>
                      </a:cubicBezTo>
                      <a:cubicBezTo>
                        <a:pt x="22741" y="27227"/>
                        <a:pt x="51044" y="44538"/>
                        <a:pt x="82145" y="45396"/>
                      </a:cubicBezTo>
                      <a:lnTo>
                        <a:pt x="88265" y="45396"/>
                      </a:lnTo>
                      <a:cubicBezTo>
                        <a:pt x="88265" y="45396"/>
                        <a:pt x="88265" y="45396"/>
                        <a:pt x="88265" y="45396"/>
                      </a:cubicBezTo>
                      <a:lnTo>
                        <a:pt x="88265" y="45396"/>
                      </a:lnTo>
                      <a:close/>
                    </a:path>
                  </a:pathLst>
                </a:custGeom>
                <a:solidFill>
                  <a:srgbClr val="BDC1C9"/>
                </a:solidFill>
                <a:ln w="87213" cap="flat">
                  <a:noFill/>
                  <a:prstDash val="solid"/>
                  <a:miter/>
                </a:ln>
              </p:spPr>
              <p:txBody>
                <a:bodyPr rtlCol="0" anchor="ctr"/>
                <a:lstStyle/>
                <a:p>
                  <a:endParaRPr lang="en-IN" dirty="0"/>
                </a:p>
              </p:txBody>
            </p:sp>
            <p:sp>
              <p:nvSpPr>
                <p:cNvPr id="2199" name="Freeform: Shape 2198">
                  <a:extLst>
                    <a:ext uri="{FF2B5EF4-FFF2-40B4-BE49-F238E27FC236}">
                      <a16:creationId xmlns:a16="http://schemas.microsoft.com/office/drawing/2014/main" id="{E576B8B4-7A2F-5694-911D-D9DE79270BBD}"/>
                    </a:ext>
                  </a:extLst>
                </p:cNvPr>
                <p:cNvSpPr/>
                <p:nvPr/>
              </p:nvSpPr>
              <p:spPr>
                <a:xfrm>
                  <a:off x="2579736" y="4038261"/>
                  <a:ext cx="18361" cy="28853"/>
                </a:xfrm>
                <a:custGeom>
                  <a:avLst/>
                  <a:gdLst>
                    <a:gd name="connsiteX0" fmla="*/ -44 w 18361"/>
                    <a:gd name="connsiteY0" fmla="*/ 28784 h 28853"/>
                    <a:gd name="connsiteX1" fmla="*/ 18317 w 18361"/>
                    <a:gd name="connsiteY1" fmla="*/ -70 h 28853"/>
                    <a:gd name="connsiteX2" fmla="*/ -44 w 18361"/>
                    <a:gd name="connsiteY2" fmla="*/ 28784 h 28853"/>
                  </a:gdLst>
                  <a:ahLst/>
                  <a:cxnLst>
                    <a:cxn ang="0">
                      <a:pos x="connsiteX0" y="connsiteY0"/>
                    </a:cxn>
                    <a:cxn ang="0">
                      <a:pos x="connsiteX1" y="connsiteY1"/>
                    </a:cxn>
                    <a:cxn ang="0">
                      <a:pos x="connsiteX2" y="connsiteY2"/>
                    </a:cxn>
                  </a:cxnLst>
                  <a:rect l="l" t="t" r="r" b="b"/>
                  <a:pathLst>
                    <a:path w="18361" h="28853">
                      <a:moveTo>
                        <a:pt x="-44" y="28784"/>
                      </a:moveTo>
                      <a:lnTo>
                        <a:pt x="18317" y="-70"/>
                      </a:lnTo>
                      <a:cubicBezTo>
                        <a:pt x="16184" y="11568"/>
                        <a:pt x="9600" y="21920"/>
                        <a:pt x="-44" y="28784"/>
                      </a:cubicBezTo>
                      <a:close/>
                    </a:path>
                  </a:pathLst>
                </a:custGeom>
                <a:solidFill>
                  <a:srgbClr val="C0C3CB"/>
                </a:solidFill>
                <a:ln w="87213" cap="flat">
                  <a:noFill/>
                  <a:prstDash val="solid"/>
                  <a:miter/>
                </a:ln>
              </p:spPr>
              <p:txBody>
                <a:bodyPr rtlCol="0" anchor="ctr"/>
                <a:lstStyle/>
                <a:p>
                  <a:endParaRPr lang="en-IN" dirty="0"/>
                </a:p>
              </p:txBody>
            </p:sp>
            <p:sp>
              <p:nvSpPr>
                <p:cNvPr id="2200" name="Freeform: Shape 2199">
                  <a:extLst>
                    <a:ext uri="{FF2B5EF4-FFF2-40B4-BE49-F238E27FC236}">
                      <a16:creationId xmlns:a16="http://schemas.microsoft.com/office/drawing/2014/main" id="{E1B2262A-77F8-3058-23B4-04B48CE3F29A}"/>
                    </a:ext>
                  </a:extLst>
                </p:cNvPr>
                <p:cNvSpPr/>
                <p:nvPr/>
              </p:nvSpPr>
              <p:spPr>
                <a:xfrm>
                  <a:off x="2566621" y="4067114"/>
                  <a:ext cx="13115" cy="10492"/>
                </a:xfrm>
                <a:custGeom>
                  <a:avLst/>
                  <a:gdLst>
                    <a:gd name="connsiteX0" fmla="*/ -44 w 13115"/>
                    <a:gd name="connsiteY0" fmla="*/ 10422 h 10492"/>
                    <a:gd name="connsiteX1" fmla="*/ 13071 w 13115"/>
                    <a:gd name="connsiteY1" fmla="*/ -70 h 10492"/>
                    <a:gd name="connsiteX2" fmla="*/ -44 w 13115"/>
                    <a:gd name="connsiteY2" fmla="*/ 10422 h 10492"/>
                  </a:gdLst>
                  <a:ahLst/>
                  <a:cxnLst>
                    <a:cxn ang="0">
                      <a:pos x="connsiteX0" y="connsiteY0"/>
                    </a:cxn>
                    <a:cxn ang="0">
                      <a:pos x="connsiteX1" y="connsiteY1"/>
                    </a:cxn>
                    <a:cxn ang="0">
                      <a:pos x="connsiteX2" y="connsiteY2"/>
                    </a:cxn>
                  </a:cxnLst>
                  <a:rect l="l" t="t" r="r" b="b"/>
                  <a:pathLst>
                    <a:path w="13115" h="10492">
                      <a:moveTo>
                        <a:pt x="-44" y="10422"/>
                      </a:moveTo>
                      <a:cubicBezTo>
                        <a:pt x="3261" y="5771"/>
                        <a:pt x="7807" y="2133"/>
                        <a:pt x="13071" y="-70"/>
                      </a:cubicBezTo>
                      <a:cubicBezTo>
                        <a:pt x="9967" y="4774"/>
                        <a:pt x="5359" y="8455"/>
                        <a:pt x="-44" y="10422"/>
                      </a:cubicBezTo>
                      <a:close/>
                    </a:path>
                  </a:pathLst>
                </a:custGeom>
                <a:solidFill>
                  <a:srgbClr val="C0C3CB"/>
                </a:solidFill>
                <a:ln w="87213" cap="flat">
                  <a:noFill/>
                  <a:prstDash val="solid"/>
                  <a:miter/>
                </a:ln>
              </p:spPr>
              <p:txBody>
                <a:bodyPr rtlCol="0" anchor="ctr"/>
                <a:lstStyle/>
                <a:p>
                  <a:endParaRPr lang="en-IN" dirty="0"/>
                </a:p>
              </p:txBody>
            </p:sp>
            <p:sp>
              <p:nvSpPr>
                <p:cNvPr id="2201" name="Freeform: Shape 2200">
                  <a:extLst>
                    <a:ext uri="{FF2B5EF4-FFF2-40B4-BE49-F238E27FC236}">
                      <a16:creationId xmlns:a16="http://schemas.microsoft.com/office/drawing/2014/main" id="{BE48EB0A-A344-B63B-3FA0-E0CE56C2A431}"/>
                    </a:ext>
                  </a:extLst>
                </p:cNvPr>
                <p:cNvSpPr/>
                <p:nvPr/>
              </p:nvSpPr>
              <p:spPr>
                <a:xfrm>
                  <a:off x="2519406" y="4088973"/>
                  <a:ext cx="9617" cy="983"/>
                </a:xfrm>
                <a:custGeom>
                  <a:avLst/>
                  <a:gdLst>
                    <a:gd name="connsiteX0" fmla="*/ 9574 w 9617"/>
                    <a:gd name="connsiteY0" fmla="*/ -70 h 983"/>
                    <a:gd name="connsiteX1" fmla="*/ 9574 w 9617"/>
                    <a:gd name="connsiteY1" fmla="*/ -70 h 983"/>
                    <a:gd name="connsiteX2" fmla="*/ -44 w 9617"/>
                    <a:gd name="connsiteY2" fmla="*/ -70 h 983"/>
                    <a:gd name="connsiteX3" fmla="*/ -44 w 9617"/>
                    <a:gd name="connsiteY3" fmla="*/ -70 h 983"/>
                    <a:gd name="connsiteX4" fmla="*/ 5202 w 9617"/>
                    <a:gd name="connsiteY4" fmla="*/ -70 h 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7" h="983">
                      <a:moveTo>
                        <a:pt x="9574" y="-70"/>
                      </a:moveTo>
                      <a:lnTo>
                        <a:pt x="9574" y="-70"/>
                      </a:lnTo>
                      <a:cubicBezTo>
                        <a:pt x="6505" y="1241"/>
                        <a:pt x="3025" y="1241"/>
                        <a:pt x="-44" y="-70"/>
                      </a:cubicBezTo>
                      <a:lnTo>
                        <a:pt x="-44" y="-70"/>
                      </a:lnTo>
                      <a:cubicBezTo>
                        <a:pt x="-44" y="-70"/>
                        <a:pt x="-44" y="-70"/>
                        <a:pt x="5202" y="-70"/>
                      </a:cubicBezTo>
                      <a:close/>
                    </a:path>
                  </a:pathLst>
                </a:custGeom>
                <a:solidFill>
                  <a:srgbClr val="BDC1C9"/>
                </a:solidFill>
                <a:ln w="87213" cap="flat">
                  <a:noFill/>
                  <a:prstDash val="solid"/>
                  <a:miter/>
                </a:ln>
              </p:spPr>
              <p:txBody>
                <a:bodyPr rtlCol="0" anchor="ctr"/>
                <a:lstStyle/>
                <a:p>
                  <a:endParaRPr lang="en-IN" dirty="0"/>
                </a:p>
              </p:txBody>
            </p:sp>
            <p:sp>
              <p:nvSpPr>
                <p:cNvPr id="2202" name="Freeform: Shape 2201">
                  <a:extLst>
                    <a:ext uri="{FF2B5EF4-FFF2-40B4-BE49-F238E27FC236}">
                      <a16:creationId xmlns:a16="http://schemas.microsoft.com/office/drawing/2014/main" id="{250E4CB4-DB9C-2103-AA57-DD89945835BB}"/>
                    </a:ext>
                  </a:extLst>
                </p:cNvPr>
                <p:cNvSpPr/>
                <p:nvPr/>
              </p:nvSpPr>
              <p:spPr>
                <a:xfrm>
                  <a:off x="2430159" y="4011156"/>
                  <a:ext cx="91869" cy="78691"/>
                </a:xfrm>
                <a:custGeom>
                  <a:avLst/>
                  <a:gdLst>
                    <a:gd name="connsiteX0" fmla="*/ 90077 w 91869"/>
                    <a:gd name="connsiteY0" fmla="*/ 78621 h 78691"/>
                    <a:gd name="connsiteX1" fmla="*/ 35867 w 91869"/>
                    <a:gd name="connsiteY1" fmla="*/ 62883 h 78691"/>
                    <a:gd name="connsiteX2" fmla="*/ 7888 w 91869"/>
                    <a:gd name="connsiteY2" fmla="*/ 34029 h 78691"/>
                    <a:gd name="connsiteX3" fmla="*/ 893 w 91869"/>
                    <a:gd name="connsiteY3" fmla="*/ 26161 h 78691"/>
                    <a:gd name="connsiteX4" fmla="*/ 893 w 91869"/>
                    <a:gd name="connsiteY4" fmla="*/ 26161 h 78691"/>
                    <a:gd name="connsiteX5" fmla="*/ 893 w 91869"/>
                    <a:gd name="connsiteY5" fmla="*/ 19166 h 78691"/>
                    <a:gd name="connsiteX6" fmla="*/ 893 w 91869"/>
                    <a:gd name="connsiteY6" fmla="*/ -70 h 78691"/>
                    <a:gd name="connsiteX7" fmla="*/ 893 w 91869"/>
                    <a:gd name="connsiteY7" fmla="*/ -70 h 78691"/>
                    <a:gd name="connsiteX8" fmla="*/ 893 w 91869"/>
                    <a:gd name="connsiteY8" fmla="*/ 6925 h 78691"/>
                    <a:gd name="connsiteX9" fmla="*/ 8763 w 91869"/>
                    <a:gd name="connsiteY9" fmla="*/ 31406 h 78691"/>
                    <a:gd name="connsiteX10" fmla="*/ 14883 w 91869"/>
                    <a:gd name="connsiteY10" fmla="*/ 41898 h 78691"/>
                    <a:gd name="connsiteX11" fmla="*/ 22752 w 91869"/>
                    <a:gd name="connsiteY11" fmla="*/ 51516 h 78691"/>
                    <a:gd name="connsiteX12" fmla="*/ 30621 w 91869"/>
                    <a:gd name="connsiteY12" fmla="*/ 56763 h 78691"/>
                    <a:gd name="connsiteX13" fmla="*/ 47234 w 91869"/>
                    <a:gd name="connsiteY13" fmla="*/ 68129 h 78691"/>
                    <a:gd name="connsiteX14" fmla="*/ 55103 w 91869"/>
                    <a:gd name="connsiteY14" fmla="*/ 68129 h 78691"/>
                    <a:gd name="connsiteX15" fmla="*/ 91825 w 91869"/>
                    <a:gd name="connsiteY15" fmla="*/ 73375 h 78691"/>
                    <a:gd name="connsiteX16" fmla="*/ 91825 w 91869"/>
                    <a:gd name="connsiteY16" fmla="*/ 73375 h 78691"/>
                    <a:gd name="connsiteX17" fmla="*/ 90077 w 91869"/>
                    <a:gd name="connsiteY17" fmla="*/ 78621 h 7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69" h="78691">
                      <a:moveTo>
                        <a:pt x="90077" y="78621"/>
                      </a:moveTo>
                      <a:cubicBezTo>
                        <a:pt x="70876" y="78656"/>
                        <a:pt x="52060" y="73200"/>
                        <a:pt x="35867" y="62883"/>
                      </a:cubicBezTo>
                      <a:cubicBezTo>
                        <a:pt x="24650" y="55302"/>
                        <a:pt x="15119" y="45474"/>
                        <a:pt x="7888" y="34029"/>
                      </a:cubicBezTo>
                      <a:cubicBezTo>
                        <a:pt x="6533" y="30681"/>
                        <a:pt x="4059" y="27900"/>
                        <a:pt x="893" y="26161"/>
                      </a:cubicBezTo>
                      <a:lnTo>
                        <a:pt x="893" y="26161"/>
                      </a:lnTo>
                      <a:lnTo>
                        <a:pt x="893" y="19166"/>
                      </a:lnTo>
                      <a:cubicBezTo>
                        <a:pt x="-357" y="12818"/>
                        <a:pt x="-357" y="6278"/>
                        <a:pt x="893" y="-70"/>
                      </a:cubicBezTo>
                      <a:lnTo>
                        <a:pt x="893" y="-70"/>
                      </a:lnTo>
                      <a:cubicBezTo>
                        <a:pt x="893" y="-70"/>
                        <a:pt x="893" y="-70"/>
                        <a:pt x="893" y="6925"/>
                      </a:cubicBezTo>
                      <a:cubicBezTo>
                        <a:pt x="2590" y="15353"/>
                        <a:pt x="5230" y="23564"/>
                        <a:pt x="8763" y="31406"/>
                      </a:cubicBezTo>
                      <a:cubicBezTo>
                        <a:pt x="10275" y="35183"/>
                        <a:pt x="12339" y="38725"/>
                        <a:pt x="14883" y="41898"/>
                      </a:cubicBezTo>
                      <a:lnTo>
                        <a:pt x="22752" y="51516"/>
                      </a:lnTo>
                      <a:cubicBezTo>
                        <a:pt x="24938" y="53842"/>
                        <a:pt x="27631" y="55635"/>
                        <a:pt x="30621" y="56763"/>
                      </a:cubicBezTo>
                      <a:cubicBezTo>
                        <a:pt x="35430" y="61527"/>
                        <a:pt x="41052" y="65374"/>
                        <a:pt x="47234" y="68129"/>
                      </a:cubicBezTo>
                      <a:lnTo>
                        <a:pt x="55103" y="68129"/>
                      </a:lnTo>
                      <a:cubicBezTo>
                        <a:pt x="67125" y="71171"/>
                        <a:pt x="79436" y="72929"/>
                        <a:pt x="91825" y="73375"/>
                      </a:cubicBezTo>
                      <a:cubicBezTo>
                        <a:pt x="91825" y="73375"/>
                        <a:pt x="91825" y="73375"/>
                        <a:pt x="91825" y="73375"/>
                      </a:cubicBezTo>
                      <a:cubicBezTo>
                        <a:pt x="91825" y="73375"/>
                        <a:pt x="91825" y="78621"/>
                        <a:pt x="90077" y="78621"/>
                      </a:cubicBezTo>
                      <a:close/>
                    </a:path>
                  </a:pathLst>
                </a:custGeom>
                <a:solidFill>
                  <a:srgbClr val="B4B7C1"/>
                </a:solidFill>
                <a:ln w="87213" cap="flat">
                  <a:noFill/>
                  <a:prstDash val="solid"/>
                  <a:miter/>
                </a:ln>
              </p:spPr>
              <p:txBody>
                <a:bodyPr rtlCol="0" anchor="ctr"/>
                <a:lstStyle/>
                <a:p>
                  <a:endParaRPr lang="en-IN" dirty="0"/>
                </a:p>
              </p:txBody>
            </p:sp>
            <p:sp>
              <p:nvSpPr>
                <p:cNvPr id="2203" name="Freeform: Shape 2202">
                  <a:extLst>
                    <a:ext uri="{FF2B5EF4-FFF2-40B4-BE49-F238E27FC236}">
                      <a16:creationId xmlns:a16="http://schemas.microsoft.com/office/drawing/2014/main" id="{F4C57041-0E55-2D93-1C3E-DB6289239B47}"/>
                    </a:ext>
                  </a:extLst>
                </p:cNvPr>
                <p:cNvSpPr/>
                <p:nvPr/>
              </p:nvSpPr>
              <p:spPr>
                <a:xfrm>
                  <a:off x="2456453" y="4070612"/>
                  <a:ext cx="18361" cy="11366"/>
                </a:xfrm>
                <a:custGeom>
                  <a:avLst/>
                  <a:gdLst>
                    <a:gd name="connsiteX0" fmla="*/ -44 w 18361"/>
                    <a:gd name="connsiteY0" fmla="*/ -70 h 11366"/>
                    <a:gd name="connsiteX1" fmla="*/ 18317 w 18361"/>
                    <a:gd name="connsiteY1" fmla="*/ 11296 h 11366"/>
                    <a:gd name="connsiteX2" fmla="*/ -44 w 18361"/>
                    <a:gd name="connsiteY2" fmla="*/ -70 h 11366"/>
                  </a:gdLst>
                  <a:ahLst/>
                  <a:cxnLst>
                    <a:cxn ang="0">
                      <a:pos x="connsiteX0" y="connsiteY0"/>
                    </a:cxn>
                    <a:cxn ang="0">
                      <a:pos x="connsiteX1" y="connsiteY1"/>
                    </a:cxn>
                    <a:cxn ang="0">
                      <a:pos x="connsiteX2" y="connsiteY2"/>
                    </a:cxn>
                  </a:cxnLst>
                  <a:rect l="l" t="t" r="r" b="b"/>
                  <a:pathLst>
                    <a:path w="18361" h="11366">
                      <a:moveTo>
                        <a:pt x="-44" y="-70"/>
                      </a:moveTo>
                      <a:lnTo>
                        <a:pt x="18317" y="11296"/>
                      </a:lnTo>
                      <a:cubicBezTo>
                        <a:pt x="10955" y="10029"/>
                        <a:pt x="4371" y="5954"/>
                        <a:pt x="-44" y="-70"/>
                      </a:cubicBezTo>
                      <a:close/>
                    </a:path>
                  </a:pathLst>
                </a:custGeom>
                <a:solidFill>
                  <a:srgbClr val="BFC2CA"/>
                </a:solidFill>
                <a:ln w="87213" cap="flat">
                  <a:noFill/>
                  <a:prstDash val="solid"/>
                  <a:miter/>
                </a:ln>
              </p:spPr>
              <p:txBody>
                <a:bodyPr rtlCol="0" anchor="ctr"/>
                <a:lstStyle/>
                <a:p>
                  <a:endParaRPr lang="en-IN" dirty="0"/>
                </a:p>
              </p:txBody>
            </p:sp>
            <p:sp>
              <p:nvSpPr>
                <p:cNvPr id="2204" name="Freeform: Shape 2203">
                  <a:extLst>
                    <a:ext uri="{FF2B5EF4-FFF2-40B4-BE49-F238E27FC236}">
                      <a16:creationId xmlns:a16="http://schemas.microsoft.com/office/drawing/2014/main" id="{5F32F3BB-0D12-EB8D-8662-76D2AE9C2735}"/>
                    </a:ext>
                  </a:extLst>
                </p:cNvPr>
                <p:cNvSpPr/>
                <p:nvPr/>
              </p:nvSpPr>
              <p:spPr>
                <a:xfrm>
                  <a:off x="2427407" y="3919350"/>
                  <a:ext cx="173313" cy="95120"/>
                </a:xfrm>
                <a:custGeom>
                  <a:avLst/>
                  <a:gdLst>
                    <a:gd name="connsiteX0" fmla="*/ 149 w 173313"/>
                    <a:gd name="connsiteY0" fmla="*/ 87365 h 95120"/>
                    <a:gd name="connsiteX1" fmla="*/ 149 w 173313"/>
                    <a:gd name="connsiteY1" fmla="*/ 87365 h 95120"/>
                    <a:gd name="connsiteX2" fmla="*/ 149 w 173313"/>
                    <a:gd name="connsiteY2" fmla="*/ 87365 h 95120"/>
                    <a:gd name="connsiteX3" fmla="*/ 56107 w 173313"/>
                    <a:gd name="connsiteY3" fmla="*/ -70 h 95120"/>
                    <a:gd name="connsiteX4" fmla="*/ 64850 w 173313"/>
                    <a:gd name="connsiteY4" fmla="*/ -70 h 95120"/>
                    <a:gd name="connsiteX5" fmla="*/ 94578 w 173313"/>
                    <a:gd name="connsiteY5" fmla="*/ -70 h 95120"/>
                    <a:gd name="connsiteX6" fmla="*/ 99824 w 173313"/>
                    <a:gd name="connsiteY6" fmla="*/ -70 h 95120"/>
                    <a:gd name="connsiteX7" fmla="*/ 149661 w 173313"/>
                    <a:gd name="connsiteY7" fmla="*/ 24412 h 95120"/>
                    <a:gd name="connsiteX8" fmla="*/ 166274 w 173313"/>
                    <a:gd name="connsiteY8" fmla="*/ 42773 h 95120"/>
                    <a:gd name="connsiteX9" fmla="*/ 173269 w 173313"/>
                    <a:gd name="connsiteY9" fmla="*/ 55888 h 95120"/>
                    <a:gd name="connsiteX10" fmla="*/ 173269 w 173313"/>
                    <a:gd name="connsiteY10" fmla="*/ 55888 h 95120"/>
                    <a:gd name="connsiteX11" fmla="*/ 173269 w 173313"/>
                    <a:gd name="connsiteY11" fmla="*/ 55888 h 95120"/>
                    <a:gd name="connsiteX12" fmla="*/ 165400 w 173313"/>
                    <a:gd name="connsiteY12" fmla="*/ 44522 h 95120"/>
                    <a:gd name="connsiteX13" fmla="*/ 150536 w 173313"/>
                    <a:gd name="connsiteY13" fmla="*/ 26161 h 95120"/>
                    <a:gd name="connsiteX14" fmla="*/ 131301 w 173313"/>
                    <a:gd name="connsiteY14" fmla="*/ 13920 h 95120"/>
                    <a:gd name="connsiteX15" fmla="*/ 93704 w 173313"/>
                    <a:gd name="connsiteY15" fmla="*/ 5176 h 95120"/>
                    <a:gd name="connsiteX16" fmla="*/ 93704 w 173313"/>
                    <a:gd name="connsiteY16" fmla="*/ 5176 h 95120"/>
                    <a:gd name="connsiteX17" fmla="*/ 84960 w 173313"/>
                    <a:gd name="connsiteY17" fmla="*/ 5176 h 95120"/>
                    <a:gd name="connsiteX18" fmla="*/ 62227 w 173313"/>
                    <a:gd name="connsiteY18" fmla="*/ 11297 h 95120"/>
                    <a:gd name="connsiteX19" fmla="*/ 41243 w 173313"/>
                    <a:gd name="connsiteY19" fmla="*/ 25286 h 95120"/>
                    <a:gd name="connsiteX20" fmla="*/ 41243 w 173313"/>
                    <a:gd name="connsiteY20" fmla="*/ 25286 h 95120"/>
                    <a:gd name="connsiteX21" fmla="*/ 29002 w 173313"/>
                    <a:gd name="connsiteY21" fmla="*/ 40150 h 95120"/>
                    <a:gd name="connsiteX22" fmla="*/ 22007 w 173313"/>
                    <a:gd name="connsiteY22" fmla="*/ 55014 h 95120"/>
                    <a:gd name="connsiteX23" fmla="*/ 22007 w 173313"/>
                    <a:gd name="connsiteY23" fmla="*/ 55014 h 95120"/>
                    <a:gd name="connsiteX24" fmla="*/ 22007 w 173313"/>
                    <a:gd name="connsiteY24" fmla="*/ 79496 h 95120"/>
                    <a:gd name="connsiteX25" fmla="*/ 15012 w 173313"/>
                    <a:gd name="connsiteY25" fmla="*/ 94359 h 95120"/>
                    <a:gd name="connsiteX26" fmla="*/ 149 w 173313"/>
                    <a:gd name="connsiteY26" fmla="*/ 87365 h 9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3313" h="95120">
                      <a:moveTo>
                        <a:pt x="149" y="87365"/>
                      </a:moveTo>
                      <a:lnTo>
                        <a:pt x="149" y="87365"/>
                      </a:lnTo>
                      <a:cubicBezTo>
                        <a:pt x="149" y="87365"/>
                        <a:pt x="149" y="87365"/>
                        <a:pt x="149" y="87365"/>
                      </a:cubicBezTo>
                      <a:cubicBezTo>
                        <a:pt x="-2387" y="49103"/>
                        <a:pt x="20302" y="13649"/>
                        <a:pt x="56107" y="-70"/>
                      </a:cubicBezTo>
                      <a:cubicBezTo>
                        <a:pt x="56107" y="-70"/>
                        <a:pt x="61353" y="-70"/>
                        <a:pt x="64850" y="-70"/>
                      </a:cubicBezTo>
                      <a:cubicBezTo>
                        <a:pt x="68347" y="-70"/>
                        <a:pt x="84960" y="-70"/>
                        <a:pt x="94578" y="-70"/>
                      </a:cubicBezTo>
                      <a:lnTo>
                        <a:pt x="99824" y="-70"/>
                      </a:lnTo>
                      <a:cubicBezTo>
                        <a:pt x="118308" y="3550"/>
                        <a:pt x="135506" y="11996"/>
                        <a:pt x="149661" y="24412"/>
                      </a:cubicBezTo>
                      <a:cubicBezTo>
                        <a:pt x="156526" y="29194"/>
                        <a:pt x="162200" y="35472"/>
                        <a:pt x="166274" y="42773"/>
                      </a:cubicBezTo>
                      <a:cubicBezTo>
                        <a:pt x="167734" y="47556"/>
                        <a:pt x="170104" y="52015"/>
                        <a:pt x="173269" y="55888"/>
                      </a:cubicBezTo>
                      <a:cubicBezTo>
                        <a:pt x="173269" y="55888"/>
                        <a:pt x="173269" y="55888"/>
                        <a:pt x="173269" y="55888"/>
                      </a:cubicBezTo>
                      <a:lnTo>
                        <a:pt x="173269" y="55888"/>
                      </a:lnTo>
                      <a:cubicBezTo>
                        <a:pt x="170157" y="52461"/>
                        <a:pt x="167507" y="48640"/>
                        <a:pt x="165400" y="44522"/>
                      </a:cubicBezTo>
                      <a:cubicBezTo>
                        <a:pt x="165400" y="37527"/>
                        <a:pt x="154908" y="33156"/>
                        <a:pt x="150536" y="26161"/>
                      </a:cubicBezTo>
                      <a:cubicBezTo>
                        <a:pt x="144687" y="21256"/>
                        <a:pt x="138216" y="17146"/>
                        <a:pt x="131301" y="13920"/>
                      </a:cubicBezTo>
                      <a:cubicBezTo>
                        <a:pt x="119838" y="7537"/>
                        <a:pt x="106810" y="4503"/>
                        <a:pt x="93704" y="5176"/>
                      </a:cubicBezTo>
                      <a:lnTo>
                        <a:pt x="93704" y="5176"/>
                      </a:lnTo>
                      <a:cubicBezTo>
                        <a:pt x="90853" y="4302"/>
                        <a:pt x="87810" y="4302"/>
                        <a:pt x="84960" y="5176"/>
                      </a:cubicBezTo>
                      <a:lnTo>
                        <a:pt x="62227" y="11297"/>
                      </a:lnTo>
                      <a:cubicBezTo>
                        <a:pt x="54095" y="13972"/>
                        <a:pt x="46839" y="18807"/>
                        <a:pt x="41243" y="25286"/>
                      </a:cubicBezTo>
                      <a:lnTo>
                        <a:pt x="41243" y="25286"/>
                      </a:lnTo>
                      <a:cubicBezTo>
                        <a:pt x="36250" y="29413"/>
                        <a:pt x="32097" y="34458"/>
                        <a:pt x="29002" y="40150"/>
                      </a:cubicBezTo>
                      <a:cubicBezTo>
                        <a:pt x="25802" y="44645"/>
                        <a:pt x="23432" y="49680"/>
                        <a:pt x="22007" y="55014"/>
                      </a:cubicBezTo>
                      <a:lnTo>
                        <a:pt x="22007" y="55014"/>
                      </a:lnTo>
                      <a:cubicBezTo>
                        <a:pt x="19856" y="63032"/>
                        <a:pt x="19856" y="71478"/>
                        <a:pt x="22007" y="79496"/>
                      </a:cubicBezTo>
                      <a:cubicBezTo>
                        <a:pt x="24184" y="85529"/>
                        <a:pt x="21045" y="92191"/>
                        <a:pt x="15012" y="94359"/>
                      </a:cubicBezTo>
                      <a:cubicBezTo>
                        <a:pt x="8979" y="96537"/>
                        <a:pt x="2326" y="93398"/>
                        <a:pt x="149" y="87365"/>
                      </a:cubicBezTo>
                      <a:close/>
                    </a:path>
                  </a:pathLst>
                </a:custGeom>
                <a:solidFill>
                  <a:srgbClr val="B7BBC4"/>
                </a:solidFill>
                <a:ln w="87213" cap="flat">
                  <a:noFill/>
                  <a:prstDash val="solid"/>
                  <a:miter/>
                </a:ln>
              </p:spPr>
              <p:txBody>
                <a:bodyPr rtlCol="0" anchor="ctr"/>
                <a:lstStyle/>
                <a:p>
                  <a:endParaRPr lang="en-IN" dirty="0"/>
                </a:p>
              </p:txBody>
            </p:sp>
            <p:sp>
              <p:nvSpPr>
                <p:cNvPr id="2205" name="Freeform: Shape 2204">
                  <a:extLst>
                    <a:ext uri="{FF2B5EF4-FFF2-40B4-BE49-F238E27FC236}">
                      <a16:creationId xmlns:a16="http://schemas.microsoft.com/office/drawing/2014/main" id="{7A07DE69-8C84-1650-E315-440FAD14DF9E}"/>
                    </a:ext>
                  </a:extLst>
                </p:cNvPr>
                <p:cNvSpPr/>
                <p:nvPr/>
              </p:nvSpPr>
              <p:spPr>
                <a:xfrm>
                  <a:off x="2521155" y="3914947"/>
                  <a:ext cx="69267" cy="43748"/>
                </a:xfrm>
                <a:custGeom>
                  <a:avLst/>
                  <a:gdLst>
                    <a:gd name="connsiteX0" fmla="*/ -44 w 69267"/>
                    <a:gd name="connsiteY0" fmla="*/ -39 h 43748"/>
                    <a:gd name="connsiteX1" fmla="*/ -44 w 69267"/>
                    <a:gd name="connsiteY1" fmla="*/ -39 h 43748"/>
                    <a:gd name="connsiteX2" fmla="*/ 10448 w 69267"/>
                    <a:gd name="connsiteY2" fmla="*/ -39 h 43748"/>
                    <a:gd name="connsiteX3" fmla="*/ 67281 w 69267"/>
                    <a:gd name="connsiteY3" fmla="*/ 36684 h 43748"/>
                    <a:gd name="connsiteX4" fmla="*/ 67281 w 69267"/>
                    <a:gd name="connsiteY4" fmla="*/ 43679 h 43748"/>
                    <a:gd name="connsiteX5" fmla="*/ 54165 w 69267"/>
                    <a:gd name="connsiteY5" fmla="*/ 24443 h 43748"/>
                    <a:gd name="connsiteX6" fmla="*/ 54165 w 69267"/>
                    <a:gd name="connsiteY6" fmla="*/ 20071 h 43748"/>
                    <a:gd name="connsiteX7" fmla="*/ 36678 w 69267"/>
                    <a:gd name="connsiteY7" fmla="*/ 8705 h 43748"/>
                    <a:gd name="connsiteX8" fmla="*/ -44 w 69267"/>
                    <a:gd name="connsiteY8" fmla="*/ -39 h 43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67" h="43748">
                      <a:moveTo>
                        <a:pt x="-44" y="-39"/>
                      </a:moveTo>
                      <a:lnTo>
                        <a:pt x="-44" y="-39"/>
                      </a:lnTo>
                      <a:cubicBezTo>
                        <a:pt x="-44" y="-39"/>
                        <a:pt x="6950" y="-39"/>
                        <a:pt x="10448" y="-39"/>
                      </a:cubicBezTo>
                      <a:cubicBezTo>
                        <a:pt x="32954" y="5531"/>
                        <a:pt x="52958" y="18453"/>
                        <a:pt x="67281" y="36684"/>
                      </a:cubicBezTo>
                      <a:cubicBezTo>
                        <a:pt x="67281" y="36684"/>
                        <a:pt x="71652" y="36684"/>
                        <a:pt x="67281" y="43679"/>
                      </a:cubicBezTo>
                      <a:lnTo>
                        <a:pt x="54165" y="24443"/>
                      </a:lnTo>
                      <a:cubicBezTo>
                        <a:pt x="54165" y="24443"/>
                        <a:pt x="54165" y="24443"/>
                        <a:pt x="54165" y="20071"/>
                      </a:cubicBezTo>
                      <a:cubicBezTo>
                        <a:pt x="48893" y="15489"/>
                        <a:pt x="43008" y="11660"/>
                        <a:pt x="36678" y="8705"/>
                      </a:cubicBezTo>
                      <a:cubicBezTo>
                        <a:pt x="25425" y="2602"/>
                        <a:pt x="12756" y="-415"/>
                        <a:pt x="-44" y="-39"/>
                      </a:cubicBezTo>
                      <a:close/>
                    </a:path>
                  </a:pathLst>
                </a:custGeom>
                <a:solidFill>
                  <a:srgbClr val="C3C7CE"/>
                </a:solidFill>
                <a:ln w="87213" cap="flat">
                  <a:noFill/>
                  <a:prstDash val="solid"/>
                  <a:miter/>
                </a:ln>
              </p:spPr>
              <p:txBody>
                <a:bodyPr rtlCol="0" anchor="ctr"/>
                <a:lstStyle/>
                <a:p>
                  <a:endParaRPr lang="en-IN" dirty="0"/>
                </a:p>
              </p:txBody>
            </p:sp>
            <p:sp>
              <p:nvSpPr>
                <p:cNvPr id="2206" name="Freeform: Shape 2205">
                  <a:extLst>
                    <a:ext uri="{FF2B5EF4-FFF2-40B4-BE49-F238E27FC236}">
                      <a16:creationId xmlns:a16="http://schemas.microsoft.com/office/drawing/2014/main" id="{541BE720-9434-9EA6-60D7-B6058B4750C4}"/>
                    </a:ext>
                  </a:extLst>
                </p:cNvPr>
                <p:cNvSpPr/>
                <p:nvPr/>
              </p:nvSpPr>
              <p:spPr>
                <a:xfrm>
                  <a:off x="2594856" y="3970062"/>
                  <a:ext cx="5087" cy="10492"/>
                </a:xfrm>
                <a:custGeom>
                  <a:avLst/>
                  <a:gdLst>
                    <a:gd name="connsiteX0" fmla="*/ 2323 w 5087"/>
                    <a:gd name="connsiteY0" fmla="*/ -70 h 10492"/>
                    <a:gd name="connsiteX1" fmla="*/ 2323 w 5087"/>
                    <a:gd name="connsiteY1" fmla="*/ 10422 h 10492"/>
                    <a:gd name="connsiteX2" fmla="*/ 2323 w 5087"/>
                    <a:gd name="connsiteY2" fmla="*/ 10422 h 10492"/>
                    <a:gd name="connsiteX3" fmla="*/ 1702 w 5087"/>
                    <a:gd name="connsiteY3" fmla="*/ 551 h 10492"/>
                    <a:gd name="connsiteX4" fmla="*/ 2323 w 5087"/>
                    <a:gd name="connsiteY4" fmla="*/ -70 h 10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 h="10492">
                      <a:moveTo>
                        <a:pt x="2323" y="-70"/>
                      </a:moveTo>
                      <a:cubicBezTo>
                        <a:pt x="2323" y="-70"/>
                        <a:pt x="8443" y="6050"/>
                        <a:pt x="2323" y="10422"/>
                      </a:cubicBezTo>
                      <a:lnTo>
                        <a:pt x="2323" y="10422"/>
                      </a:lnTo>
                      <a:cubicBezTo>
                        <a:pt x="-571" y="7869"/>
                        <a:pt x="-851" y="3445"/>
                        <a:pt x="1702" y="551"/>
                      </a:cubicBezTo>
                      <a:cubicBezTo>
                        <a:pt x="1895" y="332"/>
                        <a:pt x="2104" y="122"/>
                        <a:pt x="2323" y="-70"/>
                      </a:cubicBezTo>
                      <a:close/>
                    </a:path>
                  </a:pathLst>
                </a:custGeom>
                <a:solidFill>
                  <a:srgbClr val="C2C5CD"/>
                </a:solidFill>
                <a:ln w="87213" cap="flat">
                  <a:noFill/>
                  <a:prstDash val="solid"/>
                  <a:miter/>
                </a:ln>
              </p:spPr>
              <p:txBody>
                <a:bodyPr rtlCol="0" anchor="ctr"/>
                <a:lstStyle/>
                <a:p>
                  <a:endParaRPr lang="en-IN" dirty="0"/>
                </a:p>
              </p:txBody>
            </p:sp>
            <p:sp>
              <p:nvSpPr>
                <p:cNvPr id="2207" name="Freeform: Shape 2206">
                  <a:extLst>
                    <a:ext uri="{FF2B5EF4-FFF2-40B4-BE49-F238E27FC236}">
                      <a16:creationId xmlns:a16="http://schemas.microsoft.com/office/drawing/2014/main" id="{6334B6AE-BE6D-6938-1A17-45F3FD07E3E5}"/>
                    </a:ext>
                  </a:extLst>
                </p:cNvPr>
                <p:cNvSpPr/>
                <p:nvPr/>
              </p:nvSpPr>
              <p:spPr>
                <a:xfrm>
                  <a:off x="2591426" y="3970062"/>
                  <a:ext cx="5797" cy="10492"/>
                </a:xfrm>
                <a:custGeom>
                  <a:avLst/>
                  <a:gdLst>
                    <a:gd name="connsiteX0" fmla="*/ 5753 w 5797"/>
                    <a:gd name="connsiteY0" fmla="*/ -70 h 10492"/>
                    <a:gd name="connsiteX1" fmla="*/ 5753 w 5797"/>
                    <a:gd name="connsiteY1" fmla="*/ 10422 h 10492"/>
                    <a:gd name="connsiteX2" fmla="*/ 5753 w 5797"/>
                    <a:gd name="connsiteY2" fmla="*/ 10422 h 10492"/>
                    <a:gd name="connsiteX3" fmla="*/ 61 w 5797"/>
                    <a:gd name="connsiteY3" fmla="*/ 2335 h 10492"/>
                    <a:gd name="connsiteX4" fmla="*/ 507 w 5797"/>
                    <a:gd name="connsiteY4" fmla="*/ 805 h 10492"/>
                    <a:gd name="connsiteX5" fmla="*/ 507 w 5797"/>
                    <a:gd name="connsiteY5" fmla="*/ 805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7" h="10492">
                      <a:moveTo>
                        <a:pt x="5753" y="-70"/>
                      </a:moveTo>
                      <a:cubicBezTo>
                        <a:pt x="4730" y="3349"/>
                        <a:pt x="4730" y="6995"/>
                        <a:pt x="5753" y="10422"/>
                      </a:cubicBezTo>
                      <a:lnTo>
                        <a:pt x="5753" y="10422"/>
                      </a:lnTo>
                      <a:cubicBezTo>
                        <a:pt x="1950" y="9758"/>
                        <a:pt x="-603" y="6138"/>
                        <a:pt x="61" y="2335"/>
                      </a:cubicBezTo>
                      <a:cubicBezTo>
                        <a:pt x="148" y="1810"/>
                        <a:pt x="297" y="1294"/>
                        <a:pt x="507" y="805"/>
                      </a:cubicBezTo>
                      <a:lnTo>
                        <a:pt x="507" y="805"/>
                      </a:lnTo>
                      <a:close/>
                    </a:path>
                  </a:pathLst>
                </a:custGeom>
                <a:solidFill>
                  <a:srgbClr val="BEC1C9"/>
                </a:solidFill>
                <a:ln w="87213" cap="flat">
                  <a:noFill/>
                  <a:prstDash val="solid"/>
                  <a:miter/>
                </a:ln>
              </p:spPr>
              <p:txBody>
                <a:bodyPr rtlCol="0" anchor="ctr"/>
                <a:lstStyle/>
                <a:p>
                  <a:endParaRPr lang="en-IN" dirty="0"/>
                </a:p>
              </p:txBody>
            </p:sp>
            <p:sp>
              <p:nvSpPr>
                <p:cNvPr id="2208" name="Freeform: Shape 2207">
                  <a:extLst>
                    <a:ext uri="{FF2B5EF4-FFF2-40B4-BE49-F238E27FC236}">
                      <a16:creationId xmlns:a16="http://schemas.microsoft.com/office/drawing/2014/main" id="{EA25E44D-384C-9C0A-8C94-12B56FE5F24A}"/>
                    </a:ext>
                  </a:extLst>
                </p:cNvPr>
                <p:cNvSpPr/>
                <p:nvPr/>
              </p:nvSpPr>
              <p:spPr>
                <a:xfrm>
                  <a:off x="2417107" y="4006784"/>
                  <a:ext cx="6120" cy="18361"/>
                </a:xfrm>
                <a:custGeom>
                  <a:avLst/>
                  <a:gdLst>
                    <a:gd name="connsiteX0" fmla="*/ 6076 w 6120"/>
                    <a:gd name="connsiteY0" fmla="*/ -70 h 18361"/>
                    <a:gd name="connsiteX1" fmla="*/ 6076 w 6120"/>
                    <a:gd name="connsiteY1" fmla="*/ -70 h 18361"/>
                    <a:gd name="connsiteX2" fmla="*/ 6076 w 6120"/>
                    <a:gd name="connsiteY2" fmla="*/ 18291 h 18361"/>
                    <a:gd name="connsiteX3" fmla="*/ 6076 w 6120"/>
                    <a:gd name="connsiteY3" fmla="*/ 18291 h 18361"/>
                    <a:gd name="connsiteX4" fmla="*/ -44 w 6120"/>
                    <a:gd name="connsiteY4" fmla="*/ 1679 h 1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0" h="18361">
                      <a:moveTo>
                        <a:pt x="6076" y="-70"/>
                      </a:moveTo>
                      <a:lnTo>
                        <a:pt x="6076" y="-70"/>
                      </a:lnTo>
                      <a:lnTo>
                        <a:pt x="6076" y="18291"/>
                      </a:lnTo>
                      <a:lnTo>
                        <a:pt x="6076" y="18291"/>
                      </a:lnTo>
                      <a:cubicBezTo>
                        <a:pt x="6076" y="13045"/>
                        <a:pt x="6076" y="6050"/>
                        <a:pt x="-44" y="1679"/>
                      </a:cubicBezTo>
                      <a:close/>
                    </a:path>
                  </a:pathLst>
                </a:custGeom>
                <a:solidFill>
                  <a:srgbClr val="BFC2CA"/>
                </a:solidFill>
                <a:ln w="87213" cap="flat">
                  <a:noFill/>
                  <a:prstDash val="solid"/>
                  <a:miter/>
                </a:ln>
              </p:spPr>
              <p:txBody>
                <a:bodyPr rtlCol="0" anchor="ctr"/>
                <a:lstStyle/>
                <a:p>
                  <a:endParaRPr lang="en-IN" dirty="0"/>
                </a:p>
              </p:txBody>
            </p:sp>
            <p:sp>
              <p:nvSpPr>
                <p:cNvPr id="2209" name="Freeform: Shape 2208">
                  <a:extLst>
                    <a:ext uri="{FF2B5EF4-FFF2-40B4-BE49-F238E27FC236}">
                      <a16:creationId xmlns:a16="http://schemas.microsoft.com/office/drawing/2014/main" id="{483D0CF4-2F4F-20FC-8AFA-CA3BB290C669}"/>
                    </a:ext>
                  </a:extLst>
                </p:cNvPr>
                <p:cNvSpPr/>
                <p:nvPr/>
              </p:nvSpPr>
              <p:spPr>
                <a:xfrm>
                  <a:off x="2479186" y="3916727"/>
                  <a:ext cx="8743" cy="1324"/>
                </a:xfrm>
                <a:custGeom>
                  <a:avLst/>
                  <a:gdLst>
                    <a:gd name="connsiteX0" fmla="*/ 8699 w 8743"/>
                    <a:gd name="connsiteY0" fmla="*/ -70 h 1324"/>
                    <a:gd name="connsiteX1" fmla="*/ -44 w 8743"/>
                    <a:gd name="connsiteY1" fmla="*/ -70 h 1324"/>
                    <a:gd name="connsiteX2" fmla="*/ -44 w 8743"/>
                    <a:gd name="connsiteY2" fmla="*/ -70 h 1324"/>
                    <a:gd name="connsiteX3" fmla="*/ 8699 w 8743"/>
                    <a:gd name="connsiteY3" fmla="*/ -70 h 1324"/>
                  </a:gdLst>
                  <a:ahLst/>
                  <a:cxnLst>
                    <a:cxn ang="0">
                      <a:pos x="connsiteX0" y="connsiteY0"/>
                    </a:cxn>
                    <a:cxn ang="0">
                      <a:pos x="connsiteX1" y="connsiteY1"/>
                    </a:cxn>
                    <a:cxn ang="0">
                      <a:pos x="connsiteX2" y="connsiteY2"/>
                    </a:cxn>
                    <a:cxn ang="0">
                      <a:pos x="connsiteX3" y="connsiteY3"/>
                    </a:cxn>
                  </a:cxnLst>
                  <a:rect l="l" t="t" r="r" b="b"/>
                  <a:pathLst>
                    <a:path w="8743" h="1324">
                      <a:moveTo>
                        <a:pt x="8699" y="-70"/>
                      </a:moveTo>
                      <a:cubicBezTo>
                        <a:pt x="6050" y="1696"/>
                        <a:pt x="2605" y="1696"/>
                        <a:pt x="-44" y="-70"/>
                      </a:cubicBezTo>
                      <a:lnTo>
                        <a:pt x="-44" y="-70"/>
                      </a:lnTo>
                      <a:lnTo>
                        <a:pt x="8699" y="-70"/>
                      </a:lnTo>
                      <a:close/>
                    </a:path>
                  </a:pathLst>
                </a:custGeom>
                <a:solidFill>
                  <a:srgbClr val="BFC2CA"/>
                </a:solidFill>
                <a:ln w="87213" cap="flat">
                  <a:noFill/>
                  <a:prstDash val="solid"/>
                  <a:miter/>
                </a:ln>
              </p:spPr>
              <p:txBody>
                <a:bodyPr rtlCol="0" anchor="ctr"/>
                <a:lstStyle/>
                <a:p>
                  <a:endParaRPr lang="en-IN" dirty="0"/>
                </a:p>
              </p:txBody>
            </p:sp>
            <p:sp>
              <p:nvSpPr>
                <p:cNvPr id="2210" name="Freeform: Shape 2209">
                  <a:extLst>
                    <a:ext uri="{FF2B5EF4-FFF2-40B4-BE49-F238E27FC236}">
                      <a16:creationId xmlns:a16="http://schemas.microsoft.com/office/drawing/2014/main" id="{A8C04154-604B-56B3-24CE-D0FB2FBF825D}"/>
                    </a:ext>
                  </a:extLst>
                </p:cNvPr>
                <p:cNvSpPr/>
                <p:nvPr/>
              </p:nvSpPr>
              <p:spPr>
                <a:xfrm>
                  <a:off x="2523778" y="3971811"/>
                  <a:ext cx="77265" cy="117162"/>
                </a:xfrm>
                <a:custGeom>
                  <a:avLst/>
                  <a:gdLst>
                    <a:gd name="connsiteX0" fmla="*/ 69903 w 77265"/>
                    <a:gd name="connsiteY0" fmla="*/ -70 h 117162"/>
                    <a:gd name="connsiteX1" fmla="*/ 75149 w 77265"/>
                    <a:gd name="connsiteY1" fmla="*/ 9547 h 117162"/>
                    <a:gd name="connsiteX2" fmla="*/ 69903 w 77265"/>
                    <a:gd name="connsiteY2" fmla="*/ 67254 h 117162"/>
                    <a:gd name="connsiteX3" fmla="*/ 23563 w 77265"/>
                    <a:gd name="connsiteY3" fmla="*/ 110972 h 117162"/>
                    <a:gd name="connsiteX4" fmla="*/ 5202 w 77265"/>
                    <a:gd name="connsiteY4" fmla="*/ 117092 h 117162"/>
                    <a:gd name="connsiteX5" fmla="*/ 5202 w 77265"/>
                    <a:gd name="connsiteY5" fmla="*/ 117092 h 117162"/>
                    <a:gd name="connsiteX6" fmla="*/ -44 w 77265"/>
                    <a:gd name="connsiteY6" fmla="*/ 117092 h 117162"/>
                    <a:gd name="connsiteX7" fmla="*/ -44 w 77265"/>
                    <a:gd name="connsiteY7" fmla="*/ 117092 h 117162"/>
                    <a:gd name="connsiteX8" fmla="*/ 7825 w 77265"/>
                    <a:gd name="connsiteY8" fmla="*/ 117092 h 117162"/>
                    <a:gd name="connsiteX9" fmla="*/ 69903 w 77265"/>
                    <a:gd name="connsiteY9" fmla="*/ 61134 h 117162"/>
                    <a:gd name="connsiteX10" fmla="*/ 69903 w 77265"/>
                    <a:gd name="connsiteY10" fmla="*/ 43647 h 117162"/>
                    <a:gd name="connsiteX11" fmla="*/ 69903 w 77265"/>
                    <a:gd name="connsiteY11" fmla="*/ 36652 h 117162"/>
                    <a:gd name="connsiteX12" fmla="*/ 69903 w 77265"/>
                    <a:gd name="connsiteY12" fmla="*/ 26160 h 117162"/>
                    <a:gd name="connsiteX13" fmla="*/ 69903 w 77265"/>
                    <a:gd name="connsiteY13" fmla="*/ 26160 h 117162"/>
                    <a:gd name="connsiteX14" fmla="*/ 69903 w 77265"/>
                    <a:gd name="connsiteY14" fmla="*/ 16542 h 117162"/>
                    <a:gd name="connsiteX15" fmla="*/ 69903 w 77265"/>
                    <a:gd name="connsiteY15" fmla="*/ 9547 h 117162"/>
                    <a:gd name="connsiteX16" fmla="*/ 69903 w 77265"/>
                    <a:gd name="connsiteY16" fmla="*/ 9547 h 11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7265" h="117162">
                      <a:moveTo>
                        <a:pt x="69903" y="-70"/>
                      </a:moveTo>
                      <a:lnTo>
                        <a:pt x="75149" y="9547"/>
                      </a:lnTo>
                      <a:cubicBezTo>
                        <a:pt x="79154" y="28879"/>
                        <a:pt x="77327" y="48963"/>
                        <a:pt x="69903" y="67254"/>
                      </a:cubicBezTo>
                      <a:cubicBezTo>
                        <a:pt x="61047" y="87521"/>
                        <a:pt x="44312" y="103312"/>
                        <a:pt x="23563" y="110972"/>
                      </a:cubicBezTo>
                      <a:lnTo>
                        <a:pt x="5202" y="117092"/>
                      </a:lnTo>
                      <a:lnTo>
                        <a:pt x="5202" y="117092"/>
                      </a:lnTo>
                      <a:cubicBezTo>
                        <a:pt x="5202" y="117092"/>
                        <a:pt x="5202" y="117092"/>
                        <a:pt x="-44" y="117092"/>
                      </a:cubicBezTo>
                      <a:lnTo>
                        <a:pt x="-44" y="117092"/>
                      </a:lnTo>
                      <a:cubicBezTo>
                        <a:pt x="2535" y="116428"/>
                        <a:pt x="5246" y="116428"/>
                        <a:pt x="7825" y="117092"/>
                      </a:cubicBezTo>
                      <a:cubicBezTo>
                        <a:pt x="37728" y="112283"/>
                        <a:pt x="62026" y="90381"/>
                        <a:pt x="69903" y="61134"/>
                      </a:cubicBezTo>
                      <a:cubicBezTo>
                        <a:pt x="70821" y="55337"/>
                        <a:pt x="70821" y="49444"/>
                        <a:pt x="69903" y="43647"/>
                      </a:cubicBezTo>
                      <a:cubicBezTo>
                        <a:pt x="69458" y="41339"/>
                        <a:pt x="69458" y="38960"/>
                        <a:pt x="69903" y="36652"/>
                      </a:cubicBezTo>
                      <a:cubicBezTo>
                        <a:pt x="70393" y="33172"/>
                        <a:pt x="70393" y="29640"/>
                        <a:pt x="69903" y="26160"/>
                      </a:cubicBezTo>
                      <a:lnTo>
                        <a:pt x="69903" y="26160"/>
                      </a:lnTo>
                      <a:cubicBezTo>
                        <a:pt x="70393" y="22969"/>
                        <a:pt x="70393" y="19733"/>
                        <a:pt x="69903" y="16542"/>
                      </a:cubicBezTo>
                      <a:cubicBezTo>
                        <a:pt x="69903" y="16542"/>
                        <a:pt x="69903" y="16542"/>
                        <a:pt x="69903" y="9547"/>
                      </a:cubicBezTo>
                      <a:lnTo>
                        <a:pt x="69903" y="9547"/>
                      </a:lnTo>
                      <a:close/>
                    </a:path>
                  </a:pathLst>
                </a:custGeom>
                <a:solidFill>
                  <a:srgbClr val="B2B6C0"/>
                </a:solidFill>
                <a:ln w="87213" cap="flat">
                  <a:noFill/>
                  <a:prstDash val="solid"/>
                  <a:miter/>
                </a:ln>
              </p:spPr>
              <p:txBody>
                <a:bodyPr rtlCol="0" anchor="ctr"/>
                <a:lstStyle/>
                <a:p>
                  <a:endParaRPr lang="en-IN" dirty="0"/>
                </a:p>
              </p:txBody>
            </p:sp>
            <p:sp>
              <p:nvSpPr>
                <p:cNvPr id="2211" name="Freeform: Shape 2210">
                  <a:extLst>
                    <a:ext uri="{FF2B5EF4-FFF2-40B4-BE49-F238E27FC236}">
                      <a16:creationId xmlns:a16="http://schemas.microsoft.com/office/drawing/2014/main" id="{048509E1-19F5-D37D-EE09-0B1649E9F2F5}"/>
                    </a:ext>
                  </a:extLst>
                </p:cNvPr>
                <p:cNvSpPr/>
                <p:nvPr/>
              </p:nvSpPr>
              <p:spPr>
                <a:xfrm>
                  <a:off x="2522904" y="4088099"/>
                  <a:ext cx="6120" cy="87434"/>
                </a:xfrm>
                <a:custGeom>
                  <a:avLst/>
                  <a:gdLst>
                    <a:gd name="connsiteX0" fmla="*/ 830 w 6120"/>
                    <a:gd name="connsiteY0" fmla="*/ -70 h 87434"/>
                    <a:gd name="connsiteX1" fmla="*/ 6076 w 6120"/>
                    <a:gd name="connsiteY1" fmla="*/ -70 h 87434"/>
                    <a:gd name="connsiteX2" fmla="*/ -44 w 6120"/>
                    <a:gd name="connsiteY2" fmla="*/ -70 h 87434"/>
                    <a:gd name="connsiteX3" fmla="*/ -44 w 6120"/>
                    <a:gd name="connsiteY3" fmla="*/ -70 h 87434"/>
                  </a:gdLst>
                  <a:ahLst/>
                  <a:cxnLst>
                    <a:cxn ang="0">
                      <a:pos x="connsiteX0" y="connsiteY0"/>
                    </a:cxn>
                    <a:cxn ang="0">
                      <a:pos x="connsiteX1" y="connsiteY1"/>
                    </a:cxn>
                    <a:cxn ang="0">
                      <a:pos x="connsiteX2" y="connsiteY2"/>
                    </a:cxn>
                    <a:cxn ang="0">
                      <a:pos x="connsiteX3" y="connsiteY3"/>
                    </a:cxn>
                  </a:cxnLst>
                  <a:rect l="l" t="t" r="r" b="b"/>
                  <a:pathLst>
                    <a:path w="6120" h="87434">
                      <a:moveTo>
                        <a:pt x="830" y="-70"/>
                      </a:moveTo>
                      <a:lnTo>
                        <a:pt x="6076" y="-70"/>
                      </a:lnTo>
                      <a:lnTo>
                        <a:pt x="-44" y="-70"/>
                      </a:lnTo>
                      <a:lnTo>
                        <a:pt x="-44" y="-70"/>
                      </a:lnTo>
                      <a:close/>
                    </a:path>
                  </a:pathLst>
                </a:custGeom>
                <a:solidFill>
                  <a:srgbClr val="BDC0C9"/>
                </a:solidFill>
                <a:ln w="87213" cap="flat">
                  <a:noFill/>
                  <a:prstDash val="solid"/>
                  <a:miter/>
                </a:ln>
              </p:spPr>
              <p:txBody>
                <a:bodyPr rtlCol="0" anchor="ctr"/>
                <a:lstStyle/>
                <a:p>
                  <a:endParaRPr lang="en-IN" dirty="0"/>
                </a:p>
              </p:txBody>
            </p:sp>
            <p:sp>
              <p:nvSpPr>
                <p:cNvPr id="2212" name="Freeform: Shape 2211">
                  <a:extLst>
                    <a:ext uri="{FF2B5EF4-FFF2-40B4-BE49-F238E27FC236}">
                      <a16:creationId xmlns:a16="http://schemas.microsoft.com/office/drawing/2014/main" id="{77E89D0E-CC0F-B0B7-F33C-3A648FD070F5}"/>
                    </a:ext>
                  </a:extLst>
                </p:cNvPr>
                <p:cNvSpPr/>
                <p:nvPr/>
              </p:nvSpPr>
              <p:spPr>
                <a:xfrm>
                  <a:off x="2445961" y="4017277"/>
                  <a:ext cx="149513" cy="68493"/>
                </a:xfrm>
                <a:custGeom>
                  <a:avLst/>
                  <a:gdLst>
                    <a:gd name="connsiteX0" fmla="*/ 149469 w 149513"/>
                    <a:gd name="connsiteY0" fmla="*/ 8673 h 68493"/>
                    <a:gd name="connsiteX1" fmla="*/ 125862 w 149513"/>
                    <a:gd name="connsiteY1" fmla="*/ 47145 h 68493"/>
                    <a:gd name="connsiteX2" fmla="*/ 76898 w 149513"/>
                    <a:gd name="connsiteY2" fmla="*/ 68129 h 68493"/>
                    <a:gd name="connsiteX3" fmla="*/ 41924 w 149513"/>
                    <a:gd name="connsiteY3" fmla="*/ 62883 h 68493"/>
                    <a:gd name="connsiteX4" fmla="*/ 33181 w 149513"/>
                    <a:gd name="connsiteY4" fmla="*/ 62883 h 68493"/>
                    <a:gd name="connsiteX5" fmla="*/ 15694 w 149513"/>
                    <a:gd name="connsiteY5" fmla="*/ 50642 h 68493"/>
                    <a:gd name="connsiteX6" fmla="*/ 8699 w 149513"/>
                    <a:gd name="connsiteY6" fmla="*/ 44522 h 68493"/>
                    <a:gd name="connsiteX7" fmla="*/ -44 w 149513"/>
                    <a:gd name="connsiteY7" fmla="*/ 34904 h 68493"/>
                    <a:gd name="connsiteX8" fmla="*/ -44 w 149513"/>
                    <a:gd name="connsiteY8" fmla="*/ 34904 h 68493"/>
                    <a:gd name="connsiteX9" fmla="*/ -44 w 149513"/>
                    <a:gd name="connsiteY9" fmla="*/ 34904 h 68493"/>
                    <a:gd name="connsiteX10" fmla="*/ 6950 w 149513"/>
                    <a:gd name="connsiteY10" fmla="*/ 41024 h 68493"/>
                    <a:gd name="connsiteX11" fmla="*/ 13945 w 149513"/>
                    <a:gd name="connsiteY11" fmla="*/ 48019 h 68493"/>
                    <a:gd name="connsiteX12" fmla="*/ 13945 w 149513"/>
                    <a:gd name="connsiteY12" fmla="*/ 48019 h 68493"/>
                    <a:gd name="connsiteX13" fmla="*/ 25312 w 149513"/>
                    <a:gd name="connsiteY13" fmla="*/ 55014 h 68493"/>
                    <a:gd name="connsiteX14" fmla="*/ 25312 w 149513"/>
                    <a:gd name="connsiteY14" fmla="*/ 55014 h 68493"/>
                    <a:gd name="connsiteX15" fmla="*/ 34055 w 149513"/>
                    <a:gd name="connsiteY15" fmla="*/ 55014 h 68493"/>
                    <a:gd name="connsiteX16" fmla="*/ 34055 w 149513"/>
                    <a:gd name="connsiteY16" fmla="*/ 55014 h 68493"/>
                    <a:gd name="connsiteX17" fmla="*/ 56788 w 149513"/>
                    <a:gd name="connsiteY17" fmla="*/ 55014 h 68493"/>
                    <a:gd name="connsiteX18" fmla="*/ 63783 w 149513"/>
                    <a:gd name="connsiteY18" fmla="*/ 55014 h 68493"/>
                    <a:gd name="connsiteX19" fmla="*/ 88265 w 149513"/>
                    <a:gd name="connsiteY19" fmla="*/ 50642 h 68493"/>
                    <a:gd name="connsiteX20" fmla="*/ 104877 w 149513"/>
                    <a:gd name="connsiteY20" fmla="*/ 41024 h 68493"/>
                    <a:gd name="connsiteX21" fmla="*/ 130234 w 149513"/>
                    <a:gd name="connsiteY21" fmla="*/ 7799 h 68493"/>
                    <a:gd name="connsiteX22" fmla="*/ 135479 w 149513"/>
                    <a:gd name="connsiteY22" fmla="*/ -70 h 68493"/>
                    <a:gd name="connsiteX23" fmla="*/ 149469 w 149513"/>
                    <a:gd name="connsiteY23" fmla="*/ 8673 h 6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513" h="68493">
                      <a:moveTo>
                        <a:pt x="149469" y="8673"/>
                      </a:moveTo>
                      <a:cubicBezTo>
                        <a:pt x="144922" y="23258"/>
                        <a:pt x="136808" y="36486"/>
                        <a:pt x="125862" y="47145"/>
                      </a:cubicBezTo>
                      <a:cubicBezTo>
                        <a:pt x="112397" y="59499"/>
                        <a:pt x="95128" y="66896"/>
                        <a:pt x="76898" y="68129"/>
                      </a:cubicBezTo>
                      <a:cubicBezTo>
                        <a:pt x="64990" y="69187"/>
                        <a:pt x="53002" y="67386"/>
                        <a:pt x="41924" y="62883"/>
                      </a:cubicBezTo>
                      <a:cubicBezTo>
                        <a:pt x="41924" y="62883"/>
                        <a:pt x="36678" y="62883"/>
                        <a:pt x="33181" y="62883"/>
                      </a:cubicBezTo>
                      <a:cubicBezTo>
                        <a:pt x="26877" y="59534"/>
                        <a:pt x="21001" y="55424"/>
                        <a:pt x="15694" y="50642"/>
                      </a:cubicBezTo>
                      <a:cubicBezTo>
                        <a:pt x="15694" y="50642"/>
                        <a:pt x="9574" y="50642"/>
                        <a:pt x="8699" y="44522"/>
                      </a:cubicBezTo>
                      <a:cubicBezTo>
                        <a:pt x="4940" y="42196"/>
                        <a:pt x="1914" y="38864"/>
                        <a:pt x="-44" y="34904"/>
                      </a:cubicBezTo>
                      <a:lnTo>
                        <a:pt x="-44" y="34904"/>
                      </a:lnTo>
                      <a:lnTo>
                        <a:pt x="-44" y="34904"/>
                      </a:lnTo>
                      <a:cubicBezTo>
                        <a:pt x="2649" y="36495"/>
                        <a:pt x="5018" y="38568"/>
                        <a:pt x="6950" y="41024"/>
                      </a:cubicBezTo>
                      <a:cubicBezTo>
                        <a:pt x="6950" y="41024"/>
                        <a:pt x="6950" y="41024"/>
                        <a:pt x="13945" y="48019"/>
                      </a:cubicBezTo>
                      <a:lnTo>
                        <a:pt x="13945" y="48019"/>
                      </a:lnTo>
                      <a:cubicBezTo>
                        <a:pt x="16953" y="51437"/>
                        <a:pt x="20905" y="53868"/>
                        <a:pt x="25312" y="55014"/>
                      </a:cubicBezTo>
                      <a:lnTo>
                        <a:pt x="25312" y="55014"/>
                      </a:lnTo>
                      <a:cubicBezTo>
                        <a:pt x="28206" y="55486"/>
                        <a:pt x="31161" y="55486"/>
                        <a:pt x="34055" y="55014"/>
                      </a:cubicBezTo>
                      <a:lnTo>
                        <a:pt x="34055" y="55014"/>
                      </a:lnTo>
                      <a:cubicBezTo>
                        <a:pt x="41487" y="57103"/>
                        <a:pt x="49356" y="57103"/>
                        <a:pt x="56788" y="55014"/>
                      </a:cubicBezTo>
                      <a:lnTo>
                        <a:pt x="63783" y="55014"/>
                      </a:lnTo>
                      <a:cubicBezTo>
                        <a:pt x="72168" y="55355"/>
                        <a:pt x="80518" y="53859"/>
                        <a:pt x="88265" y="50642"/>
                      </a:cubicBezTo>
                      <a:cubicBezTo>
                        <a:pt x="94088" y="47958"/>
                        <a:pt x="99649" y="44740"/>
                        <a:pt x="104877" y="41024"/>
                      </a:cubicBezTo>
                      <a:cubicBezTo>
                        <a:pt x="116602" y="32875"/>
                        <a:pt x="125468" y="21255"/>
                        <a:pt x="130234" y="7799"/>
                      </a:cubicBezTo>
                      <a:cubicBezTo>
                        <a:pt x="131221" y="4748"/>
                        <a:pt x="133040" y="2020"/>
                        <a:pt x="135479" y="-70"/>
                      </a:cubicBezTo>
                      <a:cubicBezTo>
                        <a:pt x="135479" y="-70"/>
                        <a:pt x="148595" y="7799"/>
                        <a:pt x="149469" y="8673"/>
                      </a:cubicBezTo>
                      <a:close/>
                    </a:path>
                  </a:pathLst>
                </a:custGeom>
                <a:solidFill>
                  <a:srgbClr val="AEB1BC"/>
                </a:solidFill>
                <a:ln w="87213" cap="flat">
                  <a:noFill/>
                  <a:prstDash val="solid"/>
                  <a:miter/>
                </a:ln>
              </p:spPr>
              <p:txBody>
                <a:bodyPr rtlCol="0" anchor="ctr"/>
                <a:lstStyle/>
                <a:p>
                  <a:endParaRPr lang="en-IN" dirty="0"/>
                </a:p>
              </p:txBody>
            </p:sp>
            <p:sp>
              <p:nvSpPr>
                <p:cNvPr id="2213" name="Freeform: Shape 2212">
                  <a:extLst>
                    <a:ext uri="{FF2B5EF4-FFF2-40B4-BE49-F238E27FC236}">
                      <a16:creationId xmlns:a16="http://schemas.microsoft.com/office/drawing/2014/main" id="{235EA20E-23D2-8169-9622-8AD92CC764BD}"/>
                    </a:ext>
                  </a:extLst>
                </p:cNvPr>
                <p:cNvSpPr/>
                <p:nvPr/>
              </p:nvSpPr>
              <p:spPr>
                <a:xfrm>
                  <a:off x="2424450" y="3957821"/>
                  <a:ext cx="11128" cy="82479"/>
                </a:xfrm>
                <a:custGeom>
                  <a:avLst/>
                  <a:gdLst>
                    <a:gd name="connsiteX0" fmla="*/ 3106 w 11128"/>
                    <a:gd name="connsiteY0" fmla="*/ 48893 h 82479"/>
                    <a:gd name="connsiteX1" fmla="*/ 3106 w 11128"/>
                    <a:gd name="connsiteY1" fmla="*/ 42773 h 82479"/>
                    <a:gd name="connsiteX2" fmla="*/ 3106 w 11128"/>
                    <a:gd name="connsiteY2" fmla="*/ 15668 h 82479"/>
                    <a:gd name="connsiteX3" fmla="*/ 3106 w 11128"/>
                    <a:gd name="connsiteY3" fmla="*/ 15668 h 82479"/>
                    <a:gd name="connsiteX4" fmla="*/ 10100 w 11128"/>
                    <a:gd name="connsiteY4" fmla="*/ -70 h 82479"/>
                    <a:gd name="connsiteX5" fmla="*/ 10100 w 11128"/>
                    <a:gd name="connsiteY5" fmla="*/ -70 h 82479"/>
                    <a:gd name="connsiteX6" fmla="*/ 10100 w 11128"/>
                    <a:gd name="connsiteY6" fmla="*/ -70 h 82479"/>
                    <a:gd name="connsiteX7" fmla="*/ 10100 w 11128"/>
                    <a:gd name="connsiteY7" fmla="*/ 6050 h 82479"/>
                    <a:gd name="connsiteX8" fmla="*/ 4855 w 11128"/>
                    <a:gd name="connsiteY8" fmla="*/ 15668 h 82479"/>
                    <a:gd name="connsiteX9" fmla="*/ 4855 w 11128"/>
                    <a:gd name="connsiteY9" fmla="*/ 73375 h 82479"/>
                    <a:gd name="connsiteX10" fmla="*/ 4855 w 11128"/>
                    <a:gd name="connsiteY10" fmla="*/ 81244 h 82479"/>
                    <a:gd name="connsiteX11" fmla="*/ 4855 w 11128"/>
                    <a:gd name="connsiteY11" fmla="*/ 81244 h 82479"/>
                    <a:gd name="connsiteX12" fmla="*/ 3106 w 11128"/>
                    <a:gd name="connsiteY12" fmla="*/ 48893 h 8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28" h="82479">
                      <a:moveTo>
                        <a:pt x="3106" y="48893"/>
                      </a:moveTo>
                      <a:lnTo>
                        <a:pt x="3106" y="42773"/>
                      </a:lnTo>
                      <a:cubicBezTo>
                        <a:pt x="1357" y="33820"/>
                        <a:pt x="1357" y="24622"/>
                        <a:pt x="3106" y="15668"/>
                      </a:cubicBezTo>
                      <a:lnTo>
                        <a:pt x="3106" y="15668"/>
                      </a:lnTo>
                      <a:cubicBezTo>
                        <a:pt x="5073" y="10265"/>
                        <a:pt x="7407" y="5010"/>
                        <a:pt x="10100" y="-70"/>
                      </a:cubicBezTo>
                      <a:lnTo>
                        <a:pt x="10100" y="-70"/>
                      </a:lnTo>
                      <a:cubicBezTo>
                        <a:pt x="10100" y="-70"/>
                        <a:pt x="10100" y="-70"/>
                        <a:pt x="10100" y="-70"/>
                      </a:cubicBezTo>
                      <a:cubicBezTo>
                        <a:pt x="11412" y="1757"/>
                        <a:pt x="11412" y="4223"/>
                        <a:pt x="10100" y="6050"/>
                      </a:cubicBezTo>
                      <a:cubicBezTo>
                        <a:pt x="8020" y="9067"/>
                        <a:pt x="6262" y="12284"/>
                        <a:pt x="4855" y="15668"/>
                      </a:cubicBezTo>
                      <a:cubicBezTo>
                        <a:pt x="-1677" y="34353"/>
                        <a:pt x="-1677" y="54690"/>
                        <a:pt x="4855" y="73375"/>
                      </a:cubicBezTo>
                      <a:cubicBezTo>
                        <a:pt x="4855" y="73375"/>
                        <a:pt x="4855" y="78621"/>
                        <a:pt x="4855" y="81244"/>
                      </a:cubicBezTo>
                      <a:cubicBezTo>
                        <a:pt x="4855" y="83867"/>
                        <a:pt x="4855" y="81244"/>
                        <a:pt x="4855" y="81244"/>
                      </a:cubicBezTo>
                      <a:cubicBezTo>
                        <a:pt x="2896" y="70577"/>
                        <a:pt x="2310" y="59709"/>
                        <a:pt x="3106" y="48893"/>
                      </a:cubicBezTo>
                      <a:close/>
                    </a:path>
                  </a:pathLst>
                </a:custGeom>
                <a:solidFill>
                  <a:srgbClr val="ACB0BB"/>
                </a:solidFill>
                <a:ln w="87213" cap="flat">
                  <a:noFill/>
                  <a:prstDash val="solid"/>
                  <a:miter/>
                </a:ln>
              </p:spPr>
              <p:txBody>
                <a:bodyPr rtlCol="0" anchor="ctr"/>
                <a:lstStyle/>
                <a:p>
                  <a:endParaRPr lang="en-IN" dirty="0"/>
                </a:p>
              </p:txBody>
            </p:sp>
            <p:sp>
              <p:nvSpPr>
                <p:cNvPr id="2214" name="Freeform: Shape 2213">
                  <a:extLst>
                    <a:ext uri="{FF2B5EF4-FFF2-40B4-BE49-F238E27FC236}">
                      <a16:creationId xmlns:a16="http://schemas.microsoft.com/office/drawing/2014/main" id="{836F843D-9860-EC2C-E576-745AC0470038}"/>
                    </a:ext>
                  </a:extLst>
                </p:cNvPr>
                <p:cNvSpPr/>
                <p:nvPr/>
              </p:nvSpPr>
              <p:spPr>
                <a:xfrm>
                  <a:off x="2437797" y="4039135"/>
                  <a:ext cx="950" cy="6994"/>
                </a:xfrm>
                <a:custGeom>
                  <a:avLst/>
                  <a:gdLst>
                    <a:gd name="connsiteX0" fmla="*/ 251 w 950"/>
                    <a:gd name="connsiteY0" fmla="*/ -70 h 6994"/>
                    <a:gd name="connsiteX1" fmla="*/ 251 w 950"/>
                    <a:gd name="connsiteY1" fmla="*/ -70 h 6994"/>
                    <a:gd name="connsiteX2" fmla="*/ 251 w 950"/>
                    <a:gd name="connsiteY2" fmla="*/ -70 h 6994"/>
                    <a:gd name="connsiteX3" fmla="*/ 251 w 950"/>
                    <a:gd name="connsiteY3" fmla="*/ 6925 h 6994"/>
                    <a:gd name="connsiteX4" fmla="*/ 251 w 950"/>
                    <a:gd name="connsiteY4" fmla="*/ 6925 h 6994"/>
                    <a:gd name="connsiteX5" fmla="*/ 251 w 950"/>
                    <a:gd name="connsiteY5" fmla="*/ -70 h 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0" h="6994">
                      <a:moveTo>
                        <a:pt x="251" y="-70"/>
                      </a:moveTo>
                      <a:lnTo>
                        <a:pt x="251" y="-70"/>
                      </a:lnTo>
                      <a:cubicBezTo>
                        <a:pt x="251" y="-70"/>
                        <a:pt x="251" y="-70"/>
                        <a:pt x="251" y="-70"/>
                      </a:cubicBezTo>
                      <a:cubicBezTo>
                        <a:pt x="1125" y="2177"/>
                        <a:pt x="1125" y="4678"/>
                        <a:pt x="251" y="6925"/>
                      </a:cubicBezTo>
                      <a:lnTo>
                        <a:pt x="251" y="6925"/>
                      </a:lnTo>
                      <a:cubicBezTo>
                        <a:pt x="-143" y="4607"/>
                        <a:pt x="-143" y="2247"/>
                        <a:pt x="251" y="-70"/>
                      </a:cubicBezTo>
                      <a:close/>
                    </a:path>
                  </a:pathLst>
                </a:custGeom>
                <a:solidFill>
                  <a:srgbClr val="B1B5BF"/>
                </a:solidFill>
                <a:ln w="87213" cap="flat">
                  <a:noFill/>
                  <a:prstDash val="solid"/>
                  <a:miter/>
                </a:ln>
              </p:spPr>
              <p:txBody>
                <a:bodyPr rtlCol="0" anchor="ctr"/>
                <a:lstStyle/>
                <a:p>
                  <a:endParaRPr lang="en-IN" dirty="0"/>
                </a:p>
              </p:txBody>
            </p:sp>
            <p:sp>
              <p:nvSpPr>
                <p:cNvPr id="2215" name="Freeform: Shape 2214">
                  <a:extLst>
                    <a:ext uri="{FF2B5EF4-FFF2-40B4-BE49-F238E27FC236}">
                      <a16:creationId xmlns:a16="http://schemas.microsoft.com/office/drawing/2014/main" id="{6FEA89A9-C6D7-A1E7-C216-98E558F8C78A}"/>
                    </a:ext>
                  </a:extLst>
                </p:cNvPr>
                <p:cNvSpPr/>
                <p:nvPr/>
              </p:nvSpPr>
              <p:spPr>
                <a:xfrm>
                  <a:off x="2452956" y="4059246"/>
                  <a:ext cx="7070" cy="8364"/>
                </a:xfrm>
                <a:custGeom>
                  <a:avLst/>
                  <a:gdLst>
                    <a:gd name="connsiteX0" fmla="*/ -44 w 7070"/>
                    <a:gd name="connsiteY0" fmla="*/ -70 h 8364"/>
                    <a:gd name="connsiteX1" fmla="*/ 6951 w 7070"/>
                    <a:gd name="connsiteY1" fmla="*/ 6050 h 8364"/>
                    <a:gd name="connsiteX2" fmla="*/ -44 w 7070"/>
                    <a:gd name="connsiteY2" fmla="*/ -70 h 8364"/>
                  </a:gdLst>
                  <a:ahLst/>
                  <a:cxnLst>
                    <a:cxn ang="0">
                      <a:pos x="connsiteX0" y="connsiteY0"/>
                    </a:cxn>
                    <a:cxn ang="0">
                      <a:pos x="connsiteX1" y="connsiteY1"/>
                    </a:cxn>
                    <a:cxn ang="0">
                      <a:pos x="connsiteX2" y="connsiteY2"/>
                    </a:cxn>
                  </a:cxnLst>
                  <a:rect l="l" t="t" r="r" b="b"/>
                  <a:pathLst>
                    <a:path w="7070" h="8364">
                      <a:moveTo>
                        <a:pt x="-44" y="-70"/>
                      </a:moveTo>
                      <a:cubicBezTo>
                        <a:pt x="-44" y="-70"/>
                        <a:pt x="6076" y="-70"/>
                        <a:pt x="6951" y="6050"/>
                      </a:cubicBezTo>
                      <a:cubicBezTo>
                        <a:pt x="7825" y="12171"/>
                        <a:pt x="830" y="4301"/>
                        <a:pt x="-44" y="-70"/>
                      </a:cubicBezTo>
                      <a:close/>
                    </a:path>
                  </a:pathLst>
                </a:custGeom>
                <a:solidFill>
                  <a:srgbClr val="B1B5BF"/>
                </a:solidFill>
                <a:ln w="87213" cap="flat">
                  <a:noFill/>
                  <a:prstDash val="solid"/>
                  <a:miter/>
                </a:ln>
              </p:spPr>
              <p:txBody>
                <a:bodyPr rtlCol="0" anchor="ctr"/>
                <a:lstStyle/>
                <a:p>
                  <a:endParaRPr lang="en-IN" dirty="0"/>
                </a:p>
              </p:txBody>
            </p:sp>
            <p:sp>
              <p:nvSpPr>
                <p:cNvPr id="2216" name="Freeform: Shape 2215">
                  <a:extLst>
                    <a:ext uri="{FF2B5EF4-FFF2-40B4-BE49-F238E27FC236}">
                      <a16:creationId xmlns:a16="http://schemas.microsoft.com/office/drawing/2014/main" id="{E8F9170C-7526-61EF-1578-9CD65A116530}"/>
                    </a:ext>
                  </a:extLst>
                </p:cNvPr>
                <p:cNvSpPr/>
                <p:nvPr/>
              </p:nvSpPr>
              <p:spPr>
                <a:xfrm>
                  <a:off x="2477438" y="4077607"/>
                  <a:ext cx="9228" cy="388"/>
                </a:xfrm>
                <a:custGeom>
                  <a:avLst/>
                  <a:gdLst>
                    <a:gd name="connsiteX0" fmla="*/ -44 w 9228"/>
                    <a:gd name="connsiteY0" fmla="*/ -70 h 388"/>
                    <a:gd name="connsiteX1" fmla="*/ 8699 w 9228"/>
                    <a:gd name="connsiteY1" fmla="*/ -70 h 388"/>
                    <a:gd name="connsiteX2" fmla="*/ -44 w 9228"/>
                    <a:gd name="connsiteY2" fmla="*/ -70 h 388"/>
                  </a:gdLst>
                  <a:ahLst/>
                  <a:cxnLst>
                    <a:cxn ang="0">
                      <a:pos x="connsiteX0" y="connsiteY0"/>
                    </a:cxn>
                    <a:cxn ang="0">
                      <a:pos x="connsiteX1" y="connsiteY1"/>
                    </a:cxn>
                    <a:cxn ang="0">
                      <a:pos x="connsiteX2" y="connsiteY2"/>
                    </a:cxn>
                  </a:cxnLst>
                  <a:rect l="l" t="t" r="r" b="b"/>
                  <a:pathLst>
                    <a:path w="9228" h="388">
                      <a:moveTo>
                        <a:pt x="-44" y="-70"/>
                      </a:moveTo>
                      <a:cubicBezTo>
                        <a:pt x="-44" y="-70"/>
                        <a:pt x="6076" y="-70"/>
                        <a:pt x="8699" y="-70"/>
                      </a:cubicBezTo>
                      <a:cubicBezTo>
                        <a:pt x="11322" y="-70"/>
                        <a:pt x="2579" y="804"/>
                        <a:pt x="-44" y="-70"/>
                      </a:cubicBezTo>
                      <a:close/>
                    </a:path>
                  </a:pathLst>
                </a:custGeom>
                <a:solidFill>
                  <a:srgbClr val="B1B5BF"/>
                </a:solidFill>
                <a:ln w="87213" cap="flat">
                  <a:noFill/>
                  <a:prstDash val="solid"/>
                  <a:miter/>
                </a:ln>
              </p:spPr>
              <p:txBody>
                <a:bodyPr rtlCol="0" anchor="ctr"/>
                <a:lstStyle/>
                <a:p>
                  <a:endParaRPr lang="en-IN" dirty="0"/>
                </a:p>
              </p:txBody>
            </p:sp>
            <p:sp>
              <p:nvSpPr>
                <p:cNvPr id="2217" name="Freeform: Shape 2216">
                  <a:extLst>
                    <a:ext uri="{FF2B5EF4-FFF2-40B4-BE49-F238E27FC236}">
                      <a16:creationId xmlns:a16="http://schemas.microsoft.com/office/drawing/2014/main" id="{141F0A30-CEAA-03D8-2619-C3EE8237E575}"/>
                    </a:ext>
                  </a:extLst>
                </p:cNvPr>
                <p:cNvSpPr/>
                <p:nvPr/>
              </p:nvSpPr>
              <p:spPr>
                <a:xfrm>
                  <a:off x="2445086" y="3921973"/>
                  <a:ext cx="73348" cy="37976"/>
                </a:xfrm>
                <a:custGeom>
                  <a:avLst/>
                  <a:gdLst>
                    <a:gd name="connsiteX0" fmla="*/ -44 w 73348"/>
                    <a:gd name="connsiteY0" fmla="*/ 35778 h 37976"/>
                    <a:gd name="connsiteX1" fmla="*/ -44 w 73348"/>
                    <a:gd name="connsiteY1" fmla="*/ 35778 h 37976"/>
                    <a:gd name="connsiteX2" fmla="*/ 10448 w 73348"/>
                    <a:gd name="connsiteY2" fmla="*/ 21789 h 37976"/>
                    <a:gd name="connsiteX3" fmla="*/ 10448 w 73348"/>
                    <a:gd name="connsiteY3" fmla="*/ 21789 h 37976"/>
                    <a:gd name="connsiteX4" fmla="*/ 33181 w 73348"/>
                    <a:gd name="connsiteY4" fmla="*/ 6051 h 37976"/>
                    <a:gd name="connsiteX5" fmla="*/ 55914 w 73348"/>
                    <a:gd name="connsiteY5" fmla="*/ -70 h 37976"/>
                    <a:gd name="connsiteX6" fmla="*/ 65532 w 73348"/>
                    <a:gd name="connsiteY6" fmla="*/ -70 h 37976"/>
                    <a:gd name="connsiteX7" fmla="*/ 72527 w 73348"/>
                    <a:gd name="connsiteY7" fmla="*/ -70 h 37976"/>
                    <a:gd name="connsiteX8" fmla="*/ 72527 w 73348"/>
                    <a:gd name="connsiteY8" fmla="*/ -70 h 37976"/>
                    <a:gd name="connsiteX9" fmla="*/ 50668 w 73348"/>
                    <a:gd name="connsiteY9" fmla="*/ -70 h 37976"/>
                    <a:gd name="connsiteX10" fmla="*/ 16569 w 73348"/>
                    <a:gd name="connsiteY10" fmla="*/ 19166 h 37976"/>
                    <a:gd name="connsiteX11" fmla="*/ 9574 w 73348"/>
                    <a:gd name="connsiteY11" fmla="*/ 27035 h 37976"/>
                    <a:gd name="connsiteX12" fmla="*/ 9137 w 73348"/>
                    <a:gd name="connsiteY12" fmla="*/ 36215 h 37976"/>
                    <a:gd name="connsiteX13" fmla="*/ -44 w 73348"/>
                    <a:gd name="connsiteY13" fmla="*/ 35778 h 3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348" h="37976">
                      <a:moveTo>
                        <a:pt x="-44" y="35778"/>
                      </a:moveTo>
                      <a:lnTo>
                        <a:pt x="-44" y="35778"/>
                      </a:lnTo>
                      <a:cubicBezTo>
                        <a:pt x="-44" y="29658"/>
                        <a:pt x="6951" y="26161"/>
                        <a:pt x="10448" y="21789"/>
                      </a:cubicBezTo>
                      <a:lnTo>
                        <a:pt x="10448" y="21789"/>
                      </a:lnTo>
                      <a:cubicBezTo>
                        <a:pt x="17224" y="15476"/>
                        <a:pt x="24884" y="10178"/>
                        <a:pt x="33181" y="6051"/>
                      </a:cubicBezTo>
                      <a:cubicBezTo>
                        <a:pt x="40342" y="2693"/>
                        <a:pt x="48036" y="621"/>
                        <a:pt x="55914" y="-70"/>
                      </a:cubicBezTo>
                      <a:lnTo>
                        <a:pt x="65532" y="-70"/>
                      </a:lnTo>
                      <a:cubicBezTo>
                        <a:pt x="65532" y="-70"/>
                        <a:pt x="70778" y="-70"/>
                        <a:pt x="72527" y="-70"/>
                      </a:cubicBezTo>
                      <a:cubicBezTo>
                        <a:pt x="74275" y="-70"/>
                        <a:pt x="72527" y="-70"/>
                        <a:pt x="72527" y="-70"/>
                      </a:cubicBezTo>
                      <a:lnTo>
                        <a:pt x="50668" y="-70"/>
                      </a:lnTo>
                      <a:cubicBezTo>
                        <a:pt x="37702" y="2964"/>
                        <a:pt x="25872" y="9635"/>
                        <a:pt x="16569" y="19166"/>
                      </a:cubicBezTo>
                      <a:cubicBezTo>
                        <a:pt x="16569" y="19166"/>
                        <a:pt x="12197" y="24412"/>
                        <a:pt x="9574" y="27035"/>
                      </a:cubicBezTo>
                      <a:cubicBezTo>
                        <a:pt x="11987" y="29693"/>
                        <a:pt x="11795" y="33803"/>
                        <a:pt x="9137" y="36215"/>
                      </a:cubicBezTo>
                      <a:cubicBezTo>
                        <a:pt x="6478" y="38629"/>
                        <a:pt x="2369" y="38437"/>
                        <a:pt x="-44" y="35778"/>
                      </a:cubicBezTo>
                      <a:close/>
                    </a:path>
                  </a:pathLst>
                </a:custGeom>
                <a:solidFill>
                  <a:srgbClr val="ACB0BB"/>
                </a:solidFill>
                <a:ln w="87213" cap="flat">
                  <a:noFill/>
                  <a:prstDash val="solid"/>
                  <a:miter/>
                </a:ln>
              </p:spPr>
              <p:txBody>
                <a:bodyPr rtlCol="0" anchor="ctr"/>
                <a:lstStyle/>
                <a:p>
                  <a:endParaRPr lang="en-IN" dirty="0"/>
                </a:p>
              </p:txBody>
            </p:sp>
            <p:sp>
              <p:nvSpPr>
                <p:cNvPr id="2218" name="Freeform: Shape 2217">
                  <a:extLst>
                    <a:ext uri="{FF2B5EF4-FFF2-40B4-BE49-F238E27FC236}">
                      <a16:creationId xmlns:a16="http://schemas.microsoft.com/office/drawing/2014/main" id="{E5CE5EDE-5B2D-0642-710C-7C51DD2AC580}"/>
                    </a:ext>
                  </a:extLst>
                </p:cNvPr>
                <p:cNvSpPr/>
                <p:nvPr/>
              </p:nvSpPr>
              <p:spPr>
                <a:xfrm>
                  <a:off x="2508040" y="3920679"/>
                  <a:ext cx="75193" cy="40639"/>
                </a:xfrm>
                <a:custGeom>
                  <a:avLst/>
                  <a:gdLst>
                    <a:gd name="connsiteX0" fmla="*/ 6951 w 75193"/>
                    <a:gd name="connsiteY0" fmla="*/ 350 h 40639"/>
                    <a:gd name="connsiteX1" fmla="*/ -44 w 75193"/>
                    <a:gd name="connsiteY1" fmla="*/ 350 h 40639"/>
                    <a:gd name="connsiteX2" fmla="*/ 38427 w 75193"/>
                    <a:gd name="connsiteY2" fmla="*/ 9093 h 40639"/>
                    <a:gd name="connsiteX3" fmla="*/ 59411 w 75193"/>
                    <a:gd name="connsiteY3" fmla="*/ 22208 h 40639"/>
                    <a:gd name="connsiteX4" fmla="*/ 75149 w 75193"/>
                    <a:gd name="connsiteY4" fmla="*/ 40570 h 40639"/>
                    <a:gd name="connsiteX5" fmla="*/ 75149 w 75193"/>
                    <a:gd name="connsiteY5" fmla="*/ 40570 h 40639"/>
                    <a:gd name="connsiteX6" fmla="*/ 56788 w 75193"/>
                    <a:gd name="connsiteY6" fmla="*/ 23082 h 40639"/>
                    <a:gd name="connsiteX7" fmla="*/ 20940 w 75193"/>
                    <a:gd name="connsiteY7" fmla="*/ 7345 h 40639"/>
                    <a:gd name="connsiteX8" fmla="*/ 6951 w 75193"/>
                    <a:gd name="connsiteY8" fmla="*/ 350 h 4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93" h="40639">
                      <a:moveTo>
                        <a:pt x="6951" y="350"/>
                      </a:moveTo>
                      <a:lnTo>
                        <a:pt x="-44" y="350"/>
                      </a:lnTo>
                      <a:cubicBezTo>
                        <a:pt x="13403" y="-1268"/>
                        <a:pt x="26999" y="1819"/>
                        <a:pt x="38427" y="9093"/>
                      </a:cubicBezTo>
                      <a:cubicBezTo>
                        <a:pt x="46008" y="12451"/>
                        <a:pt x="53073" y="16866"/>
                        <a:pt x="59411" y="22208"/>
                      </a:cubicBezTo>
                      <a:cubicBezTo>
                        <a:pt x="65593" y="27463"/>
                        <a:pt x="70900" y="33662"/>
                        <a:pt x="75149" y="40570"/>
                      </a:cubicBezTo>
                      <a:lnTo>
                        <a:pt x="75149" y="40570"/>
                      </a:lnTo>
                      <a:cubicBezTo>
                        <a:pt x="69694" y="34082"/>
                        <a:pt x="63538" y="28215"/>
                        <a:pt x="56788" y="23082"/>
                      </a:cubicBezTo>
                      <a:cubicBezTo>
                        <a:pt x="46183" y="15196"/>
                        <a:pt x="33924" y="9810"/>
                        <a:pt x="20940" y="7345"/>
                      </a:cubicBezTo>
                      <a:cubicBezTo>
                        <a:pt x="20940" y="7345"/>
                        <a:pt x="9574" y="3847"/>
                        <a:pt x="6951" y="350"/>
                      </a:cubicBezTo>
                      <a:close/>
                    </a:path>
                  </a:pathLst>
                </a:custGeom>
                <a:solidFill>
                  <a:srgbClr val="B1B5BF"/>
                </a:solidFill>
                <a:ln w="87213" cap="flat">
                  <a:noFill/>
                  <a:prstDash val="solid"/>
                  <a:miter/>
                </a:ln>
              </p:spPr>
              <p:txBody>
                <a:bodyPr rtlCol="0" anchor="ctr"/>
                <a:lstStyle/>
                <a:p>
                  <a:endParaRPr lang="en-IN" dirty="0"/>
                </a:p>
              </p:txBody>
            </p:sp>
            <p:sp>
              <p:nvSpPr>
                <p:cNvPr id="2219" name="Freeform: Shape 2218">
                  <a:extLst>
                    <a:ext uri="{FF2B5EF4-FFF2-40B4-BE49-F238E27FC236}">
                      <a16:creationId xmlns:a16="http://schemas.microsoft.com/office/drawing/2014/main" id="{42A52D4E-8DED-A853-395F-50312B662EA6}"/>
                    </a:ext>
                  </a:extLst>
                </p:cNvPr>
                <p:cNvSpPr/>
                <p:nvPr/>
              </p:nvSpPr>
              <p:spPr>
                <a:xfrm>
                  <a:off x="2521155" y="3914873"/>
                  <a:ext cx="48088" cy="24587"/>
                </a:xfrm>
                <a:custGeom>
                  <a:avLst/>
                  <a:gdLst>
                    <a:gd name="connsiteX0" fmla="*/ -44 w 48088"/>
                    <a:gd name="connsiteY0" fmla="*/ 36 h 24587"/>
                    <a:gd name="connsiteX1" fmla="*/ 29684 w 48088"/>
                    <a:gd name="connsiteY1" fmla="*/ 8779 h 24587"/>
                    <a:gd name="connsiteX2" fmla="*/ 48045 w 48088"/>
                    <a:gd name="connsiteY2" fmla="*/ 20145 h 24587"/>
                    <a:gd name="connsiteX3" fmla="*/ 48045 w 48088"/>
                    <a:gd name="connsiteY3" fmla="*/ 24517 h 24587"/>
                    <a:gd name="connsiteX4" fmla="*/ -44 w 48088"/>
                    <a:gd name="connsiteY4" fmla="*/ 36 h 2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88" h="24587">
                      <a:moveTo>
                        <a:pt x="-44" y="36"/>
                      </a:moveTo>
                      <a:cubicBezTo>
                        <a:pt x="10588" y="-699"/>
                        <a:pt x="21141" y="2405"/>
                        <a:pt x="29684" y="8779"/>
                      </a:cubicBezTo>
                      <a:cubicBezTo>
                        <a:pt x="36564" y="11183"/>
                        <a:pt x="42825" y="15057"/>
                        <a:pt x="48045" y="20145"/>
                      </a:cubicBezTo>
                      <a:cubicBezTo>
                        <a:pt x="48045" y="20145"/>
                        <a:pt x="48045" y="20145"/>
                        <a:pt x="48045" y="24517"/>
                      </a:cubicBezTo>
                      <a:cubicBezTo>
                        <a:pt x="33740" y="13335"/>
                        <a:pt x="17416" y="5020"/>
                        <a:pt x="-44" y="36"/>
                      </a:cubicBezTo>
                      <a:close/>
                    </a:path>
                  </a:pathLst>
                </a:custGeom>
                <a:solidFill>
                  <a:srgbClr val="BEC1C9"/>
                </a:solidFill>
                <a:ln w="87213" cap="flat">
                  <a:noFill/>
                  <a:prstDash val="solid"/>
                  <a:miter/>
                </a:ln>
              </p:spPr>
              <p:txBody>
                <a:bodyPr rtlCol="0" anchor="ctr"/>
                <a:lstStyle/>
                <a:p>
                  <a:endParaRPr lang="en-IN" dirty="0"/>
                </a:p>
              </p:txBody>
            </p:sp>
            <p:sp>
              <p:nvSpPr>
                <p:cNvPr id="2220" name="Freeform: Shape 2219">
                  <a:extLst>
                    <a:ext uri="{FF2B5EF4-FFF2-40B4-BE49-F238E27FC236}">
                      <a16:creationId xmlns:a16="http://schemas.microsoft.com/office/drawing/2014/main" id="{104B84E9-661F-2AD4-8808-E1682651415F}"/>
                    </a:ext>
                  </a:extLst>
                </p:cNvPr>
                <p:cNvSpPr/>
                <p:nvPr/>
              </p:nvSpPr>
              <p:spPr>
                <a:xfrm>
                  <a:off x="2429381" y="3973559"/>
                  <a:ext cx="2590" cy="27104"/>
                </a:xfrm>
                <a:custGeom>
                  <a:avLst/>
                  <a:gdLst>
                    <a:gd name="connsiteX0" fmla="*/ 2546 w 2590"/>
                    <a:gd name="connsiteY0" fmla="*/ -70 h 27104"/>
                    <a:gd name="connsiteX1" fmla="*/ 2546 w 2590"/>
                    <a:gd name="connsiteY1" fmla="*/ 27034 h 27104"/>
                    <a:gd name="connsiteX2" fmla="*/ 2546 w 2590"/>
                    <a:gd name="connsiteY2" fmla="*/ -70 h 27104"/>
                  </a:gdLst>
                  <a:ahLst/>
                  <a:cxnLst>
                    <a:cxn ang="0">
                      <a:pos x="connsiteX0" y="connsiteY0"/>
                    </a:cxn>
                    <a:cxn ang="0">
                      <a:pos x="connsiteX1" y="connsiteY1"/>
                    </a:cxn>
                    <a:cxn ang="0">
                      <a:pos x="connsiteX2" y="connsiteY2"/>
                    </a:cxn>
                  </a:cxnLst>
                  <a:rect l="l" t="t" r="r" b="b"/>
                  <a:pathLst>
                    <a:path w="2590" h="27103">
                      <a:moveTo>
                        <a:pt x="2546" y="-70"/>
                      </a:moveTo>
                      <a:lnTo>
                        <a:pt x="2546" y="27034"/>
                      </a:lnTo>
                      <a:cubicBezTo>
                        <a:pt x="-908" y="18327"/>
                        <a:pt x="-908" y="8630"/>
                        <a:pt x="2546" y="-70"/>
                      </a:cubicBezTo>
                      <a:close/>
                    </a:path>
                  </a:pathLst>
                </a:custGeom>
                <a:solidFill>
                  <a:srgbClr val="B4B7C1"/>
                </a:solidFill>
                <a:ln w="87213" cap="flat">
                  <a:noFill/>
                  <a:prstDash val="solid"/>
                  <a:miter/>
                </a:ln>
              </p:spPr>
              <p:txBody>
                <a:bodyPr rtlCol="0" anchor="ctr"/>
                <a:lstStyle/>
                <a:p>
                  <a:endParaRPr lang="en-IN" dirty="0"/>
                </a:p>
              </p:txBody>
            </p:sp>
            <p:sp>
              <p:nvSpPr>
                <p:cNvPr id="2221" name="Freeform: Shape 2220">
                  <a:extLst>
                    <a:ext uri="{FF2B5EF4-FFF2-40B4-BE49-F238E27FC236}">
                      <a16:creationId xmlns:a16="http://schemas.microsoft.com/office/drawing/2014/main" id="{16438F78-15D8-89C1-7A55-E01A34A7B491}"/>
                    </a:ext>
                  </a:extLst>
                </p:cNvPr>
                <p:cNvSpPr/>
                <p:nvPr/>
              </p:nvSpPr>
              <p:spPr>
                <a:xfrm>
                  <a:off x="2452956" y="3925470"/>
                  <a:ext cx="22733" cy="15738"/>
                </a:xfrm>
                <a:custGeom>
                  <a:avLst/>
                  <a:gdLst>
                    <a:gd name="connsiteX0" fmla="*/ 22689 w 22733"/>
                    <a:gd name="connsiteY0" fmla="*/ -70 h 15738"/>
                    <a:gd name="connsiteX1" fmla="*/ -44 w 22733"/>
                    <a:gd name="connsiteY1" fmla="*/ 15668 h 15738"/>
                    <a:gd name="connsiteX2" fmla="*/ 22689 w 22733"/>
                    <a:gd name="connsiteY2" fmla="*/ -70 h 15738"/>
                  </a:gdLst>
                  <a:ahLst/>
                  <a:cxnLst>
                    <a:cxn ang="0">
                      <a:pos x="connsiteX0" y="connsiteY0"/>
                    </a:cxn>
                    <a:cxn ang="0">
                      <a:pos x="connsiteX1" y="connsiteY1"/>
                    </a:cxn>
                    <a:cxn ang="0">
                      <a:pos x="connsiteX2" y="connsiteY2"/>
                    </a:cxn>
                  </a:cxnLst>
                  <a:rect l="l" t="t" r="r" b="b"/>
                  <a:pathLst>
                    <a:path w="22733" h="15738">
                      <a:moveTo>
                        <a:pt x="22689" y="-70"/>
                      </a:moveTo>
                      <a:lnTo>
                        <a:pt x="-44" y="15668"/>
                      </a:lnTo>
                      <a:cubicBezTo>
                        <a:pt x="5053" y="7519"/>
                        <a:pt x="13272" y="1828"/>
                        <a:pt x="22689" y="-70"/>
                      </a:cubicBezTo>
                      <a:close/>
                    </a:path>
                  </a:pathLst>
                </a:custGeom>
                <a:solidFill>
                  <a:srgbClr val="B4B7C1"/>
                </a:solidFill>
                <a:ln w="87213" cap="flat">
                  <a:noFill/>
                  <a:prstDash val="solid"/>
                  <a:miter/>
                </a:ln>
              </p:spPr>
              <p:txBody>
                <a:bodyPr rtlCol="0" anchor="ctr"/>
                <a:lstStyle/>
                <a:p>
                  <a:endParaRPr lang="en-IN" dirty="0"/>
                </a:p>
              </p:txBody>
            </p:sp>
            <p:sp>
              <p:nvSpPr>
                <p:cNvPr id="2222" name="Freeform: Shape 2221">
                  <a:extLst>
                    <a:ext uri="{FF2B5EF4-FFF2-40B4-BE49-F238E27FC236}">
                      <a16:creationId xmlns:a16="http://schemas.microsoft.com/office/drawing/2014/main" id="{D05541BE-728F-996D-93DA-0CB36C41BE2A}"/>
                    </a:ext>
                  </a:extLst>
                </p:cNvPr>
                <p:cNvSpPr/>
                <p:nvPr/>
              </p:nvSpPr>
              <p:spPr>
                <a:xfrm>
                  <a:off x="2442464" y="3941208"/>
                  <a:ext cx="10492" cy="13989"/>
                </a:xfrm>
                <a:custGeom>
                  <a:avLst/>
                  <a:gdLst>
                    <a:gd name="connsiteX0" fmla="*/ 10448 w 10492"/>
                    <a:gd name="connsiteY0" fmla="*/ -70 h 13989"/>
                    <a:gd name="connsiteX1" fmla="*/ -44 w 10492"/>
                    <a:gd name="connsiteY1" fmla="*/ 13920 h 13989"/>
                    <a:gd name="connsiteX2" fmla="*/ -44 w 10492"/>
                    <a:gd name="connsiteY2" fmla="*/ 13920 h 13989"/>
                    <a:gd name="connsiteX3" fmla="*/ -44 w 10492"/>
                    <a:gd name="connsiteY3" fmla="*/ 13920 h 13989"/>
                    <a:gd name="connsiteX4" fmla="*/ 10448 w 10492"/>
                    <a:gd name="connsiteY4" fmla="*/ -70 h 13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92" h="13989">
                      <a:moveTo>
                        <a:pt x="10448" y="-70"/>
                      </a:moveTo>
                      <a:cubicBezTo>
                        <a:pt x="7231" y="4800"/>
                        <a:pt x="3733" y="9469"/>
                        <a:pt x="-44" y="13920"/>
                      </a:cubicBezTo>
                      <a:lnTo>
                        <a:pt x="-44" y="13920"/>
                      </a:lnTo>
                      <a:cubicBezTo>
                        <a:pt x="-44" y="13920"/>
                        <a:pt x="-44" y="13920"/>
                        <a:pt x="-44" y="13920"/>
                      </a:cubicBezTo>
                      <a:cubicBezTo>
                        <a:pt x="2019" y="8332"/>
                        <a:pt x="5665" y="3471"/>
                        <a:pt x="10448" y="-70"/>
                      </a:cubicBezTo>
                      <a:close/>
                    </a:path>
                  </a:pathLst>
                </a:custGeom>
                <a:solidFill>
                  <a:srgbClr val="B4B7C1"/>
                </a:solidFill>
                <a:ln w="87213" cap="flat">
                  <a:noFill/>
                  <a:prstDash val="solid"/>
                  <a:miter/>
                </a:ln>
              </p:spPr>
              <p:txBody>
                <a:bodyPr rtlCol="0" anchor="ctr"/>
                <a:lstStyle/>
                <a:p>
                  <a:endParaRPr lang="en-IN" dirty="0"/>
                </a:p>
              </p:txBody>
            </p:sp>
            <p:sp>
              <p:nvSpPr>
                <p:cNvPr id="2223" name="Freeform: Shape 2222">
                  <a:extLst>
                    <a:ext uri="{FF2B5EF4-FFF2-40B4-BE49-F238E27FC236}">
                      <a16:creationId xmlns:a16="http://schemas.microsoft.com/office/drawing/2014/main" id="{CE7115CB-7BFA-A25B-2374-FF62BF131A71}"/>
                    </a:ext>
                  </a:extLst>
                </p:cNvPr>
                <p:cNvSpPr/>
                <p:nvPr/>
              </p:nvSpPr>
              <p:spPr>
                <a:xfrm>
                  <a:off x="2546511" y="3927219"/>
                  <a:ext cx="20984" cy="13115"/>
                </a:xfrm>
                <a:custGeom>
                  <a:avLst/>
                  <a:gdLst>
                    <a:gd name="connsiteX0" fmla="*/ 20940 w 20984"/>
                    <a:gd name="connsiteY0" fmla="*/ 13045 h 13115"/>
                    <a:gd name="connsiteX1" fmla="*/ -44 w 20984"/>
                    <a:gd name="connsiteY1" fmla="*/ -70 h 13115"/>
                    <a:gd name="connsiteX2" fmla="*/ 20940 w 20984"/>
                    <a:gd name="connsiteY2" fmla="*/ 13045 h 13115"/>
                  </a:gdLst>
                  <a:ahLst/>
                  <a:cxnLst>
                    <a:cxn ang="0">
                      <a:pos x="connsiteX0" y="connsiteY0"/>
                    </a:cxn>
                    <a:cxn ang="0">
                      <a:pos x="connsiteX1" y="connsiteY1"/>
                    </a:cxn>
                    <a:cxn ang="0">
                      <a:pos x="connsiteX2" y="connsiteY2"/>
                    </a:cxn>
                  </a:cxnLst>
                  <a:rect l="l" t="t" r="r" b="b"/>
                  <a:pathLst>
                    <a:path w="20984" h="13115">
                      <a:moveTo>
                        <a:pt x="20940" y="13045"/>
                      </a:moveTo>
                      <a:lnTo>
                        <a:pt x="-44" y="-70"/>
                      </a:lnTo>
                      <a:cubicBezTo>
                        <a:pt x="8376" y="1434"/>
                        <a:pt x="15895" y="6138"/>
                        <a:pt x="20940" y="13045"/>
                      </a:cubicBezTo>
                      <a:close/>
                    </a:path>
                  </a:pathLst>
                </a:custGeom>
                <a:solidFill>
                  <a:srgbClr val="B2B6C0"/>
                </a:solidFill>
                <a:ln w="87213" cap="flat">
                  <a:noFill/>
                  <a:prstDash val="solid"/>
                  <a:miter/>
                </a:ln>
              </p:spPr>
              <p:txBody>
                <a:bodyPr rtlCol="0" anchor="ctr"/>
                <a:lstStyle/>
                <a:p>
                  <a:endParaRPr lang="en-IN" dirty="0"/>
                </a:p>
              </p:txBody>
            </p:sp>
            <p:sp>
              <p:nvSpPr>
                <p:cNvPr id="2224" name="Freeform: Shape 2223">
                  <a:extLst>
                    <a:ext uri="{FF2B5EF4-FFF2-40B4-BE49-F238E27FC236}">
                      <a16:creationId xmlns:a16="http://schemas.microsoft.com/office/drawing/2014/main" id="{199BC625-5943-F822-CEAC-71CB5DEE5255}"/>
                    </a:ext>
                  </a:extLst>
                </p:cNvPr>
                <p:cNvSpPr/>
                <p:nvPr/>
              </p:nvSpPr>
              <p:spPr>
                <a:xfrm>
                  <a:off x="2431097" y="3957821"/>
                  <a:ext cx="7869" cy="15738"/>
                </a:xfrm>
                <a:custGeom>
                  <a:avLst/>
                  <a:gdLst>
                    <a:gd name="connsiteX0" fmla="*/ 7825 w 7869"/>
                    <a:gd name="connsiteY0" fmla="*/ -70 h 15738"/>
                    <a:gd name="connsiteX1" fmla="*/ 7825 w 7869"/>
                    <a:gd name="connsiteY1" fmla="*/ -70 h 15738"/>
                    <a:gd name="connsiteX2" fmla="*/ -44 w 7869"/>
                    <a:gd name="connsiteY2" fmla="*/ 15668 h 15738"/>
                    <a:gd name="connsiteX3" fmla="*/ 7825 w 7869"/>
                    <a:gd name="connsiteY3" fmla="*/ -70 h 15738"/>
                  </a:gdLst>
                  <a:ahLst/>
                  <a:cxnLst>
                    <a:cxn ang="0">
                      <a:pos x="connsiteX0" y="connsiteY0"/>
                    </a:cxn>
                    <a:cxn ang="0">
                      <a:pos x="connsiteX1" y="connsiteY1"/>
                    </a:cxn>
                    <a:cxn ang="0">
                      <a:pos x="connsiteX2" y="connsiteY2"/>
                    </a:cxn>
                    <a:cxn ang="0">
                      <a:pos x="connsiteX3" y="connsiteY3"/>
                    </a:cxn>
                  </a:cxnLst>
                  <a:rect l="l" t="t" r="r" b="b"/>
                  <a:pathLst>
                    <a:path w="7869" h="15738">
                      <a:moveTo>
                        <a:pt x="7825" y="-70"/>
                      </a:moveTo>
                      <a:lnTo>
                        <a:pt x="7825" y="-70"/>
                      </a:lnTo>
                      <a:cubicBezTo>
                        <a:pt x="6094" y="5578"/>
                        <a:pt x="3436" y="10894"/>
                        <a:pt x="-44" y="15668"/>
                      </a:cubicBezTo>
                      <a:cubicBezTo>
                        <a:pt x="1032" y="9784"/>
                        <a:pt x="3760" y="4319"/>
                        <a:pt x="7825" y="-70"/>
                      </a:cubicBezTo>
                      <a:close/>
                    </a:path>
                  </a:pathLst>
                </a:custGeom>
                <a:solidFill>
                  <a:srgbClr val="B4B7C1"/>
                </a:solidFill>
                <a:ln w="87213" cap="flat">
                  <a:noFill/>
                  <a:prstDash val="solid"/>
                  <a:miter/>
                </a:ln>
              </p:spPr>
              <p:txBody>
                <a:bodyPr rtlCol="0" anchor="ctr"/>
                <a:lstStyle/>
                <a:p>
                  <a:endParaRPr lang="en-IN" dirty="0"/>
                </a:p>
              </p:txBody>
            </p:sp>
            <p:sp>
              <p:nvSpPr>
                <p:cNvPr id="2225" name="Freeform: Shape 2224">
                  <a:extLst>
                    <a:ext uri="{FF2B5EF4-FFF2-40B4-BE49-F238E27FC236}">
                      <a16:creationId xmlns:a16="http://schemas.microsoft.com/office/drawing/2014/main" id="{3007C84F-C76C-CD89-FA1F-5B55AAE0B557}"/>
                    </a:ext>
                  </a:extLst>
                </p:cNvPr>
                <p:cNvSpPr/>
                <p:nvPr/>
              </p:nvSpPr>
              <p:spPr>
                <a:xfrm>
                  <a:off x="2580603" y="3957821"/>
                  <a:ext cx="6127" cy="10492"/>
                </a:xfrm>
                <a:custGeom>
                  <a:avLst/>
                  <a:gdLst>
                    <a:gd name="connsiteX0" fmla="*/ -37 w 6127"/>
                    <a:gd name="connsiteY0" fmla="*/ -70 h 10492"/>
                    <a:gd name="connsiteX1" fmla="*/ -37 w 6127"/>
                    <a:gd name="connsiteY1" fmla="*/ -70 h 10492"/>
                    <a:gd name="connsiteX2" fmla="*/ 6084 w 6127"/>
                    <a:gd name="connsiteY2" fmla="*/ 10422 h 10492"/>
                    <a:gd name="connsiteX3" fmla="*/ 6084 w 6127"/>
                    <a:gd name="connsiteY3" fmla="*/ 10422 h 10492"/>
                    <a:gd name="connsiteX4" fmla="*/ -37 w 6127"/>
                    <a:gd name="connsiteY4" fmla="*/ -70 h 10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7" h="10492">
                      <a:moveTo>
                        <a:pt x="-37" y="-70"/>
                      </a:moveTo>
                      <a:lnTo>
                        <a:pt x="-37" y="-70"/>
                      </a:lnTo>
                      <a:lnTo>
                        <a:pt x="6084" y="10422"/>
                      </a:lnTo>
                      <a:lnTo>
                        <a:pt x="6084" y="10422"/>
                      </a:lnTo>
                      <a:cubicBezTo>
                        <a:pt x="2193" y="8402"/>
                        <a:pt x="-194" y="4319"/>
                        <a:pt x="-37" y="-70"/>
                      </a:cubicBezTo>
                      <a:close/>
                    </a:path>
                  </a:pathLst>
                </a:custGeom>
                <a:solidFill>
                  <a:srgbClr val="B0B3BD"/>
                </a:solidFill>
                <a:ln w="87213" cap="flat">
                  <a:noFill/>
                  <a:prstDash val="solid"/>
                  <a:miter/>
                </a:ln>
              </p:spPr>
              <p:txBody>
                <a:bodyPr rtlCol="0" anchor="ctr"/>
                <a:lstStyle/>
                <a:p>
                  <a:endParaRPr lang="en-IN" dirty="0"/>
                </a:p>
              </p:txBody>
            </p:sp>
            <p:sp>
              <p:nvSpPr>
                <p:cNvPr id="2226" name="Freeform: Shape 2225">
                  <a:extLst>
                    <a:ext uri="{FF2B5EF4-FFF2-40B4-BE49-F238E27FC236}">
                      <a16:creationId xmlns:a16="http://schemas.microsoft.com/office/drawing/2014/main" id="{21F17AD3-079E-B1C5-29B9-A518D9159E2D}"/>
                    </a:ext>
                  </a:extLst>
                </p:cNvPr>
                <p:cNvSpPr/>
                <p:nvPr/>
              </p:nvSpPr>
              <p:spPr>
                <a:xfrm>
                  <a:off x="2498422" y="3917184"/>
                  <a:ext cx="9617" cy="2584"/>
                </a:xfrm>
                <a:custGeom>
                  <a:avLst/>
                  <a:gdLst>
                    <a:gd name="connsiteX0" fmla="*/ 9574 w 9617"/>
                    <a:gd name="connsiteY0" fmla="*/ 1222 h 2584"/>
                    <a:gd name="connsiteX1" fmla="*/ -44 w 9617"/>
                    <a:gd name="connsiteY1" fmla="*/ 1222 h 2584"/>
                    <a:gd name="connsiteX2" fmla="*/ 9574 w 9617"/>
                    <a:gd name="connsiteY2" fmla="*/ 1222 h 2584"/>
                  </a:gdLst>
                  <a:ahLst/>
                  <a:cxnLst>
                    <a:cxn ang="0">
                      <a:pos x="connsiteX0" y="connsiteY0"/>
                    </a:cxn>
                    <a:cxn ang="0">
                      <a:pos x="connsiteX1" y="connsiteY1"/>
                    </a:cxn>
                    <a:cxn ang="0">
                      <a:pos x="connsiteX2" y="connsiteY2"/>
                    </a:cxn>
                  </a:cxnLst>
                  <a:rect l="l" t="t" r="r" b="b"/>
                  <a:pathLst>
                    <a:path w="9617" h="2584">
                      <a:moveTo>
                        <a:pt x="9574" y="1222"/>
                      </a:moveTo>
                      <a:cubicBezTo>
                        <a:pt x="6601" y="2945"/>
                        <a:pt x="2929" y="2945"/>
                        <a:pt x="-44" y="1222"/>
                      </a:cubicBezTo>
                      <a:cubicBezTo>
                        <a:pt x="2929" y="-501"/>
                        <a:pt x="6601" y="-501"/>
                        <a:pt x="9574" y="1222"/>
                      </a:cubicBezTo>
                      <a:close/>
                    </a:path>
                  </a:pathLst>
                </a:custGeom>
                <a:solidFill>
                  <a:srgbClr val="B1B5BF"/>
                </a:solidFill>
                <a:ln w="87213" cap="flat">
                  <a:noFill/>
                  <a:prstDash val="solid"/>
                  <a:miter/>
                </a:ln>
              </p:spPr>
              <p:txBody>
                <a:bodyPr rtlCol="0" anchor="ctr"/>
                <a:lstStyle/>
                <a:p>
                  <a:endParaRPr lang="en-IN" dirty="0"/>
                </a:p>
              </p:txBody>
            </p:sp>
            <p:sp>
              <p:nvSpPr>
                <p:cNvPr id="2227" name="Freeform: Shape 2226">
                  <a:extLst>
                    <a:ext uri="{FF2B5EF4-FFF2-40B4-BE49-F238E27FC236}">
                      <a16:creationId xmlns:a16="http://schemas.microsoft.com/office/drawing/2014/main" id="{96F5A076-CAD4-48FB-1C81-3CF2C2C30910}"/>
                    </a:ext>
                  </a:extLst>
                </p:cNvPr>
                <p:cNvSpPr/>
                <p:nvPr/>
              </p:nvSpPr>
              <p:spPr>
                <a:xfrm>
                  <a:off x="2550883" y="3923722"/>
                  <a:ext cx="18361" cy="11366"/>
                </a:xfrm>
                <a:custGeom>
                  <a:avLst/>
                  <a:gdLst>
                    <a:gd name="connsiteX0" fmla="*/ 18317 w 18361"/>
                    <a:gd name="connsiteY0" fmla="*/ 11296 h 11366"/>
                    <a:gd name="connsiteX1" fmla="*/ -44 w 18361"/>
                    <a:gd name="connsiteY1" fmla="*/ -70 h 11366"/>
                    <a:gd name="connsiteX2" fmla="*/ 18317 w 18361"/>
                    <a:gd name="connsiteY2" fmla="*/ 11296 h 11366"/>
                  </a:gdLst>
                  <a:ahLst/>
                  <a:cxnLst>
                    <a:cxn ang="0">
                      <a:pos x="connsiteX0" y="connsiteY0"/>
                    </a:cxn>
                    <a:cxn ang="0">
                      <a:pos x="connsiteX1" y="connsiteY1"/>
                    </a:cxn>
                    <a:cxn ang="0">
                      <a:pos x="connsiteX2" y="connsiteY2"/>
                    </a:cxn>
                  </a:cxnLst>
                  <a:rect l="l" t="t" r="r" b="b"/>
                  <a:pathLst>
                    <a:path w="18361" h="11366">
                      <a:moveTo>
                        <a:pt x="18317" y="11296"/>
                      </a:moveTo>
                      <a:lnTo>
                        <a:pt x="-44" y="-70"/>
                      </a:lnTo>
                      <a:cubicBezTo>
                        <a:pt x="7423" y="909"/>
                        <a:pt x="14111" y="5045"/>
                        <a:pt x="18317" y="11296"/>
                      </a:cubicBezTo>
                      <a:close/>
                    </a:path>
                  </a:pathLst>
                </a:custGeom>
                <a:solidFill>
                  <a:srgbClr val="C0C3CB"/>
                </a:solidFill>
                <a:ln w="87213" cap="flat">
                  <a:noFill/>
                  <a:prstDash val="solid"/>
                  <a:miter/>
                </a:ln>
              </p:spPr>
              <p:txBody>
                <a:bodyPr rtlCol="0" anchor="ctr"/>
                <a:lstStyle/>
                <a:p>
                  <a:endParaRPr lang="en-IN" dirty="0"/>
                </a:p>
              </p:txBody>
            </p:sp>
            <p:sp>
              <p:nvSpPr>
                <p:cNvPr id="2228" name="Freeform: Shape 2227">
                  <a:extLst>
                    <a:ext uri="{FF2B5EF4-FFF2-40B4-BE49-F238E27FC236}">
                      <a16:creationId xmlns:a16="http://schemas.microsoft.com/office/drawing/2014/main" id="{7125E6B9-E0E1-391A-B9B7-BDE7C9567A77}"/>
                    </a:ext>
                  </a:extLst>
                </p:cNvPr>
                <p:cNvSpPr/>
                <p:nvPr/>
              </p:nvSpPr>
              <p:spPr>
                <a:xfrm>
                  <a:off x="2509788" y="3921099"/>
                  <a:ext cx="79700" cy="145141"/>
                </a:xfrm>
                <a:custGeom>
                  <a:avLst/>
                  <a:gdLst>
                    <a:gd name="connsiteX0" fmla="*/ 70778 w 79700"/>
                    <a:gd name="connsiteY0" fmla="*/ 36652 h 145141"/>
                    <a:gd name="connsiteX1" fmla="*/ 78647 w 79700"/>
                    <a:gd name="connsiteY1" fmla="*/ 50642 h 145141"/>
                    <a:gd name="connsiteX2" fmla="*/ 78647 w 79700"/>
                    <a:gd name="connsiteY2" fmla="*/ 56763 h 145141"/>
                    <a:gd name="connsiteX3" fmla="*/ 78647 w 79700"/>
                    <a:gd name="connsiteY3" fmla="*/ 67254 h 145141"/>
                    <a:gd name="connsiteX4" fmla="*/ 78647 w 79700"/>
                    <a:gd name="connsiteY4" fmla="*/ 67254 h 145141"/>
                    <a:gd name="connsiteX5" fmla="*/ 78647 w 79700"/>
                    <a:gd name="connsiteY5" fmla="*/ 78621 h 145141"/>
                    <a:gd name="connsiteX6" fmla="*/ 78647 w 79700"/>
                    <a:gd name="connsiteY6" fmla="*/ 84742 h 145141"/>
                    <a:gd name="connsiteX7" fmla="*/ 78647 w 79700"/>
                    <a:gd name="connsiteY7" fmla="*/ 102228 h 145141"/>
                    <a:gd name="connsiteX8" fmla="*/ 71652 w 79700"/>
                    <a:gd name="connsiteY8" fmla="*/ 118841 h 145141"/>
                    <a:gd name="connsiteX9" fmla="*/ 47171 w 79700"/>
                    <a:gd name="connsiteY9" fmla="*/ 145071 h 145141"/>
                    <a:gd name="connsiteX10" fmla="*/ 53291 w 79700"/>
                    <a:gd name="connsiteY10" fmla="*/ 135453 h 145141"/>
                    <a:gd name="connsiteX11" fmla="*/ 75150 w 79700"/>
                    <a:gd name="connsiteY11" fmla="*/ 88238 h 145141"/>
                    <a:gd name="connsiteX12" fmla="*/ 75150 w 79700"/>
                    <a:gd name="connsiteY12" fmla="*/ 72501 h 145141"/>
                    <a:gd name="connsiteX13" fmla="*/ 75150 w 79700"/>
                    <a:gd name="connsiteY13" fmla="*/ 62883 h 145141"/>
                    <a:gd name="connsiteX14" fmla="*/ 48045 w 79700"/>
                    <a:gd name="connsiteY14" fmla="*/ 21789 h 145141"/>
                    <a:gd name="connsiteX15" fmla="*/ 6951 w 79700"/>
                    <a:gd name="connsiteY15" fmla="*/ 4301 h 145141"/>
                    <a:gd name="connsiteX16" fmla="*/ -44 w 79700"/>
                    <a:gd name="connsiteY16" fmla="*/ -70 h 145141"/>
                    <a:gd name="connsiteX17" fmla="*/ -44 w 79700"/>
                    <a:gd name="connsiteY17" fmla="*/ -70 h 145141"/>
                    <a:gd name="connsiteX18" fmla="*/ 70778 w 79700"/>
                    <a:gd name="connsiteY18" fmla="*/ 36652 h 14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700" h="145141">
                      <a:moveTo>
                        <a:pt x="70778" y="36652"/>
                      </a:moveTo>
                      <a:cubicBezTo>
                        <a:pt x="72535" y="41749"/>
                        <a:pt x="75202" y="46489"/>
                        <a:pt x="78647" y="50642"/>
                      </a:cubicBezTo>
                      <a:lnTo>
                        <a:pt x="78647" y="56763"/>
                      </a:lnTo>
                      <a:cubicBezTo>
                        <a:pt x="78647" y="56763"/>
                        <a:pt x="78647" y="63757"/>
                        <a:pt x="78647" y="67254"/>
                      </a:cubicBezTo>
                      <a:lnTo>
                        <a:pt x="78647" y="67254"/>
                      </a:lnTo>
                      <a:cubicBezTo>
                        <a:pt x="78647" y="67254"/>
                        <a:pt x="78647" y="74249"/>
                        <a:pt x="78647" y="78621"/>
                      </a:cubicBezTo>
                      <a:lnTo>
                        <a:pt x="78647" y="84742"/>
                      </a:lnTo>
                      <a:cubicBezTo>
                        <a:pt x="79993" y="90494"/>
                        <a:pt x="79993" y="96475"/>
                        <a:pt x="78647" y="102228"/>
                      </a:cubicBezTo>
                      <a:cubicBezTo>
                        <a:pt x="78647" y="107474"/>
                        <a:pt x="78647" y="113595"/>
                        <a:pt x="71652" y="118841"/>
                      </a:cubicBezTo>
                      <a:cubicBezTo>
                        <a:pt x="66389" y="129901"/>
                        <a:pt x="57837" y="139056"/>
                        <a:pt x="47171" y="145071"/>
                      </a:cubicBezTo>
                      <a:cubicBezTo>
                        <a:pt x="47171" y="139825"/>
                        <a:pt x="47171" y="138077"/>
                        <a:pt x="53291" y="135453"/>
                      </a:cubicBezTo>
                      <a:cubicBezTo>
                        <a:pt x="65549" y="122531"/>
                        <a:pt x="73234" y="105945"/>
                        <a:pt x="75150" y="88238"/>
                      </a:cubicBezTo>
                      <a:cubicBezTo>
                        <a:pt x="76444" y="83071"/>
                        <a:pt x="76444" y="77668"/>
                        <a:pt x="75150" y="72501"/>
                      </a:cubicBezTo>
                      <a:cubicBezTo>
                        <a:pt x="74468" y="69327"/>
                        <a:pt x="74468" y="66048"/>
                        <a:pt x="75150" y="62883"/>
                      </a:cubicBezTo>
                      <a:cubicBezTo>
                        <a:pt x="71976" y="46113"/>
                        <a:pt x="62209" y="31310"/>
                        <a:pt x="48045" y="21789"/>
                      </a:cubicBezTo>
                      <a:cubicBezTo>
                        <a:pt x="36320" y="12109"/>
                        <a:pt x="22051" y="6042"/>
                        <a:pt x="6951" y="4301"/>
                      </a:cubicBezTo>
                      <a:cubicBezTo>
                        <a:pt x="6951" y="4301"/>
                        <a:pt x="830" y="4301"/>
                        <a:pt x="-44" y="-70"/>
                      </a:cubicBezTo>
                      <a:lnTo>
                        <a:pt x="-44" y="-70"/>
                      </a:lnTo>
                      <a:cubicBezTo>
                        <a:pt x="27865" y="988"/>
                        <a:pt x="53833" y="14453"/>
                        <a:pt x="70778" y="36652"/>
                      </a:cubicBezTo>
                      <a:close/>
                    </a:path>
                  </a:pathLst>
                </a:custGeom>
                <a:solidFill>
                  <a:srgbClr val="A6AAB6"/>
                </a:solidFill>
                <a:ln w="87213" cap="flat">
                  <a:noFill/>
                  <a:prstDash val="solid"/>
                  <a:miter/>
                </a:ln>
              </p:spPr>
              <p:txBody>
                <a:bodyPr rtlCol="0" anchor="ctr"/>
                <a:lstStyle/>
                <a:p>
                  <a:endParaRPr lang="en-IN" dirty="0"/>
                </a:p>
              </p:txBody>
            </p:sp>
            <p:sp>
              <p:nvSpPr>
                <p:cNvPr id="2229" name="Freeform: Shape 2228">
                  <a:extLst>
                    <a:ext uri="{FF2B5EF4-FFF2-40B4-BE49-F238E27FC236}">
                      <a16:creationId xmlns:a16="http://schemas.microsoft.com/office/drawing/2014/main" id="{11CC18B9-747A-5818-01C8-650732FB0FE8}"/>
                    </a:ext>
                  </a:extLst>
                </p:cNvPr>
                <p:cNvSpPr/>
                <p:nvPr/>
              </p:nvSpPr>
              <p:spPr>
                <a:xfrm>
                  <a:off x="2593411" y="4007659"/>
                  <a:ext cx="314" cy="18361"/>
                </a:xfrm>
                <a:custGeom>
                  <a:avLst/>
                  <a:gdLst>
                    <a:gd name="connsiteX0" fmla="*/ 271 w 314"/>
                    <a:gd name="connsiteY0" fmla="*/ 17417 h 18361"/>
                    <a:gd name="connsiteX1" fmla="*/ 271 w 314"/>
                    <a:gd name="connsiteY1" fmla="*/ -70 h 18361"/>
                    <a:gd name="connsiteX2" fmla="*/ 271 w 314"/>
                    <a:gd name="connsiteY2" fmla="*/ 18291 h 18361"/>
                  </a:gdLst>
                  <a:ahLst/>
                  <a:cxnLst>
                    <a:cxn ang="0">
                      <a:pos x="connsiteX0" y="connsiteY0"/>
                    </a:cxn>
                    <a:cxn ang="0">
                      <a:pos x="connsiteX1" y="connsiteY1"/>
                    </a:cxn>
                    <a:cxn ang="0">
                      <a:pos x="connsiteX2" y="connsiteY2"/>
                    </a:cxn>
                  </a:cxnLst>
                  <a:rect l="l" t="t" r="r" b="b"/>
                  <a:pathLst>
                    <a:path w="314" h="18361">
                      <a:moveTo>
                        <a:pt x="271" y="17417"/>
                      </a:moveTo>
                      <a:cubicBezTo>
                        <a:pt x="-149" y="11594"/>
                        <a:pt x="-149" y="5753"/>
                        <a:pt x="271" y="-70"/>
                      </a:cubicBezTo>
                      <a:cubicBezTo>
                        <a:pt x="271" y="6050"/>
                        <a:pt x="271" y="12171"/>
                        <a:pt x="271" y="18291"/>
                      </a:cubicBezTo>
                      <a:close/>
                    </a:path>
                  </a:pathLst>
                </a:custGeom>
                <a:solidFill>
                  <a:srgbClr val="B0B3BD"/>
                </a:solidFill>
                <a:ln w="87213" cap="flat">
                  <a:noFill/>
                  <a:prstDash val="solid"/>
                  <a:miter/>
                </a:ln>
              </p:spPr>
              <p:txBody>
                <a:bodyPr rtlCol="0" anchor="ctr"/>
                <a:lstStyle/>
                <a:p>
                  <a:endParaRPr lang="en-IN" dirty="0"/>
                </a:p>
              </p:txBody>
            </p:sp>
            <p:sp>
              <p:nvSpPr>
                <p:cNvPr id="2230" name="Freeform: Shape 2229">
                  <a:extLst>
                    <a:ext uri="{FF2B5EF4-FFF2-40B4-BE49-F238E27FC236}">
                      <a16:creationId xmlns:a16="http://schemas.microsoft.com/office/drawing/2014/main" id="{F5EC6C40-78B0-AC56-4693-0E0BDE57D0E0}"/>
                    </a:ext>
                  </a:extLst>
                </p:cNvPr>
                <p:cNvSpPr/>
                <p:nvPr/>
              </p:nvSpPr>
              <p:spPr>
                <a:xfrm>
                  <a:off x="2593420" y="3977057"/>
                  <a:ext cx="1180" cy="10491"/>
                </a:xfrm>
                <a:custGeom>
                  <a:avLst/>
                  <a:gdLst>
                    <a:gd name="connsiteX0" fmla="*/ 1136 w 1180"/>
                    <a:gd name="connsiteY0" fmla="*/ 10422 h 10491"/>
                    <a:gd name="connsiteX1" fmla="*/ 1136 w 1180"/>
                    <a:gd name="connsiteY1" fmla="*/ -70 h 10491"/>
                    <a:gd name="connsiteX2" fmla="*/ 1136 w 1180"/>
                    <a:gd name="connsiteY2" fmla="*/ 10422 h 10491"/>
                  </a:gdLst>
                  <a:ahLst/>
                  <a:cxnLst>
                    <a:cxn ang="0">
                      <a:pos x="connsiteX0" y="connsiteY0"/>
                    </a:cxn>
                    <a:cxn ang="0">
                      <a:pos x="connsiteX1" y="connsiteY1"/>
                    </a:cxn>
                    <a:cxn ang="0">
                      <a:pos x="connsiteX2" y="connsiteY2"/>
                    </a:cxn>
                  </a:cxnLst>
                  <a:rect l="l" t="t" r="r" b="b"/>
                  <a:pathLst>
                    <a:path w="1180" h="10491">
                      <a:moveTo>
                        <a:pt x="1136" y="10422"/>
                      </a:moveTo>
                      <a:cubicBezTo>
                        <a:pt x="-438" y="7100"/>
                        <a:pt x="-438" y="3253"/>
                        <a:pt x="1136" y="-70"/>
                      </a:cubicBezTo>
                      <a:cubicBezTo>
                        <a:pt x="1136" y="-70"/>
                        <a:pt x="1136" y="6050"/>
                        <a:pt x="1136" y="10422"/>
                      </a:cubicBezTo>
                      <a:close/>
                    </a:path>
                  </a:pathLst>
                </a:custGeom>
                <a:solidFill>
                  <a:srgbClr val="B0B3BD"/>
                </a:solidFill>
                <a:ln w="87213" cap="flat">
                  <a:noFill/>
                  <a:prstDash val="solid"/>
                  <a:miter/>
                </a:ln>
              </p:spPr>
              <p:txBody>
                <a:bodyPr rtlCol="0" anchor="ctr"/>
                <a:lstStyle/>
                <a:p>
                  <a:endParaRPr lang="en-IN" dirty="0"/>
                </a:p>
              </p:txBody>
            </p:sp>
            <p:sp>
              <p:nvSpPr>
                <p:cNvPr id="2231" name="Freeform: Shape 2230">
                  <a:extLst>
                    <a:ext uri="{FF2B5EF4-FFF2-40B4-BE49-F238E27FC236}">
                      <a16:creationId xmlns:a16="http://schemas.microsoft.com/office/drawing/2014/main" id="{2B3D4E80-1A64-E269-FB73-35ACA45A65DE}"/>
                    </a:ext>
                  </a:extLst>
                </p:cNvPr>
                <p:cNvSpPr/>
                <p:nvPr/>
              </p:nvSpPr>
              <p:spPr>
                <a:xfrm>
                  <a:off x="2594676" y="3990172"/>
                  <a:ext cx="3344" cy="11366"/>
                </a:xfrm>
                <a:custGeom>
                  <a:avLst/>
                  <a:gdLst>
                    <a:gd name="connsiteX0" fmla="*/ 1628 w 3344"/>
                    <a:gd name="connsiteY0" fmla="*/ 11296 h 11366"/>
                    <a:gd name="connsiteX1" fmla="*/ 1628 w 3344"/>
                    <a:gd name="connsiteY1" fmla="*/ -70 h 11366"/>
                    <a:gd name="connsiteX2" fmla="*/ 1628 w 3344"/>
                    <a:gd name="connsiteY2" fmla="*/ 11296 h 11366"/>
                  </a:gdLst>
                  <a:ahLst/>
                  <a:cxnLst>
                    <a:cxn ang="0">
                      <a:pos x="connsiteX0" y="connsiteY0"/>
                    </a:cxn>
                    <a:cxn ang="0">
                      <a:pos x="connsiteX1" y="connsiteY1"/>
                    </a:cxn>
                    <a:cxn ang="0">
                      <a:pos x="connsiteX2" y="connsiteY2"/>
                    </a:cxn>
                  </a:cxnLst>
                  <a:rect l="l" t="t" r="r" b="b"/>
                  <a:pathLst>
                    <a:path w="3344" h="11366">
                      <a:moveTo>
                        <a:pt x="1628" y="11296"/>
                      </a:moveTo>
                      <a:cubicBezTo>
                        <a:pt x="-601" y="7834"/>
                        <a:pt x="-601" y="3392"/>
                        <a:pt x="1628" y="-70"/>
                      </a:cubicBezTo>
                      <a:cubicBezTo>
                        <a:pt x="3858" y="3392"/>
                        <a:pt x="3858" y="7834"/>
                        <a:pt x="1628" y="11296"/>
                      </a:cubicBezTo>
                      <a:close/>
                    </a:path>
                  </a:pathLst>
                </a:custGeom>
                <a:solidFill>
                  <a:srgbClr val="B0B3BD"/>
                </a:solidFill>
                <a:ln w="87213" cap="flat">
                  <a:noFill/>
                  <a:prstDash val="solid"/>
                  <a:miter/>
                </a:ln>
              </p:spPr>
              <p:txBody>
                <a:bodyPr rtlCol="0" anchor="ctr"/>
                <a:lstStyle/>
                <a:p>
                  <a:endParaRPr lang="en-IN" dirty="0"/>
                </a:p>
              </p:txBody>
            </p:sp>
            <p:sp>
              <p:nvSpPr>
                <p:cNvPr id="2232" name="Freeform: Shape 2231">
                  <a:extLst>
                    <a:ext uri="{FF2B5EF4-FFF2-40B4-BE49-F238E27FC236}">
                      <a16:creationId xmlns:a16="http://schemas.microsoft.com/office/drawing/2014/main" id="{54836902-9A1D-FB83-3B88-F3396EC1213D}"/>
                    </a:ext>
                  </a:extLst>
                </p:cNvPr>
                <p:cNvSpPr/>
                <p:nvPr/>
              </p:nvSpPr>
              <p:spPr>
                <a:xfrm>
                  <a:off x="2437217" y="3930682"/>
                  <a:ext cx="156507" cy="151296"/>
                </a:xfrm>
                <a:custGeom>
                  <a:avLst/>
                  <a:gdLst>
                    <a:gd name="connsiteX0" fmla="*/ 153841 w 156507"/>
                    <a:gd name="connsiteY0" fmla="*/ 62918 h 151296"/>
                    <a:gd name="connsiteX1" fmla="*/ 147720 w 156507"/>
                    <a:gd name="connsiteY1" fmla="*/ 107509 h 151296"/>
                    <a:gd name="connsiteX2" fmla="*/ 124987 w 156507"/>
                    <a:gd name="connsiteY2" fmla="*/ 137237 h 151296"/>
                    <a:gd name="connsiteX3" fmla="*/ 108375 w 156507"/>
                    <a:gd name="connsiteY3" fmla="*/ 145980 h 151296"/>
                    <a:gd name="connsiteX4" fmla="*/ 83893 w 156507"/>
                    <a:gd name="connsiteY4" fmla="*/ 151226 h 151296"/>
                    <a:gd name="connsiteX5" fmla="*/ 77773 w 156507"/>
                    <a:gd name="connsiteY5" fmla="*/ 151226 h 151296"/>
                    <a:gd name="connsiteX6" fmla="*/ 53291 w 156507"/>
                    <a:gd name="connsiteY6" fmla="*/ 151226 h 151296"/>
                    <a:gd name="connsiteX7" fmla="*/ 53291 w 156507"/>
                    <a:gd name="connsiteY7" fmla="*/ 151226 h 151296"/>
                    <a:gd name="connsiteX8" fmla="*/ 43673 w 156507"/>
                    <a:gd name="connsiteY8" fmla="*/ 145980 h 151296"/>
                    <a:gd name="connsiteX9" fmla="*/ 28809 w 156507"/>
                    <a:gd name="connsiteY9" fmla="*/ 136362 h 151296"/>
                    <a:gd name="connsiteX10" fmla="*/ 20066 w 156507"/>
                    <a:gd name="connsiteY10" fmla="*/ 130242 h 151296"/>
                    <a:gd name="connsiteX11" fmla="*/ 13946 w 156507"/>
                    <a:gd name="connsiteY11" fmla="*/ 123247 h 151296"/>
                    <a:gd name="connsiteX12" fmla="*/ 8699 w 156507"/>
                    <a:gd name="connsiteY12" fmla="*/ 116252 h 151296"/>
                    <a:gd name="connsiteX13" fmla="*/ 8699 w 156507"/>
                    <a:gd name="connsiteY13" fmla="*/ 116252 h 151296"/>
                    <a:gd name="connsiteX14" fmla="*/ 2579 w 156507"/>
                    <a:gd name="connsiteY14" fmla="*/ 55048 h 151296"/>
                    <a:gd name="connsiteX15" fmla="*/ 2579 w 156507"/>
                    <a:gd name="connsiteY15" fmla="*/ 49802 h 151296"/>
                    <a:gd name="connsiteX16" fmla="*/ 2579 w 156507"/>
                    <a:gd name="connsiteY16" fmla="*/ 40184 h 151296"/>
                    <a:gd name="connsiteX17" fmla="*/ 8699 w 156507"/>
                    <a:gd name="connsiteY17" fmla="*/ 31441 h 151296"/>
                    <a:gd name="connsiteX18" fmla="*/ 14820 w 156507"/>
                    <a:gd name="connsiteY18" fmla="*/ 22697 h 151296"/>
                    <a:gd name="connsiteX19" fmla="*/ 72527 w 156507"/>
                    <a:gd name="connsiteY19" fmla="*/ -35 h 151296"/>
                    <a:gd name="connsiteX20" fmla="*/ 120616 w 156507"/>
                    <a:gd name="connsiteY20" fmla="*/ 19200 h 151296"/>
                    <a:gd name="connsiteX21" fmla="*/ 150343 w 156507"/>
                    <a:gd name="connsiteY21" fmla="*/ 62918 h 151296"/>
                    <a:gd name="connsiteX22" fmla="*/ 144223 w 156507"/>
                    <a:gd name="connsiteY22" fmla="*/ 56797 h 151296"/>
                    <a:gd name="connsiteX23" fmla="*/ 138103 w 156507"/>
                    <a:gd name="connsiteY23" fmla="*/ 27069 h 151296"/>
                    <a:gd name="connsiteX24" fmla="*/ 138103 w 156507"/>
                    <a:gd name="connsiteY24" fmla="*/ 27069 h 151296"/>
                    <a:gd name="connsiteX25" fmla="*/ 96134 w 156507"/>
                    <a:gd name="connsiteY25" fmla="*/ 838 h 151296"/>
                    <a:gd name="connsiteX26" fmla="*/ 77773 w 156507"/>
                    <a:gd name="connsiteY26" fmla="*/ 838 h 151296"/>
                    <a:gd name="connsiteX27" fmla="*/ 68155 w 156507"/>
                    <a:gd name="connsiteY27" fmla="*/ 838 h 151296"/>
                    <a:gd name="connsiteX28" fmla="*/ 60286 w 156507"/>
                    <a:gd name="connsiteY28" fmla="*/ 838 h 151296"/>
                    <a:gd name="connsiteX29" fmla="*/ 55040 w 156507"/>
                    <a:gd name="connsiteY29" fmla="*/ 838 h 151296"/>
                    <a:gd name="connsiteX30" fmla="*/ 48045 w 156507"/>
                    <a:gd name="connsiteY30" fmla="*/ 838 h 151296"/>
                    <a:gd name="connsiteX31" fmla="*/ 41925 w 156507"/>
                    <a:gd name="connsiteY31" fmla="*/ 838 h 151296"/>
                    <a:gd name="connsiteX32" fmla="*/ 32307 w 156507"/>
                    <a:gd name="connsiteY32" fmla="*/ 6959 h 151296"/>
                    <a:gd name="connsiteX33" fmla="*/ 24438 w 156507"/>
                    <a:gd name="connsiteY33" fmla="*/ 14828 h 151296"/>
                    <a:gd name="connsiteX34" fmla="*/ 24438 w 156507"/>
                    <a:gd name="connsiteY34" fmla="*/ 14828 h 151296"/>
                    <a:gd name="connsiteX35" fmla="*/ 17443 w 156507"/>
                    <a:gd name="connsiteY35" fmla="*/ 22697 h 151296"/>
                    <a:gd name="connsiteX36" fmla="*/ 17443 w 156507"/>
                    <a:gd name="connsiteY36" fmla="*/ 22697 h 151296"/>
                    <a:gd name="connsiteX37" fmla="*/ 17443 w 156507"/>
                    <a:gd name="connsiteY37" fmla="*/ 22697 h 151296"/>
                    <a:gd name="connsiteX38" fmla="*/ 8699 w 156507"/>
                    <a:gd name="connsiteY38" fmla="*/ 43682 h 151296"/>
                    <a:gd name="connsiteX39" fmla="*/ 8699 w 156507"/>
                    <a:gd name="connsiteY39" fmla="*/ 55048 h 151296"/>
                    <a:gd name="connsiteX40" fmla="*/ 8699 w 156507"/>
                    <a:gd name="connsiteY40" fmla="*/ 62043 h 151296"/>
                    <a:gd name="connsiteX41" fmla="*/ 8699 w 156507"/>
                    <a:gd name="connsiteY41" fmla="*/ 69912 h 151296"/>
                    <a:gd name="connsiteX42" fmla="*/ 8699 w 156507"/>
                    <a:gd name="connsiteY42" fmla="*/ 76032 h 151296"/>
                    <a:gd name="connsiteX43" fmla="*/ 87390 w 156507"/>
                    <a:gd name="connsiteY43" fmla="*/ 131990 h 151296"/>
                    <a:gd name="connsiteX44" fmla="*/ 117993 w 156507"/>
                    <a:gd name="connsiteY44" fmla="*/ 124122 h 151296"/>
                    <a:gd name="connsiteX45" fmla="*/ 156464 w 156507"/>
                    <a:gd name="connsiteY45" fmla="*/ 61169 h 151296"/>
                    <a:gd name="connsiteX46" fmla="*/ 153841 w 156507"/>
                    <a:gd name="connsiteY46" fmla="*/ 62918 h 15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6507" h="151296">
                      <a:moveTo>
                        <a:pt x="153841" y="62918"/>
                      </a:moveTo>
                      <a:cubicBezTo>
                        <a:pt x="158484" y="77956"/>
                        <a:pt x="156236" y="94280"/>
                        <a:pt x="147720" y="107509"/>
                      </a:cubicBezTo>
                      <a:cubicBezTo>
                        <a:pt x="141941" y="118674"/>
                        <a:pt x="134247" y="128729"/>
                        <a:pt x="124987" y="137237"/>
                      </a:cubicBezTo>
                      <a:cubicBezTo>
                        <a:pt x="120502" y="141818"/>
                        <a:pt x="114688" y="144878"/>
                        <a:pt x="108375" y="145980"/>
                      </a:cubicBezTo>
                      <a:cubicBezTo>
                        <a:pt x="100436" y="148647"/>
                        <a:pt x="92226" y="150404"/>
                        <a:pt x="83893" y="151226"/>
                      </a:cubicBezTo>
                      <a:lnTo>
                        <a:pt x="77773" y="151226"/>
                      </a:lnTo>
                      <a:cubicBezTo>
                        <a:pt x="69029" y="151226"/>
                        <a:pt x="62035" y="151226"/>
                        <a:pt x="53291" y="151226"/>
                      </a:cubicBezTo>
                      <a:lnTo>
                        <a:pt x="53291" y="151226"/>
                      </a:lnTo>
                      <a:cubicBezTo>
                        <a:pt x="49907" y="149819"/>
                        <a:pt x="46690" y="148061"/>
                        <a:pt x="43673" y="145980"/>
                      </a:cubicBezTo>
                      <a:cubicBezTo>
                        <a:pt x="38051" y="143943"/>
                        <a:pt x="32971" y="140656"/>
                        <a:pt x="28809" y="136362"/>
                      </a:cubicBezTo>
                      <a:cubicBezTo>
                        <a:pt x="25504" y="134946"/>
                        <a:pt x="22531" y="132856"/>
                        <a:pt x="20066" y="130242"/>
                      </a:cubicBezTo>
                      <a:lnTo>
                        <a:pt x="13946" y="123247"/>
                      </a:lnTo>
                      <a:cubicBezTo>
                        <a:pt x="13946" y="123247"/>
                        <a:pt x="13946" y="123247"/>
                        <a:pt x="8699" y="116252"/>
                      </a:cubicBezTo>
                      <a:cubicBezTo>
                        <a:pt x="3453" y="109258"/>
                        <a:pt x="8699" y="116252"/>
                        <a:pt x="8699" y="116252"/>
                      </a:cubicBezTo>
                      <a:cubicBezTo>
                        <a:pt x="-245" y="97139"/>
                        <a:pt x="-2405" y="75551"/>
                        <a:pt x="2579" y="55048"/>
                      </a:cubicBezTo>
                      <a:lnTo>
                        <a:pt x="2579" y="49802"/>
                      </a:lnTo>
                      <a:cubicBezTo>
                        <a:pt x="2579" y="49802"/>
                        <a:pt x="2579" y="43682"/>
                        <a:pt x="2579" y="40184"/>
                      </a:cubicBezTo>
                      <a:lnTo>
                        <a:pt x="8699" y="31441"/>
                      </a:lnTo>
                      <a:cubicBezTo>
                        <a:pt x="8699" y="31441"/>
                        <a:pt x="8699" y="24446"/>
                        <a:pt x="14820" y="22697"/>
                      </a:cubicBezTo>
                      <a:cubicBezTo>
                        <a:pt x="30129" y="7537"/>
                        <a:pt x="50992" y="-674"/>
                        <a:pt x="72527" y="-35"/>
                      </a:cubicBezTo>
                      <a:cubicBezTo>
                        <a:pt x="89900" y="2290"/>
                        <a:pt x="106425" y="8900"/>
                        <a:pt x="120616" y="19200"/>
                      </a:cubicBezTo>
                      <a:cubicBezTo>
                        <a:pt x="136144" y="29036"/>
                        <a:pt x="146907" y="44862"/>
                        <a:pt x="150343" y="62918"/>
                      </a:cubicBezTo>
                      <a:cubicBezTo>
                        <a:pt x="150343" y="62918"/>
                        <a:pt x="150343" y="62918"/>
                        <a:pt x="144223" y="56797"/>
                      </a:cubicBezTo>
                      <a:cubicBezTo>
                        <a:pt x="144442" y="46550"/>
                        <a:pt x="142352" y="36389"/>
                        <a:pt x="138103" y="27069"/>
                      </a:cubicBezTo>
                      <a:cubicBezTo>
                        <a:pt x="138103" y="27069"/>
                        <a:pt x="138103" y="27069"/>
                        <a:pt x="138103" y="27069"/>
                      </a:cubicBezTo>
                      <a:cubicBezTo>
                        <a:pt x="127138" y="14225"/>
                        <a:pt x="112484" y="5062"/>
                        <a:pt x="96134" y="838"/>
                      </a:cubicBezTo>
                      <a:cubicBezTo>
                        <a:pt x="90049" y="-35"/>
                        <a:pt x="83858" y="-35"/>
                        <a:pt x="77773" y="838"/>
                      </a:cubicBezTo>
                      <a:lnTo>
                        <a:pt x="68155" y="838"/>
                      </a:lnTo>
                      <a:cubicBezTo>
                        <a:pt x="65602" y="-27"/>
                        <a:pt x="62839" y="-27"/>
                        <a:pt x="60286" y="838"/>
                      </a:cubicBezTo>
                      <a:lnTo>
                        <a:pt x="55040" y="838"/>
                      </a:lnTo>
                      <a:lnTo>
                        <a:pt x="48045" y="838"/>
                      </a:lnTo>
                      <a:lnTo>
                        <a:pt x="41925" y="838"/>
                      </a:lnTo>
                      <a:lnTo>
                        <a:pt x="32307" y="6959"/>
                      </a:lnTo>
                      <a:cubicBezTo>
                        <a:pt x="28897" y="8655"/>
                        <a:pt x="26134" y="11418"/>
                        <a:pt x="24438" y="14828"/>
                      </a:cubicBezTo>
                      <a:lnTo>
                        <a:pt x="24438" y="14828"/>
                      </a:lnTo>
                      <a:cubicBezTo>
                        <a:pt x="24438" y="14828"/>
                        <a:pt x="19191" y="14828"/>
                        <a:pt x="17443" y="22697"/>
                      </a:cubicBezTo>
                      <a:lnTo>
                        <a:pt x="17443" y="22697"/>
                      </a:lnTo>
                      <a:lnTo>
                        <a:pt x="17443" y="22697"/>
                      </a:lnTo>
                      <a:cubicBezTo>
                        <a:pt x="13631" y="29281"/>
                        <a:pt x="10684" y="36337"/>
                        <a:pt x="8699" y="43682"/>
                      </a:cubicBezTo>
                      <a:cubicBezTo>
                        <a:pt x="8699" y="43682"/>
                        <a:pt x="8699" y="51551"/>
                        <a:pt x="8699" y="55048"/>
                      </a:cubicBezTo>
                      <a:lnTo>
                        <a:pt x="8699" y="62043"/>
                      </a:lnTo>
                      <a:cubicBezTo>
                        <a:pt x="8288" y="64649"/>
                        <a:pt x="8288" y="67306"/>
                        <a:pt x="8699" y="69912"/>
                      </a:cubicBezTo>
                      <a:cubicBezTo>
                        <a:pt x="8699" y="69912"/>
                        <a:pt x="8699" y="69912"/>
                        <a:pt x="8699" y="76032"/>
                      </a:cubicBezTo>
                      <a:cubicBezTo>
                        <a:pt x="19821" y="109922"/>
                        <a:pt x="51726" y="132620"/>
                        <a:pt x="87390" y="131990"/>
                      </a:cubicBezTo>
                      <a:cubicBezTo>
                        <a:pt x="98031" y="131562"/>
                        <a:pt x="108462" y="128878"/>
                        <a:pt x="117993" y="124122"/>
                      </a:cubicBezTo>
                      <a:cubicBezTo>
                        <a:pt x="141600" y="112003"/>
                        <a:pt x="156446" y="87705"/>
                        <a:pt x="156464" y="61169"/>
                      </a:cubicBezTo>
                      <a:cubicBezTo>
                        <a:pt x="156464" y="61169"/>
                        <a:pt x="148595" y="65541"/>
                        <a:pt x="153841" y="62918"/>
                      </a:cubicBezTo>
                      <a:close/>
                    </a:path>
                  </a:pathLst>
                </a:custGeom>
                <a:solidFill>
                  <a:srgbClr val="A2A7B3"/>
                </a:solidFill>
                <a:ln w="87213" cap="flat">
                  <a:noFill/>
                  <a:prstDash val="solid"/>
                  <a:miter/>
                </a:ln>
              </p:spPr>
              <p:txBody>
                <a:bodyPr rtlCol="0" anchor="ctr"/>
                <a:lstStyle/>
                <a:p>
                  <a:endParaRPr lang="en-IN" dirty="0"/>
                </a:p>
              </p:txBody>
            </p:sp>
            <p:sp>
              <p:nvSpPr>
                <p:cNvPr id="2233" name="Freeform: Shape 2232">
                  <a:extLst>
                    <a:ext uri="{FF2B5EF4-FFF2-40B4-BE49-F238E27FC236}">
                      <a16:creationId xmlns:a16="http://schemas.microsoft.com/office/drawing/2014/main" id="{9F1DA85C-735B-9078-2C70-EA97251161FF}"/>
                    </a:ext>
                  </a:extLst>
                </p:cNvPr>
                <p:cNvSpPr/>
                <p:nvPr/>
              </p:nvSpPr>
              <p:spPr>
                <a:xfrm>
                  <a:off x="2521155" y="4076732"/>
                  <a:ext cx="24481" cy="5495"/>
                </a:xfrm>
                <a:custGeom>
                  <a:avLst/>
                  <a:gdLst>
                    <a:gd name="connsiteX0" fmla="*/ -44 w 24481"/>
                    <a:gd name="connsiteY0" fmla="*/ 5176 h 5495"/>
                    <a:gd name="connsiteX1" fmla="*/ 24437 w 24481"/>
                    <a:gd name="connsiteY1" fmla="*/ -70 h 5495"/>
                    <a:gd name="connsiteX2" fmla="*/ -44 w 24481"/>
                    <a:gd name="connsiteY2" fmla="*/ 5176 h 5495"/>
                  </a:gdLst>
                  <a:ahLst/>
                  <a:cxnLst>
                    <a:cxn ang="0">
                      <a:pos x="connsiteX0" y="connsiteY0"/>
                    </a:cxn>
                    <a:cxn ang="0">
                      <a:pos x="connsiteX1" y="connsiteY1"/>
                    </a:cxn>
                    <a:cxn ang="0">
                      <a:pos x="connsiteX2" y="connsiteY2"/>
                    </a:cxn>
                  </a:cxnLst>
                  <a:rect l="l" t="t" r="r" b="b"/>
                  <a:pathLst>
                    <a:path w="24481" h="5495">
                      <a:moveTo>
                        <a:pt x="-44" y="5176"/>
                      </a:moveTo>
                      <a:cubicBezTo>
                        <a:pt x="7912" y="2597"/>
                        <a:pt x="16122" y="839"/>
                        <a:pt x="24437" y="-70"/>
                      </a:cubicBezTo>
                      <a:cubicBezTo>
                        <a:pt x="17067" y="4302"/>
                        <a:pt x="8472" y="6138"/>
                        <a:pt x="-44" y="5176"/>
                      </a:cubicBezTo>
                      <a:close/>
                    </a:path>
                  </a:pathLst>
                </a:custGeom>
                <a:solidFill>
                  <a:srgbClr val="A6AAB6"/>
                </a:solidFill>
                <a:ln w="87213" cap="flat">
                  <a:noFill/>
                  <a:prstDash val="solid"/>
                  <a:miter/>
                </a:ln>
              </p:spPr>
              <p:txBody>
                <a:bodyPr rtlCol="0" anchor="ctr"/>
                <a:lstStyle/>
                <a:p>
                  <a:endParaRPr lang="en-IN" dirty="0"/>
                </a:p>
              </p:txBody>
            </p:sp>
            <p:sp>
              <p:nvSpPr>
                <p:cNvPr id="2234" name="Freeform: Shape 2233">
                  <a:extLst>
                    <a:ext uri="{FF2B5EF4-FFF2-40B4-BE49-F238E27FC236}">
                      <a16:creationId xmlns:a16="http://schemas.microsoft.com/office/drawing/2014/main" id="{46C8FA41-978B-876C-8921-B2CB9D6864DD}"/>
                    </a:ext>
                  </a:extLst>
                </p:cNvPr>
                <p:cNvSpPr/>
                <p:nvPr/>
              </p:nvSpPr>
              <p:spPr>
                <a:xfrm>
                  <a:off x="2487930" y="4078024"/>
                  <a:ext cx="24481" cy="4256"/>
                </a:xfrm>
                <a:custGeom>
                  <a:avLst/>
                  <a:gdLst>
                    <a:gd name="connsiteX0" fmla="*/ -44 w 24481"/>
                    <a:gd name="connsiteY0" fmla="*/ 1261 h 4256"/>
                    <a:gd name="connsiteX1" fmla="*/ 24437 w 24481"/>
                    <a:gd name="connsiteY1" fmla="*/ 1261 h 4256"/>
                    <a:gd name="connsiteX2" fmla="*/ -44 w 24481"/>
                    <a:gd name="connsiteY2" fmla="*/ 1261 h 4256"/>
                  </a:gdLst>
                  <a:ahLst/>
                  <a:cxnLst>
                    <a:cxn ang="0">
                      <a:pos x="connsiteX0" y="connsiteY0"/>
                    </a:cxn>
                    <a:cxn ang="0">
                      <a:pos x="connsiteX1" y="connsiteY1"/>
                    </a:cxn>
                    <a:cxn ang="0">
                      <a:pos x="connsiteX2" y="connsiteY2"/>
                    </a:cxn>
                  </a:cxnLst>
                  <a:rect l="l" t="t" r="r" b="b"/>
                  <a:pathLst>
                    <a:path w="24481" h="4256">
                      <a:moveTo>
                        <a:pt x="-44" y="1261"/>
                      </a:moveTo>
                      <a:cubicBezTo>
                        <a:pt x="8017" y="-514"/>
                        <a:pt x="16376" y="-514"/>
                        <a:pt x="24437" y="1261"/>
                      </a:cubicBezTo>
                      <a:cubicBezTo>
                        <a:pt x="18317" y="7382"/>
                        <a:pt x="11322" y="2136"/>
                        <a:pt x="-44" y="1261"/>
                      </a:cubicBezTo>
                      <a:close/>
                    </a:path>
                  </a:pathLst>
                </a:custGeom>
                <a:solidFill>
                  <a:srgbClr val="A6AAB6"/>
                </a:solidFill>
                <a:ln w="87213" cap="flat">
                  <a:noFill/>
                  <a:prstDash val="solid"/>
                  <a:miter/>
                </a:ln>
              </p:spPr>
              <p:txBody>
                <a:bodyPr rtlCol="0" anchor="ctr"/>
                <a:lstStyle/>
                <a:p>
                  <a:endParaRPr lang="en-IN" dirty="0"/>
                </a:p>
              </p:txBody>
            </p:sp>
            <p:sp>
              <p:nvSpPr>
                <p:cNvPr id="2235" name="Freeform: Shape 2234">
                  <a:extLst>
                    <a:ext uri="{FF2B5EF4-FFF2-40B4-BE49-F238E27FC236}">
                      <a16:creationId xmlns:a16="http://schemas.microsoft.com/office/drawing/2014/main" id="{4DBB740B-FE6B-9C75-9800-189957BD3289}"/>
                    </a:ext>
                  </a:extLst>
                </p:cNvPr>
                <p:cNvSpPr/>
                <p:nvPr/>
              </p:nvSpPr>
              <p:spPr>
                <a:xfrm>
                  <a:off x="2464182" y="4061869"/>
                  <a:ext cx="15004" cy="9617"/>
                </a:xfrm>
                <a:custGeom>
                  <a:avLst/>
                  <a:gdLst>
                    <a:gd name="connsiteX0" fmla="*/ 96 w 15004"/>
                    <a:gd name="connsiteY0" fmla="*/ -70 h 9617"/>
                    <a:gd name="connsiteX1" fmla="*/ 14960 w 15004"/>
                    <a:gd name="connsiteY1" fmla="*/ 9548 h 9617"/>
                    <a:gd name="connsiteX2" fmla="*/ 14960 w 15004"/>
                    <a:gd name="connsiteY2" fmla="*/ 9548 h 9617"/>
                    <a:gd name="connsiteX3" fmla="*/ 14960 w 15004"/>
                    <a:gd name="connsiteY3" fmla="*/ 9548 h 9617"/>
                    <a:gd name="connsiteX4" fmla="*/ 2719 w 15004"/>
                    <a:gd name="connsiteY4" fmla="*/ 1678 h 9617"/>
                    <a:gd name="connsiteX5" fmla="*/ 2719 w 15004"/>
                    <a:gd name="connsiteY5" fmla="*/ 1678 h 9617"/>
                    <a:gd name="connsiteX6" fmla="*/ 2719 w 15004"/>
                    <a:gd name="connsiteY6" fmla="*/ 1678 h 9617"/>
                    <a:gd name="connsiteX7" fmla="*/ 96 w 15004"/>
                    <a:gd name="connsiteY7" fmla="*/ -70 h 9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4" h="9617">
                      <a:moveTo>
                        <a:pt x="96" y="-70"/>
                      </a:moveTo>
                      <a:lnTo>
                        <a:pt x="14960" y="9548"/>
                      </a:lnTo>
                      <a:lnTo>
                        <a:pt x="14960" y="9548"/>
                      </a:lnTo>
                      <a:lnTo>
                        <a:pt x="14960" y="9548"/>
                      </a:lnTo>
                      <a:cubicBezTo>
                        <a:pt x="10396" y="7764"/>
                        <a:pt x="6234" y="5088"/>
                        <a:pt x="2719" y="1678"/>
                      </a:cubicBezTo>
                      <a:lnTo>
                        <a:pt x="2719" y="1678"/>
                      </a:lnTo>
                      <a:cubicBezTo>
                        <a:pt x="2719" y="1678"/>
                        <a:pt x="2719" y="1678"/>
                        <a:pt x="2719" y="1678"/>
                      </a:cubicBezTo>
                      <a:cubicBezTo>
                        <a:pt x="2719" y="1678"/>
                        <a:pt x="-778" y="-70"/>
                        <a:pt x="96" y="-70"/>
                      </a:cubicBezTo>
                      <a:close/>
                    </a:path>
                  </a:pathLst>
                </a:custGeom>
                <a:solidFill>
                  <a:srgbClr val="A6AAB6"/>
                </a:solidFill>
                <a:ln w="87213" cap="flat">
                  <a:noFill/>
                  <a:prstDash val="solid"/>
                  <a:miter/>
                </a:ln>
              </p:spPr>
              <p:txBody>
                <a:bodyPr rtlCol="0" anchor="ctr"/>
                <a:lstStyle/>
                <a:p>
                  <a:endParaRPr lang="en-IN" dirty="0"/>
                </a:p>
              </p:txBody>
            </p:sp>
            <p:sp>
              <p:nvSpPr>
                <p:cNvPr id="2236" name="Freeform: Shape 2235">
                  <a:extLst>
                    <a:ext uri="{FF2B5EF4-FFF2-40B4-BE49-F238E27FC236}">
                      <a16:creationId xmlns:a16="http://schemas.microsoft.com/office/drawing/2014/main" id="{CF97CB00-1943-C637-2AB8-DB3009BF34AA}"/>
                    </a:ext>
                  </a:extLst>
                </p:cNvPr>
                <p:cNvSpPr/>
                <p:nvPr/>
              </p:nvSpPr>
              <p:spPr>
                <a:xfrm>
                  <a:off x="2464322" y="4064492"/>
                  <a:ext cx="12240" cy="7870"/>
                </a:xfrm>
                <a:custGeom>
                  <a:avLst/>
                  <a:gdLst>
                    <a:gd name="connsiteX0" fmla="*/ -44 w 12240"/>
                    <a:gd name="connsiteY0" fmla="*/ -70 h 7870"/>
                    <a:gd name="connsiteX1" fmla="*/ 12197 w 12240"/>
                    <a:gd name="connsiteY1" fmla="*/ 7799 h 7870"/>
                    <a:gd name="connsiteX2" fmla="*/ -44 w 12240"/>
                    <a:gd name="connsiteY2" fmla="*/ -70 h 7870"/>
                  </a:gdLst>
                  <a:ahLst/>
                  <a:cxnLst>
                    <a:cxn ang="0">
                      <a:pos x="connsiteX0" y="connsiteY0"/>
                    </a:cxn>
                    <a:cxn ang="0">
                      <a:pos x="connsiteX1" y="connsiteY1"/>
                    </a:cxn>
                    <a:cxn ang="0">
                      <a:pos x="connsiteX2" y="connsiteY2"/>
                    </a:cxn>
                  </a:cxnLst>
                  <a:rect l="l" t="t" r="r" b="b"/>
                  <a:pathLst>
                    <a:path w="12240" h="7870">
                      <a:moveTo>
                        <a:pt x="-44" y="-70"/>
                      </a:moveTo>
                      <a:lnTo>
                        <a:pt x="12197" y="7799"/>
                      </a:lnTo>
                      <a:cubicBezTo>
                        <a:pt x="6898" y="7886"/>
                        <a:pt x="2072" y="4782"/>
                        <a:pt x="-44" y="-70"/>
                      </a:cubicBezTo>
                      <a:close/>
                    </a:path>
                  </a:pathLst>
                </a:custGeom>
                <a:solidFill>
                  <a:srgbClr val="A8ACB8"/>
                </a:solidFill>
                <a:ln w="87213" cap="flat">
                  <a:noFill/>
                  <a:prstDash val="solid"/>
                  <a:miter/>
                </a:ln>
              </p:spPr>
              <p:txBody>
                <a:bodyPr rtlCol="0" anchor="ctr"/>
                <a:lstStyle/>
                <a:p>
                  <a:endParaRPr lang="en-IN" dirty="0"/>
                </a:p>
              </p:txBody>
            </p:sp>
            <p:sp>
              <p:nvSpPr>
                <p:cNvPr id="2237" name="Freeform: Shape 2236">
                  <a:extLst>
                    <a:ext uri="{FF2B5EF4-FFF2-40B4-BE49-F238E27FC236}">
                      <a16:creationId xmlns:a16="http://schemas.microsoft.com/office/drawing/2014/main" id="{51D5F39F-BE8E-A387-39B4-295A59AD3BEA}"/>
                    </a:ext>
                  </a:extLst>
                </p:cNvPr>
                <p:cNvSpPr/>
                <p:nvPr/>
              </p:nvSpPr>
              <p:spPr>
                <a:xfrm>
                  <a:off x="2455579" y="4054874"/>
                  <a:ext cx="8743" cy="6994"/>
                </a:xfrm>
                <a:custGeom>
                  <a:avLst/>
                  <a:gdLst>
                    <a:gd name="connsiteX0" fmla="*/ 8699 w 8743"/>
                    <a:gd name="connsiteY0" fmla="*/ 6925 h 6994"/>
                    <a:gd name="connsiteX1" fmla="*/ 8699 w 8743"/>
                    <a:gd name="connsiteY1" fmla="*/ 6925 h 6994"/>
                    <a:gd name="connsiteX2" fmla="*/ -44 w 8743"/>
                    <a:gd name="connsiteY2" fmla="*/ -70 h 6994"/>
                  </a:gdLst>
                  <a:ahLst/>
                  <a:cxnLst>
                    <a:cxn ang="0">
                      <a:pos x="connsiteX0" y="connsiteY0"/>
                    </a:cxn>
                    <a:cxn ang="0">
                      <a:pos x="connsiteX1" y="connsiteY1"/>
                    </a:cxn>
                    <a:cxn ang="0">
                      <a:pos x="connsiteX2" y="connsiteY2"/>
                    </a:cxn>
                  </a:cxnLst>
                  <a:rect l="l" t="t" r="r" b="b"/>
                  <a:pathLst>
                    <a:path w="8743" h="6994">
                      <a:moveTo>
                        <a:pt x="8699" y="6925"/>
                      </a:moveTo>
                      <a:lnTo>
                        <a:pt x="8699" y="6925"/>
                      </a:lnTo>
                      <a:cubicBezTo>
                        <a:pt x="8699" y="6925"/>
                        <a:pt x="830" y="6925"/>
                        <a:pt x="-44" y="-70"/>
                      </a:cubicBezTo>
                      <a:close/>
                    </a:path>
                  </a:pathLst>
                </a:custGeom>
                <a:solidFill>
                  <a:srgbClr val="A8ACB8"/>
                </a:solidFill>
                <a:ln w="87213" cap="flat">
                  <a:noFill/>
                  <a:prstDash val="solid"/>
                  <a:miter/>
                </a:ln>
              </p:spPr>
              <p:txBody>
                <a:bodyPr rtlCol="0" anchor="ctr"/>
                <a:lstStyle/>
                <a:p>
                  <a:endParaRPr lang="en-IN" dirty="0"/>
                </a:p>
              </p:txBody>
            </p:sp>
            <p:sp>
              <p:nvSpPr>
                <p:cNvPr id="2238" name="Freeform: Shape 2237">
                  <a:extLst>
                    <a:ext uri="{FF2B5EF4-FFF2-40B4-BE49-F238E27FC236}">
                      <a16:creationId xmlns:a16="http://schemas.microsoft.com/office/drawing/2014/main" id="{D964234B-4D89-3D5B-6968-DB47A972E357}"/>
                    </a:ext>
                  </a:extLst>
                </p:cNvPr>
                <p:cNvSpPr/>
                <p:nvPr/>
              </p:nvSpPr>
              <p:spPr>
                <a:xfrm>
                  <a:off x="2478312" y="4073235"/>
                  <a:ext cx="8743" cy="6120"/>
                </a:xfrm>
                <a:custGeom>
                  <a:avLst/>
                  <a:gdLst>
                    <a:gd name="connsiteX0" fmla="*/ -44 w 8743"/>
                    <a:gd name="connsiteY0" fmla="*/ -70 h 6120"/>
                    <a:gd name="connsiteX1" fmla="*/ -44 w 8743"/>
                    <a:gd name="connsiteY1" fmla="*/ -70 h 6120"/>
                    <a:gd name="connsiteX2" fmla="*/ 8700 w 8743"/>
                    <a:gd name="connsiteY2" fmla="*/ 6050 h 6120"/>
                    <a:gd name="connsiteX3" fmla="*/ -44 w 8743"/>
                    <a:gd name="connsiteY3" fmla="*/ -70 h 6120"/>
                  </a:gdLst>
                  <a:ahLst/>
                  <a:cxnLst>
                    <a:cxn ang="0">
                      <a:pos x="connsiteX0" y="connsiteY0"/>
                    </a:cxn>
                    <a:cxn ang="0">
                      <a:pos x="connsiteX1" y="connsiteY1"/>
                    </a:cxn>
                    <a:cxn ang="0">
                      <a:pos x="connsiteX2" y="connsiteY2"/>
                    </a:cxn>
                    <a:cxn ang="0">
                      <a:pos x="connsiteX3" y="connsiteY3"/>
                    </a:cxn>
                  </a:cxnLst>
                  <a:rect l="l" t="t" r="r" b="b"/>
                  <a:pathLst>
                    <a:path w="8743" h="6120">
                      <a:moveTo>
                        <a:pt x="-44" y="-70"/>
                      </a:moveTo>
                      <a:lnTo>
                        <a:pt x="-44" y="-70"/>
                      </a:lnTo>
                      <a:lnTo>
                        <a:pt x="8700" y="6050"/>
                      </a:lnTo>
                      <a:cubicBezTo>
                        <a:pt x="8700" y="6050"/>
                        <a:pt x="2579" y="1678"/>
                        <a:pt x="-44" y="-70"/>
                      </a:cubicBezTo>
                      <a:close/>
                    </a:path>
                  </a:pathLst>
                </a:custGeom>
                <a:solidFill>
                  <a:srgbClr val="A8ACB8"/>
                </a:solidFill>
                <a:ln w="87213" cap="flat">
                  <a:noFill/>
                  <a:prstDash val="solid"/>
                  <a:miter/>
                </a:ln>
              </p:spPr>
              <p:txBody>
                <a:bodyPr rtlCol="0" anchor="ctr"/>
                <a:lstStyle/>
                <a:p>
                  <a:endParaRPr lang="en-IN" dirty="0"/>
                </a:p>
              </p:txBody>
            </p:sp>
            <p:sp>
              <p:nvSpPr>
                <p:cNvPr id="2239" name="Freeform: Shape 2238">
                  <a:extLst>
                    <a:ext uri="{FF2B5EF4-FFF2-40B4-BE49-F238E27FC236}">
                      <a16:creationId xmlns:a16="http://schemas.microsoft.com/office/drawing/2014/main" id="{E40BEF52-6E2A-FC3A-068F-CF129E64D68D}"/>
                    </a:ext>
                  </a:extLst>
                </p:cNvPr>
                <p:cNvSpPr/>
                <p:nvPr/>
              </p:nvSpPr>
              <p:spPr>
                <a:xfrm>
                  <a:off x="2443338" y="4045256"/>
                  <a:ext cx="5245" cy="6994"/>
                </a:xfrm>
                <a:custGeom>
                  <a:avLst/>
                  <a:gdLst>
                    <a:gd name="connsiteX0" fmla="*/ -44 w 5245"/>
                    <a:gd name="connsiteY0" fmla="*/ -70 h 6994"/>
                    <a:gd name="connsiteX1" fmla="*/ 5202 w 5245"/>
                    <a:gd name="connsiteY1" fmla="*/ 6925 h 6994"/>
                    <a:gd name="connsiteX2" fmla="*/ 5202 w 5245"/>
                    <a:gd name="connsiteY2" fmla="*/ 6925 h 6994"/>
                  </a:gdLst>
                  <a:ahLst/>
                  <a:cxnLst>
                    <a:cxn ang="0">
                      <a:pos x="connsiteX0" y="connsiteY0"/>
                    </a:cxn>
                    <a:cxn ang="0">
                      <a:pos x="connsiteX1" y="connsiteY1"/>
                    </a:cxn>
                    <a:cxn ang="0">
                      <a:pos x="connsiteX2" y="connsiteY2"/>
                    </a:cxn>
                  </a:cxnLst>
                  <a:rect l="l" t="t" r="r" b="b"/>
                  <a:pathLst>
                    <a:path w="5245" h="6994">
                      <a:moveTo>
                        <a:pt x="-44" y="-70"/>
                      </a:moveTo>
                      <a:cubicBezTo>
                        <a:pt x="2640" y="1390"/>
                        <a:pt x="4555" y="3943"/>
                        <a:pt x="5202" y="6925"/>
                      </a:cubicBezTo>
                      <a:lnTo>
                        <a:pt x="5202" y="6925"/>
                      </a:lnTo>
                      <a:close/>
                    </a:path>
                  </a:pathLst>
                </a:custGeom>
                <a:solidFill>
                  <a:srgbClr val="A8ACB8"/>
                </a:solidFill>
                <a:ln w="87213" cap="flat">
                  <a:noFill/>
                  <a:prstDash val="solid"/>
                  <a:miter/>
                </a:ln>
              </p:spPr>
              <p:txBody>
                <a:bodyPr rtlCol="0" anchor="ctr"/>
                <a:lstStyle/>
                <a:p>
                  <a:endParaRPr lang="en-IN" dirty="0"/>
                </a:p>
              </p:txBody>
            </p:sp>
            <p:sp>
              <p:nvSpPr>
                <p:cNvPr id="2240" name="Freeform: Shape 2239">
                  <a:extLst>
                    <a:ext uri="{FF2B5EF4-FFF2-40B4-BE49-F238E27FC236}">
                      <a16:creationId xmlns:a16="http://schemas.microsoft.com/office/drawing/2014/main" id="{BD460A67-3AE3-31D5-36B2-B00CD45982EE}"/>
                    </a:ext>
                  </a:extLst>
                </p:cNvPr>
                <p:cNvSpPr/>
                <p:nvPr/>
              </p:nvSpPr>
              <p:spPr>
                <a:xfrm>
                  <a:off x="2437217" y="3961931"/>
                  <a:ext cx="5246" cy="10753"/>
                </a:xfrm>
                <a:custGeom>
                  <a:avLst/>
                  <a:gdLst>
                    <a:gd name="connsiteX0" fmla="*/ 5202 w 5246"/>
                    <a:gd name="connsiteY0" fmla="*/ 1940 h 10753"/>
                    <a:gd name="connsiteX1" fmla="*/ -44 w 5246"/>
                    <a:gd name="connsiteY1" fmla="*/ 10684 h 10753"/>
                    <a:gd name="connsiteX2" fmla="*/ -44 w 5246"/>
                    <a:gd name="connsiteY2" fmla="*/ 1066 h 10753"/>
                    <a:gd name="connsiteX3" fmla="*/ 5202 w 5246"/>
                    <a:gd name="connsiteY3" fmla="*/ 1940 h 10753"/>
                  </a:gdLst>
                  <a:ahLst/>
                  <a:cxnLst>
                    <a:cxn ang="0">
                      <a:pos x="connsiteX0" y="connsiteY0"/>
                    </a:cxn>
                    <a:cxn ang="0">
                      <a:pos x="connsiteX1" y="connsiteY1"/>
                    </a:cxn>
                    <a:cxn ang="0">
                      <a:pos x="connsiteX2" y="connsiteY2"/>
                    </a:cxn>
                    <a:cxn ang="0">
                      <a:pos x="connsiteX3" y="connsiteY3"/>
                    </a:cxn>
                  </a:cxnLst>
                  <a:rect l="l" t="t" r="r" b="b"/>
                  <a:pathLst>
                    <a:path w="5246" h="10753">
                      <a:moveTo>
                        <a:pt x="5202" y="1940"/>
                      </a:moveTo>
                      <a:lnTo>
                        <a:pt x="-44" y="10684"/>
                      </a:lnTo>
                      <a:cubicBezTo>
                        <a:pt x="-44" y="10684"/>
                        <a:pt x="-44" y="3689"/>
                        <a:pt x="-44" y="1066"/>
                      </a:cubicBezTo>
                      <a:cubicBezTo>
                        <a:pt x="-44" y="-1557"/>
                        <a:pt x="5202" y="1066"/>
                        <a:pt x="5202" y="1940"/>
                      </a:cubicBezTo>
                      <a:close/>
                    </a:path>
                  </a:pathLst>
                </a:custGeom>
                <a:solidFill>
                  <a:srgbClr val="A8ACB8"/>
                </a:solidFill>
                <a:ln w="87213" cap="flat">
                  <a:noFill/>
                  <a:prstDash val="solid"/>
                  <a:miter/>
                </a:ln>
              </p:spPr>
              <p:txBody>
                <a:bodyPr rtlCol="0" anchor="ctr"/>
                <a:lstStyle/>
                <a:p>
                  <a:endParaRPr lang="en-IN" dirty="0"/>
                </a:p>
              </p:txBody>
            </p:sp>
            <p:sp>
              <p:nvSpPr>
                <p:cNvPr id="2241" name="Freeform: Shape 2240">
                  <a:extLst>
                    <a:ext uri="{FF2B5EF4-FFF2-40B4-BE49-F238E27FC236}">
                      <a16:creationId xmlns:a16="http://schemas.microsoft.com/office/drawing/2014/main" id="{714C9F57-2F8C-9793-669C-A5A3FD82204C}"/>
                    </a:ext>
                  </a:extLst>
                </p:cNvPr>
                <p:cNvSpPr/>
                <p:nvPr/>
              </p:nvSpPr>
              <p:spPr>
                <a:xfrm>
                  <a:off x="2442464" y="3957821"/>
                  <a:ext cx="87434" cy="6120"/>
                </a:xfrm>
                <a:custGeom>
                  <a:avLst/>
                  <a:gdLst>
                    <a:gd name="connsiteX0" fmla="*/ -44 w 87434"/>
                    <a:gd name="connsiteY0" fmla="*/ 6050 h 6120"/>
                    <a:gd name="connsiteX1" fmla="*/ -44 w 87434"/>
                    <a:gd name="connsiteY1" fmla="*/ 6050 h 6120"/>
                    <a:gd name="connsiteX2" fmla="*/ -44 w 87434"/>
                    <a:gd name="connsiteY2" fmla="*/ -70 h 6120"/>
                    <a:gd name="connsiteX3" fmla="*/ -44 w 87434"/>
                    <a:gd name="connsiteY3" fmla="*/ -70 h 6120"/>
                    <a:gd name="connsiteX4" fmla="*/ -44 w 87434"/>
                    <a:gd name="connsiteY4" fmla="*/ -70 h 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4" h="6120">
                      <a:moveTo>
                        <a:pt x="-44" y="6050"/>
                      </a:moveTo>
                      <a:lnTo>
                        <a:pt x="-44" y="6050"/>
                      </a:lnTo>
                      <a:lnTo>
                        <a:pt x="-44" y="-70"/>
                      </a:lnTo>
                      <a:lnTo>
                        <a:pt x="-44" y="-70"/>
                      </a:lnTo>
                      <a:lnTo>
                        <a:pt x="-44" y="-70"/>
                      </a:lnTo>
                      <a:close/>
                    </a:path>
                  </a:pathLst>
                </a:custGeom>
                <a:solidFill>
                  <a:srgbClr val="A6AAB6"/>
                </a:solidFill>
                <a:ln w="87213" cap="flat">
                  <a:noFill/>
                  <a:prstDash val="solid"/>
                  <a:miter/>
                </a:ln>
              </p:spPr>
              <p:txBody>
                <a:bodyPr rtlCol="0" anchor="ctr"/>
                <a:lstStyle/>
                <a:p>
                  <a:endParaRPr lang="en-IN" dirty="0"/>
                </a:p>
              </p:txBody>
            </p:sp>
            <p:sp>
              <p:nvSpPr>
                <p:cNvPr id="2242" name="Freeform: Shape 2241">
                  <a:extLst>
                    <a:ext uri="{FF2B5EF4-FFF2-40B4-BE49-F238E27FC236}">
                      <a16:creationId xmlns:a16="http://schemas.microsoft.com/office/drawing/2014/main" id="{8470FB48-A90E-C7AD-C959-42F49A8883BE}"/>
                    </a:ext>
                  </a:extLst>
                </p:cNvPr>
                <p:cNvSpPr/>
                <p:nvPr/>
              </p:nvSpPr>
              <p:spPr>
                <a:xfrm>
                  <a:off x="2448584" y="3949952"/>
                  <a:ext cx="6994" cy="7868"/>
                </a:xfrm>
                <a:custGeom>
                  <a:avLst/>
                  <a:gdLst>
                    <a:gd name="connsiteX0" fmla="*/ -44 w 6994"/>
                    <a:gd name="connsiteY0" fmla="*/ 7799 h 7868"/>
                    <a:gd name="connsiteX1" fmla="*/ -44 w 6994"/>
                    <a:gd name="connsiteY1" fmla="*/ 7799 h 7868"/>
                    <a:gd name="connsiteX2" fmla="*/ 6951 w 6994"/>
                    <a:gd name="connsiteY2" fmla="*/ -70 h 7868"/>
                  </a:gdLst>
                  <a:ahLst/>
                  <a:cxnLst>
                    <a:cxn ang="0">
                      <a:pos x="connsiteX0" y="connsiteY0"/>
                    </a:cxn>
                    <a:cxn ang="0">
                      <a:pos x="connsiteX1" y="connsiteY1"/>
                    </a:cxn>
                    <a:cxn ang="0">
                      <a:pos x="connsiteX2" y="connsiteY2"/>
                    </a:cxn>
                  </a:cxnLst>
                  <a:rect l="l" t="t" r="r" b="b"/>
                  <a:pathLst>
                    <a:path w="6994" h="7868">
                      <a:moveTo>
                        <a:pt x="-44" y="7799"/>
                      </a:moveTo>
                      <a:lnTo>
                        <a:pt x="-44" y="7799"/>
                      </a:lnTo>
                      <a:cubicBezTo>
                        <a:pt x="-44" y="7799"/>
                        <a:pt x="-44" y="804"/>
                        <a:pt x="6951" y="-70"/>
                      </a:cubicBezTo>
                      <a:close/>
                    </a:path>
                  </a:pathLst>
                </a:custGeom>
                <a:solidFill>
                  <a:srgbClr val="A8ACB8"/>
                </a:solidFill>
                <a:ln w="87213" cap="flat">
                  <a:noFill/>
                  <a:prstDash val="solid"/>
                  <a:miter/>
                </a:ln>
              </p:spPr>
              <p:txBody>
                <a:bodyPr rtlCol="0" anchor="ctr"/>
                <a:lstStyle/>
                <a:p>
                  <a:endParaRPr lang="en-IN" dirty="0"/>
                </a:p>
              </p:txBody>
            </p:sp>
            <p:sp>
              <p:nvSpPr>
                <p:cNvPr id="2243" name="Freeform: Shape 2242">
                  <a:extLst>
                    <a:ext uri="{FF2B5EF4-FFF2-40B4-BE49-F238E27FC236}">
                      <a16:creationId xmlns:a16="http://schemas.microsoft.com/office/drawing/2014/main" id="{7B3BB327-91AB-9FE8-5F44-8CED4CB330CC}"/>
                    </a:ext>
                  </a:extLst>
                </p:cNvPr>
                <p:cNvSpPr/>
                <p:nvPr/>
              </p:nvSpPr>
              <p:spPr>
                <a:xfrm>
                  <a:off x="2547669" y="3957821"/>
                  <a:ext cx="40810" cy="111916"/>
                </a:xfrm>
                <a:custGeom>
                  <a:avLst/>
                  <a:gdLst>
                    <a:gd name="connsiteX0" fmla="*/ 27651 w 40810"/>
                    <a:gd name="connsiteY0" fmla="*/ -70 h 111916"/>
                    <a:gd name="connsiteX1" fmla="*/ 40766 w 40810"/>
                    <a:gd name="connsiteY1" fmla="*/ 21789 h 111916"/>
                    <a:gd name="connsiteX2" fmla="*/ 40766 w 40810"/>
                    <a:gd name="connsiteY2" fmla="*/ 27034 h 111916"/>
                    <a:gd name="connsiteX3" fmla="*/ 40766 w 40810"/>
                    <a:gd name="connsiteY3" fmla="*/ 34904 h 111916"/>
                    <a:gd name="connsiteX4" fmla="*/ 40766 w 40810"/>
                    <a:gd name="connsiteY4" fmla="*/ 58511 h 111916"/>
                    <a:gd name="connsiteX5" fmla="*/ 546 w 40810"/>
                    <a:gd name="connsiteY5" fmla="*/ 111846 h 111916"/>
                    <a:gd name="connsiteX6" fmla="*/ 546 w 40810"/>
                    <a:gd name="connsiteY6" fmla="*/ 106600 h 111916"/>
                    <a:gd name="connsiteX7" fmla="*/ 27651 w 40810"/>
                    <a:gd name="connsiteY7" fmla="*/ 87365 h 111916"/>
                    <a:gd name="connsiteX8" fmla="*/ 27651 w 40810"/>
                    <a:gd name="connsiteY8" fmla="*/ 13920 h 111916"/>
                    <a:gd name="connsiteX9" fmla="*/ 27651 w 40810"/>
                    <a:gd name="connsiteY9" fmla="*/ 7799 h 111916"/>
                    <a:gd name="connsiteX10" fmla="*/ 27651 w 40810"/>
                    <a:gd name="connsiteY10" fmla="*/ -70 h 11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810" h="111916">
                      <a:moveTo>
                        <a:pt x="27651" y="-70"/>
                      </a:moveTo>
                      <a:cubicBezTo>
                        <a:pt x="33815" y="5980"/>
                        <a:pt x="38327" y="13508"/>
                        <a:pt x="40766" y="21789"/>
                      </a:cubicBezTo>
                      <a:cubicBezTo>
                        <a:pt x="40766" y="21789"/>
                        <a:pt x="40766" y="21789"/>
                        <a:pt x="40766" y="27034"/>
                      </a:cubicBezTo>
                      <a:cubicBezTo>
                        <a:pt x="39962" y="29597"/>
                        <a:pt x="39962" y="32342"/>
                        <a:pt x="40766" y="34904"/>
                      </a:cubicBezTo>
                      <a:cubicBezTo>
                        <a:pt x="40766" y="42773"/>
                        <a:pt x="40766" y="50642"/>
                        <a:pt x="40766" y="58511"/>
                      </a:cubicBezTo>
                      <a:cubicBezTo>
                        <a:pt x="37260" y="81953"/>
                        <a:pt x="22125" y="102027"/>
                        <a:pt x="546" y="111846"/>
                      </a:cubicBezTo>
                      <a:cubicBezTo>
                        <a:pt x="-241" y="110185"/>
                        <a:pt x="-241" y="108261"/>
                        <a:pt x="546" y="106600"/>
                      </a:cubicBezTo>
                      <a:cubicBezTo>
                        <a:pt x="10208" y="101118"/>
                        <a:pt x="19292" y="94674"/>
                        <a:pt x="27651" y="87365"/>
                      </a:cubicBezTo>
                      <a:cubicBezTo>
                        <a:pt x="41955" y="64972"/>
                        <a:pt x="41955" y="36311"/>
                        <a:pt x="27651" y="13920"/>
                      </a:cubicBezTo>
                      <a:cubicBezTo>
                        <a:pt x="27651" y="13920"/>
                        <a:pt x="27651" y="13920"/>
                        <a:pt x="27651" y="7799"/>
                      </a:cubicBezTo>
                      <a:cubicBezTo>
                        <a:pt x="27651" y="1678"/>
                        <a:pt x="27651" y="-70"/>
                        <a:pt x="27651" y="-70"/>
                      </a:cubicBezTo>
                      <a:close/>
                    </a:path>
                  </a:pathLst>
                </a:custGeom>
                <a:solidFill>
                  <a:srgbClr val="9DA2AF"/>
                </a:solidFill>
                <a:ln w="87213" cap="flat">
                  <a:noFill/>
                  <a:prstDash val="solid"/>
                  <a:miter/>
                </a:ln>
              </p:spPr>
              <p:txBody>
                <a:bodyPr rtlCol="0" anchor="ctr"/>
                <a:lstStyle/>
                <a:p>
                  <a:endParaRPr lang="en-IN" dirty="0"/>
                </a:p>
              </p:txBody>
            </p:sp>
            <p:sp>
              <p:nvSpPr>
                <p:cNvPr id="2244" name="Freeform: Shape 2243">
                  <a:extLst>
                    <a:ext uri="{FF2B5EF4-FFF2-40B4-BE49-F238E27FC236}">
                      <a16:creationId xmlns:a16="http://schemas.microsoft.com/office/drawing/2014/main" id="{B4F8593C-71E0-46F3-8EF0-D03769F8683A}"/>
                    </a:ext>
                  </a:extLst>
                </p:cNvPr>
                <p:cNvSpPr/>
                <p:nvPr/>
              </p:nvSpPr>
              <p:spPr>
                <a:xfrm>
                  <a:off x="2453830" y="3944031"/>
                  <a:ext cx="134520" cy="127541"/>
                </a:xfrm>
                <a:custGeom>
                  <a:avLst/>
                  <a:gdLst>
                    <a:gd name="connsiteX0" fmla="*/ 121490 w 134520"/>
                    <a:gd name="connsiteY0" fmla="*/ 19841 h 127541"/>
                    <a:gd name="connsiteX1" fmla="*/ 129359 w 134520"/>
                    <a:gd name="connsiteY1" fmla="*/ 88040 h 127541"/>
                    <a:gd name="connsiteX2" fmla="*/ 99631 w 134520"/>
                    <a:gd name="connsiteY2" fmla="*/ 122139 h 127541"/>
                    <a:gd name="connsiteX3" fmla="*/ 86516 w 134520"/>
                    <a:gd name="connsiteY3" fmla="*/ 127386 h 127541"/>
                    <a:gd name="connsiteX4" fmla="*/ 86516 w 134520"/>
                    <a:gd name="connsiteY4" fmla="*/ 122139 h 127541"/>
                    <a:gd name="connsiteX5" fmla="*/ 111872 w 134520"/>
                    <a:gd name="connsiteY5" fmla="*/ 102029 h 127541"/>
                    <a:gd name="connsiteX6" fmla="*/ 120616 w 134520"/>
                    <a:gd name="connsiteY6" fmla="*/ 90663 h 127541"/>
                    <a:gd name="connsiteX7" fmla="*/ 120616 w 134520"/>
                    <a:gd name="connsiteY7" fmla="*/ 82794 h 127541"/>
                    <a:gd name="connsiteX8" fmla="*/ 103129 w 134520"/>
                    <a:gd name="connsiteY8" fmla="*/ 12846 h 127541"/>
                    <a:gd name="connsiteX9" fmla="*/ 93511 w 134520"/>
                    <a:gd name="connsiteY9" fmla="*/ 5852 h 127541"/>
                    <a:gd name="connsiteX10" fmla="*/ 88265 w 134520"/>
                    <a:gd name="connsiteY10" fmla="*/ 5852 h 127541"/>
                    <a:gd name="connsiteX11" fmla="*/ 78647 w 134520"/>
                    <a:gd name="connsiteY11" fmla="*/ 5852 h 127541"/>
                    <a:gd name="connsiteX12" fmla="*/ 22689 w 134520"/>
                    <a:gd name="connsiteY12" fmla="*/ 5852 h 127541"/>
                    <a:gd name="connsiteX13" fmla="*/ 6950 w 134520"/>
                    <a:gd name="connsiteY13" fmla="*/ 18092 h 127541"/>
                    <a:gd name="connsiteX14" fmla="*/ -44 w 134520"/>
                    <a:gd name="connsiteY14" fmla="*/ 18092 h 127541"/>
                    <a:gd name="connsiteX15" fmla="*/ -44 w 134520"/>
                    <a:gd name="connsiteY15" fmla="*/ 18092 h 127541"/>
                    <a:gd name="connsiteX16" fmla="*/ -44 w 134520"/>
                    <a:gd name="connsiteY16" fmla="*/ 18092 h 127541"/>
                    <a:gd name="connsiteX17" fmla="*/ -44 w 134520"/>
                    <a:gd name="connsiteY17" fmla="*/ 18092 h 127541"/>
                    <a:gd name="connsiteX18" fmla="*/ 4328 w 134520"/>
                    <a:gd name="connsiteY18" fmla="*/ 18092 h 127541"/>
                    <a:gd name="connsiteX19" fmla="*/ 10448 w 134520"/>
                    <a:gd name="connsiteY19" fmla="*/ 18092 h 127541"/>
                    <a:gd name="connsiteX20" fmla="*/ 10448 w 134520"/>
                    <a:gd name="connsiteY20" fmla="*/ 18092 h 127541"/>
                    <a:gd name="connsiteX21" fmla="*/ 21814 w 134520"/>
                    <a:gd name="connsiteY21" fmla="*/ 13720 h 127541"/>
                    <a:gd name="connsiteX22" fmla="*/ 21814 w 134520"/>
                    <a:gd name="connsiteY22" fmla="*/ 13720 h 127541"/>
                    <a:gd name="connsiteX23" fmla="*/ 30558 w 134520"/>
                    <a:gd name="connsiteY23" fmla="*/ 13720 h 127541"/>
                    <a:gd name="connsiteX24" fmla="*/ 41050 w 134520"/>
                    <a:gd name="connsiteY24" fmla="*/ 13720 h 127541"/>
                    <a:gd name="connsiteX25" fmla="*/ 95260 w 134520"/>
                    <a:gd name="connsiteY25" fmla="*/ 35579 h 127541"/>
                    <a:gd name="connsiteX26" fmla="*/ 121490 w 134520"/>
                    <a:gd name="connsiteY26" fmla="*/ 19841 h 12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4520" h="127541">
                      <a:moveTo>
                        <a:pt x="121490" y="19841"/>
                      </a:moveTo>
                      <a:cubicBezTo>
                        <a:pt x="135383" y="39820"/>
                        <a:pt x="138329" y="65429"/>
                        <a:pt x="129359" y="88040"/>
                      </a:cubicBezTo>
                      <a:cubicBezTo>
                        <a:pt x="122915" y="102012"/>
                        <a:pt x="112598" y="113851"/>
                        <a:pt x="99631" y="122139"/>
                      </a:cubicBezTo>
                      <a:cubicBezTo>
                        <a:pt x="95260" y="122139"/>
                        <a:pt x="92636" y="128259"/>
                        <a:pt x="86516" y="127386"/>
                      </a:cubicBezTo>
                      <a:cubicBezTo>
                        <a:pt x="85729" y="125724"/>
                        <a:pt x="85729" y="123801"/>
                        <a:pt x="86516" y="122139"/>
                      </a:cubicBezTo>
                      <a:cubicBezTo>
                        <a:pt x="95548" y="116202"/>
                        <a:pt x="104029" y="109470"/>
                        <a:pt x="111872" y="102029"/>
                      </a:cubicBezTo>
                      <a:cubicBezTo>
                        <a:pt x="114994" y="98409"/>
                        <a:pt x="117914" y="94615"/>
                        <a:pt x="120616" y="90663"/>
                      </a:cubicBezTo>
                      <a:cubicBezTo>
                        <a:pt x="121280" y="88084"/>
                        <a:pt x="121280" y="85373"/>
                        <a:pt x="120616" y="82794"/>
                      </a:cubicBezTo>
                      <a:cubicBezTo>
                        <a:pt x="127602" y="58023"/>
                        <a:pt x="120948" y="31417"/>
                        <a:pt x="103129" y="12846"/>
                      </a:cubicBezTo>
                      <a:cubicBezTo>
                        <a:pt x="100549" y="9759"/>
                        <a:pt x="97244" y="7355"/>
                        <a:pt x="93511" y="5852"/>
                      </a:cubicBezTo>
                      <a:lnTo>
                        <a:pt x="88265" y="5852"/>
                      </a:lnTo>
                      <a:lnTo>
                        <a:pt x="78647" y="5852"/>
                      </a:lnTo>
                      <a:cubicBezTo>
                        <a:pt x="60828" y="-2044"/>
                        <a:pt x="40508" y="-2044"/>
                        <a:pt x="22689" y="5852"/>
                      </a:cubicBezTo>
                      <a:cubicBezTo>
                        <a:pt x="16551" y="8641"/>
                        <a:pt x="11165" y="12828"/>
                        <a:pt x="6950" y="18092"/>
                      </a:cubicBezTo>
                      <a:cubicBezTo>
                        <a:pt x="6950" y="18092"/>
                        <a:pt x="6950" y="18092"/>
                        <a:pt x="-44" y="18092"/>
                      </a:cubicBezTo>
                      <a:cubicBezTo>
                        <a:pt x="-44" y="18092"/>
                        <a:pt x="-44" y="18092"/>
                        <a:pt x="-44" y="18092"/>
                      </a:cubicBezTo>
                      <a:cubicBezTo>
                        <a:pt x="-44" y="18092"/>
                        <a:pt x="-44" y="18092"/>
                        <a:pt x="-44" y="18092"/>
                      </a:cubicBezTo>
                      <a:lnTo>
                        <a:pt x="-44" y="18092"/>
                      </a:lnTo>
                      <a:cubicBezTo>
                        <a:pt x="-44" y="18092"/>
                        <a:pt x="-44" y="18092"/>
                        <a:pt x="4328" y="18092"/>
                      </a:cubicBezTo>
                      <a:lnTo>
                        <a:pt x="10448" y="18092"/>
                      </a:lnTo>
                      <a:lnTo>
                        <a:pt x="10448" y="18092"/>
                      </a:lnTo>
                      <a:lnTo>
                        <a:pt x="21814" y="13720"/>
                      </a:lnTo>
                      <a:lnTo>
                        <a:pt x="21814" y="13720"/>
                      </a:lnTo>
                      <a:cubicBezTo>
                        <a:pt x="24674" y="14499"/>
                        <a:pt x="27699" y="14499"/>
                        <a:pt x="30558" y="13720"/>
                      </a:cubicBezTo>
                      <a:lnTo>
                        <a:pt x="41050" y="13720"/>
                      </a:lnTo>
                      <a:cubicBezTo>
                        <a:pt x="61256" y="13773"/>
                        <a:pt x="80667" y="21607"/>
                        <a:pt x="95260" y="35579"/>
                      </a:cubicBezTo>
                      <a:cubicBezTo>
                        <a:pt x="102281" y="27885"/>
                        <a:pt x="111400" y="22412"/>
                        <a:pt x="121490" y="19841"/>
                      </a:cubicBezTo>
                      <a:close/>
                    </a:path>
                  </a:pathLst>
                </a:custGeom>
                <a:solidFill>
                  <a:srgbClr val="959AA8"/>
                </a:solidFill>
                <a:ln w="87213" cap="flat">
                  <a:noFill/>
                  <a:prstDash val="solid"/>
                  <a:miter/>
                </a:ln>
              </p:spPr>
              <p:txBody>
                <a:bodyPr rtlCol="0" anchor="ctr"/>
                <a:lstStyle/>
                <a:p>
                  <a:endParaRPr lang="en-IN" dirty="0"/>
                </a:p>
              </p:txBody>
            </p:sp>
            <p:sp>
              <p:nvSpPr>
                <p:cNvPr id="2245" name="Freeform: Shape 2244">
                  <a:extLst>
                    <a:ext uri="{FF2B5EF4-FFF2-40B4-BE49-F238E27FC236}">
                      <a16:creationId xmlns:a16="http://schemas.microsoft.com/office/drawing/2014/main" id="{AAB26241-9B97-1598-CB6E-CD6222CDE8C0}"/>
                    </a:ext>
                  </a:extLst>
                </p:cNvPr>
                <p:cNvSpPr/>
                <p:nvPr/>
              </p:nvSpPr>
              <p:spPr>
                <a:xfrm>
                  <a:off x="2440420" y="4022523"/>
                  <a:ext cx="83672" cy="57121"/>
                </a:xfrm>
                <a:custGeom>
                  <a:avLst/>
                  <a:gdLst>
                    <a:gd name="connsiteX0" fmla="*/ 79816 w 83672"/>
                    <a:gd name="connsiteY0" fmla="*/ 54140 h 57121"/>
                    <a:gd name="connsiteX1" fmla="*/ 47466 w 83672"/>
                    <a:gd name="connsiteY1" fmla="*/ 54140 h 57121"/>
                    <a:gd name="connsiteX2" fmla="*/ 251 w 83672"/>
                    <a:gd name="connsiteY2" fmla="*/ 6925 h 57121"/>
                    <a:gd name="connsiteX3" fmla="*/ 251 w 83672"/>
                    <a:gd name="connsiteY3" fmla="*/ -70 h 57121"/>
                    <a:gd name="connsiteX4" fmla="*/ 4622 w 83672"/>
                    <a:gd name="connsiteY4" fmla="*/ -70 h 57121"/>
                    <a:gd name="connsiteX5" fmla="*/ 30853 w 83672"/>
                    <a:gd name="connsiteY5" fmla="*/ 34904 h 57121"/>
                    <a:gd name="connsiteX6" fmla="*/ 71947 w 83672"/>
                    <a:gd name="connsiteY6" fmla="*/ 52391 h 57121"/>
                    <a:gd name="connsiteX7" fmla="*/ 82440 w 83672"/>
                    <a:gd name="connsiteY7" fmla="*/ 52391 h 57121"/>
                    <a:gd name="connsiteX8" fmla="*/ 79816 w 83672"/>
                    <a:gd name="connsiteY8" fmla="*/ 54140 h 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72" h="57121">
                      <a:moveTo>
                        <a:pt x="79816" y="54140"/>
                      </a:moveTo>
                      <a:cubicBezTo>
                        <a:pt x="69386" y="58022"/>
                        <a:pt x="57897" y="58022"/>
                        <a:pt x="47466" y="54140"/>
                      </a:cubicBezTo>
                      <a:cubicBezTo>
                        <a:pt x="26097" y="45265"/>
                        <a:pt x="9126" y="28285"/>
                        <a:pt x="251" y="6925"/>
                      </a:cubicBezTo>
                      <a:cubicBezTo>
                        <a:pt x="-142" y="4608"/>
                        <a:pt x="-142" y="2247"/>
                        <a:pt x="251" y="-70"/>
                      </a:cubicBezTo>
                      <a:cubicBezTo>
                        <a:pt x="251" y="-70"/>
                        <a:pt x="251" y="-70"/>
                        <a:pt x="4622" y="-70"/>
                      </a:cubicBezTo>
                      <a:cubicBezTo>
                        <a:pt x="10743" y="13343"/>
                        <a:pt x="19688" y="25269"/>
                        <a:pt x="30853" y="34904"/>
                      </a:cubicBezTo>
                      <a:cubicBezTo>
                        <a:pt x="42805" y="44190"/>
                        <a:pt x="56970" y="50214"/>
                        <a:pt x="71947" y="52391"/>
                      </a:cubicBezTo>
                      <a:cubicBezTo>
                        <a:pt x="71947" y="52391"/>
                        <a:pt x="78942" y="52391"/>
                        <a:pt x="82440" y="52391"/>
                      </a:cubicBezTo>
                      <a:cubicBezTo>
                        <a:pt x="85937" y="52391"/>
                        <a:pt x="80691" y="54140"/>
                        <a:pt x="79816" y="54140"/>
                      </a:cubicBezTo>
                      <a:close/>
                    </a:path>
                  </a:pathLst>
                </a:custGeom>
                <a:solidFill>
                  <a:srgbClr val="9CA1AD"/>
                </a:solidFill>
                <a:ln w="87213" cap="flat">
                  <a:noFill/>
                  <a:prstDash val="solid"/>
                  <a:miter/>
                </a:ln>
              </p:spPr>
              <p:txBody>
                <a:bodyPr rtlCol="0" anchor="ctr"/>
                <a:lstStyle/>
                <a:p>
                  <a:endParaRPr lang="en-IN" dirty="0"/>
                </a:p>
              </p:txBody>
            </p:sp>
            <p:sp>
              <p:nvSpPr>
                <p:cNvPr id="2246" name="Freeform: Shape 2245">
                  <a:extLst>
                    <a:ext uri="{FF2B5EF4-FFF2-40B4-BE49-F238E27FC236}">
                      <a16:creationId xmlns:a16="http://schemas.microsoft.com/office/drawing/2014/main" id="{313177B1-3C68-5095-17C9-CD7B41E6802B}"/>
                    </a:ext>
                  </a:extLst>
                </p:cNvPr>
                <p:cNvSpPr/>
                <p:nvPr/>
              </p:nvSpPr>
              <p:spPr>
                <a:xfrm>
                  <a:off x="2510662" y="3929425"/>
                  <a:ext cx="64701" cy="34516"/>
                </a:xfrm>
                <a:custGeom>
                  <a:avLst/>
                  <a:gdLst>
                    <a:gd name="connsiteX0" fmla="*/ 64658 w 64701"/>
                    <a:gd name="connsiteY0" fmla="*/ 34447 h 34516"/>
                    <a:gd name="connsiteX1" fmla="*/ 49794 w 64701"/>
                    <a:gd name="connsiteY1" fmla="*/ 20457 h 34516"/>
                    <a:gd name="connsiteX2" fmla="*/ 6077 w 64701"/>
                    <a:gd name="connsiteY2" fmla="*/ 1222 h 34516"/>
                    <a:gd name="connsiteX3" fmla="*/ -44 w 64701"/>
                    <a:gd name="connsiteY3" fmla="*/ 1222 h 34516"/>
                    <a:gd name="connsiteX4" fmla="*/ 18317 w 64701"/>
                    <a:gd name="connsiteY4" fmla="*/ 1222 h 34516"/>
                    <a:gd name="connsiteX5" fmla="*/ 64658 w 64701"/>
                    <a:gd name="connsiteY5" fmla="*/ 28326 h 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701" h="34516">
                      <a:moveTo>
                        <a:pt x="64658" y="34447"/>
                      </a:moveTo>
                      <a:cubicBezTo>
                        <a:pt x="58537" y="34447"/>
                        <a:pt x="55040" y="24829"/>
                        <a:pt x="49794" y="20457"/>
                      </a:cubicBezTo>
                      <a:cubicBezTo>
                        <a:pt x="37570" y="9668"/>
                        <a:pt x="22287" y="2953"/>
                        <a:pt x="6077" y="1222"/>
                      </a:cubicBezTo>
                      <a:lnTo>
                        <a:pt x="-44" y="1222"/>
                      </a:lnTo>
                      <a:cubicBezTo>
                        <a:pt x="5954" y="-501"/>
                        <a:pt x="12319" y="-501"/>
                        <a:pt x="18317" y="1222"/>
                      </a:cubicBezTo>
                      <a:cubicBezTo>
                        <a:pt x="36521" y="4396"/>
                        <a:pt x="52967" y="14022"/>
                        <a:pt x="64658" y="28326"/>
                      </a:cubicBezTo>
                      <a:close/>
                    </a:path>
                  </a:pathLst>
                </a:custGeom>
                <a:solidFill>
                  <a:srgbClr val="9BA0AD"/>
                </a:solidFill>
                <a:ln w="87213" cap="flat">
                  <a:noFill/>
                  <a:prstDash val="solid"/>
                  <a:miter/>
                </a:ln>
              </p:spPr>
              <p:txBody>
                <a:bodyPr rtlCol="0" anchor="ctr"/>
                <a:lstStyle/>
                <a:p>
                  <a:endParaRPr lang="en-IN" dirty="0"/>
                </a:p>
              </p:txBody>
            </p:sp>
            <p:sp>
              <p:nvSpPr>
                <p:cNvPr id="2247" name="Freeform: Shape 2246">
                  <a:extLst>
                    <a:ext uri="{FF2B5EF4-FFF2-40B4-BE49-F238E27FC236}">
                      <a16:creationId xmlns:a16="http://schemas.microsoft.com/office/drawing/2014/main" id="{2C8FC92B-C99F-7012-951B-233195BBDC0D}"/>
                    </a:ext>
                  </a:extLst>
                </p:cNvPr>
                <p:cNvSpPr/>
                <p:nvPr/>
              </p:nvSpPr>
              <p:spPr>
                <a:xfrm>
                  <a:off x="2534270" y="3930717"/>
                  <a:ext cx="41094" cy="27104"/>
                </a:xfrm>
                <a:custGeom>
                  <a:avLst/>
                  <a:gdLst>
                    <a:gd name="connsiteX0" fmla="*/ 41050 w 41094"/>
                    <a:gd name="connsiteY0" fmla="*/ 27034 h 27104"/>
                    <a:gd name="connsiteX1" fmla="*/ 32307 w 41094"/>
                    <a:gd name="connsiteY1" fmla="*/ 19166 h 27104"/>
                    <a:gd name="connsiteX2" fmla="*/ -44 w 41094"/>
                    <a:gd name="connsiteY2" fmla="*/ -70 h 27104"/>
                    <a:gd name="connsiteX3" fmla="*/ -44 w 41094"/>
                    <a:gd name="connsiteY3" fmla="*/ -70 h 27104"/>
                    <a:gd name="connsiteX4" fmla="*/ 41050 w 41094"/>
                    <a:gd name="connsiteY4" fmla="*/ 27034 h 2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94" h="27103">
                      <a:moveTo>
                        <a:pt x="41050" y="27034"/>
                      </a:moveTo>
                      <a:lnTo>
                        <a:pt x="32307" y="19166"/>
                      </a:lnTo>
                      <a:cubicBezTo>
                        <a:pt x="23301" y="10142"/>
                        <a:pt x="12179" y="3532"/>
                        <a:pt x="-44" y="-70"/>
                      </a:cubicBezTo>
                      <a:lnTo>
                        <a:pt x="-44" y="-70"/>
                      </a:lnTo>
                      <a:cubicBezTo>
                        <a:pt x="16656" y="3287"/>
                        <a:pt x="31389" y="13010"/>
                        <a:pt x="41050" y="27034"/>
                      </a:cubicBezTo>
                      <a:close/>
                    </a:path>
                  </a:pathLst>
                </a:custGeom>
                <a:solidFill>
                  <a:srgbClr val="9DA2AF"/>
                </a:solidFill>
                <a:ln w="87213" cap="flat">
                  <a:noFill/>
                  <a:prstDash val="solid"/>
                  <a:miter/>
                </a:ln>
              </p:spPr>
              <p:txBody>
                <a:bodyPr rtlCol="0" anchor="ctr"/>
                <a:lstStyle/>
                <a:p>
                  <a:endParaRPr lang="en-IN" dirty="0"/>
                </a:p>
              </p:txBody>
            </p:sp>
            <p:sp>
              <p:nvSpPr>
                <p:cNvPr id="2248" name="Freeform: Shape 2247">
                  <a:extLst>
                    <a:ext uri="{FF2B5EF4-FFF2-40B4-BE49-F238E27FC236}">
                      <a16:creationId xmlns:a16="http://schemas.microsoft.com/office/drawing/2014/main" id="{44B4BEF9-9AE6-9166-F41B-23EBA300C31D}"/>
                    </a:ext>
                  </a:extLst>
                </p:cNvPr>
                <p:cNvSpPr/>
                <p:nvPr/>
              </p:nvSpPr>
              <p:spPr>
                <a:xfrm>
                  <a:off x="2520280" y="4071486"/>
                  <a:ext cx="31476" cy="6985"/>
                </a:xfrm>
                <a:custGeom>
                  <a:avLst/>
                  <a:gdLst>
                    <a:gd name="connsiteX0" fmla="*/ -44 w 31476"/>
                    <a:gd name="connsiteY0" fmla="*/ 5176 h 6985"/>
                    <a:gd name="connsiteX1" fmla="*/ -44 w 31476"/>
                    <a:gd name="connsiteY1" fmla="*/ 5176 h 6985"/>
                    <a:gd name="connsiteX2" fmla="*/ 19192 w 31476"/>
                    <a:gd name="connsiteY2" fmla="*/ 5176 h 6985"/>
                    <a:gd name="connsiteX3" fmla="*/ 31432 w 31476"/>
                    <a:gd name="connsiteY3" fmla="*/ -70 h 6985"/>
                    <a:gd name="connsiteX4" fmla="*/ 31432 w 31476"/>
                    <a:gd name="connsiteY4" fmla="*/ 4301 h 6985"/>
                    <a:gd name="connsiteX5" fmla="*/ -44 w 31476"/>
                    <a:gd name="connsiteY5" fmla="*/ 5176 h 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76" h="6985">
                      <a:moveTo>
                        <a:pt x="-44" y="5176"/>
                      </a:moveTo>
                      <a:lnTo>
                        <a:pt x="-44" y="5176"/>
                      </a:lnTo>
                      <a:cubicBezTo>
                        <a:pt x="5910" y="1740"/>
                        <a:pt x="13237" y="1740"/>
                        <a:pt x="19192" y="5176"/>
                      </a:cubicBezTo>
                      <a:cubicBezTo>
                        <a:pt x="22916" y="2692"/>
                        <a:pt x="27069" y="918"/>
                        <a:pt x="31432" y="-70"/>
                      </a:cubicBezTo>
                      <a:lnTo>
                        <a:pt x="31432" y="4301"/>
                      </a:lnTo>
                      <a:cubicBezTo>
                        <a:pt x="21220" y="7458"/>
                        <a:pt x="10335" y="7764"/>
                        <a:pt x="-44" y="5176"/>
                      </a:cubicBezTo>
                      <a:close/>
                    </a:path>
                  </a:pathLst>
                </a:custGeom>
                <a:solidFill>
                  <a:srgbClr val="9CA1AE"/>
                </a:solidFill>
                <a:ln w="87213" cap="flat">
                  <a:noFill/>
                  <a:prstDash val="solid"/>
                  <a:miter/>
                </a:ln>
              </p:spPr>
              <p:txBody>
                <a:bodyPr rtlCol="0" anchor="ctr"/>
                <a:lstStyle/>
                <a:p>
                  <a:endParaRPr lang="en-IN" dirty="0"/>
                </a:p>
              </p:txBody>
            </p:sp>
            <p:sp>
              <p:nvSpPr>
                <p:cNvPr id="2249" name="Freeform: Shape 2248">
                  <a:extLst>
                    <a:ext uri="{FF2B5EF4-FFF2-40B4-BE49-F238E27FC236}">
                      <a16:creationId xmlns:a16="http://schemas.microsoft.com/office/drawing/2014/main" id="{A56C0724-1B02-A335-FD8B-D573465D391D}"/>
                    </a:ext>
                  </a:extLst>
                </p:cNvPr>
                <p:cNvSpPr/>
                <p:nvPr/>
              </p:nvSpPr>
              <p:spPr>
                <a:xfrm>
                  <a:off x="2437217" y="3965690"/>
                  <a:ext cx="8743" cy="22733"/>
                </a:xfrm>
                <a:custGeom>
                  <a:avLst/>
                  <a:gdLst>
                    <a:gd name="connsiteX0" fmla="*/ -44 w 8743"/>
                    <a:gd name="connsiteY0" fmla="*/ 22663 h 22733"/>
                    <a:gd name="connsiteX1" fmla="*/ 8700 w 8743"/>
                    <a:gd name="connsiteY1" fmla="*/ -70 h 22733"/>
                    <a:gd name="connsiteX2" fmla="*/ 8700 w 8743"/>
                    <a:gd name="connsiteY2" fmla="*/ 9548 h 22733"/>
                    <a:gd name="connsiteX3" fmla="*/ 8700 w 8743"/>
                    <a:gd name="connsiteY3" fmla="*/ 18292 h 22733"/>
                  </a:gdLst>
                  <a:ahLst/>
                  <a:cxnLst>
                    <a:cxn ang="0">
                      <a:pos x="connsiteX0" y="connsiteY0"/>
                    </a:cxn>
                    <a:cxn ang="0">
                      <a:pos x="connsiteX1" y="connsiteY1"/>
                    </a:cxn>
                    <a:cxn ang="0">
                      <a:pos x="connsiteX2" y="connsiteY2"/>
                    </a:cxn>
                    <a:cxn ang="0">
                      <a:pos x="connsiteX3" y="connsiteY3"/>
                    </a:cxn>
                  </a:cxnLst>
                  <a:rect l="l" t="t" r="r" b="b"/>
                  <a:pathLst>
                    <a:path w="8743" h="22733">
                      <a:moveTo>
                        <a:pt x="-44" y="22663"/>
                      </a:moveTo>
                      <a:cubicBezTo>
                        <a:pt x="612" y="14401"/>
                        <a:pt x="3646" y="6505"/>
                        <a:pt x="8700" y="-70"/>
                      </a:cubicBezTo>
                      <a:cubicBezTo>
                        <a:pt x="8700" y="-70"/>
                        <a:pt x="8700" y="6051"/>
                        <a:pt x="8700" y="9548"/>
                      </a:cubicBezTo>
                      <a:lnTo>
                        <a:pt x="8700" y="18292"/>
                      </a:lnTo>
                      <a:close/>
                    </a:path>
                  </a:pathLst>
                </a:custGeom>
                <a:solidFill>
                  <a:srgbClr val="9CA1AD"/>
                </a:solidFill>
                <a:ln w="87213" cap="flat">
                  <a:noFill/>
                  <a:prstDash val="solid"/>
                  <a:miter/>
                </a:ln>
              </p:spPr>
              <p:txBody>
                <a:bodyPr rtlCol="0" anchor="ctr"/>
                <a:lstStyle/>
                <a:p>
                  <a:endParaRPr lang="en-IN" dirty="0"/>
                </a:p>
              </p:txBody>
            </p:sp>
            <p:sp>
              <p:nvSpPr>
                <p:cNvPr id="2250" name="Freeform: Shape 2249">
                  <a:extLst>
                    <a:ext uri="{FF2B5EF4-FFF2-40B4-BE49-F238E27FC236}">
                      <a16:creationId xmlns:a16="http://schemas.microsoft.com/office/drawing/2014/main" id="{1D1E6FCD-4A09-52D0-FC72-AFB4B359842C}"/>
                    </a:ext>
                  </a:extLst>
                </p:cNvPr>
                <p:cNvSpPr/>
                <p:nvPr/>
              </p:nvSpPr>
              <p:spPr>
                <a:xfrm>
                  <a:off x="2436343" y="3999790"/>
                  <a:ext cx="2331" cy="14243"/>
                </a:xfrm>
                <a:custGeom>
                  <a:avLst/>
                  <a:gdLst>
                    <a:gd name="connsiteX0" fmla="*/ -44 w 2331"/>
                    <a:gd name="connsiteY0" fmla="*/ 6050 h 14243"/>
                    <a:gd name="connsiteX1" fmla="*/ -44 w 2331"/>
                    <a:gd name="connsiteY1" fmla="*/ -70 h 14243"/>
                    <a:gd name="connsiteX2" fmla="*/ -44 w 2331"/>
                    <a:gd name="connsiteY2" fmla="*/ 13045 h 14243"/>
                    <a:gd name="connsiteX3" fmla="*/ -44 w 2331"/>
                    <a:gd name="connsiteY3" fmla="*/ 6050 h 14243"/>
                  </a:gdLst>
                  <a:ahLst/>
                  <a:cxnLst>
                    <a:cxn ang="0">
                      <a:pos x="connsiteX0" y="connsiteY0"/>
                    </a:cxn>
                    <a:cxn ang="0">
                      <a:pos x="connsiteX1" y="connsiteY1"/>
                    </a:cxn>
                    <a:cxn ang="0">
                      <a:pos x="connsiteX2" y="connsiteY2"/>
                    </a:cxn>
                    <a:cxn ang="0">
                      <a:pos x="connsiteX3" y="connsiteY3"/>
                    </a:cxn>
                  </a:cxnLst>
                  <a:rect l="l" t="t" r="r" b="b"/>
                  <a:pathLst>
                    <a:path w="2331" h="14243">
                      <a:moveTo>
                        <a:pt x="-44" y="6050"/>
                      </a:moveTo>
                      <a:lnTo>
                        <a:pt x="-44" y="-70"/>
                      </a:lnTo>
                      <a:cubicBezTo>
                        <a:pt x="5202" y="-70"/>
                        <a:pt x="-44" y="8673"/>
                        <a:pt x="-44" y="13045"/>
                      </a:cubicBezTo>
                      <a:cubicBezTo>
                        <a:pt x="-44" y="17417"/>
                        <a:pt x="830" y="7799"/>
                        <a:pt x="-44" y="6050"/>
                      </a:cubicBezTo>
                      <a:close/>
                    </a:path>
                  </a:pathLst>
                </a:custGeom>
                <a:solidFill>
                  <a:srgbClr val="9BA0AD"/>
                </a:solidFill>
                <a:ln w="87213" cap="flat">
                  <a:noFill/>
                  <a:prstDash val="solid"/>
                  <a:miter/>
                </a:ln>
              </p:spPr>
              <p:txBody>
                <a:bodyPr rtlCol="0" anchor="ctr"/>
                <a:lstStyle/>
                <a:p>
                  <a:endParaRPr lang="en-IN" dirty="0"/>
                </a:p>
              </p:txBody>
            </p:sp>
            <p:sp>
              <p:nvSpPr>
                <p:cNvPr id="2251" name="Freeform: Shape 2250">
                  <a:extLst>
                    <a:ext uri="{FF2B5EF4-FFF2-40B4-BE49-F238E27FC236}">
                      <a16:creationId xmlns:a16="http://schemas.microsoft.com/office/drawing/2014/main" id="{6DAB38B9-6FDF-FC20-EF11-823FE8EC284C}"/>
                    </a:ext>
                  </a:extLst>
                </p:cNvPr>
                <p:cNvSpPr/>
                <p:nvPr/>
              </p:nvSpPr>
              <p:spPr>
                <a:xfrm>
                  <a:off x="2475689" y="3933059"/>
                  <a:ext cx="12240" cy="5526"/>
                </a:xfrm>
                <a:custGeom>
                  <a:avLst/>
                  <a:gdLst>
                    <a:gd name="connsiteX0" fmla="*/ 12197 w 12240"/>
                    <a:gd name="connsiteY0" fmla="*/ 211 h 5526"/>
                    <a:gd name="connsiteX1" fmla="*/ -44 w 12240"/>
                    <a:gd name="connsiteY1" fmla="*/ 5457 h 5526"/>
                    <a:gd name="connsiteX2" fmla="*/ -44 w 12240"/>
                    <a:gd name="connsiteY2" fmla="*/ 5457 h 5526"/>
                    <a:gd name="connsiteX3" fmla="*/ 5202 w 12240"/>
                    <a:gd name="connsiteY3" fmla="*/ 5457 h 5526"/>
                    <a:gd name="connsiteX4" fmla="*/ 12197 w 12240"/>
                    <a:gd name="connsiteY4" fmla="*/ 211 h 5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 h="5526">
                      <a:moveTo>
                        <a:pt x="12197" y="211"/>
                      </a:moveTo>
                      <a:cubicBezTo>
                        <a:pt x="8551" y="2834"/>
                        <a:pt x="4371" y="4626"/>
                        <a:pt x="-44" y="5457"/>
                      </a:cubicBezTo>
                      <a:cubicBezTo>
                        <a:pt x="-44" y="5457"/>
                        <a:pt x="-44" y="5457"/>
                        <a:pt x="-44" y="5457"/>
                      </a:cubicBezTo>
                      <a:lnTo>
                        <a:pt x="5202" y="5457"/>
                      </a:lnTo>
                      <a:cubicBezTo>
                        <a:pt x="5202" y="5457"/>
                        <a:pt x="12197" y="-1538"/>
                        <a:pt x="12197" y="211"/>
                      </a:cubicBezTo>
                      <a:close/>
                    </a:path>
                  </a:pathLst>
                </a:custGeom>
                <a:solidFill>
                  <a:srgbClr val="9BA0AD"/>
                </a:solidFill>
                <a:ln w="87213" cap="flat">
                  <a:noFill/>
                  <a:prstDash val="solid"/>
                  <a:miter/>
                </a:ln>
              </p:spPr>
              <p:txBody>
                <a:bodyPr rtlCol="0" anchor="ctr"/>
                <a:lstStyle/>
                <a:p>
                  <a:endParaRPr lang="en-IN" dirty="0"/>
                </a:p>
              </p:txBody>
            </p:sp>
            <p:sp>
              <p:nvSpPr>
                <p:cNvPr id="2252" name="Freeform: Shape 2251">
                  <a:extLst>
                    <a:ext uri="{FF2B5EF4-FFF2-40B4-BE49-F238E27FC236}">
                      <a16:creationId xmlns:a16="http://schemas.microsoft.com/office/drawing/2014/main" id="{296B29DF-4863-1B50-ADC6-033C0352F3B1}"/>
                    </a:ext>
                  </a:extLst>
                </p:cNvPr>
                <p:cNvSpPr/>
                <p:nvPr/>
              </p:nvSpPr>
              <p:spPr>
                <a:xfrm>
                  <a:off x="2455765" y="3950594"/>
                  <a:ext cx="4478" cy="9850"/>
                </a:xfrm>
                <a:custGeom>
                  <a:avLst/>
                  <a:gdLst>
                    <a:gd name="connsiteX0" fmla="*/ 3267 w 4478"/>
                    <a:gd name="connsiteY0" fmla="*/ 162 h 9850"/>
                    <a:gd name="connsiteX1" fmla="*/ 3267 w 4478"/>
                    <a:gd name="connsiteY1" fmla="*/ 162 h 9850"/>
                    <a:gd name="connsiteX2" fmla="*/ 3267 w 4478"/>
                    <a:gd name="connsiteY2" fmla="*/ 9780 h 9850"/>
                    <a:gd name="connsiteX3" fmla="*/ 3267 w 4478"/>
                    <a:gd name="connsiteY3" fmla="*/ 9780 h 9850"/>
                    <a:gd name="connsiteX4" fmla="*/ 3267 w 4478"/>
                    <a:gd name="connsiteY4" fmla="*/ 5409 h 9850"/>
                    <a:gd name="connsiteX5" fmla="*/ 3267 w 4478"/>
                    <a:gd name="connsiteY5" fmla="*/ 162 h 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8" h="9850">
                      <a:moveTo>
                        <a:pt x="3267" y="162"/>
                      </a:moveTo>
                      <a:lnTo>
                        <a:pt x="3267" y="162"/>
                      </a:lnTo>
                      <a:cubicBezTo>
                        <a:pt x="4823" y="3179"/>
                        <a:pt x="4823" y="6764"/>
                        <a:pt x="3267" y="9780"/>
                      </a:cubicBezTo>
                      <a:cubicBezTo>
                        <a:pt x="3267" y="9780"/>
                        <a:pt x="3267" y="9780"/>
                        <a:pt x="3267" y="9780"/>
                      </a:cubicBezTo>
                      <a:lnTo>
                        <a:pt x="3267" y="5409"/>
                      </a:lnTo>
                      <a:cubicBezTo>
                        <a:pt x="-230" y="7157"/>
                        <a:pt x="-1979" y="-1586"/>
                        <a:pt x="3267" y="162"/>
                      </a:cubicBezTo>
                      <a:close/>
                    </a:path>
                  </a:pathLst>
                </a:custGeom>
                <a:solidFill>
                  <a:srgbClr val="9BA0AD"/>
                </a:solidFill>
                <a:ln w="87213" cap="flat">
                  <a:noFill/>
                  <a:prstDash val="solid"/>
                  <a:miter/>
                </a:ln>
              </p:spPr>
              <p:txBody>
                <a:bodyPr rtlCol="0" anchor="ctr"/>
                <a:lstStyle/>
                <a:p>
                  <a:endParaRPr lang="en-IN" dirty="0"/>
                </a:p>
              </p:txBody>
            </p:sp>
            <p:sp>
              <p:nvSpPr>
                <p:cNvPr id="2253" name="Freeform: Shape 2252">
                  <a:extLst>
                    <a:ext uri="{FF2B5EF4-FFF2-40B4-BE49-F238E27FC236}">
                      <a16:creationId xmlns:a16="http://schemas.microsoft.com/office/drawing/2014/main" id="{C1ED8E13-F514-7B0C-96A5-A761E25DC200}"/>
                    </a:ext>
                  </a:extLst>
                </p:cNvPr>
                <p:cNvSpPr/>
                <p:nvPr/>
              </p:nvSpPr>
              <p:spPr>
                <a:xfrm>
                  <a:off x="2442464" y="3957821"/>
                  <a:ext cx="6372" cy="10492"/>
                </a:xfrm>
                <a:custGeom>
                  <a:avLst/>
                  <a:gdLst>
                    <a:gd name="connsiteX0" fmla="*/ 6076 w 6372"/>
                    <a:gd name="connsiteY0" fmla="*/ -70 h 10492"/>
                    <a:gd name="connsiteX1" fmla="*/ 6076 w 6372"/>
                    <a:gd name="connsiteY1" fmla="*/ -70 h 10492"/>
                    <a:gd name="connsiteX2" fmla="*/ -44 w 6372"/>
                    <a:gd name="connsiteY2" fmla="*/ 10422 h 10492"/>
                    <a:gd name="connsiteX3" fmla="*/ -44 w 6372"/>
                    <a:gd name="connsiteY3" fmla="*/ 805 h 10492"/>
                  </a:gdLst>
                  <a:ahLst/>
                  <a:cxnLst>
                    <a:cxn ang="0">
                      <a:pos x="connsiteX0" y="connsiteY0"/>
                    </a:cxn>
                    <a:cxn ang="0">
                      <a:pos x="connsiteX1" y="connsiteY1"/>
                    </a:cxn>
                    <a:cxn ang="0">
                      <a:pos x="connsiteX2" y="connsiteY2"/>
                    </a:cxn>
                    <a:cxn ang="0">
                      <a:pos x="connsiteX3" y="connsiteY3"/>
                    </a:cxn>
                  </a:cxnLst>
                  <a:rect l="l" t="t" r="r" b="b"/>
                  <a:pathLst>
                    <a:path w="6371" h="10492">
                      <a:moveTo>
                        <a:pt x="6076" y="-70"/>
                      </a:moveTo>
                      <a:lnTo>
                        <a:pt x="6076" y="-70"/>
                      </a:lnTo>
                      <a:cubicBezTo>
                        <a:pt x="7196" y="4503"/>
                        <a:pt x="4485" y="9146"/>
                        <a:pt x="-44" y="10422"/>
                      </a:cubicBezTo>
                      <a:cubicBezTo>
                        <a:pt x="-44" y="10422"/>
                        <a:pt x="-44" y="4302"/>
                        <a:pt x="-44" y="805"/>
                      </a:cubicBezTo>
                      <a:close/>
                    </a:path>
                  </a:pathLst>
                </a:custGeom>
                <a:solidFill>
                  <a:srgbClr val="9BA0AD"/>
                </a:solidFill>
                <a:ln w="87213" cap="flat">
                  <a:noFill/>
                  <a:prstDash val="solid"/>
                  <a:miter/>
                </a:ln>
              </p:spPr>
              <p:txBody>
                <a:bodyPr rtlCol="0" anchor="ctr"/>
                <a:lstStyle/>
                <a:p>
                  <a:endParaRPr lang="en-IN" dirty="0"/>
                </a:p>
              </p:txBody>
            </p:sp>
            <p:sp>
              <p:nvSpPr>
                <p:cNvPr id="2254" name="Freeform: Shape 2253">
                  <a:extLst>
                    <a:ext uri="{FF2B5EF4-FFF2-40B4-BE49-F238E27FC236}">
                      <a16:creationId xmlns:a16="http://schemas.microsoft.com/office/drawing/2014/main" id="{AE31491E-4BE6-FF10-E0D8-4CEAF92F7B68}"/>
                    </a:ext>
                  </a:extLst>
                </p:cNvPr>
                <p:cNvSpPr/>
                <p:nvPr/>
              </p:nvSpPr>
              <p:spPr>
                <a:xfrm>
                  <a:off x="2442155" y="4015528"/>
                  <a:ext cx="819" cy="5245"/>
                </a:xfrm>
                <a:custGeom>
                  <a:avLst/>
                  <a:gdLst>
                    <a:gd name="connsiteX0" fmla="*/ 264 w 819"/>
                    <a:gd name="connsiteY0" fmla="*/ 5176 h 5245"/>
                    <a:gd name="connsiteX1" fmla="*/ 264 w 819"/>
                    <a:gd name="connsiteY1" fmla="*/ 5176 h 5245"/>
                    <a:gd name="connsiteX2" fmla="*/ 264 w 819"/>
                    <a:gd name="connsiteY2" fmla="*/ -70 h 5245"/>
                    <a:gd name="connsiteX3" fmla="*/ 264 w 819"/>
                    <a:gd name="connsiteY3" fmla="*/ -70 h 5245"/>
                    <a:gd name="connsiteX4" fmla="*/ 264 w 819"/>
                    <a:gd name="connsiteY4" fmla="*/ 5176 h 5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 h="5245">
                      <a:moveTo>
                        <a:pt x="264" y="5176"/>
                      </a:moveTo>
                      <a:lnTo>
                        <a:pt x="264" y="5176"/>
                      </a:lnTo>
                      <a:cubicBezTo>
                        <a:pt x="-147" y="3453"/>
                        <a:pt x="-147" y="1652"/>
                        <a:pt x="264" y="-70"/>
                      </a:cubicBezTo>
                      <a:cubicBezTo>
                        <a:pt x="264" y="-70"/>
                        <a:pt x="264" y="-70"/>
                        <a:pt x="264" y="-70"/>
                      </a:cubicBezTo>
                      <a:cubicBezTo>
                        <a:pt x="946" y="1608"/>
                        <a:pt x="946" y="3497"/>
                        <a:pt x="264" y="5176"/>
                      </a:cubicBezTo>
                      <a:close/>
                    </a:path>
                  </a:pathLst>
                </a:custGeom>
                <a:solidFill>
                  <a:srgbClr val="9BA0AD"/>
                </a:solidFill>
                <a:ln w="87213" cap="flat">
                  <a:noFill/>
                  <a:prstDash val="solid"/>
                  <a:miter/>
                </a:ln>
              </p:spPr>
              <p:txBody>
                <a:bodyPr rtlCol="0" anchor="ctr"/>
                <a:lstStyle/>
                <a:p>
                  <a:endParaRPr lang="en-IN" dirty="0"/>
                </a:p>
              </p:txBody>
            </p:sp>
            <p:sp>
              <p:nvSpPr>
                <p:cNvPr id="2255" name="Freeform: Shape 2254">
                  <a:extLst>
                    <a:ext uri="{FF2B5EF4-FFF2-40B4-BE49-F238E27FC236}">
                      <a16:creationId xmlns:a16="http://schemas.microsoft.com/office/drawing/2014/main" id="{1FB363C0-5C5C-4187-C2D3-F483C138AFC9}"/>
                    </a:ext>
                  </a:extLst>
                </p:cNvPr>
                <p:cNvSpPr/>
                <p:nvPr/>
              </p:nvSpPr>
              <p:spPr>
                <a:xfrm>
                  <a:off x="2490553" y="3929939"/>
                  <a:ext cx="9617" cy="1688"/>
                </a:xfrm>
                <a:custGeom>
                  <a:avLst/>
                  <a:gdLst>
                    <a:gd name="connsiteX0" fmla="*/ 9574 w 9617"/>
                    <a:gd name="connsiteY0" fmla="*/ 707 h 1688"/>
                    <a:gd name="connsiteX1" fmla="*/ -44 w 9617"/>
                    <a:gd name="connsiteY1" fmla="*/ 707 h 1688"/>
                    <a:gd name="connsiteX2" fmla="*/ -44 w 9617"/>
                    <a:gd name="connsiteY2" fmla="*/ 707 h 1688"/>
                    <a:gd name="connsiteX3" fmla="*/ 4328 w 9617"/>
                    <a:gd name="connsiteY3" fmla="*/ 707 h 1688"/>
                    <a:gd name="connsiteX4" fmla="*/ 9574 w 9617"/>
                    <a:gd name="connsiteY4" fmla="*/ 707 h 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7" h="1688">
                      <a:moveTo>
                        <a:pt x="9574" y="707"/>
                      </a:moveTo>
                      <a:cubicBezTo>
                        <a:pt x="6487" y="1923"/>
                        <a:pt x="3042" y="1923"/>
                        <a:pt x="-44" y="707"/>
                      </a:cubicBezTo>
                      <a:cubicBezTo>
                        <a:pt x="-44" y="707"/>
                        <a:pt x="-44" y="707"/>
                        <a:pt x="-44" y="707"/>
                      </a:cubicBezTo>
                      <a:lnTo>
                        <a:pt x="4328" y="707"/>
                      </a:lnTo>
                      <a:cubicBezTo>
                        <a:pt x="4328" y="707"/>
                        <a:pt x="8700" y="-1042"/>
                        <a:pt x="9574" y="707"/>
                      </a:cubicBezTo>
                      <a:close/>
                    </a:path>
                  </a:pathLst>
                </a:custGeom>
                <a:solidFill>
                  <a:srgbClr val="9BA0AD"/>
                </a:solidFill>
                <a:ln w="87213" cap="flat">
                  <a:noFill/>
                  <a:prstDash val="solid"/>
                  <a:miter/>
                </a:ln>
              </p:spPr>
              <p:txBody>
                <a:bodyPr rtlCol="0" anchor="ctr"/>
                <a:lstStyle/>
                <a:p>
                  <a:endParaRPr lang="en-IN" dirty="0"/>
                </a:p>
              </p:txBody>
            </p:sp>
            <p:sp>
              <p:nvSpPr>
                <p:cNvPr id="2256" name="Freeform: Shape 2255">
                  <a:extLst>
                    <a:ext uri="{FF2B5EF4-FFF2-40B4-BE49-F238E27FC236}">
                      <a16:creationId xmlns:a16="http://schemas.microsoft.com/office/drawing/2014/main" id="{BDA66C39-7F09-3739-92B3-19F4A8A9F68A}"/>
                    </a:ext>
                  </a:extLst>
                </p:cNvPr>
                <p:cNvSpPr/>
                <p:nvPr/>
              </p:nvSpPr>
              <p:spPr>
                <a:xfrm>
                  <a:off x="2479186" y="3934214"/>
                  <a:ext cx="87434" cy="87434"/>
                </a:xfrm>
                <a:custGeom>
                  <a:avLst/>
                  <a:gdLst>
                    <a:gd name="connsiteX0" fmla="*/ -44 w 87434"/>
                    <a:gd name="connsiteY0" fmla="*/ -70 h 87434"/>
                    <a:gd name="connsiteX1" fmla="*/ -44 w 87434"/>
                    <a:gd name="connsiteY1" fmla="*/ -70 h 87434"/>
                    <a:gd name="connsiteX2" fmla="*/ -44 w 87434"/>
                    <a:gd name="connsiteY2" fmla="*/ -70 h 87434"/>
                    <a:gd name="connsiteX3" fmla="*/ -44 w 87434"/>
                    <a:gd name="connsiteY3" fmla="*/ -70 h 87434"/>
                  </a:gdLst>
                  <a:ahLst/>
                  <a:cxnLst>
                    <a:cxn ang="0">
                      <a:pos x="connsiteX0" y="connsiteY0"/>
                    </a:cxn>
                    <a:cxn ang="0">
                      <a:pos x="connsiteX1" y="connsiteY1"/>
                    </a:cxn>
                    <a:cxn ang="0">
                      <a:pos x="connsiteX2" y="connsiteY2"/>
                    </a:cxn>
                    <a:cxn ang="0">
                      <a:pos x="connsiteX3" y="connsiteY3"/>
                    </a:cxn>
                  </a:cxnLst>
                  <a:rect l="l" t="t" r="r" b="b"/>
                  <a:pathLst>
                    <a:path w="87434" h="87434">
                      <a:moveTo>
                        <a:pt x="-44" y="-70"/>
                      </a:moveTo>
                      <a:lnTo>
                        <a:pt x="-44" y="-70"/>
                      </a:lnTo>
                      <a:lnTo>
                        <a:pt x="-44" y="-70"/>
                      </a:lnTo>
                      <a:lnTo>
                        <a:pt x="-44" y="-70"/>
                      </a:lnTo>
                      <a:close/>
                    </a:path>
                  </a:pathLst>
                </a:custGeom>
                <a:solidFill>
                  <a:srgbClr val="9CA1AD"/>
                </a:solidFill>
                <a:ln w="87213" cap="flat">
                  <a:noFill/>
                  <a:prstDash val="solid"/>
                  <a:miter/>
                </a:ln>
              </p:spPr>
              <p:txBody>
                <a:bodyPr rtlCol="0" anchor="ctr"/>
                <a:lstStyle/>
                <a:p>
                  <a:endParaRPr lang="en-IN" dirty="0"/>
                </a:p>
              </p:txBody>
            </p:sp>
            <p:sp>
              <p:nvSpPr>
                <p:cNvPr id="2257" name="Freeform: Shape 2256">
                  <a:extLst>
                    <a:ext uri="{FF2B5EF4-FFF2-40B4-BE49-F238E27FC236}">
                      <a16:creationId xmlns:a16="http://schemas.microsoft.com/office/drawing/2014/main" id="{E9B1F3FD-B54A-697B-C610-47C6D3CC9659}"/>
                    </a:ext>
                  </a:extLst>
                </p:cNvPr>
                <p:cNvSpPr/>
                <p:nvPr/>
              </p:nvSpPr>
              <p:spPr>
                <a:xfrm>
                  <a:off x="2438297" y="3984052"/>
                  <a:ext cx="3586" cy="11366"/>
                </a:xfrm>
                <a:custGeom>
                  <a:avLst/>
                  <a:gdLst>
                    <a:gd name="connsiteX0" fmla="*/ 625 w 3586"/>
                    <a:gd name="connsiteY0" fmla="*/ 11296 h 11366"/>
                    <a:gd name="connsiteX1" fmla="*/ 625 w 3586"/>
                    <a:gd name="connsiteY1" fmla="*/ 11296 h 11366"/>
                    <a:gd name="connsiteX2" fmla="*/ 625 w 3586"/>
                    <a:gd name="connsiteY2" fmla="*/ -70 h 11366"/>
                    <a:gd name="connsiteX3" fmla="*/ 625 w 3586"/>
                    <a:gd name="connsiteY3" fmla="*/ -70 h 11366"/>
                    <a:gd name="connsiteX4" fmla="*/ 625 w 3586"/>
                    <a:gd name="connsiteY4" fmla="*/ -70 h 11366"/>
                    <a:gd name="connsiteX5" fmla="*/ 2234 w 3586"/>
                    <a:gd name="connsiteY5" fmla="*/ 9687 h 11366"/>
                    <a:gd name="connsiteX6" fmla="*/ 625 w 3586"/>
                    <a:gd name="connsiteY6" fmla="*/ 11296 h 1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5" h="11366">
                      <a:moveTo>
                        <a:pt x="625" y="11296"/>
                      </a:moveTo>
                      <a:lnTo>
                        <a:pt x="625" y="11296"/>
                      </a:lnTo>
                      <a:cubicBezTo>
                        <a:pt x="-267" y="7563"/>
                        <a:pt x="-267" y="3663"/>
                        <a:pt x="625" y="-70"/>
                      </a:cubicBezTo>
                      <a:lnTo>
                        <a:pt x="625" y="-70"/>
                      </a:lnTo>
                      <a:cubicBezTo>
                        <a:pt x="625" y="-70"/>
                        <a:pt x="625" y="-70"/>
                        <a:pt x="625" y="-70"/>
                      </a:cubicBezTo>
                      <a:cubicBezTo>
                        <a:pt x="3764" y="2185"/>
                        <a:pt x="4481" y="6549"/>
                        <a:pt x="2234" y="9687"/>
                      </a:cubicBezTo>
                      <a:cubicBezTo>
                        <a:pt x="1788" y="10308"/>
                        <a:pt x="1246" y="10850"/>
                        <a:pt x="625" y="11296"/>
                      </a:cubicBezTo>
                      <a:close/>
                    </a:path>
                  </a:pathLst>
                </a:custGeom>
                <a:solidFill>
                  <a:srgbClr val="9CA1AD"/>
                </a:solidFill>
                <a:ln w="87213" cap="flat">
                  <a:noFill/>
                  <a:prstDash val="solid"/>
                  <a:miter/>
                </a:ln>
              </p:spPr>
              <p:txBody>
                <a:bodyPr rtlCol="0" anchor="ctr"/>
                <a:lstStyle/>
                <a:p>
                  <a:endParaRPr lang="en-IN" dirty="0"/>
                </a:p>
              </p:txBody>
            </p:sp>
            <p:sp>
              <p:nvSpPr>
                <p:cNvPr id="2258" name="Freeform: Shape 2257">
                  <a:extLst>
                    <a:ext uri="{FF2B5EF4-FFF2-40B4-BE49-F238E27FC236}">
                      <a16:creationId xmlns:a16="http://schemas.microsoft.com/office/drawing/2014/main" id="{614A1883-DAA0-C777-CF07-D2CABF9D787C}"/>
                    </a:ext>
                  </a:extLst>
                </p:cNvPr>
                <p:cNvSpPr/>
                <p:nvPr/>
              </p:nvSpPr>
              <p:spPr>
                <a:xfrm>
                  <a:off x="2447969" y="3949499"/>
                  <a:ext cx="11981" cy="7447"/>
                </a:xfrm>
                <a:custGeom>
                  <a:avLst/>
                  <a:gdLst>
                    <a:gd name="connsiteX0" fmla="*/ 11063 w 11981"/>
                    <a:gd name="connsiteY0" fmla="*/ 1257 h 7447"/>
                    <a:gd name="connsiteX1" fmla="*/ 3194 w 11981"/>
                    <a:gd name="connsiteY1" fmla="*/ 7378 h 7447"/>
                    <a:gd name="connsiteX2" fmla="*/ 11937 w 11981"/>
                    <a:gd name="connsiteY2" fmla="*/ 383 h 7447"/>
                  </a:gdLst>
                  <a:ahLst/>
                  <a:cxnLst>
                    <a:cxn ang="0">
                      <a:pos x="connsiteX0" y="connsiteY0"/>
                    </a:cxn>
                    <a:cxn ang="0">
                      <a:pos x="connsiteX1" y="connsiteY1"/>
                    </a:cxn>
                    <a:cxn ang="0">
                      <a:pos x="connsiteX2" y="connsiteY2"/>
                    </a:cxn>
                  </a:cxnLst>
                  <a:rect l="l" t="t" r="r" b="b"/>
                  <a:pathLst>
                    <a:path w="11981" h="7447">
                      <a:moveTo>
                        <a:pt x="11063" y="1257"/>
                      </a:moveTo>
                      <a:cubicBezTo>
                        <a:pt x="11063" y="1257"/>
                        <a:pt x="11063" y="7378"/>
                        <a:pt x="3194" y="7378"/>
                      </a:cubicBezTo>
                      <a:cubicBezTo>
                        <a:pt x="-4675" y="7378"/>
                        <a:pt x="3194" y="-2240"/>
                        <a:pt x="11937" y="383"/>
                      </a:cubicBezTo>
                      <a:close/>
                    </a:path>
                  </a:pathLst>
                </a:custGeom>
                <a:solidFill>
                  <a:srgbClr val="9CA1AD"/>
                </a:solidFill>
                <a:ln w="87213" cap="flat">
                  <a:noFill/>
                  <a:prstDash val="solid"/>
                  <a:miter/>
                </a:ln>
              </p:spPr>
              <p:txBody>
                <a:bodyPr rtlCol="0" anchor="ctr"/>
                <a:lstStyle/>
                <a:p>
                  <a:endParaRPr lang="en-IN" dirty="0"/>
                </a:p>
              </p:txBody>
            </p:sp>
            <p:sp>
              <p:nvSpPr>
                <p:cNvPr id="2259" name="Freeform: Shape 2258">
                  <a:extLst>
                    <a:ext uri="{FF2B5EF4-FFF2-40B4-BE49-F238E27FC236}">
                      <a16:creationId xmlns:a16="http://schemas.microsoft.com/office/drawing/2014/main" id="{018E120B-B7B7-2F5F-BD4F-26E47DBA3F0F}"/>
                    </a:ext>
                  </a:extLst>
                </p:cNvPr>
                <p:cNvSpPr/>
                <p:nvPr/>
              </p:nvSpPr>
              <p:spPr>
                <a:xfrm>
                  <a:off x="2460825" y="3936837"/>
                  <a:ext cx="9801" cy="7999"/>
                </a:xfrm>
                <a:custGeom>
                  <a:avLst/>
                  <a:gdLst>
                    <a:gd name="connsiteX0" fmla="*/ 4328 w 9801"/>
                    <a:gd name="connsiteY0" fmla="*/ 7799 h 7999"/>
                    <a:gd name="connsiteX1" fmla="*/ -44 w 9801"/>
                    <a:gd name="connsiteY1" fmla="*/ 7799 h 7999"/>
                    <a:gd name="connsiteX2" fmla="*/ 7825 w 9801"/>
                    <a:gd name="connsiteY2" fmla="*/ -70 h 7999"/>
                    <a:gd name="connsiteX3" fmla="*/ 7825 w 9801"/>
                    <a:gd name="connsiteY3" fmla="*/ -70 h 7999"/>
                    <a:gd name="connsiteX4" fmla="*/ 9014 w 9801"/>
                    <a:gd name="connsiteY4" fmla="*/ 5998 h 7999"/>
                    <a:gd name="connsiteX5" fmla="*/ 4328 w 9801"/>
                    <a:gd name="connsiteY5" fmla="*/ 7799 h 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1" h="7999">
                      <a:moveTo>
                        <a:pt x="4328" y="7799"/>
                      </a:moveTo>
                      <a:lnTo>
                        <a:pt x="-44" y="7799"/>
                      </a:lnTo>
                      <a:cubicBezTo>
                        <a:pt x="-44" y="2553"/>
                        <a:pt x="4328" y="1678"/>
                        <a:pt x="7825" y="-70"/>
                      </a:cubicBezTo>
                      <a:lnTo>
                        <a:pt x="7825" y="-70"/>
                      </a:lnTo>
                      <a:cubicBezTo>
                        <a:pt x="9827" y="1276"/>
                        <a:pt x="10361" y="3996"/>
                        <a:pt x="9014" y="5998"/>
                      </a:cubicBezTo>
                      <a:cubicBezTo>
                        <a:pt x="7982" y="7528"/>
                        <a:pt x="6111" y="8245"/>
                        <a:pt x="4328" y="7799"/>
                      </a:cubicBezTo>
                      <a:close/>
                    </a:path>
                  </a:pathLst>
                </a:custGeom>
                <a:solidFill>
                  <a:srgbClr val="9CA1AD"/>
                </a:solidFill>
                <a:ln w="87213" cap="flat">
                  <a:noFill/>
                  <a:prstDash val="solid"/>
                  <a:miter/>
                </a:ln>
              </p:spPr>
              <p:txBody>
                <a:bodyPr rtlCol="0" anchor="ctr"/>
                <a:lstStyle/>
                <a:p>
                  <a:endParaRPr lang="en-IN" dirty="0"/>
                </a:p>
              </p:txBody>
            </p:sp>
            <p:sp>
              <p:nvSpPr>
                <p:cNvPr id="2260" name="Freeform: Shape 2259">
                  <a:extLst>
                    <a:ext uri="{FF2B5EF4-FFF2-40B4-BE49-F238E27FC236}">
                      <a16:creationId xmlns:a16="http://schemas.microsoft.com/office/drawing/2014/main" id="{F2187EC6-DEC9-3CD2-86CC-E3C5B0BA27ED}"/>
                    </a:ext>
                  </a:extLst>
                </p:cNvPr>
                <p:cNvSpPr/>
                <p:nvPr/>
              </p:nvSpPr>
              <p:spPr>
                <a:xfrm>
                  <a:off x="2500170" y="3929425"/>
                  <a:ext cx="9617" cy="1291"/>
                </a:xfrm>
                <a:custGeom>
                  <a:avLst/>
                  <a:gdLst>
                    <a:gd name="connsiteX0" fmla="*/ -44 w 9617"/>
                    <a:gd name="connsiteY0" fmla="*/ 1222 h 1291"/>
                    <a:gd name="connsiteX1" fmla="*/ -44 w 9617"/>
                    <a:gd name="connsiteY1" fmla="*/ 1222 h 1291"/>
                    <a:gd name="connsiteX2" fmla="*/ 9574 w 9617"/>
                    <a:gd name="connsiteY2" fmla="*/ 1222 h 1291"/>
                  </a:gdLst>
                  <a:ahLst/>
                  <a:cxnLst>
                    <a:cxn ang="0">
                      <a:pos x="connsiteX0" y="connsiteY0"/>
                    </a:cxn>
                    <a:cxn ang="0">
                      <a:pos x="connsiteX1" y="connsiteY1"/>
                    </a:cxn>
                    <a:cxn ang="0">
                      <a:pos x="connsiteX2" y="connsiteY2"/>
                    </a:cxn>
                  </a:cxnLst>
                  <a:rect l="l" t="t" r="r" b="b"/>
                  <a:pathLst>
                    <a:path w="9617" h="1291">
                      <a:moveTo>
                        <a:pt x="-44" y="1222"/>
                      </a:moveTo>
                      <a:lnTo>
                        <a:pt x="-44" y="1222"/>
                      </a:lnTo>
                      <a:cubicBezTo>
                        <a:pt x="2929" y="-501"/>
                        <a:pt x="6601" y="-501"/>
                        <a:pt x="9574" y="1222"/>
                      </a:cubicBezTo>
                      <a:close/>
                    </a:path>
                  </a:pathLst>
                </a:custGeom>
                <a:solidFill>
                  <a:srgbClr val="9CA1AD"/>
                </a:solidFill>
                <a:ln w="87213" cap="flat">
                  <a:noFill/>
                  <a:prstDash val="solid"/>
                  <a:miter/>
                </a:ln>
              </p:spPr>
              <p:txBody>
                <a:bodyPr rtlCol="0" anchor="ctr"/>
                <a:lstStyle/>
                <a:p>
                  <a:endParaRPr lang="en-IN" dirty="0"/>
                </a:p>
              </p:txBody>
            </p:sp>
            <p:sp>
              <p:nvSpPr>
                <p:cNvPr id="2261" name="Freeform: Shape 2260">
                  <a:extLst>
                    <a:ext uri="{FF2B5EF4-FFF2-40B4-BE49-F238E27FC236}">
                      <a16:creationId xmlns:a16="http://schemas.microsoft.com/office/drawing/2014/main" id="{02A3C5E7-1EC8-BF0A-6F9B-3E2DA1487A44}"/>
                    </a:ext>
                  </a:extLst>
                </p:cNvPr>
                <p:cNvSpPr/>
                <p:nvPr/>
              </p:nvSpPr>
              <p:spPr>
                <a:xfrm>
                  <a:off x="2439237" y="4002413"/>
                  <a:ext cx="603" cy="7868"/>
                </a:xfrm>
                <a:custGeom>
                  <a:avLst/>
                  <a:gdLst>
                    <a:gd name="connsiteX0" fmla="*/ 559 w 603"/>
                    <a:gd name="connsiteY0" fmla="*/ 7799 h 7868"/>
                    <a:gd name="connsiteX1" fmla="*/ 559 w 603"/>
                    <a:gd name="connsiteY1" fmla="*/ 7799 h 7868"/>
                    <a:gd name="connsiteX2" fmla="*/ 559 w 603"/>
                    <a:gd name="connsiteY2" fmla="*/ -70 h 7868"/>
                    <a:gd name="connsiteX3" fmla="*/ 559 w 603"/>
                    <a:gd name="connsiteY3" fmla="*/ -70 h 7868"/>
                    <a:gd name="connsiteX4" fmla="*/ 559 w 603"/>
                    <a:gd name="connsiteY4" fmla="*/ 7799 h 7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 h="7868">
                      <a:moveTo>
                        <a:pt x="559" y="7799"/>
                      </a:moveTo>
                      <a:lnTo>
                        <a:pt x="559" y="7799"/>
                      </a:lnTo>
                      <a:cubicBezTo>
                        <a:pt x="-245" y="5237"/>
                        <a:pt x="-245" y="2492"/>
                        <a:pt x="559" y="-70"/>
                      </a:cubicBezTo>
                      <a:lnTo>
                        <a:pt x="559" y="-70"/>
                      </a:lnTo>
                      <a:lnTo>
                        <a:pt x="559" y="7799"/>
                      </a:lnTo>
                      <a:close/>
                    </a:path>
                  </a:pathLst>
                </a:custGeom>
                <a:solidFill>
                  <a:srgbClr val="9CA1AD"/>
                </a:solidFill>
                <a:ln w="87213" cap="flat">
                  <a:noFill/>
                  <a:prstDash val="solid"/>
                  <a:miter/>
                </a:ln>
              </p:spPr>
              <p:txBody>
                <a:bodyPr rtlCol="0" anchor="ctr"/>
                <a:lstStyle/>
                <a:p>
                  <a:endParaRPr lang="en-IN" dirty="0"/>
                </a:p>
              </p:txBody>
            </p:sp>
            <p:sp>
              <p:nvSpPr>
                <p:cNvPr id="2262" name="Freeform: Shape 2261">
                  <a:extLst>
                    <a:ext uri="{FF2B5EF4-FFF2-40B4-BE49-F238E27FC236}">
                      <a16:creationId xmlns:a16="http://schemas.microsoft.com/office/drawing/2014/main" id="{BDBA9BEA-C8B3-D823-8280-F900092D04B3}"/>
                    </a:ext>
                  </a:extLst>
                </p:cNvPr>
                <p:cNvSpPr/>
                <p:nvPr/>
              </p:nvSpPr>
              <p:spPr>
                <a:xfrm>
                  <a:off x="2492301" y="3929842"/>
                  <a:ext cx="87434" cy="87434"/>
                </a:xfrm>
                <a:custGeom>
                  <a:avLst/>
                  <a:gdLst>
                    <a:gd name="connsiteX0" fmla="*/ -44 w 87434"/>
                    <a:gd name="connsiteY0" fmla="*/ -70 h 87434"/>
                    <a:gd name="connsiteX1" fmla="*/ -44 w 87434"/>
                    <a:gd name="connsiteY1" fmla="*/ -70 h 87434"/>
                    <a:gd name="connsiteX2" fmla="*/ -44 w 87434"/>
                    <a:gd name="connsiteY2" fmla="*/ -70 h 87434"/>
                    <a:gd name="connsiteX3" fmla="*/ -44 w 87434"/>
                    <a:gd name="connsiteY3" fmla="*/ -70 h 87434"/>
                  </a:gdLst>
                  <a:ahLst/>
                  <a:cxnLst>
                    <a:cxn ang="0">
                      <a:pos x="connsiteX0" y="connsiteY0"/>
                    </a:cxn>
                    <a:cxn ang="0">
                      <a:pos x="connsiteX1" y="connsiteY1"/>
                    </a:cxn>
                    <a:cxn ang="0">
                      <a:pos x="connsiteX2" y="connsiteY2"/>
                    </a:cxn>
                    <a:cxn ang="0">
                      <a:pos x="connsiteX3" y="connsiteY3"/>
                    </a:cxn>
                  </a:cxnLst>
                  <a:rect l="l" t="t" r="r" b="b"/>
                  <a:pathLst>
                    <a:path w="87434" h="87434">
                      <a:moveTo>
                        <a:pt x="-44" y="-70"/>
                      </a:moveTo>
                      <a:lnTo>
                        <a:pt x="-44" y="-70"/>
                      </a:lnTo>
                      <a:lnTo>
                        <a:pt x="-44" y="-70"/>
                      </a:lnTo>
                      <a:lnTo>
                        <a:pt x="-44" y="-70"/>
                      </a:lnTo>
                      <a:close/>
                    </a:path>
                  </a:pathLst>
                </a:custGeom>
                <a:solidFill>
                  <a:srgbClr val="9CA1AD"/>
                </a:solidFill>
                <a:ln w="87213" cap="flat">
                  <a:noFill/>
                  <a:prstDash val="solid"/>
                  <a:miter/>
                </a:ln>
              </p:spPr>
              <p:txBody>
                <a:bodyPr rtlCol="0" anchor="ctr"/>
                <a:lstStyle/>
                <a:p>
                  <a:endParaRPr lang="en-IN" dirty="0"/>
                </a:p>
              </p:txBody>
            </p:sp>
            <p:sp>
              <p:nvSpPr>
                <p:cNvPr id="2263" name="Freeform: Shape 2262">
                  <a:extLst>
                    <a:ext uri="{FF2B5EF4-FFF2-40B4-BE49-F238E27FC236}">
                      <a16:creationId xmlns:a16="http://schemas.microsoft.com/office/drawing/2014/main" id="{6F046C11-14F3-9AC3-4E67-8921013EB7B5}"/>
                    </a:ext>
                  </a:extLst>
                </p:cNvPr>
                <p:cNvSpPr/>
                <p:nvPr/>
              </p:nvSpPr>
              <p:spPr>
                <a:xfrm>
                  <a:off x="2442311" y="3926305"/>
                  <a:ext cx="139836" cy="142197"/>
                </a:xfrm>
                <a:custGeom>
                  <a:avLst/>
                  <a:gdLst>
                    <a:gd name="connsiteX0" fmla="*/ 104155 w 139836"/>
                    <a:gd name="connsiteY0" fmla="*/ 17456 h 142197"/>
                    <a:gd name="connsiteX1" fmla="*/ 110276 w 139836"/>
                    <a:gd name="connsiteY1" fmla="*/ 17456 h 142197"/>
                    <a:gd name="connsiteX2" fmla="*/ 119894 w 139836"/>
                    <a:gd name="connsiteY2" fmla="*/ 26200 h 142197"/>
                    <a:gd name="connsiteX3" fmla="*/ 136507 w 139836"/>
                    <a:gd name="connsiteY3" fmla="*/ 53304 h 142197"/>
                    <a:gd name="connsiteX4" fmla="*/ 136507 w 139836"/>
                    <a:gd name="connsiteY4" fmla="*/ 97022 h 142197"/>
                    <a:gd name="connsiteX5" fmla="*/ 136507 w 139836"/>
                    <a:gd name="connsiteY5" fmla="*/ 104891 h 142197"/>
                    <a:gd name="connsiteX6" fmla="*/ 100658 w 139836"/>
                    <a:gd name="connsiteY6" fmla="*/ 137242 h 142197"/>
                    <a:gd name="connsiteX7" fmla="*/ 56067 w 139836"/>
                    <a:gd name="connsiteY7" fmla="*/ 137242 h 142197"/>
                    <a:gd name="connsiteX8" fmla="*/ 6229 w 139836"/>
                    <a:gd name="connsiteY8" fmla="*/ 93524 h 142197"/>
                    <a:gd name="connsiteX9" fmla="*/ 16721 w 139836"/>
                    <a:gd name="connsiteY9" fmla="*/ 24451 h 142197"/>
                    <a:gd name="connsiteX10" fmla="*/ 42952 w 139836"/>
                    <a:gd name="connsiteY10" fmla="*/ 5215 h 142197"/>
                    <a:gd name="connsiteX11" fmla="*/ 96287 w 139836"/>
                    <a:gd name="connsiteY11" fmla="*/ 5215 h 142197"/>
                    <a:gd name="connsiteX12" fmla="*/ 104155 w 139836"/>
                    <a:gd name="connsiteY12" fmla="*/ 17456 h 14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836" h="142197">
                      <a:moveTo>
                        <a:pt x="104155" y="17456"/>
                      </a:moveTo>
                      <a:lnTo>
                        <a:pt x="110276" y="17456"/>
                      </a:lnTo>
                      <a:cubicBezTo>
                        <a:pt x="110276" y="21828"/>
                        <a:pt x="118145" y="21828"/>
                        <a:pt x="119894" y="26200"/>
                      </a:cubicBezTo>
                      <a:cubicBezTo>
                        <a:pt x="126740" y="34366"/>
                        <a:pt x="132345" y="43495"/>
                        <a:pt x="136507" y="53304"/>
                      </a:cubicBezTo>
                      <a:cubicBezTo>
                        <a:pt x="140887" y="67548"/>
                        <a:pt x="140887" y="82778"/>
                        <a:pt x="136507" y="97022"/>
                      </a:cubicBezTo>
                      <a:cubicBezTo>
                        <a:pt x="136507" y="97022"/>
                        <a:pt x="136507" y="102268"/>
                        <a:pt x="136507" y="104891"/>
                      </a:cubicBezTo>
                      <a:cubicBezTo>
                        <a:pt x="128156" y="119091"/>
                        <a:pt x="115636" y="130387"/>
                        <a:pt x="100658" y="137242"/>
                      </a:cubicBezTo>
                      <a:cubicBezTo>
                        <a:pt x="86511" y="143756"/>
                        <a:pt x="70213" y="143756"/>
                        <a:pt x="56067" y="137242"/>
                      </a:cubicBezTo>
                      <a:cubicBezTo>
                        <a:pt x="33578" y="131174"/>
                        <a:pt x="15174" y="115025"/>
                        <a:pt x="6229" y="93524"/>
                      </a:cubicBezTo>
                      <a:cubicBezTo>
                        <a:pt x="-5050" y="70573"/>
                        <a:pt x="-862" y="43022"/>
                        <a:pt x="16721" y="24451"/>
                      </a:cubicBezTo>
                      <a:cubicBezTo>
                        <a:pt x="24319" y="16608"/>
                        <a:pt x="33185" y="10103"/>
                        <a:pt x="42952" y="5215"/>
                      </a:cubicBezTo>
                      <a:cubicBezTo>
                        <a:pt x="60036" y="-1832"/>
                        <a:pt x="79202" y="-1832"/>
                        <a:pt x="96287" y="5215"/>
                      </a:cubicBezTo>
                      <a:cubicBezTo>
                        <a:pt x="96287" y="5215"/>
                        <a:pt x="100658" y="17456"/>
                        <a:pt x="104155" y="17456"/>
                      </a:cubicBezTo>
                      <a:close/>
                    </a:path>
                  </a:pathLst>
                </a:custGeom>
                <a:solidFill>
                  <a:srgbClr val="9197A5"/>
                </a:solidFill>
                <a:ln w="87213" cap="flat">
                  <a:noFill/>
                  <a:prstDash val="solid"/>
                  <a:miter/>
                </a:ln>
              </p:spPr>
              <p:txBody>
                <a:bodyPr rtlCol="0" anchor="ctr"/>
                <a:lstStyle/>
                <a:p>
                  <a:endParaRPr lang="en-IN" dirty="0"/>
                </a:p>
              </p:txBody>
            </p:sp>
            <p:sp>
              <p:nvSpPr>
                <p:cNvPr id="2264" name="Freeform: Shape 2263">
                  <a:extLst>
                    <a:ext uri="{FF2B5EF4-FFF2-40B4-BE49-F238E27FC236}">
                      <a16:creationId xmlns:a16="http://schemas.microsoft.com/office/drawing/2014/main" id="{0415A181-4405-FB39-799C-61F808BE6C32}"/>
                    </a:ext>
                  </a:extLst>
                </p:cNvPr>
                <p:cNvSpPr/>
                <p:nvPr/>
              </p:nvSpPr>
              <p:spPr>
                <a:xfrm>
                  <a:off x="2442365" y="3949078"/>
                  <a:ext cx="98899" cy="122435"/>
                </a:xfrm>
                <a:custGeom>
                  <a:avLst/>
                  <a:gdLst>
                    <a:gd name="connsiteX0" fmla="*/ 14918 w 98899"/>
                    <a:gd name="connsiteY0" fmla="*/ 8673 h 122435"/>
                    <a:gd name="connsiteX1" fmla="*/ 25533 w 98899"/>
                    <a:gd name="connsiteY1" fmla="*/ 104536 h 122435"/>
                    <a:gd name="connsiteX2" fmla="*/ 36777 w 98899"/>
                    <a:gd name="connsiteY2" fmla="*/ 111846 h 122435"/>
                    <a:gd name="connsiteX3" fmla="*/ 93609 w 98899"/>
                    <a:gd name="connsiteY3" fmla="*/ 118841 h 122435"/>
                    <a:gd name="connsiteX4" fmla="*/ 98856 w 98899"/>
                    <a:gd name="connsiteY4" fmla="*/ 118841 h 122435"/>
                    <a:gd name="connsiteX5" fmla="*/ 79620 w 98899"/>
                    <a:gd name="connsiteY5" fmla="*/ 118841 h 122435"/>
                    <a:gd name="connsiteX6" fmla="*/ 40274 w 98899"/>
                    <a:gd name="connsiteY6" fmla="*/ 109223 h 122435"/>
                    <a:gd name="connsiteX7" fmla="*/ 8798 w 98899"/>
                    <a:gd name="connsiteY7" fmla="*/ 79495 h 122435"/>
                    <a:gd name="connsiteX8" fmla="*/ 929 w 98899"/>
                    <a:gd name="connsiteY8" fmla="*/ 63757 h 122435"/>
                    <a:gd name="connsiteX9" fmla="*/ 929 w 98899"/>
                    <a:gd name="connsiteY9" fmla="*/ 53265 h 122435"/>
                    <a:gd name="connsiteX10" fmla="*/ 929 w 98899"/>
                    <a:gd name="connsiteY10" fmla="*/ 53265 h 122435"/>
                    <a:gd name="connsiteX11" fmla="*/ 929 w 98899"/>
                    <a:gd name="connsiteY11" fmla="*/ 40150 h 122435"/>
                    <a:gd name="connsiteX12" fmla="*/ 929 w 98899"/>
                    <a:gd name="connsiteY12" fmla="*/ 35778 h 122435"/>
                    <a:gd name="connsiteX13" fmla="*/ 929 w 98899"/>
                    <a:gd name="connsiteY13" fmla="*/ 27909 h 122435"/>
                    <a:gd name="connsiteX14" fmla="*/ 929 w 98899"/>
                    <a:gd name="connsiteY14" fmla="*/ 20040 h 122435"/>
                    <a:gd name="connsiteX15" fmla="*/ 7049 w 98899"/>
                    <a:gd name="connsiteY15" fmla="*/ 9548 h 122435"/>
                    <a:gd name="connsiteX16" fmla="*/ 13170 w 98899"/>
                    <a:gd name="connsiteY16" fmla="*/ -70 h 12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8899" h="122435">
                      <a:moveTo>
                        <a:pt x="14918" y="8673"/>
                      </a:moveTo>
                      <a:cubicBezTo>
                        <a:pt x="-8619" y="38078"/>
                        <a:pt x="-3871" y="80999"/>
                        <a:pt x="25533" y="104536"/>
                      </a:cubicBezTo>
                      <a:cubicBezTo>
                        <a:pt x="29030" y="107335"/>
                        <a:pt x="32799" y="109783"/>
                        <a:pt x="36777" y="111846"/>
                      </a:cubicBezTo>
                      <a:cubicBezTo>
                        <a:pt x="53652" y="122767"/>
                        <a:pt x="74592" y="125337"/>
                        <a:pt x="93609" y="118841"/>
                      </a:cubicBezTo>
                      <a:lnTo>
                        <a:pt x="98856" y="118841"/>
                      </a:lnTo>
                      <a:lnTo>
                        <a:pt x="79620" y="118841"/>
                      </a:lnTo>
                      <a:cubicBezTo>
                        <a:pt x="66085" y="117722"/>
                        <a:pt x="52804" y="114478"/>
                        <a:pt x="40274" y="109223"/>
                      </a:cubicBezTo>
                      <a:cubicBezTo>
                        <a:pt x="27212" y="102456"/>
                        <a:pt x="16300" y="92156"/>
                        <a:pt x="8798" y="79495"/>
                      </a:cubicBezTo>
                      <a:cubicBezTo>
                        <a:pt x="4811" y="75054"/>
                        <a:pt x="2092" y="69615"/>
                        <a:pt x="929" y="63757"/>
                      </a:cubicBezTo>
                      <a:cubicBezTo>
                        <a:pt x="1716" y="60303"/>
                        <a:pt x="1716" y="56719"/>
                        <a:pt x="929" y="53265"/>
                      </a:cubicBezTo>
                      <a:lnTo>
                        <a:pt x="929" y="53265"/>
                      </a:lnTo>
                      <a:cubicBezTo>
                        <a:pt x="1357" y="48902"/>
                        <a:pt x="1357" y="44512"/>
                        <a:pt x="929" y="40150"/>
                      </a:cubicBezTo>
                      <a:cubicBezTo>
                        <a:pt x="929" y="40150"/>
                        <a:pt x="929" y="40150"/>
                        <a:pt x="929" y="35778"/>
                      </a:cubicBezTo>
                      <a:cubicBezTo>
                        <a:pt x="929" y="31406"/>
                        <a:pt x="929" y="30532"/>
                        <a:pt x="929" y="27909"/>
                      </a:cubicBezTo>
                      <a:cubicBezTo>
                        <a:pt x="-94" y="25382"/>
                        <a:pt x="-94" y="22566"/>
                        <a:pt x="929" y="20040"/>
                      </a:cubicBezTo>
                      <a:lnTo>
                        <a:pt x="7049" y="9548"/>
                      </a:lnTo>
                      <a:lnTo>
                        <a:pt x="13170" y="-70"/>
                      </a:lnTo>
                      <a:close/>
                    </a:path>
                  </a:pathLst>
                </a:custGeom>
                <a:solidFill>
                  <a:srgbClr val="959AA8"/>
                </a:solidFill>
                <a:ln w="87213" cap="flat">
                  <a:noFill/>
                  <a:prstDash val="solid"/>
                  <a:miter/>
                </a:ln>
              </p:spPr>
              <p:txBody>
                <a:bodyPr rtlCol="0" anchor="ctr"/>
                <a:lstStyle/>
                <a:p>
                  <a:endParaRPr lang="en-IN" dirty="0"/>
                </a:p>
              </p:txBody>
            </p:sp>
            <p:sp>
              <p:nvSpPr>
                <p:cNvPr id="2265" name="Freeform: Shape 2264">
                  <a:extLst>
                    <a:ext uri="{FF2B5EF4-FFF2-40B4-BE49-F238E27FC236}">
                      <a16:creationId xmlns:a16="http://schemas.microsoft.com/office/drawing/2014/main" id="{712D30E3-5A5F-8F53-7E4E-A87227EF817D}"/>
                    </a:ext>
                  </a:extLst>
                </p:cNvPr>
                <p:cNvSpPr/>
                <p:nvPr/>
              </p:nvSpPr>
              <p:spPr>
                <a:xfrm>
                  <a:off x="2552420" y="3945755"/>
                  <a:ext cx="9829" cy="12066"/>
                </a:xfrm>
                <a:custGeom>
                  <a:avLst/>
                  <a:gdLst>
                    <a:gd name="connsiteX0" fmla="*/ 9785 w 9829"/>
                    <a:gd name="connsiteY0" fmla="*/ 11996 h 12066"/>
                    <a:gd name="connsiteX1" fmla="*/ 167 w 9829"/>
                    <a:gd name="connsiteY1" fmla="*/ 3253 h 12066"/>
                    <a:gd name="connsiteX2" fmla="*/ 9785 w 9829"/>
                    <a:gd name="connsiteY2" fmla="*/ 11996 h 12066"/>
                  </a:gdLst>
                  <a:ahLst/>
                  <a:cxnLst>
                    <a:cxn ang="0">
                      <a:pos x="connsiteX0" y="connsiteY0"/>
                    </a:cxn>
                    <a:cxn ang="0">
                      <a:pos x="connsiteX1" y="connsiteY1"/>
                    </a:cxn>
                    <a:cxn ang="0">
                      <a:pos x="connsiteX2" y="connsiteY2"/>
                    </a:cxn>
                  </a:cxnLst>
                  <a:rect l="l" t="t" r="r" b="b"/>
                  <a:pathLst>
                    <a:path w="9829" h="12066">
                      <a:moveTo>
                        <a:pt x="9785" y="11996"/>
                      </a:moveTo>
                      <a:cubicBezTo>
                        <a:pt x="9785" y="11996"/>
                        <a:pt x="1916" y="11996"/>
                        <a:pt x="167" y="3253"/>
                      </a:cubicBezTo>
                      <a:cubicBezTo>
                        <a:pt x="-1581" y="-5491"/>
                        <a:pt x="8036" y="5001"/>
                        <a:pt x="9785" y="11996"/>
                      </a:cubicBezTo>
                      <a:close/>
                    </a:path>
                  </a:pathLst>
                </a:custGeom>
                <a:solidFill>
                  <a:srgbClr val="9398A7"/>
                </a:solidFill>
                <a:ln w="87213" cap="flat">
                  <a:noFill/>
                  <a:prstDash val="solid"/>
                  <a:miter/>
                </a:ln>
              </p:spPr>
              <p:txBody>
                <a:bodyPr rtlCol="0" anchor="ctr"/>
                <a:lstStyle/>
                <a:p>
                  <a:endParaRPr lang="en-IN" dirty="0"/>
                </a:p>
              </p:txBody>
            </p:sp>
            <p:sp>
              <p:nvSpPr>
                <p:cNvPr id="2266" name="Freeform: Shape 2265">
                  <a:extLst>
                    <a:ext uri="{FF2B5EF4-FFF2-40B4-BE49-F238E27FC236}">
                      <a16:creationId xmlns:a16="http://schemas.microsoft.com/office/drawing/2014/main" id="{3073A432-E365-A464-27B5-0DC42EEC8229}"/>
                    </a:ext>
                  </a:extLst>
                </p:cNvPr>
                <p:cNvSpPr/>
                <p:nvPr/>
              </p:nvSpPr>
              <p:spPr>
                <a:xfrm>
                  <a:off x="2536140" y="3943054"/>
                  <a:ext cx="10371" cy="777"/>
                </a:xfrm>
                <a:custGeom>
                  <a:avLst/>
                  <a:gdLst>
                    <a:gd name="connsiteX0" fmla="*/ 10327 w 10371"/>
                    <a:gd name="connsiteY0" fmla="*/ 707 h 777"/>
                    <a:gd name="connsiteX1" fmla="*/ 709 w 10371"/>
                    <a:gd name="connsiteY1" fmla="*/ 707 h 777"/>
                    <a:gd name="connsiteX2" fmla="*/ 10327 w 10371"/>
                    <a:gd name="connsiteY2" fmla="*/ 707 h 777"/>
                  </a:gdLst>
                  <a:ahLst/>
                  <a:cxnLst>
                    <a:cxn ang="0">
                      <a:pos x="connsiteX0" y="connsiteY0"/>
                    </a:cxn>
                    <a:cxn ang="0">
                      <a:pos x="connsiteX1" y="connsiteY1"/>
                    </a:cxn>
                    <a:cxn ang="0">
                      <a:pos x="connsiteX2" y="connsiteY2"/>
                    </a:cxn>
                  </a:cxnLst>
                  <a:rect l="l" t="t" r="r" b="b"/>
                  <a:pathLst>
                    <a:path w="10371" h="777">
                      <a:moveTo>
                        <a:pt x="10327" y="707"/>
                      </a:moveTo>
                      <a:cubicBezTo>
                        <a:pt x="5955" y="707"/>
                        <a:pt x="4206" y="707"/>
                        <a:pt x="709" y="707"/>
                      </a:cubicBezTo>
                      <a:cubicBezTo>
                        <a:pt x="-2788" y="707"/>
                        <a:pt x="6830" y="-1041"/>
                        <a:pt x="10327" y="707"/>
                      </a:cubicBezTo>
                      <a:close/>
                    </a:path>
                  </a:pathLst>
                </a:custGeom>
                <a:solidFill>
                  <a:srgbClr val="9398A7"/>
                </a:solidFill>
                <a:ln w="87213" cap="flat">
                  <a:noFill/>
                  <a:prstDash val="solid"/>
                  <a:miter/>
                </a:ln>
              </p:spPr>
              <p:txBody>
                <a:bodyPr rtlCol="0" anchor="ctr"/>
                <a:lstStyle/>
                <a:p>
                  <a:endParaRPr lang="en-IN" dirty="0"/>
                </a:p>
              </p:txBody>
            </p:sp>
            <p:sp>
              <p:nvSpPr>
                <p:cNvPr id="2267" name="Freeform: Shape 2266">
                  <a:extLst>
                    <a:ext uri="{FF2B5EF4-FFF2-40B4-BE49-F238E27FC236}">
                      <a16:creationId xmlns:a16="http://schemas.microsoft.com/office/drawing/2014/main" id="{FDB7AC44-0708-BB1F-3F7B-145BBAAC002A}"/>
                    </a:ext>
                  </a:extLst>
                </p:cNvPr>
                <p:cNvSpPr/>
                <p:nvPr/>
              </p:nvSpPr>
              <p:spPr>
                <a:xfrm>
                  <a:off x="2575364" y="4026367"/>
                  <a:ext cx="87434" cy="8396"/>
                </a:xfrm>
                <a:custGeom>
                  <a:avLst/>
                  <a:gdLst>
                    <a:gd name="connsiteX0" fmla="*/ -44 w 87434"/>
                    <a:gd name="connsiteY0" fmla="*/ 8327 h 8396"/>
                    <a:gd name="connsiteX1" fmla="*/ -44 w 87434"/>
                    <a:gd name="connsiteY1" fmla="*/ 458 h 8396"/>
                    <a:gd name="connsiteX2" fmla="*/ -44 w 87434"/>
                    <a:gd name="connsiteY2" fmla="*/ 8327 h 8396"/>
                  </a:gdLst>
                  <a:ahLst/>
                  <a:cxnLst>
                    <a:cxn ang="0">
                      <a:pos x="connsiteX0" y="connsiteY0"/>
                    </a:cxn>
                    <a:cxn ang="0">
                      <a:pos x="connsiteX1" y="connsiteY1"/>
                    </a:cxn>
                    <a:cxn ang="0">
                      <a:pos x="connsiteX2" y="connsiteY2"/>
                    </a:cxn>
                  </a:cxnLst>
                  <a:rect l="l" t="t" r="r" b="b"/>
                  <a:pathLst>
                    <a:path w="87434" h="8396">
                      <a:moveTo>
                        <a:pt x="-44" y="8327"/>
                      </a:moveTo>
                      <a:cubicBezTo>
                        <a:pt x="-44" y="8327"/>
                        <a:pt x="-44" y="3081"/>
                        <a:pt x="-44" y="458"/>
                      </a:cubicBezTo>
                      <a:cubicBezTo>
                        <a:pt x="-44" y="-2165"/>
                        <a:pt x="-44" y="5704"/>
                        <a:pt x="-44" y="8327"/>
                      </a:cubicBezTo>
                      <a:close/>
                    </a:path>
                  </a:pathLst>
                </a:custGeom>
                <a:solidFill>
                  <a:srgbClr val="9398A7"/>
                </a:solidFill>
                <a:ln w="87213" cap="flat">
                  <a:noFill/>
                  <a:prstDash val="solid"/>
                  <a:miter/>
                </a:ln>
              </p:spPr>
              <p:txBody>
                <a:bodyPr rtlCol="0" anchor="ctr"/>
                <a:lstStyle/>
                <a:p>
                  <a:endParaRPr lang="en-IN" dirty="0"/>
                </a:p>
              </p:txBody>
            </p:sp>
            <p:sp>
              <p:nvSpPr>
                <p:cNvPr id="2268" name="Freeform: Shape 2267">
                  <a:extLst>
                    <a:ext uri="{FF2B5EF4-FFF2-40B4-BE49-F238E27FC236}">
                      <a16:creationId xmlns:a16="http://schemas.microsoft.com/office/drawing/2014/main" id="{0205475B-5F68-61C7-9A72-D04301503C53}"/>
                    </a:ext>
                  </a:extLst>
                </p:cNvPr>
                <p:cNvSpPr/>
                <p:nvPr/>
              </p:nvSpPr>
              <p:spPr>
                <a:xfrm>
                  <a:off x="2465197" y="3944706"/>
                  <a:ext cx="87434" cy="87434"/>
                </a:xfrm>
                <a:custGeom>
                  <a:avLst/>
                  <a:gdLst>
                    <a:gd name="connsiteX0" fmla="*/ -44 w 87434"/>
                    <a:gd name="connsiteY0" fmla="*/ -70 h 87434"/>
                    <a:gd name="connsiteX1" fmla="*/ -44 w 87434"/>
                    <a:gd name="connsiteY1" fmla="*/ -70 h 87434"/>
                    <a:gd name="connsiteX2" fmla="*/ -44 w 87434"/>
                    <a:gd name="connsiteY2" fmla="*/ -70 h 87434"/>
                  </a:gdLst>
                  <a:ahLst/>
                  <a:cxnLst>
                    <a:cxn ang="0">
                      <a:pos x="connsiteX0" y="connsiteY0"/>
                    </a:cxn>
                    <a:cxn ang="0">
                      <a:pos x="connsiteX1" y="connsiteY1"/>
                    </a:cxn>
                    <a:cxn ang="0">
                      <a:pos x="connsiteX2" y="connsiteY2"/>
                    </a:cxn>
                  </a:cxnLst>
                  <a:rect l="l" t="t" r="r" b="b"/>
                  <a:pathLst>
                    <a:path w="87434" h="87434">
                      <a:moveTo>
                        <a:pt x="-44" y="-70"/>
                      </a:moveTo>
                      <a:lnTo>
                        <a:pt x="-44" y="-70"/>
                      </a:lnTo>
                      <a:lnTo>
                        <a:pt x="-44" y="-70"/>
                      </a:lnTo>
                      <a:close/>
                    </a:path>
                  </a:pathLst>
                </a:custGeom>
                <a:solidFill>
                  <a:srgbClr val="9BA0AD"/>
                </a:solidFill>
                <a:ln w="87213" cap="flat">
                  <a:noFill/>
                  <a:prstDash val="solid"/>
                  <a:miter/>
                </a:ln>
              </p:spPr>
              <p:txBody>
                <a:bodyPr rtlCol="0" anchor="ctr"/>
                <a:lstStyle/>
                <a:p>
                  <a:endParaRPr lang="en-IN" dirty="0"/>
                </a:p>
              </p:txBody>
            </p:sp>
            <p:sp>
              <p:nvSpPr>
                <p:cNvPr id="2269" name="Freeform: Shape 2268">
                  <a:extLst>
                    <a:ext uri="{FF2B5EF4-FFF2-40B4-BE49-F238E27FC236}">
                      <a16:creationId xmlns:a16="http://schemas.microsoft.com/office/drawing/2014/main" id="{F522470E-EE61-4746-D15D-7CF3B2F92AB8}"/>
                    </a:ext>
                  </a:extLst>
                </p:cNvPr>
                <p:cNvSpPr/>
                <p:nvPr/>
              </p:nvSpPr>
              <p:spPr>
                <a:xfrm>
                  <a:off x="2440715" y="3983177"/>
                  <a:ext cx="701" cy="7868"/>
                </a:xfrm>
                <a:custGeom>
                  <a:avLst/>
                  <a:gdLst>
                    <a:gd name="connsiteX0" fmla="*/ -44 w 701"/>
                    <a:gd name="connsiteY0" fmla="*/ -70 h 7868"/>
                    <a:gd name="connsiteX1" fmla="*/ -44 w 701"/>
                    <a:gd name="connsiteY1" fmla="*/ 7799 h 7868"/>
                    <a:gd name="connsiteX2" fmla="*/ -44 w 701"/>
                    <a:gd name="connsiteY2" fmla="*/ 7799 h 7868"/>
                  </a:gdLst>
                  <a:ahLst/>
                  <a:cxnLst>
                    <a:cxn ang="0">
                      <a:pos x="connsiteX0" y="connsiteY0"/>
                    </a:cxn>
                    <a:cxn ang="0">
                      <a:pos x="connsiteX1" y="connsiteY1"/>
                    </a:cxn>
                    <a:cxn ang="0">
                      <a:pos x="connsiteX2" y="connsiteY2"/>
                    </a:cxn>
                  </a:cxnLst>
                  <a:rect l="l" t="t" r="r" b="b"/>
                  <a:pathLst>
                    <a:path w="701" h="7868">
                      <a:moveTo>
                        <a:pt x="-44" y="-70"/>
                      </a:moveTo>
                      <a:cubicBezTo>
                        <a:pt x="891" y="2466"/>
                        <a:pt x="891" y="5263"/>
                        <a:pt x="-44" y="7799"/>
                      </a:cubicBezTo>
                      <a:lnTo>
                        <a:pt x="-44" y="7799"/>
                      </a:lnTo>
                      <a:close/>
                    </a:path>
                  </a:pathLst>
                </a:custGeom>
                <a:solidFill>
                  <a:srgbClr val="9BA0AD"/>
                </a:solidFill>
                <a:ln w="87213" cap="flat">
                  <a:noFill/>
                  <a:prstDash val="solid"/>
                  <a:miter/>
                </a:ln>
              </p:spPr>
              <p:txBody>
                <a:bodyPr rtlCol="0" anchor="ctr"/>
                <a:lstStyle/>
                <a:p>
                  <a:endParaRPr lang="en-IN" dirty="0"/>
                </a:p>
              </p:txBody>
            </p:sp>
            <p:sp>
              <p:nvSpPr>
                <p:cNvPr id="2270" name="Freeform: Shape 2269">
                  <a:extLst>
                    <a:ext uri="{FF2B5EF4-FFF2-40B4-BE49-F238E27FC236}">
                      <a16:creationId xmlns:a16="http://schemas.microsoft.com/office/drawing/2014/main" id="{B7C170FD-6D08-2D91-522E-2A318A0D75F8}"/>
                    </a:ext>
                  </a:extLst>
                </p:cNvPr>
                <p:cNvSpPr/>
                <p:nvPr/>
              </p:nvSpPr>
              <p:spPr>
                <a:xfrm>
                  <a:off x="2452345" y="3941186"/>
                  <a:ext cx="127662" cy="127278"/>
                </a:xfrm>
                <a:custGeom>
                  <a:avLst/>
                  <a:gdLst>
                    <a:gd name="connsiteX0" fmla="*/ 117729 w 127662"/>
                    <a:gd name="connsiteY0" fmla="*/ 97880 h 127278"/>
                    <a:gd name="connsiteX1" fmla="*/ 28178 w 127662"/>
                    <a:gd name="connsiteY1" fmla="*/ 116669 h 127278"/>
                    <a:gd name="connsiteX2" fmla="*/ 25049 w 127662"/>
                    <a:gd name="connsiteY2" fmla="*/ 114492 h 127278"/>
                    <a:gd name="connsiteX3" fmla="*/ 13053 w 127662"/>
                    <a:gd name="connsiteY3" fmla="*/ 25029 h 127278"/>
                    <a:gd name="connsiteX4" fmla="*/ 102524 w 127662"/>
                    <a:gd name="connsiteY4" fmla="*/ 13033 h 127278"/>
                    <a:gd name="connsiteX5" fmla="*/ 117729 w 127662"/>
                    <a:gd name="connsiteY5" fmla="*/ 97880 h 12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662" h="127278">
                      <a:moveTo>
                        <a:pt x="117729" y="97880"/>
                      </a:moveTo>
                      <a:cubicBezTo>
                        <a:pt x="98187" y="127800"/>
                        <a:pt x="58099" y="136211"/>
                        <a:pt x="28178" y="116669"/>
                      </a:cubicBezTo>
                      <a:cubicBezTo>
                        <a:pt x="27112" y="115979"/>
                        <a:pt x="26072" y="115244"/>
                        <a:pt x="25049" y="114492"/>
                      </a:cubicBezTo>
                      <a:cubicBezTo>
                        <a:pt x="-2965" y="93097"/>
                        <a:pt x="-8334" y="53043"/>
                        <a:pt x="13053" y="25029"/>
                      </a:cubicBezTo>
                      <a:cubicBezTo>
                        <a:pt x="34448" y="-2994"/>
                        <a:pt x="74501" y="-8362"/>
                        <a:pt x="102524" y="13033"/>
                      </a:cubicBezTo>
                      <a:cubicBezTo>
                        <a:pt x="128807" y="33108"/>
                        <a:pt x="135408" y="69927"/>
                        <a:pt x="117729" y="97880"/>
                      </a:cubicBezTo>
                      <a:close/>
                    </a:path>
                  </a:pathLst>
                </a:custGeom>
                <a:solidFill>
                  <a:srgbClr val="8B919F"/>
                </a:solidFill>
                <a:ln w="87213" cap="flat">
                  <a:noFill/>
                  <a:prstDash val="solid"/>
                  <a:miter/>
                </a:ln>
              </p:spPr>
              <p:txBody>
                <a:bodyPr rtlCol="0" anchor="ctr"/>
                <a:lstStyle/>
                <a:p>
                  <a:endParaRPr lang="en-IN" dirty="0"/>
                </a:p>
              </p:txBody>
            </p:sp>
            <p:sp>
              <p:nvSpPr>
                <p:cNvPr id="2271" name="Freeform: Shape 2270">
                  <a:extLst>
                    <a:ext uri="{FF2B5EF4-FFF2-40B4-BE49-F238E27FC236}">
                      <a16:creationId xmlns:a16="http://schemas.microsoft.com/office/drawing/2014/main" id="{DEBEDA66-E3B9-CBB0-C2EA-ED9CF4551AC9}"/>
                    </a:ext>
                  </a:extLst>
                </p:cNvPr>
                <p:cNvSpPr/>
                <p:nvPr/>
              </p:nvSpPr>
              <p:spPr>
                <a:xfrm>
                  <a:off x="2448237" y="3940407"/>
                  <a:ext cx="128725" cy="127675"/>
                </a:xfrm>
                <a:custGeom>
                  <a:avLst/>
                  <a:gdLst>
                    <a:gd name="connsiteX0" fmla="*/ 118340 w 128725"/>
                    <a:gd name="connsiteY0" fmla="*/ 96910 h 127675"/>
                    <a:gd name="connsiteX1" fmla="*/ 30651 w 128725"/>
                    <a:gd name="connsiteY1" fmla="*/ 118314 h 127675"/>
                    <a:gd name="connsiteX2" fmla="*/ 9248 w 128725"/>
                    <a:gd name="connsiteY2" fmla="*/ 30626 h 127675"/>
                    <a:gd name="connsiteX3" fmla="*/ 96936 w 128725"/>
                    <a:gd name="connsiteY3" fmla="*/ 9222 h 127675"/>
                    <a:gd name="connsiteX4" fmla="*/ 97355 w 128725"/>
                    <a:gd name="connsiteY4" fmla="*/ 9476 h 127675"/>
                    <a:gd name="connsiteX5" fmla="*/ 120875 w 128725"/>
                    <a:gd name="connsiteY5" fmla="*/ 92775 h 127675"/>
                    <a:gd name="connsiteX6" fmla="*/ 118340 w 128725"/>
                    <a:gd name="connsiteY6" fmla="*/ 96910 h 12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4" h="127675">
                      <a:moveTo>
                        <a:pt x="118340" y="96910"/>
                      </a:moveTo>
                      <a:cubicBezTo>
                        <a:pt x="100031" y="127040"/>
                        <a:pt x="60773" y="136623"/>
                        <a:pt x="30651" y="118314"/>
                      </a:cubicBezTo>
                      <a:cubicBezTo>
                        <a:pt x="522" y="100005"/>
                        <a:pt x="-9061" y="60747"/>
                        <a:pt x="9248" y="30626"/>
                      </a:cubicBezTo>
                      <a:cubicBezTo>
                        <a:pt x="27548" y="496"/>
                        <a:pt x="66815" y="-9087"/>
                        <a:pt x="96936" y="9222"/>
                      </a:cubicBezTo>
                      <a:cubicBezTo>
                        <a:pt x="97076" y="9300"/>
                        <a:pt x="97216" y="9388"/>
                        <a:pt x="97355" y="9476"/>
                      </a:cubicBezTo>
                      <a:cubicBezTo>
                        <a:pt x="126856" y="25983"/>
                        <a:pt x="137383" y="63274"/>
                        <a:pt x="120875" y="92775"/>
                      </a:cubicBezTo>
                      <a:cubicBezTo>
                        <a:pt x="120088" y="94191"/>
                        <a:pt x="119240" y="95564"/>
                        <a:pt x="118340" y="96910"/>
                      </a:cubicBezTo>
                      <a:close/>
                    </a:path>
                  </a:pathLst>
                </a:custGeom>
                <a:solidFill>
                  <a:srgbClr val="898F9E"/>
                </a:solidFill>
                <a:ln w="87213" cap="flat">
                  <a:noFill/>
                  <a:prstDash val="solid"/>
                  <a:miter/>
                </a:ln>
              </p:spPr>
              <p:txBody>
                <a:bodyPr rtlCol="0" anchor="ctr"/>
                <a:lstStyle/>
                <a:p>
                  <a:endParaRPr lang="en-IN" dirty="0"/>
                </a:p>
              </p:txBody>
            </p:sp>
            <p:sp>
              <p:nvSpPr>
                <p:cNvPr id="2272" name="Freeform: Shape 2271">
                  <a:extLst>
                    <a:ext uri="{FF2B5EF4-FFF2-40B4-BE49-F238E27FC236}">
                      <a16:creationId xmlns:a16="http://schemas.microsoft.com/office/drawing/2014/main" id="{D9B28EC6-DD0E-3702-D3DB-0A1568AD21B9}"/>
                    </a:ext>
                  </a:extLst>
                </p:cNvPr>
                <p:cNvSpPr/>
                <p:nvPr/>
              </p:nvSpPr>
              <p:spPr>
                <a:xfrm>
                  <a:off x="2451316" y="3945294"/>
                  <a:ext cx="121991" cy="120682"/>
                </a:xfrm>
                <a:custGeom>
                  <a:avLst/>
                  <a:gdLst>
                    <a:gd name="connsiteX0" fmla="*/ 112637 w 121991"/>
                    <a:gd name="connsiteY0" fmla="*/ 90274 h 120682"/>
                    <a:gd name="connsiteX1" fmla="*/ 30291 w 121991"/>
                    <a:gd name="connsiteY1" fmla="*/ 112614 h 120682"/>
                    <a:gd name="connsiteX2" fmla="*/ 7960 w 121991"/>
                    <a:gd name="connsiteY2" fmla="*/ 30268 h 120682"/>
                    <a:gd name="connsiteX3" fmla="*/ 90297 w 121991"/>
                    <a:gd name="connsiteY3" fmla="*/ 7928 h 120682"/>
                    <a:gd name="connsiteX4" fmla="*/ 93402 w 121991"/>
                    <a:gd name="connsiteY4" fmla="*/ 9835 h 120682"/>
                    <a:gd name="connsiteX5" fmla="*/ 114394 w 121991"/>
                    <a:gd name="connsiteY5" fmla="*/ 87415 h 120682"/>
                    <a:gd name="connsiteX6" fmla="*/ 112637 w 121991"/>
                    <a:gd name="connsiteY6" fmla="*/ 90274 h 12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91" h="120682">
                      <a:moveTo>
                        <a:pt x="112637" y="90274"/>
                      </a:moveTo>
                      <a:cubicBezTo>
                        <a:pt x="96068" y="119180"/>
                        <a:pt x="59197" y="129183"/>
                        <a:pt x="30291" y="112614"/>
                      </a:cubicBezTo>
                      <a:cubicBezTo>
                        <a:pt x="1385" y="96037"/>
                        <a:pt x="-8617" y="59174"/>
                        <a:pt x="7960" y="30268"/>
                      </a:cubicBezTo>
                      <a:cubicBezTo>
                        <a:pt x="24529" y="1362"/>
                        <a:pt x="61392" y="-8640"/>
                        <a:pt x="90297" y="7928"/>
                      </a:cubicBezTo>
                      <a:cubicBezTo>
                        <a:pt x="91355" y="8532"/>
                        <a:pt x="92387" y="9170"/>
                        <a:pt x="93402" y="9835"/>
                      </a:cubicBezTo>
                      <a:cubicBezTo>
                        <a:pt x="120620" y="25459"/>
                        <a:pt x="130019" y="60197"/>
                        <a:pt x="114394" y="87415"/>
                      </a:cubicBezTo>
                      <a:cubicBezTo>
                        <a:pt x="113835" y="88386"/>
                        <a:pt x="113249" y="89339"/>
                        <a:pt x="112637" y="90274"/>
                      </a:cubicBezTo>
                      <a:close/>
                    </a:path>
                  </a:pathLst>
                </a:custGeom>
                <a:solidFill>
                  <a:srgbClr val="858B9B"/>
                </a:solidFill>
                <a:ln w="87213" cap="flat">
                  <a:noFill/>
                  <a:prstDash val="solid"/>
                  <a:miter/>
                </a:ln>
              </p:spPr>
              <p:txBody>
                <a:bodyPr rtlCol="0" anchor="ctr"/>
                <a:lstStyle/>
                <a:p>
                  <a:endParaRPr lang="en-IN" dirty="0"/>
                </a:p>
              </p:txBody>
            </p:sp>
            <p:sp>
              <p:nvSpPr>
                <p:cNvPr id="2273" name="Freeform: Shape 2272">
                  <a:extLst>
                    <a:ext uri="{FF2B5EF4-FFF2-40B4-BE49-F238E27FC236}">
                      <a16:creationId xmlns:a16="http://schemas.microsoft.com/office/drawing/2014/main" id="{A2680805-BFA6-08E1-4A11-0CD22AE2A5F0}"/>
                    </a:ext>
                  </a:extLst>
                </p:cNvPr>
                <p:cNvSpPr/>
                <p:nvPr/>
              </p:nvSpPr>
              <p:spPr>
                <a:xfrm>
                  <a:off x="2459219" y="3947750"/>
                  <a:ext cx="110300" cy="107329"/>
                </a:xfrm>
                <a:custGeom>
                  <a:avLst/>
                  <a:gdLst>
                    <a:gd name="connsiteX0" fmla="*/ 7682 w 110300"/>
                    <a:gd name="connsiteY0" fmla="*/ 24865 h 107329"/>
                    <a:gd name="connsiteX1" fmla="*/ 75758 w 110300"/>
                    <a:gd name="connsiteY1" fmla="*/ 6609 h 107329"/>
                    <a:gd name="connsiteX2" fmla="*/ 82001 w 110300"/>
                    <a:gd name="connsiteY2" fmla="*/ 10876 h 107329"/>
                    <a:gd name="connsiteX3" fmla="*/ 104997 w 110300"/>
                    <a:gd name="connsiteY3" fmla="*/ 78804 h 107329"/>
                    <a:gd name="connsiteX4" fmla="*/ 101237 w 110300"/>
                    <a:gd name="connsiteY4" fmla="*/ 85195 h 107329"/>
                    <a:gd name="connsiteX5" fmla="*/ 29409 w 110300"/>
                    <a:gd name="connsiteY5" fmla="*/ 97970 h 107329"/>
                    <a:gd name="connsiteX6" fmla="*/ 28666 w 110300"/>
                    <a:gd name="connsiteY6" fmla="*/ 97436 h 107329"/>
                    <a:gd name="connsiteX7" fmla="*/ 4998 w 110300"/>
                    <a:gd name="connsiteY7" fmla="*/ 29736 h 107329"/>
                    <a:gd name="connsiteX8" fmla="*/ 7682 w 110300"/>
                    <a:gd name="connsiteY8" fmla="*/ 24865 h 10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00" h="107328">
                      <a:moveTo>
                        <a:pt x="7682" y="24865"/>
                      </a:moveTo>
                      <a:cubicBezTo>
                        <a:pt x="21435" y="1022"/>
                        <a:pt x="51915" y="-7144"/>
                        <a:pt x="75758" y="6609"/>
                      </a:cubicBezTo>
                      <a:cubicBezTo>
                        <a:pt x="77944" y="7868"/>
                        <a:pt x="80034" y="9302"/>
                        <a:pt x="82001" y="10876"/>
                      </a:cubicBezTo>
                      <a:cubicBezTo>
                        <a:pt x="107113" y="23283"/>
                        <a:pt x="117403" y="53701"/>
                        <a:pt x="104997" y="78804"/>
                      </a:cubicBezTo>
                      <a:cubicBezTo>
                        <a:pt x="103904" y="81025"/>
                        <a:pt x="102644" y="83158"/>
                        <a:pt x="101237" y="85195"/>
                      </a:cubicBezTo>
                      <a:cubicBezTo>
                        <a:pt x="84930" y="108558"/>
                        <a:pt x="52772" y="114276"/>
                        <a:pt x="29409" y="97970"/>
                      </a:cubicBezTo>
                      <a:cubicBezTo>
                        <a:pt x="29156" y="97794"/>
                        <a:pt x="28911" y="97611"/>
                        <a:pt x="28666" y="97436"/>
                      </a:cubicBezTo>
                      <a:cubicBezTo>
                        <a:pt x="3432" y="85283"/>
                        <a:pt x="-7165" y="54969"/>
                        <a:pt x="4998" y="29736"/>
                      </a:cubicBezTo>
                      <a:cubicBezTo>
                        <a:pt x="5802" y="28065"/>
                        <a:pt x="6694" y="26440"/>
                        <a:pt x="7682" y="24865"/>
                      </a:cubicBezTo>
                      <a:close/>
                    </a:path>
                  </a:pathLst>
                </a:custGeom>
                <a:solidFill>
                  <a:srgbClr val="838999"/>
                </a:solidFill>
                <a:ln w="87213" cap="flat">
                  <a:noFill/>
                  <a:prstDash val="solid"/>
                  <a:miter/>
                </a:ln>
              </p:spPr>
              <p:txBody>
                <a:bodyPr rtlCol="0" anchor="ctr"/>
                <a:lstStyle/>
                <a:p>
                  <a:endParaRPr lang="en-IN" dirty="0"/>
                </a:p>
              </p:txBody>
            </p:sp>
            <p:sp>
              <p:nvSpPr>
                <p:cNvPr id="2274" name="Freeform: Shape 2273">
                  <a:extLst>
                    <a:ext uri="{FF2B5EF4-FFF2-40B4-BE49-F238E27FC236}">
                      <a16:creationId xmlns:a16="http://schemas.microsoft.com/office/drawing/2014/main" id="{6C50CECC-720F-3F2D-447E-8AC58BF11BF2}"/>
                    </a:ext>
                  </a:extLst>
                </p:cNvPr>
                <p:cNvSpPr/>
                <p:nvPr/>
              </p:nvSpPr>
              <p:spPr>
                <a:xfrm>
                  <a:off x="2462871" y="3954461"/>
                  <a:ext cx="99082" cy="97930"/>
                </a:xfrm>
                <a:custGeom>
                  <a:avLst/>
                  <a:gdLst>
                    <a:gd name="connsiteX0" fmla="*/ 75727 w 99082"/>
                    <a:gd name="connsiteY0" fmla="*/ 7662 h 97930"/>
                    <a:gd name="connsiteX1" fmla="*/ 91902 w 99082"/>
                    <a:gd name="connsiteY1" fmla="*/ 74549 h 97930"/>
                    <a:gd name="connsiteX2" fmla="*/ 25015 w 99082"/>
                    <a:gd name="connsiteY2" fmla="*/ 90725 h 97930"/>
                    <a:gd name="connsiteX3" fmla="*/ 5490 w 99082"/>
                    <a:gd name="connsiteY3" fmla="*/ 26871 h 97930"/>
                    <a:gd name="connsiteX4" fmla="*/ 7528 w 99082"/>
                    <a:gd name="connsiteY4" fmla="*/ 23400 h 97930"/>
                    <a:gd name="connsiteX5" fmla="*/ 74826 w 99082"/>
                    <a:gd name="connsiteY5" fmla="*/ 7102 h 97930"/>
                    <a:gd name="connsiteX6" fmla="*/ 75727 w 99082"/>
                    <a:gd name="connsiteY6" fmla="*/ 7662 h 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82" h="97930">
                      <a:moveTo>
                        <a:pt x="75727" y="7662"/>
                      </a:moveTo>
                      <a:cubicBezTo>
                        <a:pt x="98661" y="21669"/>
                        <a:pt x="105909" y="51615"/>
                        <a:pt x="91902" y="74549"/>
                      </a:cubicBezTo>
                      <a:cubicBezTo>
                        <a:pt x="77895" y="97483"/>
                        <a:pt x="47949" y="104732"/>
                        <a:pt x="25015" y="90725"/>
                      </a:cubicBezTo>
                      <a:cubicBezTo>
                        <a:pt x="1993" y="78484"/>
                        <a:pt x="-6750" y="49901"/>
                        <a:pt x="5490" y="26871"/>
                      </a:cubicBezTo>
                      <a:cubicBezTo>
                        <a:pt x="6120" y="25682"/>
                        <a:pt x="6802" y="24528"/>
                        <a:pt x="7528" y="23400"/>
                      </a:cubicBezTo>
                      <a:cubicBezTo>
                        <a:pt x="21614" y="317"/>
                        <a:pt x="51743" y="-6984"/>
                        <a:pt x="74826" y="7102"/>
                      </a:cubicBezTo>
                      <a:cubicBezTo>
                        <a:pt x="75132" y="7286"/>
                        <a:pt x="75429" y="7469"/>
                        <a:pt x="75727" y="7662"/>
                      </a:cubicBezTo>
                      <a:close/>
                    </a:path>
                  </a:pathLst>
                </a:custGeom>
                <a:solidFill>
                  <a:srgbClr val="818798"/>
                </a:solidFill>
                <a:ln w="87213" cap="flat">
                  <a:noFill/>
                  <a:prstDash val="solid"/>
                  <a:miter/>
                </a:ln>
              </p:spPr>
              <p:txBody>
                <a:bodyPr rtlCol="0" anchor="ctr"/>
                <a:lstStyle/>
                <a:p>
                  <a:endParaRPr lang="en-IN" dirty="0"/>
                </a:p>
              </p:txBody>
            </p:sp>
            <p:sp>
              <p:nvSpPr>
                <p:cNvPr id="2275" name="Freeform: Shape 2274">
                  <a:extLst>
                    <a:ext uri="{FF2B5EF4-FFF2-40B4-BE49-F238E27FC236}">
                      <a16:creationId xmlns:a16="http://schemas.microsoft.com/office/drawing/2014/main" id="{F918093F-F740-F301-10BD-F92162AAAA9A}"/>
                    </a:ext>
                  </a:extLst>
                </p:cNvPr>
                <p:cNvSpPr/>
                <p:nvPr/>
              </p:nvSpPr>
              <p:spPr>
                <a:xfrm>
                  <a:off x="2466659" y="3957682"/>
                  <a:ext cx="92673" cy="90005"/>
                </a:xfrm>
                <a:custGeom>
                  <a:avLst/>
                  <a:gdLst>
                    <a:gd name="connsiteX0" fmla="*/ 86802 w 92673"/>
                    <a:gd name="connsiteY0" fmla="*/ 70017 h 90005"/>
                    <a:gd name="connsiteX1" fmla="*/ 33467 w 92673"/>
                    <a:gd name="connsiteY1" fmla="*/ 86629 h 90005"/>
                    <a:gd name="connsiteX2" fmla="*/ 1571 w 92673"/>
                    <a:gd name="connsiteY2" fmla="*/ 30802 h 90005"/>
                    <a:gd name="connsiteX3" fmla="*/ 5488 w 92673"/>
                    <a:gd name="connsiteY3" fmla="*/ 21053 h 90005"/>
                    <a:gd name="connsiteX4" fmla="*/ 43085 w 92673"/>
                    <a:gd name="connsiteY4" fmla="*/ 69 h 90005"/>
                    <a:gd name="connsiteX5" fmla="*/ 88551 w 92673"/>
                    <a:gd name="connsiteY5" fmla="*/ 28922 h 90005"/>
                    <a:gd name="connsiteX6" fmla="*/ 86802 w 92673"/>
                    <a:gd name="connsiteY6" fmla="*/ 70017 h 9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73" h="90005">
                      <a:moveTo>
                        <a:pt x="86802" y="70017"/>
                      </a:moveTo>
                      <a:cubicBezTo>
                        <a:pt x="75340" y="87669"/>
                        <a:pt x="52930" y="94656"/>
                        <a:pt x="33467" y="86629"/>
                      </a:cubicBezTo>
                      <a:cubicBezTo>
                        <a:pt x="9239" y="80019"/>
                        <a:pt x="-5039" y="55022"/>
                        <a:pt x="1571" y="30802"/>
                      </a:cubicBezTo>
                      <a:cubicBezTo>
                        <a:pt x="2498" y="27409"/>
                        <a:pt x="3809" y="24139"/>
                        <a:pt x="5488" y="21053"/>
                      </a:cubicBezTo>
                      <a:cubicBezTo>
                        <a:pt x="12570" y="7046"/>
                        <a:pt x="27443" y="-1260"/>
                        <a:pt x="43085" y="69"/>
                      </a:cubicBezTo>
                      <a:cubicBezTo>
                        <a:pt x="62583" y="-36"/>
                        <a:pt x="80341" y="11243"/>
                        <a:pt x="88551" y="28922"/>
                      </a:cubicBezTo>
                      <a:cubicBezTo>
                        <a:pt x="94549" y="42116"/>
                        <a:pt x="93902" y="57382"/>
                        <a:pt x="86802" y="70017"/>
                      </a:cubicBezTo>
                      <a:close/>
                    </a:path>
                  </a:pathLst>
                </a:custGeom>
                <a:solidFill>
                  <a:srgbClr val="808697"/>
                </a:solidFill>
                <a:ln w="87213" cap="flat">
                  <a:noFill/>
                  <a:prstDash val="solid"/>
                  <a:miter/>
                </a:ln>
              </p:spPr>
              <p:txBody>
                <a:bodyPr rtlCol="0" anchor="ctr"/>
                <a:lstStyle/>
                <a:p>
                  <a:endParaRPr lang="en-IN" dirty="0"/>
                </a:p>
              </p:txBody>
            </p:sp>
            <p:sp>
              <p:nvSpPr>
                <p:cNvPr id="2276" name="Freeform: Shape 2275">
                  <a:extLst>
                    <a:ext uri="{FF2B5EF4-FFF2-40B4-BE49-F238E27FC236}">
                      <a16:creationId xmlns:a16="http://schemas.microsoft.com/office/drawing/2014/main" id="{46403973-6BA5-C710-C38A-7C07D50C64AE}"/>
                    </a:ext>
                  </a:extLst>
                </p:cNvPr>
                <p:cNvSpPr/>
                <p:nvPr/>
              </p:nvSpPr>
              <p:spPr>
                <a:xfrm>
                  <a:off x="2475423" y="3960080"/>
                  <a:ext cx="78975" cy="78706"/>
                </a:xfrm>
                <a:custGeom>
                  <a:avLst/>
                  <a:gdLst>
                    <a:gd name="connsiteX0" fmla="*/ 17709 w 78975"/>
                    <a:gd name="connsiteY0" fmla="*/ 71991 h 78706"/>
                    <a:gd name="connsiteX1" fmla="*/ 4593 w 78975"/>
                    <a:gd name="connsiteY1" fmla="*/ 21278 h 78706"/>
                    <a:gd name="connsiteX2" fmla="*/ 57579 w 78975"/>
                    <a:gd name="connsiteY2" fmla="*/ 4299 h 78706"/>
                    <a:gd name="connsiteX3" fmla="*/ 74559 w 78975"/>
                    <a:gd name="connsiteY3" fmla="*/ 57284 h 78706"/>
                    <a:gd name="connsiteX4" fmla="*/ 21573 w 78975"/>
                    <a:gd name="connsiteY4" fmla="*/ 74264 h 78706"/>
                    <a:gd name="connsiteX5" fmla="*/ 17709 w 78975"/>
                    <a:gd name="connsiteY5" fmla="*/ 71991 h 78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975" h="78706">
                      <a:moveTo>
                        <a:pt x="17709" y="71991"/>
                      </a:moveTo>
                      <a:cubicBezTo>
                        <a:pt x="729" y="61131"/>
                        <a:pt x="-4998" y="39010"/>
                        <a:pt x="4593" y="21278"/>
                      </a:cubicBezTo>
                      <a:cubicBezTo>
                        <a:pt x="14535" y="1956"/>
                        <a:pt x="38265" y="-5643"/>
                        <a:pt x="57579" y="4299"/>
                      </a:cubicBezTo>
                      <a:cubicBezTo>
                        <a:pt x="76902" y="14240"/>
                        <a:pt x="84509" y="37961"/>
                        <a:pt x="74559" y="57284"/>
                      </a:cubicBezTo>
                      <a:cubicBezTo>
                        <a:pt x="64617" y="76607"/>
                        <a:pt x="40896" y="84214"/>
                        <a:pt x="21573" y="74264"/>
                      </a:cubicBezTo>
                      <a:cubicBezTo>
                        <a:pt x="20244" y="73582"/>
                        <a:pt x="18950" y="72821"/>
                        <a:pt x="17709" y="71991"/>
                      </a:cubicBezTo>
                      <a:close/>
                    </a:path>
                  </a:pathLst>
                </a:custGeom>
                <a:solidFill>
                  <a:srgbClr val="808696"/>
                </a:solidFill>
                <a:ln w="87213" cap="flat">
                  <a:noFill/>
                  <a:prstDash val="solid"/>
                  <a:miter/>
                </a:ln>
              </p:spPr>
              <p:txBody>
                <a:bodyPr rtlCol="0" anchor="ctr"/>
                <a:lstStyle/>
                <a:p>
                  <a:endParaRPr lang="en-IN" dirty="0"/>
                </a:p>
              </p:txBody>
            </p:sp>
          </p:grpSp>
          <p:sp>
            <p:nvSpPr>
              <p:cNvPr id="2277" name="Freeform: Shape 2276">
                <a:extLst>
                  <a:ext uri="{FF2B5EF4-FFF2-40B4-BE49-F238E27FC236}">
                    <a16:creationId xmlns:a16="http://schemas.microsoft.com/office/drawing/2014/main" id="{1B47F70C-5CD1-EBBD-4787-7D53B185D7C8}"/>
                  </a:ext>
                </a:extLst>
              </p:cNvPr>
              <p:cNvSpPr/>
              <p:nvPr/>
            </p:nvSpPr>
            <p:spPr>
              <a:xfrm>
                <a:off x="2424102" y="3908858"/>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424242"/>
              </a:solidFill>
              <a:ln w="87213" cap="flat">
                <a:noFill/>
                <a:prstDash val="solid"/>
                <a:miter/>
              </a:ln>
            </p:spPr>
            <p:txBody>
              <a:bodyPr rtlCol="0" anchor="ctr"/>
              <a:lstStyle/>
              <a:p>
                <a:endParaRPr lang="en-IN" dirty="0"/>
              </a:p>
            </p:txBody>
          </p:sp>
          <p:sp>
            <p:nvSpPr>
              <p:cNvPr id="2278" name="Freeform: Shape 2277">
                <a:extLst>
                  <a:ext uri="{FF2B5EF4-FFF2-40B4-BE49-F238E27FC236}">
                    <a16:creationId xmlns:a16="http://schemas.microsoft.com/office/drawing/2014/main" id="{C92C6E0E-C7BE-DDFA-A02B-913EA76A4490}"/>
                  </a:ext>
                </a:extLst>
              </p:cNvPr>
              <p:cNvSpPr/>
              <p:nvPr/>
            </p:nvSpPr>
            <p:spPr>
              <a:xfrm>
                <a:off x="2419731"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5F6060"/>
              </a:solidFill>
              <a:ln w="87213" cap="flat">
                <a:noFill/>
                <a:prstDash val="solid"/>
                <a:miter/>
              </a:ln>
            </p:spPr>
            <p:txBody>
              <a:bodyPr rtlCol="0" anchor="ctr"/>
              <a:lstStyle/>
              <a:p>
                <a:endParaRPr lang="en-IN" dirty="0"/>
              </a:p>
            </p:txBody>
          </p:sp>
          <p:sp>
            <p:nvSpPr>
              <p:cNvPr id="2279" name="Freeform: Shape 2278">
                <a:extLst>
                  <a:ext uri="{FF2B5EF4-FFF2-40B4-BE49-F238E27FC236}">
                    <a16:creationId xmlns:a16="http://schemas.microsoft.com/office/drawing/2014/main" id="{D03693E8-6D21-EF9E-8EDE-285C3717D7DA}"/>
                  </a:ext>
                </a:extLst>
              </p:cNvPr>
              <p:cNvSpPr/>
              <p:nvPr/>
            </p:nvSpPr>
            <p:spPr>
              <a:xfrm>
                <a:off x="2421479"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969696">
                  <a:alpha val="30000"/>
                </a:srgbClr>
              </a:solidFill>
              <a:ln w="87213" cap="flat">
                <a:noFill/>
                <a:prstDash val="solid"/>
                <a:miter/>
              </a:ln>
            </p:spPr>
            <p:txBody>
              <a:bodyPr rtlCol="0" anchor="ctr"/>
              <a:lstStyle/>
              <a:p>
                <a:endParaRPr lang="en-IN" dirty="0"/>
              </a:p>
            </p:txBody>
          </p:sp>
          <p:sp>
            <p:nvSpPr>
              <p:cNvPr id="2280" name="Freeform: Shape 2279">
                <a:extLst>
                  <a:ext uri="{FF2B5EF4-FFF2-40B4-BE49-F238E27FC236}">
                    <a16:creationId xmlns:a16="http://schemas.microsoft.com/office/drawing/2014/main" id="{57B0600F-791D-F297-A7F1-70622A56E682}"/>
                  </a:ext>
                </a:extLst>
              </p:cNvPr>
              <p:cNvSpPr/>
              <p:nvPr/>
            </p:nvSpPr>
            <p:spPr>
              <a:xfrm>
                <a:off x="2421479"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gradFill>
                <a:gsLst>
                  <a:gs pos="0">
                    <a:srgbClr val="FFFFFF"/>
                  </a:gs>
                  <a:gs pos="50000">
                    <a:srgbClr val="7F7F7F"/>
                  </a:gs>
                  <a:gs pos="100000">
                    <a:srgbClr val="000000"/>
                  </a:gs>
                </a:gsLst>
                <a:lin ang="2059582" scaled="1"/>
              </a:gradFill>
              <a:ln w="87213" cap="flat">
                <a:noFill/>
                <a:prstDash val="solid"/>
                <a:miter/>
              </a:ln>
            </p:spPr>
            <p:txBody>
              <a:bodyPr rtlCol="0" anchor="ctr"/>
              <a:lstStyle/>
              <a:p>
                <a:endParaRPr lang="en-IN" dirty="0"/>
              </a:p>
            </p:txBody>
          </p:sp>
          <p:grpSp>
            <p:nvGrpSpPr>
              <p:cNvPr id="2281" name="Graphic 15">
                <a:extLst>
                  <a:ext uri="{FF2B5EF4-FFF2-40B4-BE49-F238E27FC236}">
                    <a16:creationId xmlns:a16="http://schemas.microsoft.com/office/drawing/2014/main" id="{08553241-12D3-FAB7-742A-583E9D28CE43}"/>
                  </a:ext>
                </a:extLst>
              </p:cNvPr>
              <p:cNvGrpSpPr/>
              <p:nvPr/>
            </p:nvGrpSpPr>
            <p:grpSpPr>
              <a:xfrm>
                <a:off x="2870953" y="4301417"/>
                <a:ext cx="274405" cy="271626"/>
                <a:chOff x="2870953" y="4301417"/>
                <a:chExt cx="274405" cy="271626"/>
              </a:xfrm>
            </p:grpSpPr>
            <p:sp>
              <p:nvSpPr>
                <p:cNvPr id="2282" name="Freeform: Shape 2281">
                  <a:extLst>
                    <a:ext uri="{FF2B5EF4-FFF2-40B4-BE49-F238E27FC236}">
                      <a16:creationId xmlns:a16="http://schemas.microsoft.com/office/drawing/2014/main" id="{9E362FD0-1759-4901-4A30-8B27F60DF000}"/>
                    </a:ext>
                  </a:extLst>
                </p:cNvPr>
                <p:cNvSpPr/>
                <p:nvPr/>
              </p:nvSpPr>
              <p:spPr>
                <a:xfrm>
                  <a:off x="2870953" y="4301417"/>
                  <a:ext cx="274405" cy="271626"/>
                </a:xfrm>
                <a:custGeom>
                  <a:avLst/>
                  <a:gdLst>
                    <a:gd name="connsiteX0" fmla="*/ 252582 w 274405"/>
                    <a:gd name="connsiteY0" fmla="*/ 209796 h 271626"/>
                    <a:gd name="connsiteX1" fmla="*/ 71890 w 274405"/>
                    <a:gd name="connsiteY1" fmla="*/ 251668 h 271626"/>
                    <a:gd name="connsiteX2" fmla="*/ 65472 w 274405"/>
                    <a:gd name="connsiteY2" fmla="*/ 247393 h 271626"/>
                    <a:gd name="connsiteX3" fmla="*/ 18336 w 274405"/>
                    <a:gd name="connsiteY3" fmla="*/ 65450 h 271626"/>
                    <a:gd name="connsiteX4" fmla="*/ 200278 w 274405"/>
                    <a:gd name="connsiteY4" fmla="*/ 18314 h 271626"/>
                    <a:gd name="connsiteX5" fmla="*/ 209739 w 274405"/>
                    <a:gd name="connsiteY5" fmla="*/ 24434 h 271626"/>
                    <a:gd name="connsiteX6" fmla="*/ 256202 w 274405"/>
                    <a:gd name="connsiteY6" fmla="*/ 203999 h 271626"/>
                    <a:gd name="connsiteX7" fmla="*/ 252582 w 274405"/>
                    <a:gd name="connsiteY7" fmla="*/ 209796 h 27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405" h="271626">
                      <a:moveTo>
                        <a:pt x="252582" y="209796"/>
                      </a:moveTo>
                      <a:cubicBezTo>
                        <a:pt x="214250" y="271253"/>
                        <a:pt x="133348" y="289999"/>
                        <a:pt x="71890" y="251668"/>
                      </a:cubicBezTo>
                      <a:cubicBezTo>
                        <a:pt x="69712" y="250304"/>
                        <a:pt x="67570" y="248879"/>
                        <a:pt x="65472" y="247393"/>
                      </a:cubicBezTo>
                      <a:cubicBezTo>
                        <a:pt x="2213" y="210163"/>
                        <a:pt x="-18885" y="128709"/>
                        <a:pt x="18336" y="65450"/>
                      </a:cubicBezTo>
                      <a:cubicBezTo>
                        <a:pt x="55566" y="2191"/>
                        <a:pt x="137020" y="-18916"/>
                        <a:pt x="200278" y="18314"/>
                      </a:cubicBezTo>
                      <a:cubicBezTo>
                        <a:pt x="203522" y="20220"/>
                        <a:pt x="206670" y="22266"/>
                        <a:pt x="209739" y="24434"/>
                      </a:cubicBezTo>
                      <a:cubicBezTo>
                        <a:pt x="272150" y="61192"/>
                        <a:pt x="292959" y="141579"/>
                        <a:pt x="256202" y="203999"/>
                      </a:cubicBezTo>
                      <a:cubicBezTo>
                        <a:pt x="255048" y="205957"/>
                        <a:pt x="253841" y="207898"/>
                        <a:pt x="252582" y="209796"/>
                      </a:cubicBezTo>
                      <a:close/>
                    </a:path>
                  </a:pathLst>
                </a:custGeom>
                <a:solidFill>
                  <a:srgbClr val="FBFBFC"/>
                </a:solidFill>
                <a:ln w="87213" cap="flat">
                  <a:noFill/>
                  <a:prstDash val="solid"/>
                  <a:miter/>
                </a:ln>
              </p:spPr>
              <p:txBody>
                <a:bodyPr rtlCol="0" anchor="ctr"/>
                <a:lstStyle/>
                <a:p>
                  <a:endParaRPr lang="en-IN" dirty="0"/>
                </a:p>
              </p:txBody>
            </p:sp>
            <p:sp>
              <p:nvSpPr>
                <p:cNvPr id="2283" name="Freeform: Shape 2282">
                  <a:extLst>
                    <a:ext uri="{FF2B5EF4-FFF2-40B4-BE49-F238E27FC236}">
                      <a16:creationId xmlns:a16="http://schemas.microsoft.com/office/drawing/2014/main" id="{3F9BB373-4CD6-F39E-DA54-ABAFFD8D8AB0}"/>
                    </a:ext>
                  </a:extLst>
                </p:cNvPr>
                <p:cNvSpPr/>
                <p:nvPr/>
              </p:nvSpPr>
              <p:spPr>
                <a:xfrm>
                  <a:off x="2878984" y="4313123"/>
                  <a:ext cx="254845" cy="253598"/>
                </a:xfrm>
                <a:custGeom>
                  <a:avLst/>
                  <a:gdLst>
                    <a:gd name="connsiteX0" fmla="*/ 234934 w 254845"/>
                    <a:gd name="connsiteY0" fmla="*/ 192842 h 253598"/>
                    <a:gd name="connsiteX1" fmla="*/ 60642 w 254845"/>
                    <a:gd name="connsiteY1" fmla="*/ 234907 h 253598"/>
                    <a:gd name="connsiteX2" fmla="*/ 18577 w 254845"/>
                    <a:gd name="connsiteY2" fmla="*/ 60615 h 253598"/>
                    <a:gd name="connsiteX3" fmla="*/ 192869 w 254845"/>
                    <a:gd name="connsiteY3" fmla="*/ 18551 h 253598"/>
                    <a:gd name="connsiteX4" fmla="*/ 199960 w 254845"/>
                    <a:gd name="connsiteY4" fmla="*/ 23220 h 253598"/>
                    <a:gd name="connsiteX5" fmla="*/ 234934 w 254845"/>
                    <a:gd name="connsiteY5" fmla="*/ 192842 h 25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844" h="253598">
                      <a:moveTo>
                        <a:pt x="234934" y="192842"/>
                      </a:moveTo>
                      <a:cubicBezTo>
                        <a:pt x="198421" y="252587"/>
                        <a:pt x="120385" y="271420"/>
                        <a:pt x="60642" y="234907"/>
                      </a:cubicBezTo>
                      <a:cubicBezTo>
                        <a:pt x="897" y="198395"/>
                        <a:pt x="-17936" y="120360"/>
                        <a:pt x="18577" y="60615"/>
                      </a:cubicBezTo>
                      <a:cubicBezTo>
                        <a:pt x="55090" y="871"/>
                        <a:pt x="133124" y="-17962"/>
                        <a:pt x="192869" y="18551"/>
                      </a:cubicBezTo>
                      <a:cubicBezTo>
                        <a:pt x="195282" y="20028"/>
                        <a:pt x="197651" y="21585"/>
                        <a:pt x="199960" y="23220"/>
                      </a:cubicBezTo>
                      <a:cubicBezTo>
                        <a:pt x="256058" y="60668"/>
                        <a:pt x="271639" y="136255"/>
                        <a:pt x="234934" y="192842"/>
                      </a:cubicBezTo>
                      <a:close/>
                    </a:path>
                  </a:pathLst>
                </a:custGeom>
                <a:solidFill>
                  <a:srgbClr val="F8F8F9"/>
                </a:solidFill>
                <a:ln w="87213" cap="flat">
                  <a:noFill/>
                  <a:prstDash val="solid"/>
                  <a:miter/>
                </a:ln>
              </p:spPr>
              <p:txBody>
                <a:bodyPr rtlCol="0" anchor="ctr"/>
                <a:lstStyle/>
                <a:p>
                  <a:endParaRPr lang="en-IN" dirty="0"/>
                </a:p>
              </p:txBody>
            </p:sp>
            <p:sp>
              <p:nvSpPr>
                <p:cNvPr id="2284" name="Freeform: Shape 2283">
                  <a:extLst>
                    <a:ext uri="{FF2B5EF4-FFF2-40B4-BE49-F238E27FC236}">
                      <a16:creationId xmlns:a16="http://schemas.microsoft.com/office/drawing/2014/main" id="{68680E46-C4AC-5487-8187-CBF7A141CAC5}"/>
                    </a:ext>
                  </a:extLst>
                </p:cNvPr>
                <p:cNvSpPr/>
                <p:nvPr/>
              </p:nvSpPr>
              <p:spPr>
                <a:xfrm>
                  <a:off x="2881637" y="4374884"/>
                  <a:ext cx="230884" cy="177319"/>
                </a:xfrm>
                <a:custGeom>
                  <a:avLst/>
                  <a:gdLst>
                    <a:gd name="connsiteX0" fmla="*/ 7573 w 230884"/>
                    <a:gd name="connsiteY0" fmla="*/ 65506 h 177319"/>
                    <a:gd name="connsiteX1" fmla="*/ 7573 w 230884"/>
                    <a:gd name="connsiteY1" fmla="*/ 59386 h 177319"/>
                    <a:gd name="connsiteX2" fmla="*/ 7573 w 230884"/>
                    <a:gd name="connsiteY2" fmla="*/ 67255 h 177319"/>
                    <a:gd name="connsiteX3" fmla="*/ 13694 w 230884"/>
                    <a:gd name="connsiteY3" fmla="*/ 100480 h 177319"/>
                    <a:gd name="connsiteX4" fmla="*/ 25935 w 230884"/>
                    <a:gd name="connsiteY4" fmla="*/ 124088 h 177319"/>
                    <a:gd name="connsiteX5" fmla="*/ 44296 w 230884"/>
                    <a:gd name="connsiteY5" fmla="*/ 145946 h 177319"/>
                    <a:gd name="connsiteX6" fmla="*/ 74023 w 230884"/>
                    <a:gd name="connsiteY6" fmla="*/ 165182 h 177319"/>
                    <a:gd name="connsiteX7" fmla="*/ 108997 w 230884"/>
                    <a:gd name="connsiteY7" fmla="*/ 176548 h 177319"/>
                    <a:gd name="connsiteX8" fmla="*/ 114243 w 230884"/>
                    <a:gd name="connsiteY8" fmla="*/ 176548 h 177319"/>
                    <a:gd name="connsiteX9" fmla="*/ 114243 w 230884"/>
                    <a:gd name="connsiteY9" fmla="*/ 176548 h 177319"/>
                    <a:gd name="connsiteX10" fmla="*/ 196432 w 230884"/>
                    <a:gd name="connsiteY10" fmla="*/ 148569 h 177319"/>
                    <a:gd name="connsiteX11" fmla="*/ 216542 w 230884"/>
                    <a:gd name="connsiteY11" fmla="*/ 122339 h 177319"/>
                    <a:gd name="connsiteX12" fmla="*/ 230531 w 230884"/>
                    <a:gd name="connsiteY12" fmla="*/ 61135 h 177319"/>
                    <a:gd name="connsiteX13" fmla="*/ 217416 w 230884"/>
                    <a:gd name="connsiteY13" fmla="*/ 19166 h 177319"/>
                    <a:gd name="connsiteX14" fmla="*/ 217416 w 230884"/>
                    <a:gd name="connsiteY14" fmla="*/ 19166 h 177319"/>
                    <a:gd name="connsiteX15" fmla="*/ 210422 w 230884"/>
                    <a:gd name="connsiteY15" fmla="*/ 6925 h 177319"/>
                    <a:gd name="connsiteX16" fmla="*/ 210422 w 230884"/>
                    <a:gd name="connsiteY16" fmla="*/ -70 h 177319"/>
                    <a:gd name="connsiteX17" fmla="*/ 216542 w 230884"/>
                    <a:gd name="connsiteY17" fmla="*/ 5176 h 177319"/>
                    <a:gd name="connsiteX18" fmla="*/ 225286 w 230884"/>
                    <a:gd name="connsiteY18" fmla="*/ 19166 h 177319"/>
                    <a:gd name="connsiteX19" fmla="*/ 225286 w 230884"/>
                    <a:gd name="connsiteY19" fmla="*/ 19166 h 177319"/>
                    <a:gd name="connsiteX20" fmla="*/ 225286 w 230884"/>
                    <a:gd name="connsiteY20" fmla="*/ 30533 h 177319"/>
                    <a:gd name="connsiteX21" fmla="*/ 225286 w 230884"/>
                    <a:gd name="connsiteY21" fmla="*/ 30533 h 177319"/>
                    <a:gd name="connsiteX22" fmla="*/ 225286 w 230884"/>
                    <a:gd name="connsiteY22" fmla="*/ 39276 h 177319"/>
                    <a:gd name="connsiteX23" fmla="*/ 225286 w 230884"/>
                    <a:gd name="connsiteY23" fmla="*/ 39276 h 177319"/>
                    <a:gd name="connsiteX24" fmla="*/ 225286 w 230884"/>
                    <a:gd name="connsiteY24" fmla="*/ 51517 h 177319"/>
                    <a:gd name="connsiteX25" fmla="*/ 225286 w 230884"/>
                    <a:gd name="connsiteY25" fmla="*/ 51517 h 177319"/>
                    <a:gd name="connsiteX26" fmla="*/ 225286 w 230884"/>
                    <a:gd name="connsiteY26" fmla="*/ 60260 h 177319"/>
                    <a:gd name="connsiteX27" fmla="*/ 225286 w 230884"/>
                    <a:gd name="connsiteY27" fmla="*/ 101354 h 177319"/>
                    <a:gd name="connsiteX28" fmla="*/ 163207 w 230884"/>
                    <a:gd name="connsiteY28" fmla="*/ 172176 h 177319"/>
                    <a:gd name="connsiteX29" fmla="*/ 156212 w 230884"/>
                    <a:gd name="connsiteY29" fmla="*/ 172176 h 177319"/>
                    <a:gd name="connsiteX30" fmla="*/ 147469 w 230884"/>
                    <a:gd name="connsiteY30" fmla="*/ 172176 h 177319"/>
                    <a:gd name="connsiteX31" fmla="*/ 147469 w 230884"/>
                    <a:gd name="connsiteY31" fmla="*/ 172176 h 177319"/>
                    <a:gd name="connsiteX32" fmla="*/ 135228 w 230884"/>
                    <a:gd name="connsiteY32" fmla="*/ 172176 h 177319"/>
                    <a:gd name="connsiteX33" fmla="*/ 110746 w 230884"/>
                    <a:gd name="connsiteY33" fmla="*/ 172176 h 177319"/>
                    <a:gd name="connsiteX34" fmla="*/ 95008 w 230884"/>
                    <a:gd name="connsiteY34" fmla="*/ 172176 h 177319"/>
                    <a:gd name="connsiteX35" fmla="*/ 95008 w 230884"/>
                    <a:gd name="connsiteY35" fmla="*/ 172176 h 177319"/>
                    <a:gd name="connsiteX36" fmla="*/ 13694 w 230884"/>
                    <a:gd name="connsiteY36" fmla="*/ 119716 h 177319"/>
                    <a:gd name="connsiteX37" fmla="*/ 5825 w 230884"/>
                    <a:gd name="connsiteY37" fmla="*/ 105726 h 177319"/>
                    <a:gd name="connsiteX38" fmla="*/ 579 w 230884"/>
                    <a:gd name="connsiteY38" fmla="*/ 94359 h 177319"/>
                    <a:gd name="connsiteX39" fmla="*/ 579 w 230884"/>
                    <a:gd name="connsiteY39" fmla="*/ 83868 h 177319"/>
                    <a:gd name="connsiteX40" fmla="*/ 579 w 230884"/>
                    <a:gd name="connsiteY40" fmla="*/ 70752 h 177319"/>
                    <a:gd name="connsiteX41" fmla="*/ 7573 w 230884"/>
                    <a:gd name="connsiteY41" fmla="*/ 65506 h 177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30884" h="177319">
                      <a:moveTo>
                        <a:pt x="7573" y="65506"/>
                      </a:moveTo>
                      <a:lnTo>
                        <a:pt x="7573" y="59386"/>
                      </a:lnTo>
                      <a:cubicBezTo>
                        <a:pt x="7573" y="59386"/>
                        <a:pt x="7573" y="59386"/>
                        <a:pt x="7573" y="67255"/>
                      </a:cubicBezTo>
                      <a:cubicBezTo>
                        <a:pt x="8762" y="78472"/>
                        <a:pt x="10808" y="89577"/>
                        <a:pt x="13694" y="100480"/>
                      </a:cubicBezTo>
                      <a:cubicBezTo>
                        <a:pt x="13694" y="109223"/>
                        <a:pt x="22437" y="115344"/>
                        <a:pt x="25935" y="124088"/>
                      </a:cubicBezTo>
                      <a:cubicBezTo>
                        <a:pt x="30586" y="132490"/>
                        <a:pt x="36820" y="139913"/>
                        <a:pt x="44296" y="145946"/>
                      </a:cubicBezTo>
                      <a:cubicBezTo>
                        <a:pt x="52943" y="154130"/>
                        <a:pt x="63015" y="160644"/>
                        <a:pt x="74023" y="165182"/>
                      </a:cubicBezTo>
                      <a:cubicBezTo>
                        <a:pt x="85058" y="170664"/>
                        <a:pt x="96844" y="174494"/>
                        <a:pt x="108997" y="176548"/>
                      </a:cubicBezTo>
                      <a:cubicBezTo>
                        <a:pt x="110624" y="177483"/>
                        <a:pt x="112617" y="177483"/>
                        <a:pt x="114243" y="176548"/>
                      </a:cubicBezTo>
                      <a:lnTo>
                        <a:pt x="114243" y="176548"/>
                      </a:lnTo>
                      <a:cubicBezTo>
                        <a:pt x="144434" y="179888"/>
                        <a:pt x="174547" y="169632"/>
                        <a:pt x="196432" y="148569"/>
                      </a:cubicBezTo>
                      <a:cubicBezTo>
                        <a:pt x="204091" y="140604"/>
                        <a:pt x="210833" y="131799"/>
                        <a:pt x="216542" y="122339"/>
                      </a:cubicBezTo>
                      <a:cubicBezTo>
                        <a:pt x="227288" y="103820"/>
                        <a:pt x="232166" y="82478"/>
                        <a:pt x="230531" y="61135"/>
                      </a:cubicBezTo>
                      <a:cubicBezTo>
                        <a:pt x="228958" y="46419"/>
                        <a:pt x="224498" y="32159"/>
                        <a:pt x="217416" y="19166"/>
                      </a:cubicBezTo>
                      <a:lnTo>
                        <a:pt x="217416" y="19166"/>
                      </a:lnTo>
                      <a:cubicBezTo>
                        <a:pt x="215606" y="14803"/>
                        <a:pt x="213263" y="10693"/>
                        <a:pt x="210422" y="6925"/>
                      </a:cubicBezTo>
                      <a:cubicBezTo>
                        <a:pt x="210422" y="6925"/>
                        <a:pt x="210422" y="6925"/>
                        <a:pt x="210422" y="-70"/>
                      </a:cubicBezTo>
                      <a:cubicBezTo>
                        <a:pt x="213036" y="875"/>
                        <a:pt x="215213" y="2737"/>
                        <a:pt x="216542" y="5176"/>
                      </a:cubicBezTo>
                      <a:cubicBezTo>
                        <a:pt x="219960" y="9504"/>
                        <a:pt x="222889" y="14199"/>
                        <a:pt x="225286" y="19166"/>
                      </a:cubicBezTo>
                      <a:lnTo>
                        <a:pt x="225286" y="19166"/>
                      </a:lnTo>
                      <a:cubicBezTo>
                        <a:pt x="224927" y="22943"/>
                        <a:pt x="224927" y="26755"/>
                        <a:pt x="225286" y="30533"/>
                      </a:cubicBezTo>
                      <a:lnTo>
                        <a:pt x="225286" y="30533"/>
                      </a:lnTo>
                      <a:cubicBezTo>
                        <a:pt x="225286" y="30533"/>
                        <a:pt x="225286" y="36653"/>
                        <a:pt x="225286" y="39276"/>
                      </a:cubicBezTo>
                      <a:lnTo>
                        <a:pt x="225286" y="39276"/>
                      </a:lnTo>
                      <a:lnTo>
                        <a:pt x="225286" y="51517"/>
                      </a:lnTo>
                      <a:lnTo>
                        <a:pt x="225286" y="51517"/>
                      </a:lnTo>
                      <a:cubicBezTo>
                        <a:pt x="225286" y="51517"/>
                        <a:pt x="225286" y="56763"/>
                        <a:pt x="225286" y="60260"/>
                      </a:cubicBezTo>
                      <a:cubicBezTo>
                        <a:pt x="229194" y="73682"/>
                        <a:pt x="229194" y="87933"/>
                        <a:pt x="225286" y="101354"/>
                      </a:cubicBezTo>
                      <a:cubicBezTo>
                        <a:pt x="216122" y="133006"/>
                        <a:pt x="193381" y="158947"/>
                        <a:pt x="163207" y="172176"/>
                      </a:cubicBezTo>
                      <a:cubicBezTo>
                        <a:pt x="160942" y="172972"/>
                        <a:pt x="158477" y="172972"/>
                        <a:pt x="156212" y="172176"/>
                      </a:cubicBezTo>
                      <a:lnTo>
                        <a:pt x="147469" y="172176"/>
                      </a:lnTo>
                      <a:lnTo>
                        <a:pt x="147469" y="172176"/>
                      </a:lnTo>
                      <a:lnTo>
                        <a:pt x="135228" y="172176"/>
                      </a:lnTo>
                      <a:lnTo>
                        <a:pt x="110746" y="172176"/>
                      </a:lnTo>
                      <a:lnTo>
                        <a:pt x="95008" y="172176"/>
                      </a:lnTo>
                      <a:lnTo>
                        <a:pt x="95008" y="172176"/>
                      </a:lnTo>
                      <a:cubicBezTo>
                        <a:pt x="62106" y="165951"/>
                        <a:pt x="32929" y="147126"/>
                        <a:pt x="13694" y="119716"/>
                      </a:cubicBezTo>
                      <a:cubicBezTo>
                        <a:pt x="10563" y="115362"/>
                        <a:pt x="7923" y="110666"/>
                        <a:pt x="5825" y="105726"/>
                      </a:cubicBezTo>
                      <a:lnTo>
                        <a:pt x="579" y="94359"/>
                      </a:lnTo>
                      <a:cubicBezTo>
                        <a:pt x="579" y="94359"/>
                        <a:pt x="579" y="86491"/>
                        <a:pt x="579" y="83868"/>
                      </a:cubicBezTo>
                      <a:cubicBezTo>
                        <a:pt x="-252" y="79539"/>
                        <a:pt x="-252" y="75089"/>
                        <a:pt x="579" y="70752"/>
                      </a:cubicBezTo>
                      <a:cubicBezTo>
                        <a:pt x="579" y="70752"/>
                        <a:pt x="7573" y="69878"/>
                        <a:pt x="7573" y="65506"/>
                      </a:cubicBezTo>
                      <a:close/>
                    </a:path>
                  </a:pathLst>
                </a:custGeom>
                <a:solidFill>
                  <a:srgbClr val="F3F4F5"/>
                </a:solidFill>
                <a:ln w="87213" cap="flat">
                  <a:noFill/>
                  <a:prstDash val="solid"/>
                  <a:miter/>
                </a:ln>
              </p:spPr>
              <p:txBody>
                <a:bodyPr rtlCol="0" anchor="ctr"/>
                <a:lstStyle/>
                <a:p>
                  <a:endParaRPr lang="en-IN" dirty="0"/>
                </a:p>
              </p:txBody>
            </p:sp>
            <p:sp>
              <p:nvSpPr>
                <p:cNvPr id="2285" name="Freeform: Shape 2284">
                  <a:extLst>
                    <a:ext uri="{FF2B5EF4-FFF2-40B4-BE49-F238E27FC236}">
                      <a16:creationId xmlns:a16="http://schemas.microsoft.com/office/drawing/2014/main" id="{B8DA77A8-765A-19F2-2483-3E0091CC7D98}"/>
                    </a:ext>
                  </a:extLst>
                </p:cNvPr>
                <p:cNvSpPr/>
                <p:nvPr/>
              </p:nvSpPr>
              <p:spPr>
                <a:xfrm>
                  <a:off x="2943464" y="4327930"/>
                  <a:ext cx="162628" cy="45855"/>
                </a:xfrm>
                <a:custGeom>
                  <a:avLst/>
                  <a:gdLst>
                    <a:gd name="connsiteX0" fmla="*/ 162584 w 162628"/>
                    <a:gd name="connsiteY0" fmla="*/ 45136 h 45855"/>
                    <a:gd name="connsiteX1" fmla="*/ 155589 w 162628"/>
                    <a:gd name="connsiteY1" fmla="*/ 45136 h 45855"/>
                    <a:gd name="connsiteX2" fmla="*/ 147721 w 162628"/>
                    <a:gd name="connsiteY2" fmla="*/ 45136 h 45855"/>
                    <a:gd name="connsiteX3" fmla="*/ 106626 w 162628"/>
                    <a:gd name="connsiteY3" fmla="*/ 15408 h 45855"/>
                    <a:gd name="connsiteX4" fmla="*/ 78647 w 162628"/>
                    <a:gd name="connsiteY4" fmla="*/ 6664 h 45855"/>
                    <a:gd name="connsiteX5" fmla="*/ 35804 w 162628"/>
                    <a:gd name="connsiteY5" fmla="*/ 6664 h 45855"/>
                    <a:gd name="connsiteX6" fmla="*/ 7825 w 162628"/>
                    <a:gd name="connsiteY6" fmla="*/ 16282 h 45855"/>
                    <a:gd name="connsiteX7" fmla="*/ -44 w 162628"/>
                    <a:gd name="connsiteY7" fmla="*/ 16282 h 45855"/>
                    <a:gd name="connsiteX8" fmla="*/ 47171 w 162628"/>
                    <a:gd name="connsiteY8" fmla="*/ 544 h 45855"/>
                    <a:gd name="connsiteX9" fmla="*/ 128485 w 162628"/>
                    <a:gd name="connsiteY9" fmla="*/ 22403 h 45855"/>
                    <a:gd name="connsiteX10" fmla="*/ 162584 w 162628"/>
                    <a:gd name="connsiteY10" fmla="*/ 45136 h 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628" h="45855">
                      <a:moveTo>
                        <a:pt x="162584" y="45136"/>
                      </a:moveTo>
                      <a:lnTo>
                        <a:pt x="155589" y="45136"/>
                      </a:lnTo>
                      <a:cubicBezTo>
                        <a:pt x="153036" y="46002"/>
                        <a:pt x="150273" y="46002"/>
                        <a:pt x="147721" y="45136"/>
                      </a:cubicBezTo>
                      <a:cubicBezTo>
                        <a:pt x="136398" y="32301"/>
                        <a:pt x="122356" y="22149"/>
                        <a:pt x="106626" y="15408"/>
                      </a:cubicBezTo>
                      <a:cubicBezTo>
                        <a:pt x="98075" y="10424"/>
                        <a:pt x="88510" y="7434"/>
                        <a:pt x="78647" y="6664"/>
                      </a:cubicBezTo>
                      <a:cubicBezTo>
                        <a:pt x="64535" y="3587"/>
                        <a:pt x="49916" y="3587"/>
                        <a:pt x="35804" y="6664"/>
                      </a:cubicBezTo>
                      <a:cubicBezTo>
                        <a:pt x="26186" y="8946"/>
                        <a:pt x="16813" y="12173"/>
                        <a:pt x="7825" y="16282"/>
                      </a:cubicBezTo>
                      <a:cubicBezTo>
                        <a:pt x="7825" y="16282"/>
                        <a:pt x="2579" y="16282"/>
                        <a:pt x="-44" y="16282"/>
                      </a:cubicBezTo>
                      <a:cubicBezTo>
                        <a:pt x="13840" y="6577"/>
                        <a:pt x="30243" y="1104"/>
                        <a:pt x="47171" y="544"/>
                      </a:cubicBezTo>
                      <a:cubicBezTo>
                        <a:pt x="76042" y="-2411"/>
                        <a:pt x="104991" y="5370"/>
                        <a:pt x="128485" y="22403"/>
                      </a:cubicBezTo>
                      <a:cubicBezTo>
                        <a:pt x="141495" y="27168"/>
                        <a:pt x="153177" y="34967"/>
                        <a:pt x="162584" y="45136"/>
                      </a:cubicBezTo>
                      <a:close/>
                    </a:path>
                  </a:pathLst>
                </a:custGeom>
                <a:solidFill>
                  <a:srgbClr val="F3F4F5"/>
                </a:solidFill>
                <a:ln w="87213" cap="flat">
                  <a:noFill/>
                  <a:prstDash val="solid"/>
                  <a:miter/>
                </a:ln>
              </p:spPr>
              <p:txBody>
                <a:bodyPr rtlCol="0" anchor="ctr"/>
                <a:lstStyle/>
                <a:p>
                  <a:endParaRPr lang="en-IN" dirty="0"/>
                </a:p>
              </p:txBody>
            </p:sp>
            <p:sp>
              <p:nvSpPr>
                <p:cNvPr id="2286" name="Freeform: Shape 2285">
                  <a:extLst>
                    <a:ext uri="{FF2B5EF4-FFF2-40B4-BE49-F238E27FC236}">
                      <a16:creationId xmlns:a16="http://schemas.microsoft.com/office/drawing/2014/main" id="{AD45B8EE-3E8A-FED6-A079-817B981D456C}"/>
                    </a:ext>
                  </a:extLst>
                </p:cNvPr>
                <p:cNvSpPr/>
                <p:nvPr/>
              </p:nvSpPr>
              <p:spPr>
                <a:xfrm>
                  <a:off x="2899323" y="4329418"/>
                  <a:ext cx="55507" cy="98800"/>
                </a:xfrm>
                <a:custGeom>
                  <a:avLst/>
                  <a:gdLst>
                    <a:gd name="connsiteX0" fmla="*/ 47594 w 55507"/>
                    <a:gd name="connsiteY0" fmla="*/ 5176 h 98800"/>
                    <a:gd name="connsiteX1" fmla="*/ 47594 w 55507"/>
                    <a:gd name="connsiteY1" fmla="*/ 10422 h 98800"/>
                    <a:gd name="connsiteX2" fmla="*/ 47594 w 55507"/>
                    <a:gd name="connsiteY2" fmla="*/ 10422 h 98800"/>
                    <a:gd name="connsiteX3" fmla="*/ 1254 w 55507"/>
                    <a:gd name="connsiteY3" fmla="*/ 74249 h 98800"/>
                    <a:gd name="connsiteX4" fmla="*/ 1254 w 55507"/>
                    <a:gd name="connsiteY4" fmla="*/ 85616 h 98800"/>
                    <a:gd name="connsiteX5" fmla="*/ 1254 w 55507"/>
                    <a:gd name="connsiteY5" fmla="*/ 98731 h 98800"/>
                    <a:gd name="connsiteX6" fmla="*/ 1254 w 55507"/>
                    <a:gd name="connsiteY6" fmla="*/ 98731 h 98800"/>
                    <a:gd name="connsiteX7" fmla="*/ 8249 w 55507"/>
                    <a:gd name="connsiteY7" fmla="*/ 57637 h 98800"/>
                    <a:gd name="connsiteX8" fmla="*/ 55463 w 55507"/>
                    <a:gd name="connsiteY8" fmla="*/ -70 h 9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07" h="98800">
                      <a:moveTo>
                        <a:pt x="47594" y="5176"/>
                      </a:moveTo>
                      <a:lnTo>
                        <a:pt x="47594" y="10422"/>
                      </a:lnTo>
                      <a:lnTo>
                        <a:pt x="47594" y="10422"/>
                      </a:lnTo>
                      <a:cubicBezTo>
                        <a:pt x="25237" y="25706"/>
                        <a:pt x="8861" y="48255"/>
                        <a:pt x="1254" y="74249"/>
                      </a:cubicBezTo>
                      <a:cubicBezTo>
                        <a:pt x="-477" y="77843"/>
                        <a:pt x="-477" y="82023"/>
                        <a:pt x="1254" y="85616"/>
                      </a:cubicBezTo>
                      <a:cubicBezTo>
                        <a:pt x="1254" y="85616"/>
                        <a:pt x="1254" y="95233"/>
                        <a:pt x="1254" y="98731"/>
                      </a:cubicBezTo>
                      <a:lnTo>
                        <a:pt x="1254" y="98731"/>
                      </a:lnTo>
                      <a:cubicBezTo>
                        <a:pt x="240" y="84672"/>
                        <a:pt x="2636" y="70568"/>
                        <a:pt x="8249" y="57637"/>
                      </a:cubicBezTo>
                      <a:cubicBezTo>
                        <a:pt x="17342" y="33802"/>
                        <a:pt x="33902" y="13561"/>
                        <a:pt x="55463" y="-70"/>
                      </a:cubicBezTo>
                      <a:close/>
                    </a:path>
                  </a:pathLst>
                </a:custGeom>
                <a:solidFill>
                  <a:srgbClr val="F3F4F6"/>
                </a:solidFill>
                <a:ln w="87213" cap="flat">
                  <a:noFill/>
                  <a:prstDash val="solid"/>
                  <a:miter/>
                </a:ln>
              </p:spPr>
              <p:txBody>
                <a:bodyPr rtlCol="0" anchor="ctr"/>
                <a:lstStyle/>
                <a:p>
                  <a:endParaRPr lang="en-IN" dirty="0"/>
                </a:p>
              </p:txBody>
            </p:sp>
            <p:sp>
              <p:nvSpPr>
                <p:cNvPr id="2287" name="Freeform: Shape 2286">
                  <a:extLst>
                    <a:ext uri="{FF2B5EF4-FFF2-40B4-BE49-F238E27FC236}">
                      <a16:creationId xmlns:a16="http://schemas.microsoft.com/office/drawing/2014/main" id="{307CCFE5-E056-B6AA-A053-6E150F907545}"/>
                    </a:ext>
                  </a:extLst>
                </p:cNvPr>
                <p:cNvSpPr/>
                <p:nvPr/>
              </p:nvSpPr>
              <p:spPr>
                <a:xfrm>
                  <a:off x="2909364" y="4500790"/>
                  <a:ext cx="81314" cy="52460"/>
                </a:xfrm>
                <a:custGeom>
                  <a:avLst/>
                  <a:gdLst>
                    <a:gd name="connsiteX0" fmla="*/ -44 w 81314"/>
                    <a:gd name="connsiteY0" fmla="*/ -70 h 52460"/>
                    <a:gd name="connsiteX1" fmla="*/ 26186 w 81314"/>
                    <a:gd name="connsiteY1" fmla="*/ 26161 h 52460"/>
                    <a:gd name="connsiteX2" fmla="*/ 69029 w 81314"/>
                    <a:gd name="connsiteY2" fmla="*/ 47145 h 52460"/>
                    <a:gd name="connsiteX3" fmla="*/ 81270 w 81314"/>
                    <a:gd name="connsiteY3" fmla="*/ 52391 h 52460"/>
                    <a:gd name="connsiteX4" fmla="*/ 58537 w 81314"/>
                    <a:gd name="connsiteY4" fmla="*/ 46270 h 52460"/>
                    <a:gd name="connsiteX5" fmla="*/ 2579 w 81314"/>
                    <a:gd name="connsiteY5" fmla="*/ 4302 h 52460"/>
                    <a:gd name="connsiteX6" fmla="*/ -44 w 81314"/>
                    <a:gd name="connsiteY6" fmla="*/ -70 h 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14" h="52460">
                      <a:moveTo>
                        <a:pt x="-44" y="-70"/>
                      </a:moveTo>
                      <a:cubicBezTo>
                        <a:pt x="10448" y="7799"/>
                        <a:pt x="16569" y="18291"/>
                        <a:pt x="26186" y="26161"/>
                      </a:cubicBezTo>
                      <a:cubicBezTo>
                        <a:pt x="38847" y="36067"/>
                        <a:pt x="53440" y="43210"/>
                        <a:pt x="69029" y="47145"/>
                      </a:cubicBezTo>
                      <a:lnTo>
                        <a:pt x="81270" y="52391"/>
                      </a:lnTo>
                      <a:cubicBezTo>
                        <a:pt x="73305" y="52233"/>
                        <a:pt x="65506" y="50127"/>
                        <a:pt x="58537" y="46270"/>
                      </a:cubicBezTo>
                      <a:cubicBezTo>
                        <a:pt x="36022" y="38357"/>
                        <a:pt x="16481" y="23704"/>
                        <a:pt x="2579" y="4302"/>
                      </a:cubicBezTo>
                      <a:cubicBezTo>
                        <a:pt x="2579" y="4302"/>
                        <a:pt x="830" y="1679"/>
                        <a:pt x="-44" y="-70"/>
                      </a:cubicBezTo>
                      <a:close/>
                    </a:path>
                  </a:pathLst>
                </a:custGeom>
                <a:solidFill>
                  <a:srgbClr val="F3F4F6"/>
                </a:solidFill>
                <a:ln w="87213" cap="flat">
                  <a:noFill/>
                  <a:prstDash val="solid"/>
                  <a:miter/>
                </a:ln>
              </p:spPr>
              <p:txBody>
                <a:bodyPr rtlCol="0" anchor="ctr"/>
                <a:lstStyle/>
                <a:p>
                  <a:endParaRPr lang="en-IN" dirty="0"/>
                </a:p>
              </p:txBody>
            </p:sp>
            <p:sp>
              <p:nvSpPr>
                <p:cNvPr id="2288" name="Freeform: Shape 2287">
                  <a:extLst>
                    <a:ext uri="{FF2B5EF4-FFF2-40B4-BE49-F238E27FC236}">
                      <a16:creationId xmlns:a16="http://schemas.microsoft.com/office/drawing/2014/main" id="{DD613737-6363-04B2-7980-76B662655FF3}"/>
                    </a:ext>
                  </a:extLst>
                </p:cNvPr>
                <p:cNvSpPr/>
                <p:nvPr/>
              </p:nvSpPr>
              <p:spPr>
                <a:xfrm>
                  <a:off x="3106092" y="4373135"/>
                  <a:ext cx="8743" cy="13989"/>
                </a:xfrm>
                <a:custGeom>
                  <a:avLst/>
                  <a:gdLst>
                    <a:gd name="connsiteX0" fmla="*/ 8699 w 8743"/>
                    <a:gd name="connsiteY0" fmla="*/ 13920 h 13989"/>
                    <a:gd name="connsiteX1" fmla="*/ -44 w 8743"/>
                    <a:gd name="connsiteY1" fmla="*/ -70 h 13989"/>
                    <a:gd name="connsiteX2" fmla="*/ 8699 w 8743"/>
                    <a:gd name="connsiteY2" fmla="*/ 13920 h 13989"/>
                  </a:gdLst>
                  <a:ahLst/>
                  <a:cxnLst>
                    <a:cxn ang="0">
                      <a:pos x="connsiteX0" y="connsiteY0"/>
                    </a:cxn>
                    <a:cxn ang="0">
                      <a:pos x="connsiteX1" y="connsiteY1"/>
                    </a:cxn>
                    <a:cxn ang="0">
                      <a:pos x="connsiteX2" y="connsiteY2"/>
                    </a:cxn>
                  </a:cxnLst>
                  <a:rect l="l" t="t" r="r" b="b"/>
                  <a:pathLst>
                    <a:path w="8743" h="13989">
                      <a:moveTo>
                        <a:pt x="8699" y="13920"/>
                      </a:moveTo>
                      <a:cubicBezTo>
                        <a:pt x="4686" y="10046"/>
                        <a:pt x="1678" y="5237"/>
                        <a:pt x="-44" y="-70"/>
                      </a:cubicBezTo>
                      <a:cubicBezTo>
                        <a:pt x="4922" y="2946"/>
                        <a:pt x="8158" y="8132"/>
                        <a:pt x="8699" y="13920"/>
                      </a:cubicBezTo>
                      <a:close/>
                    </a:path>
                  </a:pathLst>
                </a:custGeom>
                <a:solidFill>
                  <a:srgbClr val="F3F4F5"/>
                </a:solidFill>
                <a:ln w="87213" cap="flat">
                  <a:noFill/>
                  <a:prstDash val="solid"/>
                  <a:miter/>
                </a:ln>
              </p:spPr>
              <p:txBody>
                <a:bodyPr rtlCol="0" anchor="ctr"/>
                <a:lstStyle/>
                <a:p>
                  <a:endParaRPr lang="en-IN" dirty="0"/>
                </a:p>
              </p:txBody>
            </p:sp>
            <p:sp>
              <p:nvSpPr>
                <p:cNvPr id="2289" name="Freeform: Shape 2288">
                  <a:extLst>
                    <a:ext uri="{FF2B5EF4-FFF2-40B4-BE49-F238E27FC236}">
                      <a16:creationId xmlns:a16="http://schemas.microsoft.com/office/drawing/2014/main" id="{A4809F18-D87B-797E-7C48-7042DC106450}"/>
                    </a:ext>
                  </a:extLst>
                </p:cNvPr>
                <p:cNvSpPr/>
                <p:nvPr/>
              </p:nvSpPr>
              <p:spPr>
                <a:xfrm>
                  <a:off x="3119207" y="4383628"/>
                  <a:ext cx="1521" cy="11366"/>
                </a:xfrm>
                <a:custGeom>
                  <a:avLst/>
                  <a:gdLst>
                    <a:gd name="connsiteX0" fmla="*/ -44 w 1521"/>
                    <a:gd name="connsiteY0" fmla="*/ 11296 h 11366"/>
                    <a:gd name="connsiteX1" fmla="*/ -44 w 1521"/>
                    <a:gd name="connsiteY1" fmla="*/ -70 h 11366"/>
                    <a:gd name="connsiteX2" fmla="*/ -44 w 1521"/>
                    <a:gd name="connsiteY2" fmla="*/ 11296 h 11366"/>
                  </a:gdLst>
                  <a:ahLst/>
                  <a:cxnLst>
                    <a:cxn ang="0">
                      <a:pos x="connsiteX0" y="connsiteY0"/>
                    </a:cxn>
                    <a:cxn ang="0">
                      <a:pos x="connsiteX1" y="connsiteY1"/>
                    </a:cxn>
                    <a:cxn ang="0">
                      <a:pos x="connsiteX2" y="connsiteY2"/>
                    </a:cxn>
                  </a:cxnLst>
                  <a:rect l="l" t="t" r="r" b="b"/>
                  <a:pathLst>
                    <a:path w="1521" h="11366">
                      <a:moveTo>
                        <a:pt x="-44" y="11296"/>
                      </a:moveTo>
                      <a:cubicBezTo>
                        <a:pt x="-44" y="11296"/>
                        <a:pt x="-44" y="4301"/>
                        <a:pt x="-44" y="-70"/>
                      </a:cubicBezTo>
                      <a:cubicBezTo>
                        <a:pt x="1984" y="3445"/>
                        <a:pt x="1984" y="7781"/>
                        <a:pt x="-44" y="11296"/>
                      </a:cubicBezTo>
                      <a:close/>
                    </a:path>
                  </a:pathLst>
                </a:custGeom>
                <a:solidFill>
                  <a:srgbClr val="F4F5F6"/>
                </a:solidFill>
                <a:ln w="87213" cap="flat">
                  <a:noFill/>
                  <a:prstDash val="solid"/>
                  <a:miter/>
                </a:ln>
              </p:spPr>
              <p:txBody>
                <a:bodyPr rtlCol="0" anchor="ctr"/>
                <a:lstStyle/>
                <a:p>
                  <a:endParaRPr lang="en-IN" dirty="0"/>
                </a:p>
              </p:txBody>
            </p:sp>
            <p:sp>
              <p:nvSpPr>
                <p:cNvPr id="2290" name="Freeform: Shape 2289">
                  <a:extLst>
                    <a:ext uri="{FF2B5EF4-FFF2-40B4-BE49-F238E27FC236}">
                      <a16:creationId xmlns:a16="http://schemas.microsoft.com/office/drawing/2014/main" id="{8EA051FC-D504-5F1E-D140-1442FFF5F9EE}"/>
                    </a:ext>
                  </a:extLst>
                </p:cNvPr>
                <p:cNvSpPr/>
                <p:nvPr/>
              </p:nvSpPr>
              <p:spPr>
                <a:xfrm>
                  <a:off x="3006417" y="4555000"/>
                  <a:ext cx="13115" cy="1632"/>
                </a:xfrm>
                <a:custGeom>
                  <a:avLst/>
                  <a:gdLst>
                    <a:gd name="connsiteX0" fmla="*/ -44 w 13115"/>
                    <a:gd name="connsiteY0" fmla="*/ -70 h 1632"/>
                    <a:gd name="connsiteX1" fmla="*/ 13071 w 13115"/>
                    <a:gd name="connsiteY1" fmla="*/ -70 h 1632"/>
                    <a:gd name="connsiteX2" fmla="*/ -44 w 13115"/>
                    <a:gd name="connsiteY2" fmla="*/ -70 h 1632"/>
                  </a:gdLst>
                  <a:ahLst/>
                  <a:cxnLst>
                    <a:cxn ang="0">
                      <a:pos x="connsiteX0" y="connsiteY0"/>
                    </a:cxn>
                    <a:cxn ang="0">
                      <a:pos x="connsiteX1" y="connsiteY1"/>
                    </a:cxn>
                    <a:cxn ang="0">
                      <a:pos x="connsiteX2" y="connsiteY2"/>
                    </a:cxn>
                  </a:cxnLst>
                  <a:rect l="l" t="t" r="r" b="b"/>
                  <a:pathLst>
                    <a:path w="13115" h="1632">
                      <a:moveTo>
                        <a:pt x="-44" y="-70"/>
                      </a:moveTo>
                      <a:cubicBezTo>
                        <a:pt x="-44" y="-70"/>
                        <a:pt x="8699" y="-70"/>
                        <a:pt x="13071" y="-70"/>
                      </a:cubicBezTo>
                      <a:cubicBezTo>
                        <a:pt x="8970" y="2107"/>
                        <a:pt x="4056" y="2107"/>
                        <a:pt x="-44" y="-70"/>
                      </a:cubicBezTo>
                      <a:close/>
                    </a:path>
                  </a:pathLst>
                </a:custGeom>
                <a:solidFill>
                  <a:srgbClr val="F3F4F6"/>
                </a:solidFill>
                <a:ln w="87213" cap="flat">
                  <a:noFill/>
                  <a:prstDash val="solid"/>
                  <a:miter/>
                </a:ln>
              </p:spPr>
              <p:txBody>
                <a:bodyPr rtlCol="0" anchor="ctr"/>
                <a:lstStyle/>
                <a:p>
                  <a:endParaRPr lang="en-IN" dirty="0"/>
                </a:p>
              </p:txBody>
            </p:sp>
            <p:sp>
              <p:nvSpPr>
                <p:cNvPr id="2291" name="Freeform: Shape 2290">
                  <a:extLst>
                    <a:ext uri="{FF2B5EF4-FFF2-40B4-BE49-F238E27FC236}">
                      <a16:creationId xmlns:a16="http://schemas.microsoft.com/office/drawing/2014/main" id="{5DC27E5F-C0AC-E535-1673-500A5E6890A5}"/>
                    </a:ext>
                  </a:extLst>
                </p:cNvPr>
                <p:cNvSpPr/>
                <p:nvPr/>
              </p:nvSpPr>
              <p:spPr>
                <a:xfrm>
                  <a:off x="2901496" y="4486801"/>
                  <a:ext cx="7868" cy="13989"/>
                </a:xfrm>
                <a:custGeom>
                  <a:avLst/>
                  <a:gdLst>
                    <a:gd name="connsiteX0" fmla="*/ -44 w 7868"/>
                    <a:gd name="connsiteY0" fmla="*/ -70 h 13989"/>
                    <a:gd name="connsiteX1" fmla="*/ 7825 w 7868"/>
                    <a:gd name="connsiteY1" fmla="*/ 13919 h 13989"/>
                    <a:gd name="connsiteX2" fmla="*/ -44 w 7868"/>
                    <a:gd name="connsiteY2" fmla="*/ -70 h 13989"/>
                  </a:gdLst>
                  <a:ahLst/>
                  <a:cxnLst>
                    <a:cxn ang="0">
                      <a:pos x="connsiteX0" y="connsiteY0"/>
                    </a:cxn>
                    <a:cxn ang="0">
                      <a:pos x="connsiteX1" y="connsiteY1"/>
                    </a:cxn>
                    <a:cxn ang="0">
                      <a:pos x="connsiteX2" y="connsiteY2"/>
                    </a:cxn>
                  </a:cxnLst>
                  <a:rect l="l" t="t" r="r" b="b"/>
                  <a:pathLst>
                    <a:path w="7868" h="13989">
                      <a:moveTo>
                        <a:pt x="-44" y="-70"/>
                      </a:moveTo>
                      <a:cubicBezTo>
                        <a:pt x="3401" y="4083"/>
                        <a:pt x="6067" y="8822"/>
                        <a:pt x="7825" y="13919"/>
                      </a:cubicBezTo>
                      <a:cubicBezTo>
                        <a:pt x="3453" y="10483"/>
                        <a:pt x="620" y="5455"/>
                        <a:pt x="-44" y="-70"/>
                      </a:cubicBezTo>
                      <a:close/>
                    </a:path>
                  </a:pathLst>
                </a:custGeom>
                <a:solidFill>
                  <a:srgbClr val="F3F4F6"/>
                </a:solidFill>
                <a:ln w="87213" cap="flat">
                  <a:noFill/>
                  <a:prstDash val="solid"/>
                  <a:miter/>
                </a:ln>
              </p:spPr>
              <p:txBody>
                <a:bodyPr rtlCol="0" anchor="ctr"/>
                <a:lstStyle/>
                <a:p>
                  <a:endParaRPr lang="en-IN" dirty="0"/>
                </a:p>
              </p:txBody>
            </p:sp>
            <p:sp>
              <p:nvSpPr>
                <p:cNvPr id="2292" name="Freeform: Shape 2291">
                  <a:extLst>
                    <a:ext uri="{FF2B5EF4-FFF2-40B4-BE49-F238E27FC236}">
                      <a16:creationId xmlns:a16="http://schemas.microsoft.com/office/drawing/2014/main" id="{13D554B6-65DA-A369-F345-BB6C3E84253D}"/>
                    </a:ext>
                  </a:extLst>
                </p:cNvPr>
                <p:cNvSpPr/>
                <p:nvPr/>
              </p:nvSpPr>
              <p:spPr>
                <a:xfrm>
                  <a:off x="2990679" y="4552280"/>
                  <a:ext cx="15738" cy="2570"/>
                </a:xfrm>
                <a:custGeom>
                  <a:avLst/>
                  <a:gdLst>
                    <a:gd name="connsiteX0" fmla="*/ -44 w 15738"/>
                    <a:gd name="connsiteY0" fmla="*/ 901 h 2570"/>
                    <a:gd name="connsiteX1" fmla="*/ 15694 w 15738"/>
                    <a:gd name="connsiteY1" fmla="*/ 901 h 2570"/>
                    <a:gd name="connsiteX2" fmla="*/ -44 w 15738"/>
                    <a:gd name="connsiteY2" fmla="*/ 901 h 2570"/>
                  </a:gdLst>
                  <a:ahLst/>
                  <a:cxnLst>
                    <a:cxn ang="0">
                      <a:pos x="connsiteX0" y="connsiteY0"/>
                    </a:cxn>
                    <a:cxn ang="0">
                      <a:pos x="connsiteX1" y="connsiteY1"/>
                    </a:cxn>
                    <a:cxn ang="0">
                      <a:pos x="connsiteX2" y="connsiteY2"/>
                    </a:cxn>
                  </a:cxnLst>
                  <a:rect l="l" t="t" r="r" b="b"/>
                  <a:pathLst>
                    <a:path w="15738" h="2570">
                      <a:moveTo>
                        <a:pt x="-44" y="901"/>
                      </a:moveTo>
                      <a:cubicBezTo>
                        <a:pt x="5123" y="-394"/>
                        <a:pt x="10527" y="-394"/>
                        <a:pt x="15694" y="901"/>
                      </a:cubicBezTo>
                      <a:cubicBezTo>
                        <a:pt x="10666" y="3034"/>
                        <a:pt x="4984" y="3034"/>
                        <a:pt x="-44" y="901"/>
                      </a:cubicBezTo>
                      <a:close/>
                    </a:path>
                  </a:pathLst>
                </a:custGeom>
                <a:solidFill>
                  <a:srgbClr val="F3F4F6"/>
                </a:solidFill>
                <a:ln w="87213" cap="flat">
                  <a:noFill/>
                  <a:prstDash val="solid"/>
                  <a:miter/>
                </a:ln>
              </p:spPr>
              <p:txBody>
                <a:bodyPr rtlCol="0" anchor="ctr"/>
                <a:lstStyle/>
                <a:p>
                  <a:endParaRPr lang="en-IN" dirty="0"/>
                </a:p>
              </p:txBody>
            </p:sp>
            <p:sp>
              <p:nvSpPr>
                <p:cNvPr id="2293" name="Freeform: Shape 2292">
                  <a:extLst>
                    <a:ext uri="{FF2B5EF4-FFF2-40B4-BE49-F238E27FC236}">
                      <a16:creationId xmlns:a16="http://schemas.microsoft.com/office/drawing/2014/main" id="{9D9DF2FB-3200-ECBD-276B-9402EA5562C8}"/>
                    </a:ext>
                  </a:extLst>
                </p:cNvPr>
                <p:cNvSpPr/>
                <p:nvPr/>
              </p:nvSpPr>
              <p:spPr>
                <a:xfrm>
                  <a:off x="3124963" y="4409858"/>
                  <a:ext cx="3206" cy="12240"/>
                </a:xfrm>
                <a:custGeom>
                  <a:avLst/>
                  <a:gdLst>
                    <a:gd name="connsiteX0" fmla="*/ 1196 w 3206"/>
                    <a:gd name="connsiteY0" fmla="*/ 12171 h 12240"/>
                    <a:gd name="connsiteX1" fmla="*/ 1196 w 3206"/>
                    <a:gd name="connsiteY1" fmla="*/ -70 h 12240"/>
                    <a:gd name="connsiteX2" fmla="*/ 1196 w 3206"/>
                    <a:gd name="connsiteY2" fmla="*/ 12171 h 12240"/>
                  </a:gdLst>
                  <a:ahLst/>
                  <a:cxnLst>
                    <a:cxn ang="0">
                      <a:pos x="connsiteX0" y="connsiteY0"/>
                    </a:cxn>
                    <a:cxn ang="0">
                      <a:pos x="connsiteX1" y="connsiteY1"/>
                    </a:cxn>
                    <a:cxn ang="0">
                      <a:pos x="connsiteX2" y="connsiteY2"/>
                    </a:cxn>
                  </a:cxnLst>
                  <a:rect l="l" t="t" r="r" b="b"/>
                  <a:pathLst>
                    <a:path w="3206" h="12240">
                      <a:moveTo>
                        <a:pt x="1196" y="12171"/>
                      </a:moveTo>
                      <a:cubicBezTo>
                        <a:pt x="-457" y="8254"/>
                        <a:pt x="-457" y="3847"/>
                        <a:pt x="1196" y="-70"/>
                      </a:cubicBezTo>
                      <a:cubicBezTo>
                        <a:pt x="3819" y="3585"/>
                        <a:pt x="3819" y="8517"/>
                        <a:pt x="1196" y="12171"/>
                      </a:cubicBezTo>
                      <a:close/>
                    </a:path>
                  </a:pathLst>
                </a:custGeom>
                <a:solidFill>
                  <a:srgbClr val="F3F4F5"/>
                </a:solidFill>
                <a:ln w="87213" cap="flat">
                  <a:noFill/>
                  <a:prstDash val="solid"/>
                  <a:miter/>
                </a:ln>
              </p:spPr>
              <p:txBody>
                <a:bodyPr rtlCol="0" anchor="ctr"/>
                <a:lstStyle/>
                <a:p>
                  <a:endParaRPr lang="en-IN" dirty="0"/>
                </a:p>
              </p:txBody>
            </p:sp>
            <p:sp>
              <p:nvSpPr>
                <p:cNvPr id="2294" name="Freeform: Shape 2293">
                  <a:extLst>
                    <a:ext uri="{FF2B5EF4-FFF2-40B4-BE49-F238E27FC236}">
                      <a16:creationId xmlns:a16="http://schemas.microsoft.com/office/drawing/2014/main" id="{91CB7DFC-F5B1-D636-9FE9-400DAD00F98F}"/>
                    </a:ext>
                  </a:extLst>
                </p:cNvPr>
                <p:cNvSpPr/>
                <p:nvPr/>
              </p:nvSpPr>
              <p:spPr>
                <a:xfrm>
                  <a:off x="3030898" y="4552575"/>
                  <a:ext cx="12240" cy="2642"/>
                </a:xfrm>
                <a:custGeom>
                  <a:avLst/>
                  <a:gdLst>
                    <a:gd name="connsiteX0" fmla="*/ -44 w 12240"/>
                    <a:gd name="connsiteY0" fmla="*/ 605 h 2642"/>
                    <a:gd name="connsiteX1" fmla="*/ 12197 w 12240"/>
                    <a:gd name="connsiteY1" fmla="*/ 605 h 2642"/>
                    <a:gd name="connsiteX2" fmla="*/ -44 w 12240"/>
                    <a:gd name="connsiteY2" fmla="*/ 605 h 2642"/>
                  </a:gdLst>
                  <a:ahLst/>
                  <a:cxnLst>
                    <a:cxn ang="0">
                      <a:pos x="connsiteX0" y="connsiteY0"/>
                    </a:cxn>
                    <a:cxn ang="0">
                      <a:pos x="connsiteX1" y="connsiteY1"/>
                    </a:cxn>
                    <a:cxn ang="0">
                      <a:pos x="connsiteX2" y="connsiteY2"/>
                    </a:cxn>
                  </a:cxnLst>
                  <a:rect l="l" t="t" r="r" b="b"/>
                  <a:pathLst>
                    <a:path w="12240" h="2642">
                      <a:moveTo>
                        <a:pt x="-44" y="605"/>
                      </a:moveTo>
                      <a:cubicBezTo>
                        <a:pt x="3987" y="-295"/>
                        <a:pt x="8166" y="-295"/>
                        <a:pt x="12197" y="605"/>
                      </a:cubicBezTo>
                      <a:cubicBezTo>
                        <a:pt x="8542" y="3228"/>
                        <a:pt x="3611" y="3228"/>
                        <a:pt x="-44" y="605"/>
                      </a:cubicBezTo>
                      <a:close/>
                    </a:path>
                  </a:pathLst>
                </a:custGeom>
                <a:solidFill>
                  <a:srgbClr val="F4F5F6"/>
                </a:solidFill>
                <a:ln w="87213" cap="flat">
                  <a:noFill/>
                  <a:prstDash val="solid"/>
                  <a:miter/>
                </a:ln>
              </p:spPr>
              <p:txBody>
                <a:bodyPr rtlCol="0" anchor="ctr"/>
                <a:lstStyle/>
                <a:p>
                  <a:endParaRPr lang="en-IN" dirty="0"/>
                </a:p>
              </p:txBody>
            </p:sp>
            <p:sp>
              <p:nvSpPr>
                <p:cNvPr id="2295" name="Freeform: Shape 2294">
                  <a:extLst>
                    <a:ext uri="{FF2B5EF4-FFF2-40B4-BE49-F238E27FC236}">
                      <a16:creationId xmlns:a16="http://schemas.microsoft.com/office/drawing/2014/main" id="{E651827C-3EF4-F316-9CE6-285F75B75D0A}"/>
                    </a:ext>
                  </a:extLst>
                </p:cNvPr>
                <p:cNvSpPr/>
                <p:nvPr/>
              </p:nvSpPr>
              <p:spPr>
                <a:xfrm>
                  <a:off x="2896242" y="4475434"/>
                  <a:ext cx="5253" cy="11366"/>
                </a:xfrm>
                <a:custGeom>
                  <a:avLst/>
                  <a:gdLst>
                    <a:gd name="connsiteX0" fmla="*/ -37 w 5253"/>
                    <a:gd name="connsiteY0" fmla="*/ -70 h 11366"/>
                    <a:gd name="connsiteX1" fmla="*/ 5209 w 5253"/>
                    <a:gd name="connsiteY1" fmla="*/ 11297 h 11366"/>
                    <a:gd name="connsiteX2" fmla="*/ -37 w 5253"/>
                    <a:gd name="connsiteY2" fmla="*/ -70 h 11366"/>
                  </a:gdLst>
                  <a:ahLst/>
                  <a:cxnLst>
                    <a:cxn ang="0">
                      <a:pos x="connsiteX0" y="connsiteY0"/>
                    </a:cxn>
                    <a:cxn ang="0">
                      <a:pos x="connsiteX1" y="connsiteY1"/>
                    </a:cxn>
                    <a:cxn ang="0">
                      <a:pos x="connsiteX2" y="connsiteY2"/>
                    </a:cxn>
                  </a:cxnLst>
                  <a:rect l="l" t="t" r="r" b="b"/>
                  <a:pathLst>
                    <a:path w="5253" h="11366">
                      <a:moveTo>
                        <a:pt x="-37" y="-70"/>
                      </a:moveTo>
                      <a:cubicBezTo>
                        <a:pt x="3207" y="2833"/>
                        <a:pt x="5104" y="6942"/>
                        <a:pt x="5209" y="11297"/>
                      </a:cubicBezTo>
                      <a:cubicBezTo>
                        <a:pt x="1764" y="8543"/>
                        <a:pt x="-177" y="4337"/>
                        <a:pt x="-37" y="-70"/>
                      </a:cubicBezTo>
                      <a:close/>
                    </a:path>
                  </a:pathLst>
                </a:custGeom>
                <a:solidFill>
                  <a:srgbClr val="F3F4F6"/>
                </a:solidFill>
                <a:ln w="87213" cap="flat">
                  <a:noFill/>
                  <a:prstDash val="solid"/>
                  <a:miter/>
                </a:ln>
              </p:spPr>
              <p:txBody>
                <a:bodyPr rtlCol="0" anchor="ctr"/>
                <a:lstStyle/>
                <a:p>
                  <a:endParaRPr lang="en-IN" dirty="0"/>
                </a:p>
              </p:txBody>
            </p:sp>
            <p:sp>
              <p:nvSpPr>
                <p:cNvPr id="2296" name="Freeform: Shape 2295">
                  <a:extLst>
                    <a:ext uri="{FF2B5EF4-FFF2-40B4-BE49-F238E27FC236}">
                      <a16:creationId xmlns:a16="http://schemas.microsoft.com/office/drawing/2014/main" id="{866BE065-AC01-6034-D05B-E5B7E367513E}"/>
                    </a:ext>
                  </a:extLst>
                </p:cNvPr>
                <p:cNvSpPr/>
                <p:nvPr/>
              </p:nvSpPr>
              <p:spPr>
                <a:xfrm>
                  <a:off x="2891571" y="4464942"/>
                  <a:ext cx="1180" cy="10491"/>
                </a:xfrm>
                <a:custGeom>
                  <a:avLst/>
                  <a:gdLst>
                    <a:gd name="connsiteX0" fmla="*/ 1136 w 1180"/>
                    <a:gd name="connsiteY0" fmla="*/ -70 h 10491"/>
                    <a:gd name="connsiteX1" fmla="*/ 1136 w 1180"/>
                    <a:gd name="connsiteY1" fmla="*/ 10422 h 10491"/>
                    <a:gd name="connsiteX2" fmla="*/ 1136 w 1180"/>
                    <a:gd name="connsiteY2" fmla="*/ -70 h 10491"/>
                  </a:gdLst>
                  <a:ahLst/>
                  <a:cxnLst>
                    <a:cxn ang="0">
                      <a:pos x="connsiteX0" y="connsiteY0"/>
                    </a:cxn>
                    <a:cxn ang="0">
                      <a:pos x="connsiteX1" y="connsiteY1"/>
                    </a:cxn>
                    <a:cxn ang="0">
                      <a:pos x="connsiteX2" y="connsiteY2"/>
                    </a:cxn>
                  </a:cxnLst>
                  <a:rect l="l" t="t" r="r" b="b"/>
                  <a:pathLst>
                    <a:path w="1180" h="10491">
                      <a:moveTo>
                        <a:pt x="1136" y="-70"/>
                      </a:moveTo>
                      <a:cubicBezTo>
                        <a:pt x="1136" y="-70"/>
                        <a:pt x="1136" y="6050"/>
                        <a:pt x="1136" y="10422"/>
                      </a:cubicBezTo>
                      <a:cubicBezTo>
                        <a:pt x="-438" y="7100"/>
                        <a:pt x="-438" y="3252"/>
                        <a:pt x="1136" y="-70"/>
                      </a:cubicBezTo>
                      <a:close/>
                    </a:path>
                  </a:pathLst>
                </a:custGeom>
                <a:solidFill>
                  <a:srgbClr val="F3F4F6"/>
                </a:solidFill>
                <a:ln w="87213" cap="flat">
                  <a:noFill/>
                  <a:prstDash val="solid"/>
                  <a:miter/>
                </a:ln>
              </p:spPr>
              <p:txBody>
                <a:bodyPr rtlCol="0" anchor="ctr"/>
                <a:lstStyle/>
                <a:p>
                  <a:endParaRPr lang="en-IN" dirty="0"/>
                </a:p>
              </p:txBody>
            </p:sp>
            <p:sp>
              <p:nvSpPr>
                <p:cNvPr id="2297" name="Freeform: Shape 2296">
                  <a:extLst>
                    <a:ext uri="{FF2B5EF4-FFF2-40B4-BE49-F238E27FC236}">
                      <a16:creationId xmlns:a16="http://schemas.microsoft.com/office/drawing/2014/main" id="{CA61058D-36F7-C1B0-B1CD-71836644A7CA}"/>
                    </a:ext>
                  </a:extLst>
                </p:cNvPr>
                <p:cNvSpPr/>
                <p:nvPr/>
              </p:nvSpPr>
              <p:spPr>
                <a:xfrm>
                  <a:off x="2887582" y="4440460"/>
                  <a:ext cx="1672" cy="11366"/>
                </a:xfrm>
                <a:custGeom>
                  <a:avLst/>
                  <a:gdLst>
                    <a:gd name="connsiteX0" fmla="*/ 1628 w 1672"/>
                    <a:gd name="connsiteY0" fmla="*/ -70 h 11366"/>
                    <a:gd name="connsiteX1" fmla="*/ 1628 w 1672"/>
                    <a:gd name="connsiteY1" fmla="*/ 11297 h 11366"/>
                    <a:gd name="connsiteX2" fmla="*/ 1628 w 1672"/>
                    <a:gd name="connsiteY2" fmla="*/ -70 h 11366"/>
                  </a:gdLst>
                  <a:ahLst/>
                  <a:cxnLst>
                    <a:cxn ang="0">
                      <a:pos x="connsiteX0" y="connsiteY0"/>
                    </a:cxn>
                    <a:cxn ang="0">
                      <a:pos x="connsiteX1" y="connsiteY1"/>
                    </a:cxn>
                    <a:cxn ang="0">
                      <a:pos x="connsiteX2" y="connsiteY2"/>
                    </a:cxn>
                  </a:cxnLst>
                  <a:rect l="l" t="t" r="r" b="b"/>
                  <a:pathLst>
                    <a:path w="1672" h="11366">
                      <a:moveTo>
                        <a:pt x="1628" y="-70"/>
                      </a:moveTo>
                      <a:cubicBezTo>
                        <a:pt x="1628" y="-70"/>
                        <a:pt x="1628" y="7799"/>
                        <a:pt x="1628" y="11297"/>
                      </a:cubicBezTo>
                      <a:cubicBezTo>
                        <a:pt x="-601" y="7834"/>
                        <a:pt x="-601" y="3393"/>
                        <a:pt x="1628" y="-70"/>
                      </a:cubicBezTo>
                      <a:close/>
                    </a:path>
                  </a:pathLst>
                </a:custGeom>
                <a:solidFill>
                  <a:srgbClr val="F3F4F6"/>
                </a:solidFill>
                <a:ln w="87213" cap="flat">
                  <a:noFill/>
                  <a:prstDash val="solid"/>
                  <a:miter/>
                </a:ln>
              </p:spPr>
              <p:txBody>
                <a:bodyPr rtlCol="0" anchor="ctr"/>
                <a:lstStyle/>
                <a:p>
                  <a:endParaRPr lang="en-IN" dirty="0"/>
                </a:p>
              </p:txBody>
            </p:sp>
            <p:sp>
              <p:nvSpPr>
                <p:cNvPr id="2298" name="Freeform: Shape 2297">
                  <a:extLst>
                    <a:ext uri="{FF2B5EF4-FFF2-40B4-BE49-F238E27FC236}">
                      <a16:creationId xmlns:a16="http://schemas.microsoft.com/office/drawing/2014/main" id="{7AD0031F-179F-2EF9-451F-04F02EFED273}"/>
                    </a:ext>
                  </a:extLst>
                </p:cNvPr>
                <p:cNvSpPr/>
                <p:nvPr/>
              </p:nvSpPr>
              <p:spPr>
                <a:xfrm>
                  <a:off x="3019532" y="4554125"/>
                  <a:ext cx="9499" cy="777"/>
                </a:xfrm>
                <a:custGeom>
                  <a:avLst/>
                  <a:gdLst>
                    <a:gd name="connsiteX0" fmla="*/ -44 w 9499"/>
                    <a:gd name="connsiteY0" fmla="*/ -70 h 777"/>
                    <a:gd name="connsiteX1" fmla="*/ 8699 w 9499"/>
                    <a:gd name="connsiteY1" fmla="*/ -70 h 777"/>
                    <a:gd name="connsiteX2" fmla="*/ -44 w 9499"/>
                    <a:gd name="connsiteY2" fmla="*/ -70 h 777"/>
                  </a:gdLst>
                  <a:ahLst/>
                  <a:cxnLst>
                    <a:cxn ang="0">
                      <a:pos x="connsiteX0" y="connsiteY0"/>
                    </a:cxn>
                    <a:cxn ang="0">
                      <a:pos x="connsiteX1" y="connsiteY1"/>
                    </a:cxn>
                    <a:cxn ang="0">
                      <a:pos x="connsiteX2" y="connsiteY2"/>
                    </a:cxn>
                  </a:cxnLst>
                  <a:rect l="l" t="t" r="r" b="b"/>
                  <a:pathLst>
                    <a:path w="9499" h="777">
                      <a:moveTo>
                        <a:pt x="-44" y="-70"/>
                      </a:moveTo>
                      <a:cubicBezTo>
                        <a:pt x="-44" y="-70"/>
                        <a:pt x="5202" y="-70"/>
                        <a:pt x="8699" y="-70"/>
                      </a:cubicBezTo>
                      <a:cubicBezTo>
                        <a:pt x="12197" y="-70"/>
                        <a:pt x="2579" y="1678"/>
                        <a:pt x="-44" y="-70"/>
                      </a:cubicBezTo>
                      <a:close/>
                    </a:path>
                  </a:pathLst>
                </a:custGeom>
                <a:solidFill>
                  <a:srgbClr val="F4F5F6"/>
                </a:solidFill>
                <a:ln w="87213" cap="flat">
                  <a:noFill/>
                  <a:prstDash val="solid"/>
                  <a:miter/>
                </a:ln>
              </p:spPr>
              <p:txBody>
                <a:bodyPr rtlCol="0" anchor="ctr"/>
                <a:lstStyle/>
                <a:p>
                  <a:endParaRPr lang="en-IN" dirty="0"/>
                </a:p>
              </p:txBody>
            </p:sp>
            <p:sp>
              <p:nvSpPr>
                <p:cNvPr id="2299" name="Freeform: Shape 2298">
                  <a:extLst>
                    <a:ext uri="{FF2B5EF4-FFF2-40B4-BE49-F238E27FC236}">
                      <a16:creationId xmlns:a16="http://schemas.microsoft.com/office/drawing/2014/main" id="{7D7A7D77-1EBF-6929-3B78-9AB15AB0B09E}"/>
                    </a:ext>
                  </a:extLst>
                </p:cNvPr>
                <p:cNvSpPr/>
                <p:nvPr/>
              </p:nvSpPr>
              <p:spPr>
                <a:xfrm>
                  <a:off x="3044888" y="4548796"/>
                  <a:ext cx="8743" cy="2281"/>
                </a:xfrm>
                <a:custGeom>
                  <a:avLst/>
                  <a:gdLst>
                    <a:gd name="connsiteX0" fmla="*/ -44 w 8743"/>
                    <a:gd name="connsiteY0" fmla="*/ 887 h 2281"/>
                    <a:gd name="connsiteX1" fmla="*/ 8699 w 8743"/>
                    <a:gd name="connsiteY1" fmla="*/ 887 h 2281"/>
                    <a:gd name="connsiteX2" fmla="*/ -44 w 8743"/>
                    <a:gd name="connsiteY2" fmla="*/ 887 h 2281"/>
                  </a:gdLst>
                  <a:ahLst/>
                  <a:cxnLst>
                    <a:cxn ang="0">
                      <a:pos x="connsiteX0" y="connsiteY0"/>
                    </a:cxn>
                    <a:cxn ang="0">
                      <a:pos x="connsiteX1" y="connsiteY1"/>
                    </a:cxn>
                    <a:cxn ang="0">
                      <a:pos x="connsiteX2" y="connsiteY2"/>
                    </a:cxn>
                  </a:cxnLst>
                  <a:rect l="l" t="t" r="r" b="b"/>
                  <a:pathLst>
                    <a:path w="8743" h="2281">
                      <a:moveTo>
                        <a:pt x="-44" y="887"/>
                      </a:moveTo>
                      <a:cubicBezTo>
                        <a:pt x="2728" y="-389"/>
                        <a:pt x="5927" y="-389"/>
                        <a:pt x="8699" y="887"/>
                      </a:cubicBezTo>
                      <a:cubicBezTo>
                        <a:pt x="6050" y="2653"/>
                        <a:pt x="2605" y="2653"/>
                        <a:pt x="-44" y="887"/>
                      </a:cubicBezTo>
                      <a:close/>
                    </a:path>
                  </a:pathLst>
                </a:custGeom>
                <a:solidFill>
                  <a:srgbClr val="F4F5F6"/>
                </a:solidFill>
                <a:ln w="87213" cap="flat">
                  <a:noFill/>
                  <a:prstDash val="solid"/>
                  <a:miter/>
                </a:ln>
              </p:spPr>
              <p:txBody>
                <a:bodyPr rtlCol="0" anchor="ctr"/>
                <a:lstStyle/>
                <a:p>
                  <a:endParaRPr lang="en-IN" dirty="0"/>
                </a:p>
              </p:txBody>
            </p:sp>
            <p:sp>
              <p:nvSpPr>
                <p:cNvPr id="2300" name="Freeform: Shape 2299">
                  <a:extLst>
                    <a:ext uri="{FF2B5EF4-FFF2-40B4-BE49-F238E27FC236}">
                      <a16:creationId xmlns:a16="http://schemas.microsoft.com/office/drawing/2014/main" id="{321E541D-4C9E-579B-22DA-FD1C91C90780}"/>
                    </a:ext>
                  </a:extLst>
                </p:cNvPr>
                <p:cNvSpPr/>
                <p:nvPr/>
              </p:nvSpPr>
              <p:spPr>
                <a:xfrm>
                  <a:off x="3121832" y="4398492"/>
                  <a:ext cx="2046" cy="8743"/>
                </a:xfrm>
                <a:custGeom>
                  <a:avLst/>
                  <a:gdLst>
                    <a:gd name="connsiteX0" fmla="*/ 828 w 2046"/>
                    <a:gd name="connsiteY0" fmla="*/ 8673 h 8743"/>
                    <a:gd name="connsiteX1" fmla="*/ 828 w 2046"/>
                    <a:gd name="connsiteY1" fmla="*/ -70 h 8743"/>
                    <a:gd name="connsiteX2" fmla="*/ 828 w 2046"/>
                    <a:gd name="connsiteY2" fmla="*/ 8673 h 8743"/>
                  </a:gdLst>
                  <a:ahLst/>
                  <a:cxnLst>
                    <a:cxn ang="0">
                      <a:pos x="connsiteX0" y="connsiteY0"/>
                    </a:cxn>
                    <a:cxn ang="0">
                      <a:pos x="connsiteX1" y="connsiteY1"/>
                    </a:cxn>
                    <a:cxn ang="0">
                      <a:pos x="connsiteX2" y="connsiteY2"/>
                    </a:cxn>
                  </a:cxnLst>
                  <a:rect l="l" t="t" r="r" b="b"/>
                  <a:pathLst>
                    <a:path w="2046" h="8743">
                      <a:moveTo>
                        <a:pt x="828" y="8673"/>
                      </a:moveTo>
                      <a:cubicBezTo>
                        <a:pt x="-335" y="5876"/>
                        <a:pt x="-335" y="2728"/>
                        <a:pt x="828" y="-70"/>
                      </a:cubicBezTo>
                      <a:cubicBezTo>
                        <a:pt x="2393" y="2632"/>
                        <a:pt x="2393" y="5972"/>
                        <a:pt x="828" y="8673"/>
                      </a:cubicBezTo>
                      <a:close/>
                    </a:path>
                  </a:pathLst>
                </a:custGeom>
                <a:solidFill>
                  <a:srgbClr val="F4F5F6"/>
                </a:solidFill>
                <a:ln w="87213" cap="flat">
                  <a:noFill/>
                  <a:prstDash val="solid"/>
                  <a:miter/>
                </a:ln>
              </p:spPr>
              <p:txBody>
                <a:bodyPr rtlCol="0" anchor="ctr"/>
                <a:lstStyle/>
                <a:p>
                  <a:endParaRPr lang="en-IN" dirty="0"/>
                </a:p>
              </p:txBody>
            </p:sp>
            <p:sp>
              <p:nvSpPr>
                <p:cNvPr id="2301" name="Freeform: Shape 2300">
                  <a:extLst>
                    <a:ext uri="{FF2B5EF4-FFF2-40B4-BE49-F238E27FC236}">
                      <a16:creationId xmlns:a16="http://schemas.microsoft.com/office/drawing/2014/main" id="{EF9D96EB-88BE-FBF8-755B-BFE3A9DE3027}"/>
                    </a:ext>
                  </a:extLst>
                </p:cNvPr>
                <p:cNvSpPr/>
                <p:nvPr/>
              </p:nvSpPr>
              <p:spPr>
                <a:xfrm>
                  <a:off x="3127076" y="4424722"/>
                  <a:ext cx="1324" cy="8743"/>
                </a:xfrm>
                <a:custGeom>
                  <a:avLst/>
                  <a:gdLst>
                    <a:gd name="connsiteX0" fmla="*/ -44 w 1324"/>
                    <a:gd name="connsiteY0" fmla="*/ 8674 h 8743"/>
                    <a:gd name="connsiteX1" fmla="*/ -44 w 1324"/>
                    <a:gd name="connsiteY1" fmla="*/ -70 h 8743"/>
                    <a:gd name="connsiteX2" fmla="*/ -44 w 1324"/>
                    <a:gd name="connsiteY2" fmla="*/ 8674 h 8743"/>
                  </a:gdLst>
                  <a:ahLst/>
                  <a:cxnLst>
                    <a:cxn ang="0">
                      <a:pos x="connsiteX0" y="connsiteY0"/>
                    </a:cxn>
                    <a:cxn ang="0">
                      <a:pos x="connsiteX1" y="connsiteY1"/>
                    </a:cxn>
                    <a:cxn ang="0">
                      <a:pos x="connsiteX2" y="connsiteY2"/>
                    </a:cxn>
                  </a:cxnLst>
                  <a:rect l="l" t="t" r="r" b="b"/>
                  <a:pathLst>
                    <a:path w="1324" h="8743">
                      <a:moveTo>
                        <a:pt x="-44" y="8674"/>
                      </a:moveTo>
                      <a:cubicBezTo>
                        <a:pt x="-44" y="8674"/>
                        <a:pt x="-44" y="2554"/>
                        <a:pt x="-44" y="-70"/>
                      </a:cubicBezTo>
                      <a:cubicBezTo>
                        <a:pt x="1722" y="2580"/>
                        <a:pt x="1722" y="6024"/>
                        <a:pt x="-44" y="8674"/>
                      </a:cubicBezTo>
                      <a:close/>
                    </a:path>
                  </a:pathLst>
                </a:custGeom>
                <a:solidFill>
                  <a:srgbClr val="F3F4F5"/>
                </a:solidFill>
                <a:ln w="87213" cap="flat">
                  <a:noFill/>
                  <a:prstDash val="solid"/>
                  <a:miter/>
                </a:ln>
              </p:spPr>
              <p:txBody>
                <a:bodyPr rtlCol="0" anchor="ctr"/>
                <a:lstStyle/>
                <a:p>
                  <a:endParaRPr lang="en-IN" dirty="0"/>
                </a:p>
              </p:txBody>
            </p:sp>
            <p:sp>
              <p:nvSpPr>
                <p:cNvPr id="2302" name="Freeform: Shape 2301">
                  <a:extLst>
                    <a:ext uri="{FF2B5EF4-FFF2-40B4-BE49-F238E27FC236}">
                      <a16:creationId xmlns:a16="http://schemas.microsoft.com/office/drawing/2014/main" id="{FE6A0BC8-2370-8D39-243F-82034A6654AB}"/>
                    </a:ext>
                  </a:extLst>
                </p:cNvPr>
                <p:cNvSpPr/>
                <p:nvPr/>
              </p:nvSpPr>
              <p:spPr>
                <a:xfrm>
                  <a:off x="2891878" y="4323298"/>
                  <a:ext cx="228803" cy="222962"/>
                </a:xfrm>
                <a:custGeom>
                  <a:avLst/>
                  <a:gdLst>
                    <a:gd name="connsiteX0" fmla="*/ -44 w 228803"/>
                    <a:gd name="connsiteY0" fmla="*/ 106600 h 222962"/>
                    <a:gd name="connsiteX1" fmla="*/ -44 w 228803"/>
                    <a:gd name="connsiteY1" fmla="*/ 94359 h 222962"/>
                    <a:gd name="connsiteX2" fmla="*/ 50667 w 228803"/>
                    <a:gd name="connsiteY2" fmla="*/ 16543 h 222962"/>
                    <a:gd name="connsiteX3" fmla="*/ 50667 w 228803"/>
                    <a:gd name="connsiteY3" fmla="*/ 16543 h 222962"/>
                    <a:gd name="connsiteX4" fmla="*/ 105752 w 228803"/>
                    <a:gd name="connsiteY4" fmla="*/ -70 h 222962"/>
                    <a:gd name="connsiteX5" fmla="*/ 127610 w 228803"/>
                    <a:gd name="connsiteY5" fmla="*/ -70 h 222962"/>
                    <a:gd name="connsiteX6" fmla="*/ 193186 w 228803"/>
                    <a:gd name="connsiteY6" fmla="*/ 32281 h 222962"/>
                    <a:gd name="connsiteX7" fmla="*/ 215045 w 228803"/>
                    <a:gd name="connsiteY7" fmla="*/ 61134 h 222962"/>
                    <a:gd name="connsiteX8" fmla="*/ 215045 w 228803"/>
                    <a:gd name="connsiteY8" fmla="*/ 61134 h 222962"/>
                    <a:gd name="connsiteX9" fmla="*/ 225537 w 228803"/>
                    <a:gd name="connsiteY9" fmla="*/ 139825 h 222962"/>
                    <a:gd name="connsiteX10" fmla="*/ 154715 w 228803"/>
                    <a:gd name="connsiteY10" fmla="*/ 216768 h 222962"/>
                    <a:gd name="connsiteX11" fmla="*/ 110997 w 228803"/>
                    <a:gd name="connsiteY11" fmla="*/ 222888 h 222962"/>
                    <a:gd name="connsiteX12" fmla="*/ 110997 w 228803"/>
                    <a:gd name="connsiteY12" fmla="*/ 222888 h 222962"/>
                    <a:gd name="connsiteX13" fmla="*/ 42799 w 228803"/>
                    <a:gd name="connsiteY13" fmla="*/ 194909 h 222962"/>
                    <a:gd name="connsiteX14" fmla="*/ 19191 w 228803"/>
                    <a:gd name="connsiteY14" fmla="*/ 167804 h 222962"/>
                    <a:gd name="connsiteX15" fmla="*/ -44 w 228803"/>
                    <a:gd name="connsiteY15" fmla="*/ 106600 h 2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803" h="222962">
                      <a:moveTo>
                        <a:pt x="-44" y="106600"/>
                      </a:moveTo>
                      <a:cubicBezTo>
                        <a:pt x="1285" y="102631"/>
                        <a:pt x="1285" y="98329"/>
                        <a:pt x="-44" y="94359"/>
                      </a:cubicBezTo>
                      <a:cubicBezTo>
                        <a:pt x="5517" y="62577"/>
                        <a:pt x="23843" y="34458"/>
                        <a:pt x="50667" y="16543"/>
                      </a:cubicBezTo>
                      <a:lnTo>
                        <a:pt x="50667" y="16543"/>
                      </a:lnTo>
                      <a:cubicBezTo>
                        <a:pt x="68093" y="8271"/>
                        <a:pt x="86665" y="2676"/>
                        <a:pt x="105752" y="-70"/>
                      </a:cubicBezTo>
                      <a:cubicBezTo>
                        <a:pt x="113620" y="-70"/>
                        <a:pt x="119741" y="-70"/>
                        <a:pt x="127610" y="-70"/>
                      </a:cubicBezTo>
                      <a:cubicBezTo>
                        <a:pt x="152258" y="3777"/>
                        <a:pt x="175131" y="15065"/>
                        <a:pt x="193186" y="32281"/>
                      </a:cubicBezTo>
                      <a:cubicBezTo>
                        <a:pt x="202157" y="40499"/>
                        <a:pt x="209563" y="50275"/>
                        <a:pt x="215045" y="61134"/>
                      </a:cubicBezTo>
                      <a:lnTo>
                        <a:pt x="215045" y="61134"/>
                      </a:lnTo>
                      <a:cubicBezTo>
                        <a:pt x="228448" y="85065"/>
                        <a:pt x="232199" y="113219"/>
                        <a:pt x="225537" y="139825"/>
                      </a:cubicBezTo>
                      <a:cubicBezTo>
                        <a:pt x="216986" y="176076"/>
                        <a:pt x="190134" y="205244"/>
                        <a:pt x="154715" y="216768"/>
                      </a:cubicBezTo>
                      <a:cubicBezTo>
                        <a:pt x="140524" y="220939"/>
                        <a:pt x="125791" y="222993"/>
                        <a:pt x="110997" y="222888"/>
                      </a:cubicBezTo>
                      <a:lnTo>
                        <a:pt x="110997" y="222888"/>
                      </a:lnTo>
                      <a:cubicBezTo>
                        <a:pt x="86061" y="220274"/>
                        <a:pt x="62393" y="210569"/>
                        <a:pt x="42799" y="194909"/>
                      </a:cubicBezTo>
                      <a:cubicBezTo>
                        <a:pt x="34020" y="186708"/>
                        <a:pt x="26107" y="177624"/>
                        <a:pt x="19191" y="167804"/>
                      </a:cubicBezTo>
                      <a:cubicBezTo>
                        <a:pt x="7213" y="149592"/>
                        <a:pt x="550" y="128398"/>
                        <a:pt x="-44" y="106600"/>
                      </a:cubicBezTo>
                      <a:close/>
                    </a:path>
                  </a:pathLst>
                </a:custGeom>
                <a:solidFill>
                  <a:srgbClr val="EBECEF"/>
                </a:solidFill>
                <a:ln w="87213" cap="flat">
                  <a:noFill/>
                  <a:prstDash val="solid"/>
                  <a:miter/>
                </a:ln>
              </p:spPr>
              <p:txBody>
                <a:bodyPr rtlCol="0" anchor="ctr"/>
                <a:lstStyle/>
                <a:p>
                  <a:endParaRPr lang="en-IN" dirty="0"/>
                </a:p>
              </p:txBody>
            </p:sp>
            <p:sp>
              <p:nvSpPr>
                <p:cNvPr id="2303" name="Freeform: Shape 2302">
                  <a:extLst>
                    <a:ext uri="{FF2B5EF4-FFF2-40B4-BE49-F238E27FC236}">
                      <a16:creationId xmlns:a16="http://schemas.microsoft.com/office/drawing/2014/main" id="{D34F3995-5CBA-9A27-FD8E-B44485EFE7AC}"/>
                    </a:ext>
                  </a:extLst>
                </p:cNvPr>
                <p:cNvSpPr/>
                <p:nvPr/>
              </p:nvSpPr>
              <p:spPr>
                <a:xfrm>
                  <a:off x="3003794" y="4389748"/>
                  <a:ext cx="122845" cy="161029"/>
                </a:xfrm>
                <a:custGeom>
                  <a:avLst/>
                  <a:gdLst>
                    <a:gd name="connsiteX0" fmla="*/ -44 w 122845"/>
                    <a:gd name="connsiteY0" fmla="*/ 159061 h 161029"/>
                    <a:gd name="connsiteX1" fmla="*/ 20940 w 122845"/>
                    <a:gd name="connsiteY1" fmla="*/ 159061 h 161029"/>
                    <a:gd name="connsiteX2" fmla="*/ 115369 w 122845"/>
                    <a:gd name="connsiteY2" fmla="*/ 65506 h 161029"/>
                    <a:gd name="connsiteX3" fmla="*/ 107500 w 122845"/>
                    <a:gd name="connsiteY3" fmla="*/ 11296 h 161029"/>
                    <a:gd name="connsiteX4" fmla="*/ 107500 w 122845"/>
                    <a:gd name="connsiteY4" fmla="*/ -70 h 161029"/>
                    <a:gd name="connsiteX5" fmla="*/ 121490 w 122845"/>
                    <a:gd name="connsiteY5" fmla="*/ 33155 h 161029"/>
                    <a:gd name="connsiteX6" fmla="*/ 121490 w 122845"/>
                    <a:gd name="connsiteY6" fmla="*/ 68129 h 161029"/>
                    <a:gd name="connsiteX7" fmla="*/ 39301 w 122845"/>
                    <a:gd name="connsiteY7" fmla="*/ 155563 h 161029"/>
                    <a:gd name="connsiteX8" fmla="*/ -44 w 122845"/>
                    <a:gd name="connsiteY8" fmla="*/ 159061 h 16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845" h="161029">
                      <a:moveTo>
                        <a:pt x="-44" y="159061"/>
                      </a:moveTo>
                      <a:cubicBezTo>
                        <a:pt x="6076" y="154689"/>
                        <a:pt x="13945" y="159061"/>
                        <a:pt x="20940" y="159061"/>
                      </a:cubicBezTo>
                      <a:cubicBezTo>
                        <a:pt x="70524" y="154016"/>
                        <a:pt x="109861" y="115037"/>
                        <a:pt x="115369" y="65506"/>
                      </a:cubicBezTo>
                      <a:cubicBezTo>
                        <a:pt x="118622" y="47057"/>
                        <a:pt x="115859" y="28058"/>
                        <a:pt x="107500" y="11296"/>
                      </a:cubicBezTo>
                      <a:cubicBezTo>
                        <a:pt x="106608" y="7563"/>
                        <a:pt x="106608" y="3663"/>
                        <a:pt x="107500" y="-70"/>
                      </a:cubicBezTo>
                      <a:cubicBezTo>
                        <a:pt x="115133" y="9504"/>
                        <a:pt x="119977" y="21001"/>
                        <a:pt x="121490" y="33155"/>
                      </a:cubicBezTo>
                      <a:cubicBezTo>
                        <a:pt x="123238" y="44749"/>
                        <a:pt x="123238" y="56535"/>
                        <a:pt x="121490" y="68129"/>
                      </a:cubicBezTo>
                      <a:cubicBezTo>
                        <a:pt x="112965" y="110535"/>
                        <a:pt x="81104" y="144433"/>
                        <a:pt x="39301" y="155563"/>
                      </a:cubicBezTo>
                      <a:cubicBezTo>
                        <a:pt x="26990" y="161247"/>
                        <a:pt x="13080" y="162488"/>
                        <a:pt x="-44" y="159061"/>
                      </a:cubicBezTo>
                      <a:close/>
                    </a:path>
                  </a:pathLst>
                </a:custGeom>
                <a:solidFill>
                  <a:srgbClr val="ECEDEF"/>
                </a:solidFill>
                <a:ln w="87213" cap="flat">
                  <a:noFill/>
                  <a:prstDash val="solid"/>
                  <a:miter/>
                </a:ln>
              </p:spPr>
              <p:txBody>
                <a:bodyPr rtlCol="0" anchor="ctr"/>
                <a:lstStyle/>
                <a:p>
                  <a:endParaRPr lang="en-IN" dirty="0"/>
                </a:p>
              </p:txBody>
            </p:sp>
            <p:sp>
              <p:nvSpPr>
                <p:cNvPr id="2304" name="Freeform: Shape 2303">
                  <a:extLst>
                    <a:ext uri="{FF2B5EF4-FFF2-40B4-BE49-F238E27FC236}">
                      <a16:creationId xmlns:a16="http://schemas.microsoft.com/office/drawing/2014/main" id="{4EAE41BB-A158-52C8-D1AB-C3BC5A780C49}"/>
                    </a:ext>
                  </a:extLst>
                </p:cNvPr>
                <p:cNvSpPr/>
                <p:nvPr/>
              </p:nvSpPr>
              <p:spPr>
                <a:xfrm>
                  <a:off x="2911987" y="4493795"/>
                  <a:ext cx="91806" cy="55084"/>
                </a:xfrm>
                <a:custGeom>
                  <a:avLst/>
                  <a:gdLst>
                    <a:gd name="connsiteX0" fmla="*/ -44 w 91806"/>
                    <a:gd name="connsiteY0" fmla="*/ -70 h 55084"/>
                    <a:gd name="connsiteX1" fmla="*/ 13071 w 91806"/>
                    <a:gd name="connsiteY1" fmla="*/ 14794 h 55084"/>
                    <a:gd name="connsiteX2" fmla="*/ 76024 w 91806"/>
                    <a:gd name="connsiteY2" fmla="*/ 50642 h 55084"/>
                    <a:gd name="connsiteX3" fmla="*/ 91762 w 91806"/>
                    <a:gd name="connsiteY3" fmla="*/ 55014 h 55084"/>
                    <a:gd name="connsiteX4" fmla="*/ 82145 w 91806"/>
                    <a:gd name="connsiteY4" fmla="*/ 55014 h 55084"/>
                    <a:gd name="connsiteX5" fmla="*/ 16569 w 91806"/>
                    <a:gd name="connsiteY5" fmla="*/ 21789 h 55084"/>
                    <a:gd name="connsiteX6" fmla="*/ -44 w 91806"/>
                    <a:gd name="connsiteY6" fmla="*/ -70 h 5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806" h="55084">
                      <a:moveTo>
                        <a:pt x="-44" y="-70"/>
                      </a:moveTo>
                      <a:cubicBezTo>
                        <a:pt x="6951" y="-70"/>
                        <a:pt x="8699" y="9548"/>
                        <a:pt x="13071" y="14794"/>
                      </a:cubicBezTo>
                      <a:cubicBezTo>
                        <a:pt x="29500" y="33392"/>
                        <a:pt x="51647" y="45999"/>
                        <a:pt x="76024" y="50642"/>
                      </a:cubicBezTo>
                      <a:lnTo>
                        <a:pt x="91762" y="55014"/>
                      </a:lnTo>
                      <a:cubicBezTo>
                        <a:pt x="91762" y="55014"/>
                        <a:pt x="85642" y="55014"/>
                        <a:pt x="82145" y="55014"/>
                      </a:cubicBezTo>
                      <a:cubicBezTo>
                        <a:pt x="57549" y="50467"/>
                        <a:pt x="34781" y="38926"/>
                        <a:pt x="16569" y="21789"/>
                      </a:cubicBezTo>
                      <a:cubicBezTo>
                        <a:pt x="13071" y="16543"/>
                        <a:pt x="830" y="10422"/>
                        <a:pt x="-44" y="-70"/>
                      </a:cubicBezTo>
                      <a:close/>
                    </a:path>
                  </a:pathLst>
                </a:custGeom>
                <a:solidFill>
                  <a:srgbClr val="ECEDEF"/>
                </a:solidFill>
                <a:ln w="87213" cap="flat">
                  <a:noFill/>
                  <a:prstDash val="solid"/>
                  <a:miter/>
                </a:ln>
              </p:spPr>
              <p:txBody>
                <a:bodyPr rtlCol="0" anchor="ctr"/>
                <a:lstStyle/>
                <a:p>
                  <a:endParaRPr lang="en-IN" dirty="0"/>
                </a:p>
              </p:txBody>
            </p:sp>
            <p:sp>
              <p:nvSpPr>
                <p:cNvPr id="2305" name="Freeform: Shape 2304">
                  <a:extLst>
                    <a:ext uri="{FF2B5EF4-FFF2-40B4-BE49-F238E27FC236}">
                      <a16:creationId xmlns:a16="http://schemas.microsoft.com/office/drawing/2014/main" id="{949679AA-2F9C-6D78-3D1D-49B9A10A9354}"/>
                    </a:ext>
                  </a:extLst>
                </p:cNvPr>
                <p:cNvSpPr/>
                <p:nvPr/>
              </p:nvSpPr>
              <p:spPr>
                <a:xfrm>
                  <a:off x="3020406" y="4325731"/>
                  <a:ext cx="87473" cy="61393"/>
                </a:xfrm>
                <a:custGeom>
                  <a:avLst/>
                  <a:gdLst>
                    <a:gd name="connsiteX0" fmla="*/ 87390 w 87473"/>
                    <a:gd name="connsiteY0" fmla="*/ 61324 h 61393"/>
                    <a:gd name="connsiteX1" fmla="*/ 70778 w 87473"/>
                    <a:gd name="connsiteY1" fmla="*/ 40339 h 61393"/>
                    <a:gd name="connsiteX2" fmla="*/ 7825 w 87473"/>
                    <a:gd name="connsiteY2" fmla="*/ 4491 h 61393"/>
                    <a:gd name="connsiteX3" fmla="*/ -44 w 87473"/>
                    <a:gd name="connsiteY3" fmla="*/ 119 h 61393"/>
                    <a:gd name="connsiteX4" fmla="*/ 30558 w 87473"/>
                    <a:gd name="connsiteY4" fmla="*/ 7989 h 61393"/>
                    <a:gd name="connsiteX5" fmla="*/ 74276 w 87473"/>
                    <a:gd name="connsiteY5" fmla="*/ 39465 h 61393"/>
                    <a:gd name="connsiteX6" fmla="*/ 74276 w 87473"/>
                    <a:gd name="connsiteY6" fmla="*/ 39465 h 61393"/>
                    <a:gd name="connsiteX7" fmla="*/ 87390 w 87473"/>
                    <a:gd name="connsiteY7" fmla="*/ 61324 h 6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473" h="61393">
                      <a:moveTo>
                        <a:pt x="87390" y="61324"/>
                      </a:moveTo>
                      <a:lnTo>
                        <a:pt x="70778" y="40339"/>
                      </a:lnTo>
                      <a:cubicBezTo>
                        <a:pt x="54568" y="21471"/>
                        <a:pt x="32324" y="8802"/>
                        <a:pt x="7825" y="4491"/>
                      </a:cubicBezTo>
                      <a:cubicBezTo>
                        <a:pt x="4853" y="3783"/>
                        <a:pt x="2125" y="2270"/>
                        <a:pt x="-44" y="119"/>
                      </a:cubicBezTo>
                      <a:cubicBezTo>
                        <a:pt x="10754" y="-851"/>
                        <a:pt x="21561" y="1929"/>
                        <a:pt x="30558" y="7989"/>
                      </a:cubicBezTo>
                      <a:cubicBezTo>
                        <a:pt x="47346" y="15001"/>
                        <a:pt x="62306" y="25764"/>
                        <a:pt x="74276" y="39465"/>
                      </a:cubicBezTo>
                      <a:cubicBezTo>
                        <a:pt x="74276" y="39465"/>
                        <a:pt x="74276" y="39465"/>
                        <a:pt x="74276" y="39465"/>
                      </a:cubicBezTo>
                      <a:cubicBezTo>
                        <a:pt x="74276" y="39465"/>
                        <a:pt x="88265" y="53455"/>
                        <a:pt x="87390" y="61324"/>
                      </a:cubicBezTo>
                      <a:close/>
                    </a:path>
                  </a:pathLst>
                </a:custGeom>
                <a:solidFill>
                  <a:srgbClr val="ECEDEF"/>
                </a:solidFill>
                <a:ln w="87213" cap="flat">
                  <a:noFill/>
                  <a:prstDash val="solid"/>
                  <a:miter/>
                </a:ln>
              </p:spPr>
              <p:txBody>
                <a:bodyPr rtlCol="0" anchor="ctr"/>
                <a:lstStyle/>
                <a:p>
                  <a:endParaRPr lang="en-IN" dirty="0"/>
                </a:p>
              </p:txBody>
            </p:sp>
            <p:sp>
              <p:nvSpPr>
                <p:cNvPr id="2306" name="Freeform: Shape 2305">
                  <a:extLst>
                    <a:ext uri="{FF2B5EF4-FFF2-40B4-BE49-F238E27FC236}">
                      <a16:creationId xmlns:a16="http://schemas.microsoft.com/office/drawing/2014/main" id="{7C6C81C9-2599-23D7-15D3-1F0113D9AF3D}"/>
                    </a:ext>
                  </a:extLst>
                </p:cNvPr>
                <p:cNvSpPr/>
                <p:nvPr/>
              </p:nvSpPr>
              <p:spPr>
                <a:xfrm>
                  <a:off x="2892438" y="4339911"/>
                  <a:ext cx="51025" cy="77816"/>
                </a:xfrm>
                <a:custGeom>
                  <a:avLst/>
                  <a:gdLst>
                    <a:gd name="connsiteX0" fmla="*/ 50981 w 51025"/>
                    <a:gd name="connsiteY0" fmla="*/ -70 h 77816"/>
                    <a:gd name="connsiteX1" fmla="*/ 39615 w 51025"/>
                    <a:gd name="connsiteY1" fmla="*/ 11296 h 77816"/>
                    <a:gd name="connsiteX2" fmla="*/ 9887 w 51025"/>
                    <a:gd name="connsiteY2" fmla="*/ 50642 h 77816"/>
                    <a:gd name="connsiteX3" fmla="*/ 4641 w 51025"/>
                    <a:gd name="connsiteY3" fmla="*/ 68129 h 77816"/>
                    <a:gd name="connsiteX4" fmla="*/ 269 w 51025"/>
                    <a:gd name="connsiteY4" fmla="*/ 77747 h 77816"/>
                    <a:gd name="connsiteX5" fmla="*/ 7264 w 51025"/>
                    <a:gd name="connsiteY5" fmla="*/ 48019 h 77816"/>
                    <a:gd name="connsiteX6" fmla="*/ 37866 w 51025"/>
                    <a:gd name="connsiteY6" fmla="*/ 6924 h 77816"/>
                    <a:gd name="connsiteX7" fmla="*/ 50981 w 51025"/>
                    <a:gd name="connsiteY7" fmla="*/ -70 h 7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25" h="77816">
                      <a:moveTo>
                        <a:pt x="50981" y="-70"/>
                      </a:moveTo>
                      <a:cubicBezTo>
                        <a:pt x="50981" y="6050"/>
                        <a:pt x="43112" y="7799"/>
                        <a:pt x="39615" y="11296"/>
                      </a:cubicBezTo>
                      <a:cubicBezTo>
                        <a:pt x="27085" y="22208"/>
                        <a:pt x="16960" y="35603"/>
                        <a:pt x="9887" y="50642"/>
                      </a:cubicBezTo>
                      <a:cubicBezTo>
                        <a:pt x="7221" y="56159"/>
                        <a:pt x="5454" y="62060"/>
                        <a:pt x="4641" y="68129"/>
                      </a:cubicBezTo>
                      <a:cubicBezTo>
                        <a:pt x="3898" y="71618"/>
                        <a:pt x="2412" y="74896"/>
                        <a:pt x="269" y="77747"/>
                      </a:cubicBezTo>
                      <a:cubicBezTo>
                        <a:pt x="-972" y="67324"/>
                        <a:pt x="1502" y="56797"/>
                        <a:pt x="7264" y="48019"/>
                      </a:cubicBezTo>
                      <a:cubicBezTo>
                        <a:pt x="14844" y="32552"/>
                        <a:pt x="25223" y="18623"/>
                        <a:pt x="37866" y="6924"/>
                      </a:cubicBezTo>
                      <a:cubicBezTo>
                        <a:pt x="41241" y="3069"/>
                        <a:pt x="45901" y="586"/>
                        <a:pt x="50981" y="-70"/>
                      </a:cubicBezTo>
                      <a:close/>
                    </a:path>
                  </a:pathLst>
                </a:custGeom>
                <a:solidFill>
                  <a:srgbClr val="F3F4F5"/>
                </a:solidFill>
                <a:ln w="87213" cap="flat">
                  <a:noFill/>
                  <a:prstDash val="solid"/>
                  <a:miter/>
                </a:ln>
              </p:spPr>
              <p:txBody>
                <a:bodyPr rtlCol="0" anchor="ctr"/>
                <a:lstStyle/>
                <a:p>
                  <a:endParaRPr lang="en-IN" dirty="0"/>
                </a:p>
              </p:txBody>
            </p:sp>
            <p:sp>
              <p:nvSpPr>
                <p:cNvPr id="2307" name="Freeform: Shape 2306">
                  <a:extLst>
                    <a:ext uri="{FF2B5EF4-FFF2-40B4-BE49-F238E27FC236}">
                      <a16:creationId xmlns:a16="http://schemas.microsoft.com/office/drawing/2014/main" id="{91C80C88-2CD3-CD4D-1CCF-4E2FDF8F2079}"/>
                    </a:ext>
                  </a:extLst>
                </p:cNvPr>
                <p:cNvSpPr/>
                <p:nvPr/>
              </p:nvSpPr>
              <p:spPr>
                <a:xfrm>
                  <a:off x="2896296" y="4331091"/>
                  <a:ext cx="219847" cy="218619"/>
                </a:xfrm>
                <a:custGeom>
                  <a:avLst/>
                  <a:gdLst>
                    <a:gd name="connsiteX0" fmla="*/ 203631 w 219847"/>
                    <a:gd name="connsiteY0" fmla="*/ 164383 h 218619"/>
                    <a:gd name="connsiteX1" fmla="*/ 54127 w 219847"/>
                    <a:gd name="connsiteY1" fmla="*/ 203598 h 218619"/>
                    <a:gd name="connsiteX2" fmla="*/ 14904 w 219847"/>
                    <a:gd name="connsiteY2" fmla="*/ 54093 h 218619"/>
                    <a:gd name="connsiteX3" fmla="*/ 164417 w 219847"/>
                    <a:gd name="connsiteY3" fmla="*/ 14879 h 218619"/>
                    <a:gd name="connsiteX4" fmla="*/ 171280 w 219847"/>
                    <a:gd name="connsiteY4" fmla="*/ 19241 h 218619"/>
                    <a:gd name="connsiteX5" fmla="*/ 203631 w 219847"/>
                    <a:gd name="connsiteY5" fmla="*/ 164383 h 21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847" h="218619">
                      <a:moveTo>
                        <a:pt x="203631" y="164383"/>
                      </a:moveTo>
                      <a:cubicBezTo>
                        <a:pt x="173178" y="216494"/>
                        <a:pt x="106238" y="234059"/>
                        <a:pt x="54127" y="203598"/>
                      </a:cubicBezTo>
                      <a:cubicBezTo>
                        <a:pt x="2007" y="173144"/>
                        <a:pt x="-15549" y="106213"/>
                        <a:pt x="14904" y="54093"/>
                      </a:cubicBezTo>
                      <a:cubicBezTo>
                        <a:pt x="45366" y="1982"/>
                        <a:pt x="112297" y="-15575"/>
                        <a:pt x="164417" y="14879"/>
                      </a:cubicBezTo>
                      <a:cubicBezTo>
                        <a:pt x="166752" y="16243"/>
                        <a:pt x="169042" y="17702"/>
                        <a:pt x="171280" y="19241"/>
                      </a:cubicBezTo>
                      <a:cubicBezTo>
                        <a:pt x="219981" y="50604"/>
                        <a:pt x="234400" y="115306"/>
                        <a:pt x="203631" y="164383"/>
                      </a:cubicBezTo>
                      <a:close/>
                    </a:path>
                  </a:pathLst>
                </a:custGeom>
                <a:solidFill>
                  <a:srgbClr val="E0E2E6"/>
                </a:solidFill>
                <a:ln w="87213" cap="flat">
                  <a:noFill/>
                  <a:prstDash val="solid"/>
                  <a:miter/>
                </a:ln>
              </p:spPr>
              <p:txBody>
                <a:bodyPr rtlCol="0" anchor="ctr"/>
                <a:lstStyle/>
                <a:p>
                  <a:endParaRPr lang="en-IN" dirty="0"/>
                </a:p>
              </p:txBody>
            </p:sp>
            <p:sp>
              <p:nvSpPr>
                <p:cNvPr id="2308" name="Freeform: Shape 2307">
                  <a:extLst>
                    <a:ext uri="{FF2B5EF4-FFF2-40B4-BE49-F238E27FC236}">
                      <a16:creationId xmlns:a16="http://schemas.microsoft.com/office/drawing/2014/main" id="{B8D4C73D-7904-E289-F37A-EE0EE71BE2A6}"/>
                    </a:ext>
                  </a:extLst>
                </p:cNvPr>
                <p:cNvSpPr/>
                <p:nvPr/>
              </p:nvSpPr>
              <p:spPr>
                <a:xfrm>
                  <a:off x="2910519" y="4336361"/>
                  <a:ext cx="189453" cy="159183"/>
                </a:xfrm>
                <a:custGeom>
                  <a:avLst/>
                  <a:gdLst>
                    <a:gd name="connsiteX0" fmla="*/ 14540 w 189453"/>
                    <a:gd name="connsiteY0" fmla="*/ 150370 h 159183"/>
                    <a:gd name="connsiteX1" fmla="*/ 47136 w 189453"/>
                    <a:gd name="connsiteY1" fmla="*/ 14497 h 159183"/>
                    <a:gd name="connsiteX2" fmla="*/ 101974 w 189453"/>
                    <a:gd name="connsiteY2" fmla="*/ -18 h 159183"/>
                    <a:gd name="connsiteX3" fmla="*/ 159682 w 189453"/>
                    <a:gd name="connsiteY3" fmla="*/ 16595 h 159183"/>
                    <a:gd name="connsiteX4" fmla="*/ 189409 w 189453"/>
                    <a:gd name="connsiteY4" fmla="*/ 58563 h 159183"/>
                    <a:gd name="connsiteX5" fmla="*/ 189409 w 189453"/>
                    <a:gd name="connsiteY5" fmla="*/ 58563 h 159183"/>
                    <a:gd name="connsiteX6" fmla="*/ 189409 w 189453"/>
                    <a:gd name="connsiteY6" fmla="*/ 64684 h 159183"/>
                    <a:gd name="connsiteX7" fmla="*/ 182414 w 189453"/>
                    <a:gd name="connsiteY7" fmla="*/ 55940 h 159183"/>
                    <a:gd name="connsiteX8" fmla="*/ 175419 w 189453"/>
                    <a:gd name="connsiteY8" fmla="*/ 45448 h 159183"/>
                    <a:gd name="connsiteX9" fmla="*/ 157933 w 189453"/>
                    <a:gd name="connsiteY9" fmla="*/ 25339 h 159183"/>
                    <a:gd name="connsiteX10" fmla="*/ 150938 w 189453"/>
                    <a:gd name="connsiteY10" fmla="*/ 19218 h 159183"/>
                    <a:gd name="connsiteX11" fmla="*/ 142194 w 189453"/>
                    <a:gd name="connsiteY11" fmla="*/ 13972 h 159183"/>
                    <a:gd name="connsiteX12" fmla="*/ 134325 w 189453"/>
                    <a:gd name="connsiteY12" fmla="*/ 13972 h 159183"/>
                    <a:gd name="connsiteX13" fmla="*/ 106346 w 189453"/>
                    <a:gd name="connsiteY13" fmla="*/ 6103 h 159183"/>
                    <a:gd name="connsiteX14" fmla="*/ 101974 w 189453"/>
                    <a:gd name="connsiteY14" fmla="*/ 6103 h 159183"/>
                    <a:gd name="connsiteX15" fmla="*/ 47765 w 189453"/>
                    <a:gd name="connsiteY15" fmla="*/ 17469 h 159183"/>
                    <a:gd name="connsiteX16" fmla="*/ 24158 w 189453"/>
                    <a:gd name="connsiteY16" fmla="*/ 37579 h 159183"/>
                    <a:gd name="connsiteX17" fmla="*/ 14540 w 189453"/>
                    <a:gd name="connsiteY17" fmla="*/ 58563 h 159183"/>
                    <a:gd name="connsiteX18" fmla="*/ 14540 w 189453"/>
                    <a:gd name="connsiteY18" fmla="*/ 145998 h 159183"/>
                    <a:gd name="connsiteX19" fmla="*/ 14540 w 189453"/>
                    <a:gd name="connsiteY19" fmla="*/ 159113 h 159183"/>
                    <a:gd name="connsiteX20" fmla="*/ 14452 w 189453"/>
                    <a:gd name="connsiteY20" fmla="*/ 150457 h 159183"/>
                    <a:gd name="connsiteX21" fmla="*/ 14540 w 189453"/>
                    <a:gd name="connsiteY21" fmla="*/ 150370 h 15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453" h="159183">
                      <a:moveTo>
                        <a:pt x="14540" y="150370"/>
                      </a:moveTo>
                      <a:cubicBezTo>
                        <a:pt x="-13982" y="103846"/>
                        <a:pt x="611" y="43017"/>
                        <a:pt x="47136" y="14497"/>
                      </a:cubicBezTo>
                      <a:cubicBezTo>
                        <a:pt x="63599" y="4406"/>
                        <a:pt x="82669" y="-647"/>
                        <a:pt x="101974" y="-18"/>
                      </a:cubicBezTo>
                      <a:cubicBezTo>
                        <a:pt x="122312" y="533"/>
                        <a:pt x="142168" y="6252"/>
                        <a:pt x="159682" y="16595"/>
                      </a:cubicBezTo>
                      <a:cubicBezTo>
                        <a:pt x="173575" y="27288"/>
                        <a:pt x="183936" y="41907"/>
                        <a:pt x="189409" y="58563"/>
                      </a:cubicBezTo>
                      <a:lnTo>
                        <a:pt x="189409" y="58563"/>
                      </a:lnTo>
                      <a:cubicBezTo>
                        <a:pt x="189409" y="58563"/>
                        <a:pt x="189409" y="58563"/>
                        <a:pt x="189409" y="64684"/>
                      </a:cubicBezTo>
                      <a:cubicBezTo>
                        <a:pt x="189409" y="70804"/>
                        <a:pt x="184163" y="59438"/>
                        <a:pt x="182414" y="55940"/>
                      </a:cubicBezTo>
                      <a:cubicBezTo>
                        <a:pt x="180911" y="51953"/>
                        <a:pt x="178524" y="48369"/>
                        <a:pt x="175419" y="45448"/>
                      </a:cubicBezTo>
                      <a:cubicBezTo>
                        <a:pt x="170287" y="38165"/>
                        <a:pt x="164429" y="31432"/>
                        <a:pt x="157933" y="25339"/>
                      </a:cubicBezTo>
                      <a:cubicBezTo>
                        <a:pt x="156027" y="22855"/>
                        <a:pt x="153649" y="20774"/>
                        <a:pt x="150938" y="19218"/>
                      </a:cubicBezTo>
                      <a:lnTo>
                        <a:pt x="142194" y="13972"/>
                      </a:lnTo>
                      <a:lnTo>
                        <a:pt x="134325" y="13972"/>
                      </a:lnTo>
                      <a:cubicBezTo>
                        <a:pt x="125425" y="10029"/>
                        <a:pt x="115999" y="7379"/>
                        <a:pt x="106346" y="6103"/>
                      </a:cubicBezTo>
                      <a:lnTo>
                        <a:pt x="101974" y="6103"/>
                      </a:lnTo>
                      <a:cubicBezTo>
                        <a:pt x="83150" y="3917"/>
                        <a:pt x="64124" y="7904"/>
                        <a:pt x="47765" y="17469"/>
                      </a:cubicBezTo>
                      <a:cubicBezTo>
                        <a:pt x="38567" y="22435"/>
                        <a:pt x="30523" y="29290"/>
                        <a:pt x="24158" y="37579"/>
                      </a:cubicBezTo>
                      <a:cubicBezTo>
                        <a:pt x="19716" y="43945"/>
                        <a:pt x="16464" y="51053"/>
                        <a:pt x="14540" y="58563"/>
                      </a:cubicBezTo>
                      <a:cubicBezTo>
                        <a:pt x="-70" y="85878"/>
                        <a:pt x="-70" y="118683"/>
                        <a:pt x="14540" y="145998"/>
                      </a:cubicBezTo>
                      <a:cubicBezTo>
                        <a:pt x="14540" y="145998"/>
                        <a:pt x="20660" y="153867"/>
                        <a:pt x="14540" y="159113"/>
                      </a:cubicBezTo>
                      <a:cubicBezTo>
                        <a:pt x="12126" y="156744"/>
                        <a:pt x="12083" y="152870"/>
                        <a:pt x="14452" y="150457"/>
                      </a:cubicBezTo>
                      <a:cubicBezTo>
                        <a:pt x="14478" y="150431"/>
                        <a:pt x="14514" y="150396"/>
                        <a:pt x="14540" y="150370"/>
                      </a:cubicBezTo>
                      <a:close/>
                    </a:path>
                  </a:pathLst>
                </a:custGeom>
                <a:solidFill>
                  <a:srgbClr val="D4D6DC"/>
                </a:solidFill>
                <a:ln w="87213" cap="flat">
                  <a:noFill/>
                  <a:prstDash val="solid"/>
                  <a:miter/>
                </a:ln>
              </p:spPr>
              <p:txBody>
                <a:bodyPr rtlCol="0" anchor="ctr"/>
                <a:lstStyle/>
                <a:p>
                  <a:endParaRPr lang="en-IN" dirty="0"/>
                </a:p>
              </p:txBody>
            </p:sp>
            <p:sp>
              <p:nvSpPr>
                <p:cNvPr id="2309" name="Freeform: Shape 2308">
                  <a:extLst>
                    <a:ext uri="{FF2B5EF4-FFF2-40B4-BE49-F238E27FC236}">
                      <a16:creationId xmlns:a16="http://schemas.microsoft.com/office/drawing/2014/main" id="{D0622BFC-D7E6-1606-6DBC-1BCBD1A62F7F}"/>
                    </a:ext>
                  </a:extLst>
                </p:cNvPr>
                <p:cNvSpPr/>
                <p:nvPr/>
              </p:nvSpPr>
              <p:spPr>
                <a:xfrm>
                  <a:off x="3052757" y="4400240"/>
                  <a:ext cx="57425" cy="128528"/>
                </a:xfrm>
                <a:custGeom>
                  <a:avLst/>
                  <a:gdLst>
                    <a:gd name="connsiteX0" fmla="*/ 47171 w 57425"/>
                    <a:gd name="connsiteY0" fmla="*/ 6050 h 128528"/>
                    <a:gd name="connsiteX1" fmla="*/ 47171 w 57425"/>
                    <a:gd name="connsiteY1" fmla="*/ -70 h 128528"/>
                    <a:gd name="connsiteX2" fmla="*/ 56788 w 57425"/>
                    <a:gd name="connsiteY2" fmla="*/ 45396 h 128528"/>
                    <a:gd name="connsiteX3" fmla="*/ 40176 w 57425"/>
                    <a:gd name="connsiteY3" fmla="*/ 96109 h 128528"/>
                    <a:gd name="connsiteX4" fmla="*/ -44 w 57425"/>
                    <a:gd name="connsiteY4" fmla="*/ 128459 h 128528"/>
                    <a:gd name="connsiteX5" fmla="*/ -44 w 57425"/>
                    <a:gd name="connsiteY5" fmla="*/ 128459 h 128528"/>
                    <a:gd name="connsiteX6" fmla="*/ -44 w 57425"/>
                    <a:gd name="connsiteY6" fmla="*/ 124088 h 128528"/>
                    <a:gd name="connsiteX7" fmla="*/ -44 w 57425"/>
                    <a:gd name="connsiteY7" fmla="*/ 124088 h 128528"/>
                    <a:gd name="connsiteX8" fmla="*/ 33181 w 57425"/>
                    <a:gd name="connsiteY8" fmla="*/ 93485 h 128528"/>
                    <a:gd name="connsiteX9" fmla="*/ 43673 w 57425"/>
                    <a:gd name="connsiteY9" fmla="*/ 22663 h 128528"/>
                    <a:gd name="connsiteX10" fmla="*/ 47171 w 57425"/>
                    <a:gd name="connsiteY10" fmla="*/ 6050 h 1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425" h="128528">
                      <a:moveTo>
                        <a:pt x="47171" y="6050"/>
                      </a:moveTo>
                      <a:lnTo>
                        <a:pt x="47171" y="-70"/>
                      </a:lnTo>
                      <a:cubicBezTo>
                        <a:pt x="55468" y="13544"/>
                        <a:pt x="58860" y="29588"/>
                        <a:pt x="56788" y="45396"/>
                      </a:cubicBezTo>
                      <a:cubicBezTo>
                        <a:pt x="56675" y="63617"/>
                        <a:pt x="50860" y="81350"/>
                        <a:pt x="40176" y="96109"/>
                      </a:cubicBezTo>
                      <a:cubicBezTo>
                        <a:pt x="30331" y="110692"/>
                        <a:pt x="16315" y="121972"/>
                        <a:pt x="-44" y="128459"/>
                      </a:cubicBezTo>
                      <a:lnTo>
                        <a:pt x="-44" y="128459"/>
                      </a:lnTo>
                      <a:lnTo>
                        <a:pt x="-44" y="124088"/>
                      </a:lnTo>
                      <a:lnTo>
                        <a:pt x="-44" y="124088"/>
                      </a:lnTo>
                      <a:cubicBezTo>
                        <a:pt x="13193" y="116516"/>
                        <a:pt x="24543" y="106059"/>
                        <a:pt x="33181" y="93485"/>
                      </a:cubicBezTo>
                      <a:cubicBezTo>
                        <a:pt x="46121" y="72273"/>
                        <a:pt x="49908" y="46716"/>
                        <a:pt x="43673" y="22663"/>
                      </a:cubicBezTo>
                      <a:cubicBezTo>
                        <a:pt x="40613" y="17015"/>
                        <a:pt x="42091" y="9985"/>
                        <a:pt x="47171" y="6050"/>
                      </a:cubicBezTo>
                      <a:close/>
                    </a:path>
                  </a:pathLst>
                </a:custGeom>
                <a:solidFill>
                  <a:srgbClr val="DADCE1"/>
                </a:solidFill>
                <a:ln w="87213" cap="flat">
                  <a:noFill/>
                  <a:prstDash val="solid"/>
                  <a:miter/>
                </a:ln>
              </p:spPr>
              <p:txBody>
                <a:bodyPr rtlCol="0" anchor="ctr"/>
                <a:lstStyle/>
                <a:p>
                  <a:endParaRPr lang="en-IN" dirty="0"/>
                </a:p>
              </p:txBody>
            </p:sp>
            <p:sp>
              <p:nvSpPr>
                <p:cNvPr id="2310" name="Freeform: Shape 2309">
                  <a:extLst>
                    <a:ext uri="{FF2B5EF4-FFF2-40B4-BE49-F238E27FC236}">
                      <a16:creationId xmlns:a16="http://schemas.microsoft.com/office/drawing/2014/main" id="{2D03B808-1D10-45B5-92AB-067C688E7A14}"/>
                    </a:ext>
                  </a:extLst>
                </p:cNvPr>
                <p:cNvSpPr/>
                <p:nvPr/>
              </p:nvSpPr>
              <p:spPr>
                <a:xfrm>
                  <a:off x="2923354" y="4486801"/>
                  <a:ext cx="72102" cy="45465"/>
                </a:xfrm>
                <a:custGeom>
                  <a:avLst/>
                  <a:gdLst>
                    <a:gd name="connsiteX0" fmla="*/ 1704 w 72102"/>
                    <a:gd name="connsiteY0" fmla="*/ -70 h 45465"/>
                    <a:gd name="connsiteX1" fmla="*/ 1704 w 72102"/>
                    <a:gd name="connsiteY1" fmla="*/ -70 h 45465"/>
                    <a:gd name="connsiteX2" fmla="*/ 6950 w 72102"/>
                    <a:gd name="connsiteY2" fmla="*/ 5176 h 45465"/>
                    <a:gd name="connsiteX3" fmla="*/ 63783 w 72102"/>
                    <a:gd name="connsiteY3" fmla="*/ 41024 h 45465"/>
                    <a:gd name="connsiteX4" fmla="*/ 71652 w 72102"/>
                    <a:gd name="connsiteY4" fmla="*/ 41024 h 45465"/>
                    <a:gd name="connsiteX5" fmla="*/ 71652 w 72102"/>
                    <a:gd name="connsiteY5" fmla="*/ 45396 h 45465"/>
                    <a:gd name="connsiteX6" fmla="*/ 41924 w 72102"/>
                    <a:gd name="connsiteY6" fmla="*/ 39275 h 45465"/>
                    <a:gd name="connsiteX7" fmla="*/ -44 w 72102"/>
                    <a:gd name="connsiteY7" fmla="*/ 7799 h 45465"/>
                    <a:gd name="connsiteX8" fmla="*/ 1704 w 72102"/>
                    <a:gd name="connsiteY8" fmla="*/ -70 h 4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102" h="45465">
                      <a:moveTo>
                        <a:pt x="1704" y="-70"/>
                      </a:moveTo>
                      <a:lnTo>
                        <a:pt x="1704" y="-70"/>
                      </a:lnTo>
                      <a:cubicBezTo>
                        <a:pt x="4222" y="690"/>
                        <a:pt x="6190" y="2658"/>
                        <a:pt x="6950" y="5176"/>
                      </a:cubicBezTo>
                      <a:cubicBezTo>
                        <a:pt x="21360" y="23135"/>
                        <a:pt x="41373" y="35752"/>
                        <a:pt x="63783" y="41024"/>
                      </a:cubicBezTo>
                      <a:cubicBezTo>
                        <a:pt x="66345" y="40220"/>
                        <a:pt x="69090" y="40220"/>
                        <a:pt x="71652" y="41024"/>
                      </a:cubicBezTo>
                      <a:cubicBezTo>
                        <a:pt x="72194" y="42432"/>
                        <a:pt x="72194" y="43988"/>
                        <a:pt x="71652" y="45396"/>
                      </a:cubicBezTo>
                      <a:cubicBezTo>
                        <a:pt x="61160" y="45396"/>
                        <a:pt x="51542" y="45396"/>
                        <a:pt x="41924" y="39275"/>
                      </a:cubicBezTo>
                      <a:cubicBezTo>
                        <a:pt x="25653" y="32228"/>
                        <a:pt x="11278" y="21447"/>
                        <a:pt x="-44" y="7799"/>
                      </a:cubicBezTo>
                      <a:cubicBezTo>
                        <a:pt x="87" y="5097"/>
                        <a:pt x="672" y="2430"/>
                        <a:pt x="1704" y="-70"/>
                      </a:cubicBezTo>
                      <a:close/>
                    </a:path>
                  </a:pathLst>
                </a:custGeom>
                <a:solidFill>
                  <a:srgbClr val="DBDDE1"/>
                </a:solidFill>
                <a:ln w="87213" cap="flat">
                  <a:noFill/>
                  <a:prstDash val="solid"/>
                  <a:miter/>
                </a:ln>
              </p:spPr>
              <p:txBody>
                <a:bodyPr rtlCol="0" anchor="ctr"/>
                <a:lstStyle/>
                <a:p>
                  <a:endParaRPr lang="en-IN" dirty="0"/>
                </a:p>
              </p:txBody>
            </p:sp>
            <p:sp>
              <p:nvSpPr>
                <p:cNvPr id="2311" name="Freeform: Shape 2310">
                  <a:extLst>
                    <a:ext uri="{FF2B5EF4-FFF2-40B4-BE49-F238E27FC236}">
                      <a16:creationId xmlns:a16="http://schemas.microsoft.com/office/drawing/2014/main" id="{7E8C1F24-6F2A-D43A-9CB1-898A66D17E76}"/>
                    </a:ext>
                  </a:extLst>
                </p:cNvPr>
                <p:cNvSpPr/>
                <p:nvPr/>
              </p:nvSpPr>
              <p:spPr>
                <a:xfrm>
                  <a:off x="3009914" y="4527554"/>
                  <a:ext cx="43717" cy="10582"/>
                </a:xfrm>
                <a:custGeom>
                  <a:avLst/>
                  <a:gdLst>
                    <a:gd name="connsiteX0" fmla="*/ 43673 w 43717"/>
                    <a:gd name="connsiteY0" fmla="*/ 271 h 10582"/>
                    <a:gd name="connsiteX1" fmla="*/ 43673 w 43717"/>
                    <a:gd name="connsiteY1" fmla="*/ 271 h 10582"/>
                    <a:gd name="connsiteX2" fmla="*/ -44 w 43717"/>
                    <a:gd name="connsiteY2" fmla="*/ 9889 h 10582"/>
                    <a:gd name="connsiteX3" fmla="*/ 7825 w 43717"/>
                    <a:gd name="connsiteY3" fmla="*/ 9889 h 10582"/>
                    <a:gd name="connsiteX4" fmla="*/ 20940 w 43717"/>
                    <a:gd name="connsiteY4" fmla="*/ 9889 h 10582"/>
                    <a:gd name="connsiteX5" fmla="*/ 20940 w 43717"/>
                    <a:gd name="connsiteY5" fmla="*/ 9889 h 10582"/>
                    <a:gd name="connsiteX6" fmla="*/ 43673 w 43717"/>
                    <a:gd name="connsiteY6" fmla="*/ 271 h 1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17" h="10582">
                      <a:moveTo>
                        <a:pt x="43673" y="271"/>
                      </a:moveTo>
                      <a:lnTo>
                        <a:pt x="43673" y="271"/>
                      </a:lnTo>
                      <a:cubicBezTo>
                        <a:pt x="30575" y="8236"/>
                        <a:pt x="15196" y="11620"/>
                        <a:pt x="-44" y="9889"/>
                      </a:cubicBezTo>
                      <a:cubicBezTo>
                        <a:pt x="-44" y="9889"/>
                        <a:pt x="-44" y="9889"/>
                        <a:pt x="7825" y="9889"/>
                      </a:cubicBezTo>
                      <a:cubicBezTo>
                        <a:pt x="12161" y="10720"/>
                        <a:pt x="16603" y="10720"/>
                        <a:pt x="20940" y="9889"/>
                      </a:cubicBezTo>
                      <a:lnTo>
                        <a:pt x="20940" y="9889"/>
                      </a:lnTo>
                      <a:cubicBezTo>
                        <a:pt x="32306" y="3768"/>
                        <a:pt x="37553" y="-1478"/>
                        <a:pt x="43673" y="271"/>
                      </a:cubicBezTo>
                      <a:close/>
                    </a:path>
                  </a:pathLst>
                </a:custGeom>
                <a:solidFill>
                  <a:srgbClr val="DBDDE1"/>
                </a:solidFill>
                <a:ln w="87213" cap="flat">
                  <a:noFill/>
                  <a:prstDash val="solid"/>
                  <a:miter/>
                </a:ln>
              </p:spPr>
              <p:txBody>
                <a:bodyPr rtlCol="0" anchor="ctr"/>
                <a:lstStyle/>
                <a:p>
                  <a:endParaRPr lang="en-IN" dirty="0"/>
                </a:p>
              </p:txBody>
            </p:sp>
            <p:sp>
              <p:nvSpPr>
                <p:cNvPr id="2312" name="Freeform: Shape 2311">
                  <a:extLst>
                    <a:ext uri="{FF2B5EF4-FFF2-40B4-BE49-F238E27FC236}">
                      <a16:creationId xmlns:a16="http://schemas.microsoft.com/office/drawing/2014/main" id="{F1A98180-B600-BC63-1894-FC89B1C0D614}"/>
                    </a:ext>
                  </a:extLst>
                </p:cNvPr>
                <p:cNvSpPr/>
                <p:nvPr/>
              </p:nvSpPr>
              <p:spPr>
                <a:xfrm>
                  <a:off x="3002919" y="4533141"/>
                  <a:ext cx="31476" cy="5245"/>
                </a:xfrm>
                <a:custGeom>
                  <a:avLst/>
                  <a:gdLst>
                    <a:gd name="connsiteX0" fmla="*/ 29684 w 31476"/>
                    <a:gd name="connsiteY0" fmla="*/ -70 h 5245"/>
                    <a:gd name="connsiteX1" fmla="*/ 7825 w 31476"/>
                    <a:gd name="connsiteY1" fmla="*/ 5176 h 5245"/>
                    <a:gd name="connsiteX2" fmla="*/ 7825 w 31476"/>
                    <a:gd name="connsiteY2" fmla="*/ 5176 h 5245"/>
                    <a:gd name="connsiteX3" fmla="*/ -44 w 31476"/>
                    <a:gd name="connsiteY3" fmla="*/ 5176 h 5245"/>
                    <a:gd name="connsiteX4" fmla="*/ -44 w 31476"/>
                    <a:gd name="connsiteY4" fmla="*/ 5176 h 5245"/>
                    <a:gd name="connsiteX5" fmla="*/ -44 w 31476"/>
                    <a:gd name="connsiteY5" fmla="*/ 5176 h 5245"/>
                    <a:gd name="connsiteX6" fmla="*/ -44 w 31476"/>
                    <a:gd name="connsiteY6" fmla="*/ 5176 h 5245"/>
                    <a:gd name="connsiteX7" fmla="*/ 31432 w 31476"/>
                    <a:gd name="connsiteY7" fmla="*/ 5176 h 5245"/>
                    <a:gd name="connsiteX8" fmla="*/ 29684 w 31476"/>
                    <a:gd name="connsiteY8" fmla="*/ -70 h 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76" h="5245">
                      <a:moveTo>
                        <a:pt x="29684" y="-70"/>
                      </a:moveTo>
                      <a:cubicBezTo>
                        <a:pt x="22689" y="-70"/>
                        <a:pt x="14820" y="-70"/>
                        <a:pt x="7825" y="5176"/>
                      </a:cubicBezTo>
                      <a:lnTo>
                        <a:pt x="7825" y="5176"/>
                      </a:lnTo>
                      <a:cubicBezTo>
                        <a:pt x="7825" y="5176"/>
                        <a:pt x="2579" y="5176"/>
                        <a:pt x="-44" y="5176"/>
                      </a:cubicBezTo>
                      <a:lnTo>
                        <a:pt x="-44" y="5176"/>
                      </a:lnTo>
                      <a:lnTo>
                        <a:pt x="-44" y="5176"/>
                      </a:lnTo>
                      <a:cubicBezTo>
                        <a:pt x="-44" y="5176"/>
                        <a:pt x="-44" y="5176"/>
                        <a:pt x="-44" y="5176"/>
                      </a:cubicBezTo>
                      <a:cubicBezTo>
                        <a:pt x="-44" y="5176"/>
                        <a:pt x="20940" y="5176"/>
                        <a:pt x="31432" y="5176"/>
                      </a:cubicBezTo>
                      <a:cubicBezTo>
                        <a:pt x="29675" y="4065"/>
                        <a:pt x="28950" y="1871"/>
                        <a:pt x="29684" y="-70"/>
                      </a:cubicBezTo>
                      <a:close/>
                    </a:path>
                  </a:pathLst>
                </a:custGeom>
                <a:solidFill>
                  <a:srgbClr val="D4D6DC"/>
                </a:solidFill>
                <a:ln w="87213" cap="flat">
                  <a:noFill/>
                  <a:prstDash val="solid"/>
                  <a:miter/>
                </a:ln>
              </p:spPr>
              <p:txBody>
                <a:bodyPr rtlCol="0" anchor="ctr"/>
                <a:lstStyle/>
                <a:p>
                  <a:endParaRPr lang="en-IN" dirty="0"/>
                </a:p>
              </p:txBody>
            </p:sp>
            <p:sp>
              <p:nvSpPr>
                <p:cNvPr id="2313" name="Freeform: Shape 2312">
                  <a:extLst>
                    <a:ext uri="{FF2B5EF4-FFF2-40B4-BE49-F238E27FC236}">
                      <a16:creationId xmlns:a16="http://schemas.microsoft.com/office/drawing/2014/main" id="{218CD26B-1AAC-EAD1-3004-F562C8858B91}"/>
                    </a:ext>
                  </a:extLst>
                </p:cNvPr>
                <p:cNvSpPr/>
                <p:nvPr/>
              </p:nvSpPr>
              <p:spPr>
                <a:xfrm>
                  <a:off x="3002919" y="4536299"/>
                  <a:ext cx="7869" cy="2642"/>
                </a:xfrm>
                <a:custGeom>
                  <a:avLst/>
                  <a:gdLst>
                    <a:gd name="connsiteX0" fmla="*/ -44 w 7869"/>
                    <a:gd name="connsiteY0" fmla="*/ 1143 h 2642"/>
                    <a:gd name="connsiteX1" fmla="*/ 7825 w 7869"/>
                    <a:gd name="connsiteY1" fmla="*/ 1143 h 2642"/>
                    <a:gd name="connsiteX2" fmla="*/ -44 w 7869"/>
                    <a:gd name="connsiteY2" fmla="*/ 1143 h 2642"/>
                  </a:gdLst>
                  <a:ahLst/>
                  <a:cxnLst>
                    <a:cxn ang="0">
                      <a:pos x="connsiteX0" y="connsiteY0"/>
                    </a:cxn>
                    <a:cxn ang="0">
                      <a:pos x="connsiteX1" y="connsiteY1"/>
                    </a:cxn>
                    <a:cxn ang="0">
                      <a:pos x="connsiteX2" y="connsiteY2"/>
                    </a:cxn>
                  </a:cxnLst>
                  <a:rect l="l" t="t" r="r" b="b"/>
                  <a:pathLst>
                    <a:path w="7869" h="2642">
                      <a:moveTo>
                        <a:pt x="-44" y="1143"/>
                      </a:moveTo>
                      <a:cubicBezTo>
                        <a:pt x="2334" y="-474"/>
                        <a:pt x="5447" y="-474"/>
                        <a:pt x="7825" y="1143"/>
                      </a:cubicBezTo>
                      <a:cubicBezTo>
                        <a:pt x="5552" y="3049"/>
                        <a:pt x="2229" y="3049"/>
                        <a:pt x="-44" y="1143"/>
                      </a:cubicBezTo>
                      <a:close/>
                    </a:path>
                  </a:pathLst>
                </a:custGeom>
                <a:solidFill>
                  <a:srgbClr val="DBDDE1"/>
                </a:solidFill>
                <a:ln w="87213" cap="flat">
                  <a:noFill/>
                  <a:prstDash val="solid"/>
                  <a:miter/>
                </a:ln>
              </p:spPr>
              <p:txBody>
                <a:bodyPr rtlCol="0" anchor="ctr"/>
                <a:lstStyle/>
                <a:p>
                  <a:endParaRPr lang="en-IN" dirty="0"/>
                </a:p>
              </p:txBody>
            </p:sp>
            <p:sp>
              <p:nvSpPr>
                <p:cNvPr id="2314" name="Freeform: Shape 2313">
                  <a:extLst>
                    <a:ext uri="{FF2B5EF4-FFF2-40B4-BE49-F238E27FC236}">
                      <a16:creationId xmlns:a16="http://schemas.microsoft.com/office/drawing/2014/main" id="{949B6BBB-BDB7-F64C-7CD6-A47D11719A3B}"/>
                    </a:ext>
                  </a:extLst>
                </p:cNvPr>
                <p:cNvSpPr/>
                <p:nvPr/>
              </p:nvSpPr>
              <p:spPr>
                <a:xfrm>
                  <a:off x="2906845" y="4340688"/>
                  <a:ext cx="201117" cy="194343"/>
                </a:xfrm>
                <a:custGeom>
                  <a:avLst/>
                  <a:gdLst>
                    <a:gd name="connsiteX0" fmla="*/ 105648 w 201117"/>
                    <a:gd name="connsiteY0" fmla="*/ 1776 h 194343"/>
                    <a:gd name="connsiteX1" fmla="*/ 112643 w 201117"/>
                    <a:gd name="connsiteY1" fmla="*/ 1776 h 194343"/>
                    <a:gd name="connsiteX2" fmla="*/ 181717 w 201117"/>
                    <a:gd name="connsiteY2" fmla="*/ 46368 h 194343"/>
                    <a:gd name="connsiteX3" fmla="*/ 168497 w 201117"/>
                    <a:gd name="connsiteY3" fmla="*/ 169309 h 194343"/>
                    <a:gd name="connsiteX4" fmla="*/ 160732 w 201117"/>
                    <a:gd name="connsiteY4" fmla="*/ 174896 h 194343"/>
                    <a:gd name="connsiteX5" fmla="*/ 156361 w 201117"/>
                    <a:gd name="connsiteY5" fmla="*/ 174896 h 194343"/>
                    <a:gd name="connsiteX6" fmla="*/ 19333 w 201117"/>
                    <a:gd name="connsiteY6" fmla="*/ 154812 h 194343"/>
                    <a:gd name="connsiteX7" fmla="*/ 39417 w 201117"/>
                    <a:gd name="connsiteY7" fmla="*/ 17794 h 194343"/>
                    <a:gd name="connsiteX8" fmla="*/ 54062 w 201117"/>
                    <a:gd name="connsiteY8" fmla="*/ 8771 h 194343"/>
                    <a:gd name="connsiteX9" fmla="*/ 61057 w 201117"/>
                    <a:gd name="connsiteY9" fmla="*/ 8771 h 194343"/>
                    <a:gd name="connsiteX10" fmla="*/ 61057 w 201117"/>
                    <a:gd name="connsiteY10" fmla="*/ 8771 h 194343"/>
                    <a:gd name="connsiteX11" fmla="*/ 40072 w 201117"/>
                    <a:gd name="connsiteY11" fmla="*/ 23635 h 194343"/>
                    <a:gd name="connsiteX12" fmla="*/ 11219 w 201117"/>
                    <a:gd name="connsiteY12" fmla="*/ 90085 h 194343"/>
                    <a:gd name="connsiteX13" fmla="*/ 47941 w 201117"/>
                    <a:gd name="connsiteY13" fmla="*/ 160907 h 194343"/>
                    <a:gd name="connsiteX14" fmla="*/ 127507 w 201117"/>
                    <a:gd name="connsiteY14" fmla="*/ 177520 h 194343"/>
                    <a:gd name="connsiteX15" fmla="*/ 172099 w 201117"/>
                    <a:gd name="connsiteY15" fmla="*/ 149540 h 194343"/>
                    <a:gd name="connsiteX16" fmla="*/ 182591 w 201117"/>
                    <a:gd name="connsiteY16" fmla="*/ 132928 h 194343"/>
                    <a:gd name="connsiteX17" fmla="*/ 182591 w 201117"/>
                    <a:gd name="connsiteY17" fmla="*/ 62105 h 194343"/>
                    <a:gd name="connsiteX18" fmla="*/ 152863 w 201117"/>
                    <a:gd name="connsiteY18" fmla="*/ 21885 h 194343"/>
                    <a:gd name="connsiteX19" fmla="*/ 140622 w 201117"/>
                    <a:gd name="connsiteY19" fmla="*/ 14891 h 194343"/>
                    <a:gd name="connsiteX20" fmla="*/ 83790 w 201117"/>
                    <a:gd name="connsiteY20" fmla="*/ 2650 h 194343"/>
                    <a:gd name="connsiteX21" fmla="*/ 83790 w 201117"/>
                    <a:gd name="connsiteY21" fmla="*/ 2650 h 194343"/>
                    <a:gd name="connsiteX22" fmla="*/ 93408 w 201117"/>
                    <a:gd name="connsiteY22" fmla="*/ 2650 h 194343"/>
                    <a:gd name="connsiteX23" fmla="*/ 105648 w 201117"/>
                    <a:gd name="connsiteY23" fmla="*/ 1776 h 19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1117" h="194343">
                      <a:moveTo>
                        <a:pt x="105648" y="1776"/>
                      </a:moveTo>
                      <a:lnTo>
                        <a:pt x="112643" y="1776"/>
                      </a:lnTo>
                      <a:cubicBezTo>
                        <a:pt x="141051" y="5902"/>
                        <a:pt x="166267" y="22174"/>
                        <a:pt x="181717" y="46368"/>
                      </a:cubicBezTo>
                      <a:cubicBezTo>
                        <a:pt x="212012" y="83964"/>
                        <a:pt x="206102" y="139013"/>
                        <a:pt x="168497" y="169309"/>
                      </a:cubicBezTo>
                      <a:cubicBezTo>
                        <a:pt x="166013" y="171311"/>
                        <a:pt x="163425" y="173174"/>
                        <a:pt x="160732" y="174896"/>
                      </a:cubicBezTo>
                      <a:lnTo>
                        <a:pt x="156361" y="174896"/>
                      </a:lnTo>
                      <a:cubicBezTo>
                        <a:pt x="112976" y="207186"/>
                        <a:pt x="51631" y="198198"/>
                        <a:pt x="19333" y="154812"/>
                      </a:cubicBezTo>
                      <a:cubicBezTo>
                        <a:pt x="-12957" y="111427"/>
                        <a:pt x="-3968" y="50083"/>
                        <a:pt x="39417" y="17794"/>
                      </a:cubicBezTo>
                      <a:cubicBezTo>
                        <a:pt x="44024" y="14358"/>
                        <a:pt x="48920" y="11341"/>
                        <a:pt x="54062" y="8771"/>
                      </a:cubicBezTo>
                      <a:cubicBezTo>
                        <a:pt x="54062" y="8771"/>
                        <a:pt x="54062" y="8771"/>
                        <a:pt x="61057" y="8771"/>
                      </a:cubicBezTo>
                      <a:lnTo>
                        <a:pt x="61057" y="8771"/>
                      </a:lnTo>
                      <a:cubicBezTo>
                        <a:pt x="54936" y="15765"/>
                        <a:pt x="46193" y="17514"/>
                        <a:pt x="40072" y="23635"/>
                      </a:cubicBezTo>
                      <a:cubicBezTo>
                        <a:pt x="21300" y="40570"/>
                        <a:pt x="10773" y="64808"/>
                        <a:pt x="11219" y="90085"/>
                      </a:cubicBezTo>
                      <a:cubicBezTo>
                        <a:pt x="11350" y="118230"/>
                        <a:pt x="25016" y="144583"/>
                        <a:pt x="47941" y="160907"/>
                      </a:cubicBezTo>
                      <a:cubicBezTo>
                        <a:pt x="70544" y="178280"/>
                        <a:pt x="99843" y="184392"/>
                        <a:pt x="127507" y="177520"/>
                      </a:cubicBezTo>
                      <a:cubicBezTo>
                        <a:pt x="144661" y="172483"/>
                        <a:pt x="160094" y="162795"/>
                        <a:pt x="172099" y="149540"/>
                      </a:cubicBezTo>
                      <a:cubicBezTo>
                        <a:pt x="177153" y="145151"/>
                        <a:pt x="180798" y="139372"/>
                        <a:pt x="182591" y="132928"/>
                      </a:cubicBezTo>
                      <a:cubicBezTo>
                        <a:pt x="192576" y="110378"/>
                        <a:pt x="192576" y="84655"/>
                        <a:pt x="182591" y="62105"/>
                      </a:cubicBezTo>
                      <a:cubicBezTo>
                        <a:pt x="175841" y="46630"/>
                        <a:pt x="165681" y="32876"/>
                        <a:pt x="152863" y="21885"/>
                      </a:cubicBezTo>
                      <a:cubicBezTo>
                        <a:pt x="149672" y="18266"/>
                        <a:pt x="145361" y="15809"/>
                        <a:pt x="140622" y="14891"/>
                      </a:cubicBezTo>
                      <a:cubicBezTo>
                        <a:pt x="123179" y="5632"/>
                        <a:pt x="103506" y="1391"/>
                        <a:pt x="83790" y="2650"/>
                      </a:cubicBezTo>
                      <a:lnTo>
                        <a:pt x="83790" y="2650"/>
                      </a:lnTo>
                      <a:cubicBezTo>
                        <a:pt x="83790" y="-3471"/>
                        <a:pt x="89910" y="2650"/>
                        <a:pt x="93408" y="2650"/>
                      </a:cubicBezTo>
                      <a:cubicBezTo>
                        <a:pt x="97429" y="1819"/>
                        <a:pt x="101548" y="1522"/>
                        <a:pt x="105648" y="1776"/>
                      </a:cubicBezTo>
                      <a:close/>
                    </a:path>
                  </a:pathLst>
                </a:custGeom>
                <a:solidFill>
                  <a:srgbClr val="C5C8D0"/>
                </a:solidFill>
                <a:ln w="87213" cap="flat">
                  <a:noFill/>
                  <a:prstDash val="solid"/>
                  <a:miter/>
                </a:ln>
              </p:spPr>
              <p:txBody>
                <a:bodyPr rtlCol="0" anchor="ctr"/>
                <a:lstStyle/>
                <a:p>
                  <a:endParaRPr lang="en-IN" dirty="0"/>
                </a:p>
              </p:txBody>
            </p:sp>
            <p:sp>
              <p:nvSpPr>
                <p:cNvPr id="2315" name="Freeform: Shape 2314">
                  <a:extLst>
                    <a:ext uri="{FF2B5EF4-FFF2-40B4-BE49-F238E27FC236}">
                      <a16:creationId xmlns:a16="http://schemas.microsoft.com/office/drawing/2014/main" id="{1B8E9CBD-F01B-E5BB-DCED-19D9A7A758E0}"/>
                    </a:ext>
                  </a:extLst>
                </p:cNvPr>
                <p:cNvSpPr/>
                <p:nvPr/>
              </p:nvSpPr>
              <p:spPr>
                <a:xfrm>
                  <a:off x="2912771" y="4345921"/>
                  <a:ext cx="150478" cy="189317"/>
                </a:xfrm>
                <a:custGeom>
                  <a:avLst/>
                  <a:gdLst>
                    <a:gd name="connsiteX0" fmla="*/ 55130 w 150478"/>
                    <a:gd name="connsiteY0" fmla="*/ 5286 h 189317"/>
                    <a:gd name="connsiteX1" fmla="*/ 47 w 150478"/>
                    <a:gd name="connsiteY1" fmla="*/ 82228 h 189317"/>
                    <a:gd name="connsiteX2" fmla="*/ 12288 w 150478"/>
                    <a:gd name="connsiteY2" fmla="*/ 136437 h 189317"/>
                    <a:gd name="connsiteX3" fmla="*/ 73492 w 150478"/>
                    <a:gd name="connsiteY3" fmla="*/ 185401 h 189317"/>
                    <a:gd name="connsiteX4" fmla="*/ 150435 w 150478"/>
                    <a:gd name="connsiteY4" fmla="*/ 176657 h 189317"/>
                    <a:gd name="connsiteX5" fmla="*/ 150435 w 150478"/>
                    <a:gd name="connsiteY5" fmla="*/ 176657 h 189317"/>
                    <a:gd name="connsiteX6" fmla="*/ 150435 w 150478"/>
                    <a:gd name="connsiteY6" fmla="*/ 176657 h 189317"/>
                    <a:gd name="connsiteX7" fmla="*/ 128576 w 150478"/>
                    <a:gd name="connsiteY7" fmla="*/ 183652 h 189317"/>
                    <a:gd name="connsiteX8" fmla="*/ 128576 w 150478"/>
                    <a:gd name="connsiteY8" fmla="*/ 183652 h 189317"/>
                    <a:gd name="connsiteX9" fmla="*/ 90104 w 150478"/>
                    <a:gd name="connsiteY9" fmla="*/ 183652 h 189317"/>
                    <a:gd name="connsiteX10" fmla="*/ 83110 w 150478"/>
                    <a:gd name="connsiteY10" fmla="*/ 183652 h 189317"/>
                    <a:gd name="connsiteX11" fmla="*/ 45513 w 150478"/>
                    <a:gd name="connsiteY11" fmla="*/ 166165 h 189317"/>
                    <a:gd name="connsiteX12" fmla="*/ 24529 w 150478"/>
                    <a:gd name="connsiteY12" fmla="*/ 146055 h 189317"/>
                    <a:gd name="connsiteX13" fmla="*/ 24529 w 150478"/>
                    <a:gd name="connsiteY13" fmla="*/ 146055 h 189317"/>
                    <a:gd name="connsiteX14" fmla="*/ 8790 w 150478"/>
                    <a:gd name="connsiteY14" fmla="*/ 94469 h 189317"/>
                    <a:gd name="connsiteX15" fmla="*/ 18408 w 150478"/>
                    <a:gd name="connsiteY15" fmla="*/ 50751 h 189317"/>
                    <a:gd name="connsiteX16" fmla="*/ 31523 w 150478"/>
                    <a:gd name="connsiteY16" fmla="*/ 29767 h 189317"/>
                    <a:gd name="connsiteX17" fmla="*/ 73492 w 150478"/>
                    <a:gd name="connsiteY17" fmla="*/ 914 h 189317"/>
                    <a:gd name="connsiteX18" fmla="*/ 101471 w 150478"/>
                    <a:gd name="connsiteY18" fmla="*/ 914 h 189317"/>
                    <a:gd name="connsiteX19" fmla="*/ 111089 w 150478"/>
                    <a:gd name="connsiteY19" fmla="*/ 914 h 189317"/>
                    <a:gd name="connsiteX20" fmla="*/ 90104 w 150478"/>
                    <a:gd name="connsiteY20" fmla="*/ 914 h 189317"/>
                    <a:gd name="connsiteX21" fmla="*/ 55130 w 150478"/>
                    <a:gd name="connsiteY21" fmla="*/ 5286 h 18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0478" h="189317">
                      <a:moveTo>
                        <a:pt x="55130" y="5286"/>
                      </a:moveTo>
                      <a:cubicBezTo>
                        <a:pt x="23278" y="17920"/>
                        <a:pt x="1743" y="48006"/>
                        <a:pt x="47" y="82228"/>
                      </a:cubicBezTo>
                      <a:cubicBezTo>
                        <a:pt x="-732" y="101061"/>
                        <a:pt x="3492" y="119764"/>
                        <a:pt x="12288" y="136437"/>
                      </a:cubicBezTo>
                      <a:cubicBezTo>
                        <a:pt x="25525" y="160115"/>
                        <a:pt x="47489" y="177681"/>
                        <a:pt x="73492" y="185401"/>
                      </a:cubicBezTo>
                      <a:cubicBezTo>
                        <a:pt x="99294" y="192684"/>
                        <a:pt x="126923" y="189545"/>
                        <a:pt x="150435" y="176657"/>
                      </a:cubicBezTo>
                      <a:cubicBezTo>
                        <a:pt x="150435" y="176657"/>
                        <a:pt x="150435" y="176657"/>
                        <a:pt x="150435" y="176657"/>
                      </a:cubicBezTo>
                      <a:lnTo>
                        <a:pt x="150435" y="176657"/>
                      </a:lnTo>
                      <a:cubicBezTo>
                        <a:pt x="143580" y="180163"/>
                        <a:pt x="136191" y="182524"/>
                        <a:pt x="128576" y="183652"/>
                      </a:cubicBezTo>
                      <a:lnTo>
                        <a:pt x="128576" y="183652"/>
                      </a:lnTo>
                      <a:lnTo>
                        <a:pt x="90104" y="183652"/>
                      </a:lnTo>
                      <a:lnTo>
                        <a:pt x="83110" y="183652"/>
                      </a:lnTo>
                      <a:cubicBezTo>
                        <a:pt x="69182" y="181466"/>
                        <a:pt x="56162" y="175398"/>
                        <a:pt x="45513" y="166165"/>
                      </a:cubicBezTo>
                      <a:cubicBezTo>
                        <a:pt x="37101" y="161120"/>
                        <a:pt x="29932" y="154248"/>
                        <a:pt x="24529" y="146055"/>
                      </a:cubicBezTo>
                      <a:cubicBezTo>
                        <a:pt x="24529" y="146055"/>
                        <a:pt x="24529" y="146055"/>
                        <a:pt x="24529" y="146055"/>
                      </a:cubicBezTo>
                      <a:cubicBezTo>
                        <a:pt x="16161" y="129967"/>
                        <a:pt x="10827" y="112480"/>
                        <a:pt x="8790" y="94469"/>
                      </a:cubicBezTo>
                      <a:cubicBezTo>
                        <a:pt x="8511" y="79343"/>
                        <a:pt x="11807" y="64365"/>
                        <a:pt x="18408" y="50751"/>
                      </a:cubicBezTo>
                      <a:cubicBezTo>
                        <a:pt x="22142" y="43381"/>
                        <a:pt x="26531" y="36360"/>
                        <a:pt x="31523" y="29767"/>
                      </a:cubicBezTo>
                      <a:cubicBezTo>
                        <a:pt x="41884" y="15717"/>
                        <a:pt x="56661" y="5556"/>
                        <a:pt x="73492" y="914"/>
                      </a:cubicBezTo>
                      <a:cubicBezTo>
                        <a:pt x="82795" y="4"/>
                        <a:pt x="92168" y="4"/>
                        <a:pt x="101471" y="914"/>
                      </a:cubicBezTo>
                      <a:cubicBezTo>
                        <a:pt x="104540" y="-398"/>
                        <a:pt x="108020" y="-398"/>
                        <a:pt x="111089" y="914"/>
                      </a:cubicBezTo>
                      <a:cubicBezTo>
                        <a:pt x="104094" y="914"/>
                        <a:pt x="97099" y="914"/>
                        <a:pt x="90104" y="914"/>
                      </a:cubicBezTo>
                      <a:cubicBezTo>
                        <a:pt x="79324" y="6431"/>
                        <a:pt x="66943" y="7979"/>
                        <a:pt x="55130" y="5286"/>
                      </a:cubicBezTo>
                      <a:close/>
                    </a:path>
                  </a:pathLst>
                </a:custGeom>
                <a:solidFill>
                  <a:srgbClr val="D0D2D8"/>
                </a:solidFill>
                <a:ln w="87213" cap="flat">
                  <a:noFill/>
                  <a:prstDash val="solid"/>
                  <a:miter/>
                </a:ln>
              </p:spPr>
              <p:txBody>
                <a:bodyPr rtlCol="0" anchor="ctr"/>
                <a:lstStyle/>
                <a:p>
                  <a:endParaRPr lang="en-IN" dirty="0"/>
                </a:p>
              </p:txBody>
            </p:sp>
            <p:sp>
              <p:nvSpPr>
                <p:cNvPr id="2316" name="Freeform: Shape 2315">
                  <a:extLst>
                    <a:ext uri="{FF2B5EF4-FFF2-40B4-BE49-F238E27FC236}">
                      <a16:creationId xmlns:a16="http://schemas.microsoft.com/office/drawing/2014/main" id="{2660BC5D-0BB6-A263-0EF3-6B7C09B42A9E}"/>
                    </a:ext>
                  </a:extLst>
                </p:cNvPr>
                <p:cNvSpPr/>
                <p:nvPr/>
              </p:nvSpPr>
              <p:spPr>
                <a:xfrm>
                  <a:off x="3059752" y="4389748"/>
                  <a:ext cx="45806" cy="131151"/>
                </a:xfrm>
                <a:custGeom>
                  <a:avLst/>
                  <a:gdLst>
                    <a:gd name="connsiteX0" fmla="*/ -44 w 45806"/>
                    <a:gd name="connsiteY0" fmla="*/ 131082 h 131151"/>
                    <a:gd name="connsiteX1" fmla="*/ -44 w 45806"/>
                    <a:gd name="connsiteY1" fmla="*/ 131082 h 131151"/>
                    <a:gd name="connsiteX2" fmla="*/ 23563 w 45806"/>
                    <a:gd name="connsiteY2" fmla="*/ 108349 h 131151"/>
                    <a:gd name="connsiteX3" fmla="*/ 41924 w 45806"/>
                    <a:gd name="connsiteY3" fmla="*/ 48019 h 131151"/>
                    <a:gd name="connsiteX4" fmla="*/ 27060 w 45806"/>
                    <a:gd name="connsiteY4" fmla="*/ -70 h 131151"/>
                    <a:gd name="connsiteX5" fmla="*/ 27060 w 45806"/>
                    <a:gd name="connsiteY5" fmla="*/ -70 h 131151"/>
                    <a:gd name="connsiteX6" fmla="*/ 27060 w 45806"/>
                    <a:gd name="connsiteY6" fmla="*/ -70 h 131151"/>
                    <a:gd name="connsiteX7" fmla="*/ 39301 w 45806"/>
                    <a:gd name="connsiteY7" fmla="*/ 20040 h 131151"/>
                    <a:gd name="connsiteX8" fmla="*/ 28809 w 45806"/>
                    <a:gd name="connsiteY8" fmla="*/ 107474 h 131151"/>
                    <a:gd name="connsiteX9" fmla="*/ -44 w 45806"/>
                    <a:gd name="connsiteY9" fmla="*/ 131082 h 13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06" h="131151">
                      <a:moveTo>
                        <a:pt x="-44" y="131082"/>
                      </a:moveTo>
                      <a:lnTo>
                        <a:pt x="-44" y="131082"/>
                      </a:lnTo>
                      <a:cubicBezTo>
                        <a:pt x="8245" y="123955"/>
                        <a:pt x="16131" y="116366"/>
                        <a:pt x="23563" y="108349"/>
                      </a:cubicBezTo>
                      <a:cubicBezTo>
                        <a:pt x="36976" y="91220"/>
                        <a:pt x="43524" y="69711"/>
                        <a:pt x="41924" y="48019"/>
                      </a:cubicBezTo>
                      <a:cubicBezTo>
                        <a:pt x="40595" y="31083"/>
                        <a:pt x="35516" y="14662"/>
                        <a:pt x="27060" y="-70"/>
                      </a:cubicBezTo>
                      <a:lnTo>
                        <a:pt x="27060" y="-70"/>
                      </a:lnTo>
                      <a:cubicBezTo>
                        <a:pt x="27060" y="-70"/>
                        <a:pt x="27060" y="-70"/>
                        <a:pt x="27060" y="-70"/>
                      </a:cubicBezTo>
                      <a:cubicBezTo>
                        <a:pt x="27060" y="-70"/>
                        <a:pt x="34055" y="13919"/>
                        <a:pt x="39301" y="20040"/>
                      </a:cubicBezTo>
                      <a:cubicBezTo>
                        <a:pt x="50755" y="49094"/>
                        <a:pt x="46812" y="81961"/>
                        <a:pt x="28809" y="107474"/>
                      </a:cubicBezTo>
                      <a:cubicBezTo>
                        <a:pt x="21150" y="117468"/>
                        <a:pt x="11270" y="125556"/>
                        <a:pt x="-44" y="131082"/>
                      </a:cubicBezTo>
                      <a:close/>
                    </a:path>
                  </a:pathLst>
                </a:custGeom>
                <a:solidFill>
                  <a:srgbClr val="D3D5DB"/>
                </a:solidFill>
                <a:ln w="87213" cap="flat">
                  <a:noFill/>
                  <a:prstDash val="solid"/>
                  <a:miter/>
                </a:ln>
              </p:spPr>
              <p:txBody>
                <a:bodyPr rtlCol="0" anchor="ctr"/>
                <a:lstStyle/>
                <a:p>
                  <a:endParaRPr lang="en-IN" dirty="0"/>
                </a:p>
              </p:txBody>
            </p:sp>
            <p:sp>
              <p:nvSpPr>
                <p:cNvPr id="2317" name="Freeform: Shape 2316">
                  <a:extLst>
                    <a:ext uri="{FF2B5EF4-FFF2-40B4-BE49-F238E27FC236}">
                      <a16:creationId xmlns:a16="http://schemas.microsoft.com/office/drawing/2014/main" id="{E412C863-9D64-6B4A-64E8-1C240CD380BF}"/>
                    </a:ext>
                  </a:extLst>
                </p:cNvPr>
                <p:cNvSpPr/>
                <p:nvPr/>
              </p:nvSpPr>
              <p:spPr>
                <a:xfrm>
                  <a:off x="3019532" y="4340784"/>
                  <a:ext cx="69947" cy="45466"/>
                </a:xfrm>
                <a:custGeom>
                  <a:avLst/>
                  <a:gdLst>
                    <a:gd name="connsiteX0" fmla="*/ 69903 w 69947"/>
                    <a:gd name="connsiteY0" fmla="*/ 45396 h 45466"/>
                    <a:gd name="connsiteX1" fmla="*/ 69903 w 69947"/>
                    <a:gd name="connsiteY1" fmla="*/ 45396 h 45466"/>
                    <a:gd name="connsiteX2" fmla="*/ 53291 w 69947"/>
                    <a:gd name="connsiteY2" fmla="*/ 27909 h 45466"/>
                    <a:gd name="connsiteX3" fmla="*/ 9574 w 69947"/>
                    <a:gd name="connsiteY3" fmla="*/ 5176 h 45466"/>
                    <a:gd name="connsiteX4" fmla="*/ -44 w 69947"/>
                    <a:gd name="connsiteY4" fmla="*/ -70 h 45466"/>
                    <a:gd name="connsiteX5" fmla="*/ 28809 w 69947"/>
                    <a:gd name="connsiteY5" fmla="*/ 7799 h 45466"/>
                    <a:gd name="connsiteX6" fmla="*/ 36678 w 69947"/>
                    <a:gd name="connsiteY6" fmla="*/ 7799 h 45466"/>
                    <a:gd name="connsiteX7" fmla="*/ 45422 w 69947"/>
                    <a:gd name="connsiteY7" fmla="*/ 13920 h 45466"/>
                    <a:gd name="connsiteX8" fmla="*/ 52416 w 69947"/>
                    <a:gd name="connsiteY8" fmla="*/ 20040 h 45466"/>
                    <a:gd name="connsiteX9" fmla="*/ 69903 w 69947"/>
                    <a:gd name="connsiteY9" fmla="*/ 45396 h 45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47" h="45466">
                      <a:moveTo>
                        <a:pt x="69903" y="45396"/>
                      </a:moveTo>
                      <a:lnTo>
                        <a:pt x="69903" y="45396"/>
                      </a:lnTo>
                      <a:cubicBezTo>
                        <a:pt x="62034" y="45396"/>
                        <a:pt x="59411" y="33156"/>
                        <a:pt x="53291" y="27909"/>
                      </a:cubicBezTo>
                      <a:cubicBezTo>
                        <a:pt x="40849" y="16796"/>
                        <a:pt x="25819" y="8979"/>
                        <a:pt x="9574" y="5176"/>
                      </a:cubicBezTo>
                      <a:cubicBezTo>
                        <a:pt x="5962" y="4311"/>
                        <a:pt x="2640" y="2501"/>
                        <a:pt x="-44" y="-70"/>
                      </a:cubicBezTo>
                      <a:cubicBezTo>
                        <a:pt x="10098" y="-26"/>
                        <a:pt x="20048" y="2684"/>
                        <a:pt x="28809" y="7799"/>
                      </a:cubicBezTo>
                      <a:cubicBezTo>
                        <a:pt x="28809" y="7799"/>
                        <a:pt x="28809" y="7799"/>
                        <a:pt x="36678" y="7799"/>
                      </a:cubicBezTo>
                      <a:lnTo>
                        <a:pt x="45422" y="13920"/>
                      </a:lnTo>
                      <a:cubicBezTo>
                        <a:pt x="45422" y="13920"/>
                        <a:pt x="51542" y="13920"/>
                        <a:pt x="52416" y="20040"/>
                      </a:cubicBezTo>
                      <a:cubicBezTo>
                        <a:pt x="59455" y="27595"/>
                        <a:pt x="65339" y="36137"/>
                        <a:pt x="69903" y="45396"/>
                      </a:cubicBezTo>
                      <a:close/>
                    </a:path>
                  </a:pathLst>
                </a:custGeom>
                <a:solidFill>
                  <a:srgbClr val="D0D2D8"/>
                </a:solidFill>
                <a:ln w="87213" cap="flat">
                  <a:noFill/>
                  <a:prstDash val="solid"/>
                  <a:miter/>
                </a:ln>
              </p:spPr>
              <p:txBody>
                <a:bodyPr rtlCol="0" anchor="ctr"/>
                <a:lstStyle/>
                <a:p>
                  <a:endParaRPr lang="en-IN" dirty="0"/>
                </a:p>
              </p:txBody>
            </p:sp>
            <p:sp>
              <p:nvSpPr>
                <p:cNvPr id="2318" name="Freeform: Shape 2317">
                  <a:extLst>
                    <a:ext uri="{FF2B5EF4-FFF2-40B4-BE49-F238E27FC236}">
                      <a16:creationId xmlns:a16="http://schemas.microsoft.com/office/drawing/2014/main" id="{3ACAA4B7-26F2-7355-63DF-C67B06D4AD5A}"/>
                    </a:ext>
                  </a:extLst>
                </p:cNvPr>
                <p:cNvSpPr/>
                <p:nvPr/>
              </p:nvSpPr>
              <p:spPr>
                <a:xfrm>
                  <a:off x="2918982" y="4373135"/>
                  <a:ext cx="13115" cy="20984"/>
                </a:xfrm>
                <a:custGeom>
                  <a:avLst/>
                  <a:gdLst>
                    <a:gd name="connsiteX0" fmla="*/ 13071 w 13115"/>
                    <a:gd name="connsiteY0" fmla="*/ -70 h 20984"/>
                    <a:gd name="connsiteX1" fmla="*/ -44 w 13115"/>
                    <a:gd name="connsiteY1" fmla="*/ 20914 h 20984"/>
                    <a:gd name="connsiteX2" fmla="*/ 13071 w 13115"/>
                    <a:gd name="connsiteY2" fmla="*/ -70 h 20984"/>
                  </a:gdLst>
                  <a:ahLst/>
                  <a:cxnLst>
                    <a:cxn ang="0">
                      <a:pos x="connsiteX0" y="connsiteY0"/>
                    </a:cxn>
                    <a:cxn ang="0">
                      <a:pos x="connsiteX1" y="connsiteY1"/>
                    </a:cxn>
                    <a:cxn ang="0">
                      <a:pos x="connsiteX2" y="connsiteY2"/>
                    </a:cxn>
                  </a:cxnLst>
                  <a:rect l="l" t="t" r="r" b="b"/>
                  <a:pathLst>
                    <a:path w="13115" h="20984">
                      <a:moveTo>
                        <a:pt x="13071" y="-70"/>
                      </a:moveTo>
                      <a:lnTo>
                        <a:pt x="-44" y="20914"/>
                      </a:lnTo>
                      <a:cubicBezTo>
                        <a:pt x="1958" y="12696"/>
                        <a:pt x="6557" y="5333"/>
                        <a:pt x="13071" y="-70"/>
                      </a:cubicBezTo>
                      <a:close/>
                    </a:path>
                  </a:pathLst>
                </a:custGeom>
                <a:solidFill>
                  <a:srgbClr val="D3D5DB"/>
                </a:solidFill>
                <a:ln w="87213" cap="flat">
                  <a:noFill/>
                  <a:prstDash val="solid"/>
                  <a:miter/>
                </a:ln>
              </p:spPr>
              <p:txBody>
                <a:bodyPr rtlCol="0" anchor="ctr"/>
                <a:lstStyle/>
                <a:p>
                  <a:endParaRPr lang="en-IN" dirty="0"/>
                </a:p>
              </p:txBody>
            </p:sp>
            <p:sp>
              <p:nvSpPr>
                <p:cNvPr id="2319" name="Freeform: Shape 2318">
                  <a:extLst>
                    <a:ext uri="{FF2B5EF4-FFF2-40B4-BE49-F238E27FC236}">
                      <a16:creationId xmlns:a16="http://schemas.microsoft.com/office/drawing/2014/main" id="{9B168D5C-41A6-A574-19C0-FBE2CEFACC9F}"/>
                    </a:ext>
                  </a:extLst>
                </p:cNvPr>
                <p:cNvSpPr/>
                <p:nvPr/>
              </p:nvSpPr>
              <p:spPr>
                <a:xfrm>
                  <a:off x="3046983" y="4352637"/>
                  <a:ext cx="8396" cy="388"/>
                </a:xfrm>
                <a:custGeom>
                  <a:avLst/>
                  <a:gdLst>
                    <a:gd name="connsiteX0" fmla="*/ 8353 w 8396"/>
                    <a:gd name="connsiteY0" fmla="*/ 318 h 388"/>
                    <a:gd name="connsiteX1" fmla="*/ 484 w 8396"/>
                    <a:gd name="connsiteY1" fmla="*/ 318 h 388"/>
                    <a:gd name="connsiteX2" fmla="*/ 8353 w 8396"/>
                    <a:gd name="connsiteY2" fmla="*/ 318 h 388"/>
                  </a:gdLst>
                  <a:ahLst/>
                  <a:cxnLst>
                    <a:cxn ang="0">
                      <a:pos x="connsiteX0" y="connsiteY0"/>
                    </a:cxn>
                    <a:cxn ang="0">
                      <a:pos x="connsiteX1" y="connsiteY1"/>
                    </a:cxn>
                    <a:cxn ang="0">
                      <a:pos x="connsiteX2" y="connsiteY2"/>
                    </a:cxn>
                  </a:cxnLst>
                  <a:rect l="l" t="t" r="r" b="b"/>
                  <a:pathLst>
                    <a:path w="8396" h="388">
                      <a:moveTo>
                        <a:pt x="8353" y="318"/>
                      </a:moveTo>
                      <a:cubicBezTo>
                        <a:pt x="8353" y="318"/>
                        <a:pt x="3107" y="318"/>
                        <a:pt x="484" y="318"/>
                      </a:cubicBezTo>
                      <a:cubicBezTo>
                        <a:pt x="-2139" y="318"/>
                        <a:pt x="5730" y="-556"/>
                        <a:pt x="8353" y="318"/>
                      </a:cubicBezTo>
                      <a:close/>
                    </a:path>
                  </a:pathLst>
                </a:custGeom>
                <a:solidFill>
                  <a:srgbClr val="D3D5DB"/>
                </a:solidFill>
                <a:ln w="87213" cap="flat">
                  <a:noFill/>
                  <a:prstDash val="solid"/>
                  <a:miter/>
                </a:ln>
              </p:spPr>
              <p:txBody>
                <a:bodyPr rtlCol="0" anchor="ctr"/>
                <a:lstStyle/>
                <a:p>
                  <a:endParaRPr lang="en-IN" dirty="0"/>
                </a:p>
              </p:txBody>
            </p:sp>
            <p:sp>
              <p:nvSpPr>
                <p:cNvPr id="2320" name="Freeform: Shape 2319">
                  <a:extLst>
                    <a:ext uri="{FF2B5EF4-FFF2-40B4-BE49-F238E27FC236}">
                      <a16:creationId xmlns:a16="http://schemas.microsoft.com/office/drawing/2014/main" id="{4D955EBD-AA18-DD09-C117-1CBB9C0D9117}"/>
                    </a:ext>
                  </a:extLst>
                </p:cNvPr>
                <p:cNvSpPr/>
                <p:nvPr/>
              </p:nvSpPr>
              <p:spPr>
                <a:xfrm>
                  <a:off x="3064048" y="4357028"/>
                  <a:ext cx="7070" cy="8238"/>
                </a:xfrm>
                <a:custGeom>
                  <a:avLst/>
                  <a:gdLst>
                    <a:gd name="connsiteX0" fmla="*/ 7026 w 7070"/>
                    <a:gd name="connsiteY0" fmla="*/ 8169 h 8238"/>
                    <a:gd name="connsiteX1" fmla="*/ 31 w 7070"/>
                    <a:gd name="connsiteY1" fmla="*/ 2048 h 8238"/>
                    <a:gd name="connsiteX2" fmla="*/ 7026 w 7070"/>
                    <a:gd name="connsiteY2" fmla="*/ 8169 h 8238"/>
                  </a:gdLst>
                  <a:ahLst/>
                  <a:cxnLst>
                    <a:cxn ang="0">
                      <a:pos x="connsiteX0" y="connsiteY0"/>
                    </a:cxn>
                    <a:cxn ang="0">
                      <a:pos x="connsiteX1" y="connsiteY1"/>
                    </a:cxn>
                    <a:cxn ang="0">
                      <a:pos x="connsiteX2" y="connsiteY2"/>
                    </a:cxn>
                  </a:cxnLst>
                  <a:rect l="l" t="t" r="r" b="b"/>
                  <a:pathLst>
                    <a:path w="7070" h="8238">
                      <a:moveTo>
                        <a:pt x="7026" y="8169"/>
                      </a:moveTo>
                      <a:cubicBezTo>
                        <a:pt x="7026" y="8169"/>
                        <a:pt x="906" y="8169"/>
                        <a:pt x="31" y="2048"/>
                      </a:cubicBezTo>
                      <a:cubicBezTo>
                        <a:pt x="-843" y="-4073"/>
                        <a:pt x="6152" y="4671"/>
                        <a:pt x="7026" y="8169"/>
                      </a:cubicBezTo>
                      <a:close/>
                    </a:path>
                  </a:pathLst>
                </a:custGeom>
                <a:solidFill>
                  <a:srgbClr val="D3D5DB"/>
                </a:solidFill>
                <a:ln w="87213" cap="flat">
                  <a:noFill/>
                  <a:prstDash val="solid"/>
                  <a:miter/>
                </a:ln>
              </p:spPr>
              <p:txBody>
                <a:bodyPr rtlCol="0" anchor="ctr"/>
                <a:lstStyle/>
                <a:p>
                  <a:endParaRPr lang="en-IN" dirty="0"/>
                </a:p>
              </p:txBody>
            </p:sp>
            <p:sp>
              <p:nvSpPr>
                <p:cNvPr id="2321" name="Freeform: Shape 2320">
                  <a:extLst>
                    <a:ext uri="{FF2B5EF4-FFF2-40B4-BE49-F238E27FC236}">
                      <a16:creationId xmlns:a16="http://schemas.microsoft.com/office/drawing/2014/main" id="{3016E278-68E2-128C-CA0D-DD0B20C67D50}"/>
                    </a:ext>
                  </a:extLst>
                </p:cNvPr>
                <p:cNvSpPr/>
                <p:nvPr/>
              </p:nvSpPr>
              <p:spPr>
                <a:xfrm>
                  <a:off x="3036144" y="4524398"/>
                  <a:ext cx="21858" cy="7697"/>
                </a:xfrm>
                <a:custGeom>
                  <a:avLst/>
                  <a:gdLst>
                    <a:gd name="connsiteX0" fmla="*/ -44 w 21858"/>
                    <a:gd name="connsiteY0" fmla="*/ 6924 h 7697"/>
                    <a:gd name="connsiteX1" fmla="*/ 21814 w 21858"/>
                    <a:gd name="connsiteY1" fmla="*/ -70 h 7697"/>
                    <a:gd name="connsiteX2" fmla="*/ 21814 w 21858"/>
                    <a:gd name="connsiteY2" fmla="*/ -70 h 7697"/>
                    <a:gd name="connsiteX3" fmla="*/ -44 w 21858"/>
                    <a:gd name="connsiteY3" fmla="*/ 6924 h 7697"/>
                  </a:gdLst>
                  <a:ahLst/>
                  <a:cxnLst>
                    <a:cxn ang="0">
                      <a:pos x="connsiteX0" y="connsiteY0"/>
                    </a:cxn>
                    <a:cxn ang="0">
                      <a:pos x="connsiteX1" y="connsiteY1"/>
                    </a:cxn>
                    <a:cxn ang="0">
                      <a:pos x="connsiteX2" y="connsiteY2"/>
                    </a:cxn>
                    <a:cxn ang="0">
                      <a:pos x="connsiteX3" y="connsiteY3"/>
                    </a:cxn>
                  </a:cxnLst>
                  <a:rect l="l" t="t" r="r" b="b"/>
                  <a:pathLst>
                    <a:path w="21858" h="7697">
                      <a:moveTo>
                        <a:pt x="-44" y="6924"/>
                      </a:moveTo>
                      <a:cubicBezTo>
                        <a:pt x="7825" y="6924"/>
                        <a:pt x="13946" y="-70"/>
                        <a:pt x="21814" y="-70"/>
                      </a:cubicBezTo>
                      <a:lnTo>
                        <a:pt x="21814" y="-70"/>
                      </a:lnTo>
                      <a:cubicBezTo>
                        <a:pt x="11323" y="4301"/>
                        <a:pt x="6951" y="9547"/>
                        <a:pt x="-44" y="6924"/>
                      </a:cubicBezTo>
                      <a:close/>
                    </a:path>
                  </a:pathLst>
                </a:custGeom>
                <a:solidFill>
                  <a:srgbClr val="D4D6DC"/>
                </a:solidFill>
                <a:ln w="87213" cap="flat">
                  <a:noFill/>
                  <a:prstDash val="solid"/>
                  <a:miter/>
                </a:ln>
              </p:spPr>
              <p:txBody>
                <a:bodyPr rtlCol="0" anchor="ctr"/>
                <a:lstStyle/>
                <a:p>
                  <a:endParaRPr lang="en-IN" dirty="0"/>
                </a:p>
              </p:txBody>
            </p:sp>
            <p:sp>
              <p:nvSpPr>
                <p:cNvPr id="2322" name="Freeform: Shape 2321">
                  <a:extLst>
                    <a:ext uri="{FF2B5EF4-FFF2-40B4-BE49-F238E27FC236}">
                      <a16:creationId xmlns:a16="http://schemas.microsoft.com/office/drawing/2014/main" id="{9241D2BA-E3C2-C05B-68B6-EC41EF8D07CE}"/>
                    </a:ext>
                  </a:extLst>
                </p:cNvPr>
                <p:cNvSpPr/>
                <p:nvPr/>
              </p:nvSpPr>
              <p:spPr>
                <a:xfrm>
                  <a:off x="2925036" y="4493795"/>
                  <a:ext cx="58648" cy="37940"/>
                </a:xfrm>
                <a:custGeom>
                  <a:avLst/>
                  <a:gdLst>
                    <a:gd name="connsiteX0" fmla="*/ 23 w 58648"/>
                    <a:gd name="connsiteY0" fmla="*/ -70 h 37940"/>
                    <a:gd name="connsiteX1" fmla="*/ 21882 w 58648"/>
                    <a:gd name="connsiteY1" fmla="*/ 20040 h 37940"/>
                    <a:gd name="connsiteX2" fmla="*/ 58604 w 58648"/>
                    <a:gd name="connsiteY2" fmla="*/ 37527 h 37940"/>
                    <a:gd name="connsiteX3" fmla="*/ 36745 w 58648"/>
                    <a:gd name="connsiteY3" fmla="*/ 31406 h 37940"/>
                    <a:gd name="connsiteX4" fmla="*/ 1771 w 58648"/>
                    <a:gd name="connsiteY4" fmla="*/ 5176 h 37940"/>
                    <a:gd name="connsiteX5" fmla="*/ 23 w 58648"/>
                    <a:gd name="connsiteY5" fmla="*/ -7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648" h="37940">
                      <a:moveTo>
                        <a:pt x="23" y="-70"/>
                      </a:moveTo>
                      <a:cubicBezTo>
                        <a:pt x="6886" y="7082"/>
                        <a:pt x="14187" y="13797"/>
                        <a:pt x="21882" y="20040"/>
                      </a:cubicBezTo>
                      <a:cubicBezTo>
                        <a:pt x="32924" y="28119"/>
                        <a:pt x="45375" y="34047"/>
                        <a:pt x="58604" y="37527"/>
                      </a:cubicBezTo>
                      <a:cubicBezTo>
                        <a:pt x="50770" y="38786"/>
                        <a:pt x="42787" y="36548"/>
                        <a:pt x="36745" y="31406"/>
                      </a:cubicBezTo>
                      <a:cubicBezTo>
                        <a:pt x="23508" y="24989"/>
                        <a:pt x="11634" y="16088"/>
                        <a:pt x="1771" y="5176"/>
                      </a:cubicBezTo>
                      <a:cubicBezTo>
                        <a:pt x="390" y="3804"/>
                        <a:pt x="-266" y="1854"/>
                        <a:pt x="23" y="-70"/>
                      </a:cubicBezTo>
                      <a:close/>
                    </a:path>
                  </a:pathLst>
                </a:custGeom>
                <a:solidFill>
                  <a:srgbClr val="D4D6DC"/>
                </a:solidFill>
                <a:ln w="87213" cap="flat">
                  <a:noFill/>
                  <a:prstDash val="solid"/>
                  <a:miter/>
                </a:ln>
              </p:spPr>
              <p:txBody>
                <a:bodyPr rtlCol="0" anchor="ctr"/>
                <a:lstStyle/>
                <a:p>
                  <a:endParaRPr lang="en-IN" dirty="0"/>
                </a:p>
              </p:txBody>
            </p:sp>
            <p:sp>
              <p:nvSpPr>
                <p:cNvPr id="2323" name="Freeform: Shape 2322">
                  <a:extLst>
                    <a:ext uri="{FF2B5EF4-FFF2-40B4-BE49-F238E27FC236}">
                      <a16:creationId xmlns:a16="http://schemas.microsoft.com/office/drawing/2014/main" id="{12BAAA8A-AA56-3EF7-EDD1-65D2A55A9805}"/>
                    </a:ext>
                  </a:extLst>
                </p:cNvPr>
                <p:cNvSpPr/>
                <p:nvPr/>
              </p:nvSpPr>
              <p:spPr>
                <a:xfrm>
                  <a:off x="2915965" y="4352519"/>
                  <a:ext cx="186471" cy="178738"/>
                </a:xfrm>
                <a:custGeom>
                  <a:avLst/>
                  <a:gdLst>
                    <a:gd name="connsiteX0" fmla="*/ 146366 w 186471"/>
                    <a:gd name="connsiteY0" fmla="*/ 13552 h 178738"/>
                    <a:gd name="connsiteX1" fmla="*/ 175220 w 186471"/>
                    <a:gd name="connsiteY1" fmla="*/ 129840 h 178738"/>
                    <a:gd name="connsiteX2" fmla="*/ 163853 w 186471"/>
                    <a:gd name="connsiteY2" fmla="*/ 148201 h 178738"/>
                    <a:gd name="connsiteX3" fmla="*/ 30419 w 186471"/>
                    <a:gd name="connsiteY3" fmla="*/ 153701 h 178738"/>
                    <a:gd name="connsiteX4" fmla="*/ 350 w 186471"/>
                    <a:gd name="connsiteY4" fmla="*/ 75630 h 178738"/>
                    <a:gd name="connsiteX5" fmla="*/ 46691 w 186471"/>
                    <a:gd name="connsiteY5" fmla="*/ 7431 h 178738"/>
                    <a:gd name="connsiteX6" fmla="*/ 46691 w 186471"/>
                    <a:gd name="connsiteY6" fmla="*/ 7431 h 178738"/>
                    <a:gd name="connsiteX7" fmla="*/ 72921 w 186471"/>
                    <a:gd name="connsiteY7" fmla="*/ 436 h 178738"/>
                    <a:gd name="connsiteX8" fmla="*/ 130628 w 186471"/>
                    <a:gd name="connsiteY8" fmla="*/ 12678 h 178738"/>
                    <a:gd name="connsiteX9" fmla="*/ 146366 w 186471"/>
                    <a:gd name="connsiteY9" fmla="*/ 13552 h 17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471" h="178738">
                      <a:moveTo>
                        <a:pt x="146366" y="13552"/>
                      </a:moveTo>
                      <a:cubicBezTo>
                        <a:pt x="185204" y="38601"/>
                        <a:pt x="197847" y="89541"/>
                        <a:pt x="175220" y="129840"/>
                      </a:cubicBezTo>
                      <a:cubicBezTo>
                        <a:pt x="172815" y="136721"/>
                        <a:pt x="168942" y="142981"/>
                        <a:pt x="163853" y="148201"/>
                      </a:cubicBezTo>
                      <a:cubicBezTo>
                        <a:pt x="128529" y="186568"/>
                        <a:pt x="68785" y="189033"/>
                        <a:pt x="30419" y="153701"/>
                      </a:cubicBezTo>
                      <a:cubicBezTo>
                        <a:pt x="8788" y="133783"/>
                        <a:pt x="-2334" y="104920"/>
                        <a:pt x="350" y="75630"/>
                      </a:cubicBezTo>
                      <a:cubicBezTo>
                        <a:pt x="3437" y="46584"/>
                        <a:pt x="20819" y="20992"/>
                        <a:pt x="46691" y="7431"/>
                      </a:cubicBezTo>
                      <a:lnTo>
                        <a:pt x="46691" y="7431"/>
                      </a:lnTo>
                      <a:cubicBezTo>
                        <a:pt x="55014" y="3750"/>
                        <a:pt x="63863" y="1389"/>
                        <a:pt x="72921" y="436"/>
                      </a:cubicBezTo>
                      <a:cubicBezTo>
                        <a:pt x="92961" y="-1627"/>
                        <a:pt x="113150" y="2649"/>
                        <a:pt x="130628" y="12678"/>
                      </a:cubicBezTo>
                      <a:cubicBezTo>
                        <a:pt x="135874" y="11829"/>
                        <a:pt x="141242" y="12127"/>
                        <a:pt x="146366" y="13552"/>
                      </a:cubicBezTo>
                      <a:close/>
                    </a:path>
                  </a:pathLst>
                </a:custGeom>
                <a:solidFill>
                  <a:srgbClr val="C1C4CC"/>
                </a:solidFill>
                <a:ln w="87213" cap="flat">
                  <a:noFill/>
                  <a:prstDash val="solid"/>
                  <a:miter/>
                </a:ln>
              </p:spPr>
              <p:txBody>
                <a:bodyPr rtlCol="0" anchor="ctr"/>
                <a:lstStyle/>
                <a:p>
                  <a:endParaRPr lang="en-IN" dirty="0"/>
                </a:p>
              </p:txBody>
            </p:sp>
            <p:sp>
              <p:nvSpPr>
                <p:cNvPr id="2324" name="Freeform: Shape 2323">
                  <a:extLst>
                    <a:ext uri="{FF2B5EF4-FFF2-40B4-BE49-F238E27FC236}">
                      <a16:creationId xmlns:a16="http://schemas.microsoft.com/office/drawing/2014/main" id="{ECEA6CAF-7CD4-B288-3B86-4AE6FC68D78C}"/>
                    </a:ext>
                  </a:extLst>
                </p:cNvPr>
                <p:cNvSpPr/>
                <p:nvPr/>
              </p:nvSpPr>
              <p:spPr>
                <a:xfrm>
                  <a:off x="2966197" y="4346031"/>
                  <a:ext cx="26229" cy="6994"/>
                </a:xfrm>
                <a:custGeom>
                  <a:avLst/>
                  <a:gdLst>
                    <a:gd name="connsiteX0" fmla="*/ 26186 w 26229"/>
                    <a:gd name="connsiteY0" fmla="*/ -70 h 6994"/>
                    <a:gd name="connsiteX1" fmla="*/ -44 w 26229"/>
                    <a:gd name="connsiteY1" fmla="*/ 6924 h 6994"/>
                    <a:gd name="connsiteX2" fmla="*/ -44 w 26229"/>
                    <a:gd name="connsiteY2" fmla="*/ 6924 h 6994"/>
                    <a:gd name="connsiteX3" fmla="*/ 22689 w 26229"/>
                    <a:gd name="connsiteY3" fmla="*/ 804 h 6994"/>
                  </a:gdLst>
                  <a:ahLst/>
                  <a:cxnLst>
                    <a:cxn ang="0">
                      <a:pos x="connsiteX0" y="connsiteY0"/>
                    </a:cxn>
                    <a:cxn ang="0">
                      <a:pos x="connsiteX1" y="connsiteY1"/>
                    </a:cxn>
                    <a:cxn ang="0">
                      <a:pos x="connsiteX2" y="connsiteY2"/>
                    </a:cxn>
                    <a:cxn ang="0">
                      <a:pos x="connsiteX3" y="connsiteY3"/>
                    </a:cxn>
                  </a:cxnLst>
                  <a:rect l="l" t="t" r="r" b="b"/>
                  <a:pathLst>
                    <a:path w="26229" h="6994">
                      <a:moveTo>
                        <a:pt x="26186" y="-70"/>
                      </a:moveTo>
                      <a:lnTo>
                        <a:pt x="-44" y="6924"/>
                      </a:lnTo>
                      <a:lnTo>
                        <a:pt x="-44" y="6924"/>
                      </a:lnTo>
                      <a:cubicBezTo>
                        <a:pt x="6959" y="3156"/>
                        <a:pt x="14741" y="1067"/>
                        <a:pt x="22689" y="804"/>
                      </a:cubicBezTo>
                      <a:close/>
                    </a:path>
                  </a:pathLst>
                </a:custGeom>
                <a:solidFill>
                  <a:srgbClr val="C4C7CF"/>
                </a:solidFill>
                <a:ln w="87213" cap="flat">
                  <a:noFill/>
                  <a:prstDash val="solid"/>
                  <a:miter/>
                </a:ln>
              </p:spPr>
              <p:txBody>
                <a:bodyPr rtlCol="0" anchor="ctr"/>
                <a:lstStyle/>
                <a:p>
                  <a:endParaRPr lang="en-IN" dirty="0"/>
                </a:p>
              </p:txBody>
            </p:sp>
            <p:sp>
              <p:nvSpPr>
                <p:cNvPr id="2325" name="Freeform: Shape 2324">
                  <a:extLst>
                    <a:ext uri="{FF2B5EF4-FFF2-40B4-BE49-F238E27FC236}">
                      <a16:creationId xmlns:a16="http://schemas.microsoft.com/office/drawing/2014/main" id="{109383F3-5954-2D06-6CB0-8BFD668698B7}"/>
                    </a:ext>
                  </a:extLst>
                </p:cNvPr>
                <p:cNvSpPr/>
                <p:nvPr/>
              </p:nvSpPr>
              <p:spPr>
                <a:xfrm>
                  <a:off x="3079861" y="4482429"/>
                  <a:ext cx="11366" cy="13989"/>
                </a:xfrm>
                <a:custGeom>
                  <a:avLst/>
                  <a:gdLst>
                    <a:gd name="connsiteX0" fmla="*/ -44 w 11366"/>
                    <a:gd name="connsiteY0" fmla="*/ 13920 h 13989"/>
                    <a:gd name="connsiteX1" fmla="*/ 11323 w 11366"/>
                    <a:gd name="connsiteY1" fmla="*/ -70 h 13989"/>
                    <a:gd name="connsiteX2" fmla="*/ -44 w 11366"/>
                    <a:gd name="connsiteY2" fmla="*/ 13920 h 13989"/>
                  </a:gdLst>
                  <a:ahLst/>
                  <a:cxnLst>
                    <a:cxn ang="0">
                      <a:pos x="connsiteX0" y="connsiteY0"/>
                    </a:cxn>
                    <a:cxn ang="0">
                      <a:pos x="connsiteX1" y="connsiteY1"/>
                    </a:cxn>
                    <a:cxn ang="0">
                      <a:pos x="connsiteX2" y="connsiteY2"/>
                    </a:cxn>
                  </a:cxnLst>
                  <a:rect l="l" t="t" r="r" b="b"/>
                  <a:pathLst>
                    <a:path w="11366" h="13989">
                      <a:moveTo>
                        <a:pt x="-44" y="13920"/>
                      </a:moveTo>
                      <a:lnTo>
                        <a:pt x="11323" y="-70"/>
                      </a:lnTo>
                      <a:cubicBezTo>
                        <a:pt x="9303" y="5788"/>
                        <a:pt x="5281" y="10746"/>
                        <a:pt x="-44" y="13920"/>
                      </a:cubicBezTo>
                      <a:close/>
                    </a:path>
                  </a:pathLst>
                </a:custGeom>
                <a:solidFill>
                  <a:srgbClr val="C4C7CF"/>
                </a:solidFill>
                <a:ln w="87213" cap="flat">
                  <a:noFill/>
                  <a:prstDash val="solid"/>
                  <a:miter/>
                </a:ln>
              </p:spPr>
              <p:txBody>
                <a:bodyPr rtlCol="0" anchor="ctr"/>
                <a:lstStyle/>
                <a:p>
                  <a:endParaRPr lang="en-IN" dirty="0"/>
                </a:p>
              </p:txBody>
            </p:sp>
            <p:sp>
              <p:nvSpPr>
                <p:cNvPr id="2326" name="Freeform: Shape 2325">
                  <a:extLst>
                    <a:ext uri="{FF2B5EF4-FFF2-40B4-BE49-F238E27FC236}">
                      <a16:creationId xmlns:a16="http://schemas.microsoft.com/office/drawing/2014/main" id="{D4BAC159-88E9-5E55-CD6B-7EB5896A388F}"/>
                    </a:ext>
                  </a:extLst>
                </p:cNvPr>
                <p:cNvSpPr/>
                <p:nvPr/>
              </p:nvSpPr>
              <p:spPr>
                <a:xfrm>
                  <a:off x="3050134" y="4358270"/>
                  <a:ext cx="12240" cy="7870"/>
                </a:xfrm>
                <a:custGeom>
                  <a:avLst/>
                  <a:gdLst>
                    <a:gd name="connsiteX0" fmla="*/ 12197 w 12240"/>
                    <a:gd name="connsiteY0" fmla="*/ 7801 h 7870"/>
                    <a:gd name="connsiteX1" fmla="*/ -44 w 12240"/>
                    <a:gd name="connsiteY1" fmla="*/ -68 h 7870"/>
                    <a:gd name="connsiteX2" fmla="*/ 12197 w 12240"/>
                    <a:gd name="connsiteY2" fmla="*/ 7801 h 7870"/>
                  </a:gdLst>
                  <a:ahLst/>
                  <a:cxnLst>
                    <a:cxn ang="0">
                      <a:pos x="connsiteX0" y="connsiteY0"/>
                    </a:cxn>
                    <a:cxn ang="0">
                      <a:pos x="connsiteX1" y="connsiteY1"/>
                    </a:cxn>
                    <a:cxn ang="0">
                      <a:pos x="connsiteX2" y="connsiteY2"/>
                    </a:cxn>
                  </a:cxnLst>
                  <a:rect l="l" t="t" r="r" b="b"/>
                  <a:pathLst>
                    <a:path w="12240" h="7870">
                      <a:moveTo>
                        <a:pt x="12197" y="7801"/>
                      </a:moveTo>
                      <a:lnTo>
                        <a:pt x="-44" y="-68"/>
                      </a:lnTo>
                      <a:cubicBezTo>
                        <a:pt x="5254" y="-156"/>
                        <a:pt x="10081" y="2948"/>
                        <a:pt x="12197" y="7801"/>
                      </a:cubicBezTo>
                      <a:close/>
                    </a:path>
                  </a:pathLst>
                </a:custGeom>
                <a:solidFill>
                  <a:srgbClr val="C4C7CF"/>
                </a:solidFill>
                <a:ln w="87213" cap="flat">
                  <a:noFill/>
                  <a:prstDash val="solid"/>
                  <a:miter/>
                </a:ln>
              </p:spPr>
              <p:txBody>
                <a:bodyPr rtlCol="0" anchor="ctr"/>
                <a:lstStyle/>
                <a:p>
                  <a:endParaRPr lang="en-IN" dirty="0"/>
                </a:p>
              </p:txBody>
            </p:sp>
            <p:sp>
              <p:nvSpPr>
                <p:cNvPr id="2327" name="Freeform: Shape 2326">
                  <a:extLst>
                    <a:ext uri="{FF2B5EF4-FFF2-40B4-BE49-F238E27FC236}">
                      <a16:creationId xmlns:a16="http://schemas.microsoft.com/office/drawing/2014/main" id="{A476A6E7-0BDF-6FE3-DC37-154A79D8E837}"/>
                    </a:ext>
                  </a:extLst>
                </p:cNvPr>
                <p:cNvSpPr/>
                <p:nvPr/>
              </p:nvSpPr>
              <p:spPr>
                <a:xfrm>
                  <a:off x="2919725" y="4352566"/>
                  <a:ext cx="178087" cy="175851"/>
                </a:xfrm>
                <a:custGeom>
                  <a:avLst/>
                  <a:gdLst>
                    <a:gd name="connsiteX0" fmla="*/ 41182 w 178087"/>
                    <a:gd name="connsiteY0" fmla="*/ 156023 h 175851"/>
                    <a:gd name="connsiteX1" fmla="*/ 962 w 178087"/>
                    <a:gd name="connsiteY1" fmla="*/ 68588 h 175851"/>
                    <a:gd name="connsiteX2" fmla="*/ 56046 w 178087"/>
                    <a:gd name="connsiteY2" fmla="*/ 5635 h 175851"/>
                    <a:gd name="connsiteX3" fmla="*/ 160967 w 178087"/>
                    <a:gd name="connsiteY3" fmla="*/ 40609 h 175851"/>
                    <a:gd name="connsiteX4" fmla="*/ 168837 w 178087"/>
                    <a:gd name="connsiteY4" fmla="*/ 128044 h 175851"/>
                    <a:gd name="connsiteX5" fmla="*/ 81402 w 178087"/>
                    <a:gd name="connsiteY5" fmla="*/ 175258 h 175851"/>
                    <a:gd name="connsiteX6" fmla="*/ 41182 w 178087"/>
                    <a:gd name="connsiteY6" fmla="*/ 156023 h 17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087" h="175851">
                      <a:moveTo>
                        <a:pt x="41182" y="156023"/>
                      </a:moveTo>
                      <a:cubicBezTo>
                        <a:pt x="11498" y="137539"/>
                        <a:pt x="-4319" y="103151"/>
                        <a:pt x="962" y="68588"/>
                      </a:cubicBezTo>
                      <a:cubicBezTo>
                        <a:pt x="6112" y="38956"/>
                        <a:pt x="27359" y="14676"/>
                        <a:pt x="56046" y="5635"/>
                      </a:cubicBezTo>
                      <a:cubicBezTo>
                        <a:pt x="94884" y="-9115"/>
                        <a:pt x="138742" y="5504"/>
                        <a:pt x="160967" y="40609"/>
                      </a:cubicBezTo>
                      <a:cubicBezTo>
                        <a:pt x="180448" y="65711"/>
                        <a:pt x="183526" y="99863"/>
                        <a:pt x="168837" y="128044"/>
                      </a:cubicBezTo>
                      <a:cubicBezTo>
                        <a:pt x="152337" y="160421"/>
                        <a:pt x="117530" y="179219"/>
                        <a:pt x="81402" y="175258"/>
                      </a:cubicBezTo>
                      <a:cubicBezTo>
                        <a:pt x="66643" y="172181"/>
                        <a:pt x="52846" y="165580"/>
                        <a:pt x="41182" y="156023"/>
                      </a:cubicBezTo>
                      <a:close/>
                    </a:path>
                  </a:pathLst>
                </a:custGeom>
                <a:solidFill>
                  <a:srgbClr val="B5B8C2"/>
                </a:solidFill>
                <a:ln w="87213" cap="flat">
                  <a:noFill/>
                  <a:prstDash val="solid"/>
                  <a:miter/>
                </a:ln>
              </p:spPr>
              <p:txBody>
                <a:bodyPr rtlCol="0" anchor="ctr"/>
                <a:lstStyle/>
                <a:p>
                  <a:endParaRPr lang="en-IN" dirty="0"/>
                </a:p>
              </p:txBody>
            </p:sp>
            <p:sp>
              <p:nvSpPr>
                <p:cNvPr id="2328" name="Freeform: Shape 2327">
                  <a:extLst>
                    <a:ext uri="{FF2B5EF4-FFF2-40B4-BE49-F238E27FC236}">
                      <a16:creationId xmlns:a16="http://schemas.microsoft.com/office/drawing/2014/main" id="{4E568E9D-00BD-ED79-0E1E-1F30ECD117AE}"/>
                    </a:ext>
                  </a:extLst>
                </p:cNvPr>
                <p:cNvSpPr/>
                <p:nvPr/>
              </p:nvSpPr>
              <p:spPr>
                <a:xfrm>
                  <a:off x="2922542" y="4356360"/>
                  <a:ext cx="177869" cy="173237"/>
                </a:xfrm>
                <a:custGeom>
                  <a:avLst/>
                  <a:gdLst>
                    <a:gd name="connsiteX0" fmla="*/ 13882 w 177869"/>
                    <a:gd name="connsiteY0" fmla="*/ 38564 h 173237"/>
                    <a:gd name="connsiteX1" fmla="*/ 125781 w 177869"/>
                    <a:gd name="connsiteY1" fmla="*/ 12045 h 173237"/>
                    <a:gd name="connsiteX2" fmla="*/ 130170 w 177869"/>
                    <a:gd name="connsiteY2" fmla="*/ 14957 h 173237"/>
                    <a:gd name="connsiteX3" fmla="*/ 169875 w 177869"/>
                    <a:gd name="connsiteY3" fmla="*/ 125509 h 173237"/>
                    <a:gd name="connsiteX4" fmla="*/ 59313 w 177869"/>
                    <a:gd name="connsiteY4" fmla="*/ 165213 h 173237"/>
                    <a:gd name="connsiteX5" fmla="*/ 42736 w 177869"/>
                    <a:gd name="connsiteY5" fmla="*/ 154852 h 173237"/>
                    <a:gd name="connsiteX6" fmla="*/ 9336 w 177869"/>
                    <a:gd name="connsiteY6" fmla="*/ 46110 h 173237"/>
                    <a:gd name="connsiteX7" fmla="*/ 13882 w 177869"/>
                    <a:gd name="connsiteY7" fmla="*/ 38564 h 173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869" h="173237">
                      <a:moveTo>
                        <a:pt x="13882" y="38564"/>
                      </a:moveTo>
                      <a:cubicBezTo>
                        <a:pt x="37463" y="346"/>
                        <a:pt x="87555" y="-11527"/>
                        <a:pt x="125781" y="12045"/>
                      </a:cubicBezTo>
                      <a:cubicBezTo>
                        <a:pt x="127277" y="12972"/>
                        <a:pt x="128737" y="13942"/>
                        <a:pt x="130170" y="14957"/>
                      </a:cubicBezTo>
                      <a:cubicBezTo>
                        <a:pt x="171667" y="34524"/>
                        <a:pt x="189434" y="84021"/>
                        <a:pt x="169875" y="125509"/>
                      </a:cubicBezTo>
                      <a:cubicBezTo>
                        <a:pt x="150307" y="167006"/>
                        <a:pt x="100810" y="184781"/>
                        <a:pt x="59313" y="165213"/>
                      </a:cubicBezTo>
                      <a:cubicBezTo>
                        <a:pt x="53403" y="162424"/>
                        <a:pt x="47834" y="158944"/>
                        <a:pt x="42736" y="154852"/>
                      </a:cubicBezTo>
                      <a:cubicBezTo>
                        <a:pt x="3487" y="134043"/>
                        <a:pt x="-11465" y="85359"/>
                        <a:pt x="9336" y="46110"/>
                      </a:cubicBezTo>
                      <a:cubicBezTo>
                        <a:pt x="10718" y="43513"/>
                        <a:pt x="12230" y="40995"/>
                        <a:pt x="13882" y="38564"/>
                      </a:cubicBezTo>
                      <a:close/>
                    </a:path>
                  </a:pathLst>
                </a:custGeom>
                <a:solidFill>
                  <a:srgbClr val="B1B4BE"/>
                </a:solidFill>
                <a:ln w="87213" cap="flat">
                  <a:noFill/>
                  <a:prstDash val="solid"/>
                  <a:miter/>
                </a:ln>
              </p:spPr>
              <p:txBody>
                <a:bodyPr rtlCol="0" anchor="ctr"/>
                <a:lstStyle/>
                <a:p>
                  <a:endParaRPr lang="en-IN" dirty="0"/>
                </a:p>
              </p:txBody>
            </p:sp>
            <p:sp>
              <p:nvSpPr>
                <p:cNvPr id="2329" name="Freeform: Shape 2328">
                  <a:extLst>
                    <a:ext uri="{FF2B5EF4-FFF2-40B4-BE49-F238E27FC236}">
                      <a16:creationId xmlns:a16="http://schemas.microsoft.com/office/drawing/2014/main" id="{51834BC3-C655-4076-637D-E4D22127CA21}"/>
                    </a:ext>
                  </a:extLst>
                </p:cNvPr>
                <p:cNvSpPr/>
                <p:nvPr/>
              </p:nvSpPr>
              <p:spPr>
                <a:xfrm>
                  <a:off x="2921605" y="4355632"/>
                  <a:ext cx="166262" cy="158813"/>
                </a:xfrm>
                <a:custGeom>
                  <a:avLst/>
                  <a:gdLst>
                    <a:gd name="connsiteX0" fmla="*/ 3453 w 166262"/>
                    <a:gd name="connsiteY0" fmla="*/ 63774 h 158813"/>
                    <a:gd name="connsiteX1" fmla="*/ 14820 w 166262"/>
                    <a:gd name="connsiteY1" fmla="*/ 35795 h 158813"/>
                    <a:gd name="connsiteX2" fmla="*/ 34055 w 166262"/>
                    <a:gd name="connsiteY2" fmla="*/ 14811 h 158813"/>
                    <a:gd name="connsiteX3" fmla="*/ 107501 w 166262"/>
                    <a:gd name="connsiteY3" fmla="*/ 5193 h 158813"/>
                    <a:gd name="connsiteX4" fmla="*/ 166082 w 166262"/>
                    <a:gd name="connsiteY4" fmla="*/ 92628 h 158813"/>
                    <a:gd name="connsiteX5" fmla="*/ 112747 w 166262"/>
                    <a:gd name="connsiteY5" fmla="*/ 156454 h 158813"/>
                    <a:gd name="connsiteX6" fmla="*/ 78647 w 166262"/>
                    <a:gd name="connsiteY6" fmla="*/ 156454 h 158813"/>
                    <a:gd name="connsiteX7" fmla="*/ 78647 w 166262"/>
                    <a:gd name="connsiteY7" fmla="*/ 156454 h 158813"/>
                    <a:gd name="connsiteX8" fmla="*/ 87390 w 166262"/>
                    <a:gd name="connsiteY8" fmla="*/ 156454 h 158813"/>
                    <a:gd name="connsiteX9" fmla="*/ 129359 w 166262"/>
                    <a:gd name="connsiteY9" fmla="*/ 141591 h 158813"/>
                    <a:gd name="connsiteX10" fmla="*/ 139851 w 166262"/>
                    <a:gd name="connsiteY10" fmla="*/ 133722 h 158813"/>
                    <a:gd name="connsiteX11" fmla="*/ 152966 w 166262"/>
                    <a:gd name="connsiteY11" fmla="*/ 111863 h 158813"/>
                    <a:gd name="connsiteX12" fmla="*/ 152966 w 166262"/>
                    <a:gd name="connsiteY12" fmla="*/ 71643 h 158813"/>
                    <a:gd name="connsiteX13" fmla="*/ 130233 w 166262"/>
                    <a:gd name="connsiteY13" fmla="*/ 30549 h 158813"/>
                    <a:gd name="connsiteX14" fmla="*/ 124987 w 166262"/>
                    <a:gd name="connsiteY14" fmla="*/ 25303 h 158813"/>
                    <a:gd name="connsiteX15" fmla="*/ 107501 w 166262"/>
                    <a:gd name="connsiteY15" fmla="*/ 13936 h 158813"/>
                    <a:gd name="connsiteX16" fmla="*/ 71652 w 166262"/>
                    <a:gd name="connsiteY16" fmla="*/ 6068 h 158813"/>
                    <a:gd name="connsiteX17" fmla="*/ 19192 w 166262"/>
                    <a:gd name="connsiteY17" fmla="*/ 29675 h 158813"/>
                    <a:gd name="connsiteX18" fmla="*/ 6076 w 166262"/>
                    <a:gd name="connsiteY18" fmla="*/ 49785 h 158813"/>
                    <a:gd name="connsiteX19" fmla="*/ -44 w 166262"/>
                    <a:gd name="connsiteY19" fmla="*/ 62899 h 158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6262" h="158813">
                      <a:moveTo>
                        <a:pt x="3453" y="63774"/>
                      </a:moveTo>
                      <a:cubicBezTo>
                        <a:pt x="3462" y="53326"/>
                        <a:pt x="7536" y="43288"/>
                        <a:pt x="14820" y="35795"/>
                      </a:cubicBezTo>
                      <a:cubicBezTo>
                        <a:pt x="19541" y="27428"/>
                        <a:pt x="26125" y="20249"/>
                        <a:pt x="34055" y="14811"/>
                      </a:cubicBezTo>
                      <a:cubicBezTo>
                        <a:pt x="55284" y="-744"/>
                        <a:pt x="82984" y="-4372"/>
                        <a:pt x="107501" y="5193"/>
                      </a:cubicBezTo>
                      <a:cubicBezTo>
                        <a:pt x="144345" y="18002"/>
                        <a:pt x="168250" y="53675"/>
                        <a:pt x="166082" y="92628"/>
                      </a:cubicBezTo>
                      <a:cubicBezTo>
                        <a:pt x="162759" y="122697"/>
                        <a:pt x="141740" y="147843"/>
                        <a:pt x="112747" y="156454"/>
                      </a:cubicBezTo>
                      <a:cubicBezTo>
                        <a:pt x="101581" y="159506"/>
                        <a:pt x="89813" y="159506"/>
                        <a:pt x="78647" y="156454"/>
                      </a:cubicBezTo>
                      <a:lnTo>
                        <a:pt x="78647" y="156454"/>
                      </a:lnTo>
                      <a:cubicBezTo>
                        <a:pt x="81445" y="155292"/>
                        <a:pt x="84593" y="155292"/>
                        <a:pt x="87390" y="156454"/>
                      </a:cubicBezTo>
                      <a:cubicBezTo>
                        <a:pt x="102735" y="156857"/>
                        <a:pt x="117687" y="151567"/>
                        <a:pt x="129359" y="141591"/>
                      </a:cubicBezTo>
                      <a:cubicBezTo>
                        <a:pt x="132411" y="138425"/>
                        <a:pt x="135952" y="135768"/>
                        <a:pt x="139851" y="133722"/>
                      </a:cubicBezTo>
                      <a:cubicBezTo>
                        <a:pt x="145360" y="127182"/>
                        <a:pt x="149784" y="119802"/>
                        <a:pt x="152966" y="111863"/>
                      </a:cubicBezTo>
                      <a:cubicBezTo>
                        <a:pt x="156455" y="98687"/>
                        <a:pt x="156455" y="84819"/>
                        <a:pt x="152966" y="71643"/>
                      </a:cubicBezTo>
                      <a:cubicBezTo>
                        <a:pt x="150029" y="55852"/>
                        <a:pt x="142054" y="41434"/>
                        <a:pt x="130233" y="30549"/>
                      </a:cubicBezTo>
                      <a:lnTo>
                        <a:pt x="124987" y="25303"/>
                      </a:lnTo>
                      <a:cubicBezTo>
                        <a:pt x="120319" y="19978"/>
                        <a:pt x="114268" y="16044"/>
                        <a:pt x="107501" y="13936"/>
                      </a:cubicBezTo>
                      <a:cubicBezTo>
                        <a:pt x="96125" y="9153"/>
                        <a:pt x="83980" y="6487"/>
                        <a:pt x="71652" y="6068"/>
                      </a:cubicBezTo>
                      <a:cubicBezTo>
                        <a:pt x="51682" y="6478"/>
                        <a:pt x="32744" y="15003"/>
                        <a:pt x="19192" y="29675"/>
                      </a:cubicBezTo>
                      <a:cubicBezTo>
                        <a:pt x="14024" y="35821"/>
                        <a:pt x="9618" y="42580"/>
                        <a:pt x="6076" y="49785"/>
                      </a:cubicBezTo>
                      <a:cubicBezTo>
                        <a:pt x="4765" y="54462"/>
                        <a:pt x="2693" y="58895"/>
                        <a:pt x="-44" y="62899"/>
                      </a:cubicBezTo>
                      <a:close/>
                    </a:path>
                  </a:pathLst>
                </a:custGeom>
                <a:solidFill>
                  <a:srgbClr val="A5AAB5"/>
                </a:solidFill>
                <a:ln w="87213" cap="flat">
                  <a:noFill/>
                  <a:prstDash val="solid"/>
                  <a:miter/>
                </a:ln>
              </p:spPr>
              <p:txBody>
                <a:bodyPr rtlCol="0" anchor="ctr"/>
                <a:lstStyle/>
                <a:p>
                  <a:endParaRPr lang="en-IN" dirty="0"/>
                </a:p>
              </p:txBody>
            </p:sp>
            <p:sp>
              <p:nvSpPr>
                <p:cNvPr id="2330" name="Freeform: Shape 2329">
                  <a:extLst>
                    <a:ext uri="{FF2B5EF4-FFF2-40B4-BE49-F238E27FC236}">
                      <a16:creationId xmlns:a16="http://schemas.microsoft.com/office/drawing/2014/main" id="{888BB65F-797C-577E-2E3E-C503480DAE9D}"/>
                    </a:ext>
                  </a:extLst>
                </p:cNvPr>
                <p:cNvSpPr/>
                <p:nvPr/>
              </p:nvSpPr>
              <p:spPr>
                <a:xfrm>
                  <a:off x="2932971" y="4460570"/>
                  <a:ext cx="70822" cy="54209"/>
                </a:xfrm>
                <a:custGeom>
                  <a:avLst/>
                  <a:gdLst>
                    <a:gd name="connsiteX0" fmla="*/ 70778 w 70822"/>
                    <a:gd name="connsiteY0" fmla="*/ 54140 h 54209"/>
                    <a:gd name="connsiteX1" fmla="*/ 70778 w 70822"/>
                    <a:gd name="connsiteY1" fmla="*/ 54140 h 54209"/>
                    <a:gd name="connsiteX2" fmla="*/ 19192 w 70822"/>
                    <a:gd name="connsiteY2" fmla="*/ 30532 h 54209"/>
                    <a:gd name="connsiteX3" fmla="*/ -44 w 70822"/>
                    <a:gd name="connsiteY3" fmla="*/ -70 h 54209"/>
                    <a:gd name="connsiteX4" fmla="*/ -44 w 70822"/>
                    <a:gd name="connsiteY4" fmla="*/ -70 h 54209"/>
                    <a:gd name="connsiteX5" fmla="*/ 12197 w 70822"/>
                    <a:gd name="connsiteY5" fmla="*/ 16543 h 54209"/>
                    <a:gd name="connsiteX6" fmla="*/ 23564 w 70822"/>
                    <a:gd name="connsiteY6" fmla="*/ 28784 h 54209"/>
                    <a:gd name="connsiteX7" fmla="*/ 45422 w 70822"/>
                    <a:gd name="connsiteY7" fmla="*/ 43647 h 54209"/>
                    <a:gd name="connsiteX8" fmla="*/ 63783 w 70822"/>
                    <a:gd name="connsiteY8" fmla="*/ 48893 h 54209"/>
                    <a:gd name="connsiteX9" fmla="*/ 70778 w 70822"/>
                    <a:gd name="connsiteY9" fmla="*/ 54140 h 5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22" h="54209">
                      <a:moveTo>
                        <a:pt x="70778" y="54140"/>
                      </a:moveTo>
                      <a:lnTo>
                        <a:pt x="70778" y="54140"/>
                      </a:lnTo>
                      <a:cubicBezTo>
                        <a:pt x="51158" y="53308"/>
                        <a:pt x="32648" y="44837"/>
                        <a:pt x="19192" y="30532"/>
                      </a:cubicBezTo>
                      <a:cubicBezTo>
                        <a:pt x="9469" y="22829"/>
                        <a:pt x="2676" y="12031"/>
                        <a:pt x="-44" y="-70"/>
                      </a:cubicBezTo>
                      <a:lnTo>
                        <a:pt x="-44" y="-70"/>
                      </a:lnTo>
                      <a:cubicBezTo>
                        <a:pt x="6077" y="-70"/>
                        <a:pt x="7825" y="11296"/>
                        <a:pt x="12197" y="16543"/>
                      </a:cubicBezTo>
                      <a:cubicBezTo>
                        <a:pt x="15519" y="21037"/>
                        <a:pt x="19332" y="25137"/>
                        <a:pt x="23564" y="28784"/>
                      </a:cubicBezTo>
                      <a:cubicBezTo>
                        <a:pt x="29903" y="35009"/>
                        <a:pt x="37308" y="40036"/>
                        <a:pt x="45422" y="43647"/>
                      </a:cubicBezTo>
                      <a:lnTo>
                        <a:pt x="63783" y="48893"/>
                      </a:lnTo>
                      <a:cubicBezTo>
                        <a:pt x="63783" y="48893"/>
                        <a:pt x="69904" y="51516"/>
                        <a:pt x="70778" y="54140"/>
                      </a:cubicBezTo>
                      <a:close/>
                    </a:path>
                  </a:pathLst>
                </a:custGeom>
                <a:solidFill>
                  <a:srgbClr val="A5A9B5"/>
                </a:solidFill>
                <a:ln w="87213" cap="flat">
                  <a:noFill/>
                  <a:prstDash val="solid"/>
                  <a:miter/>
                </a:ln>
              </p:spPr>
              <p:txBody>
                <a:bodyPr rtlCol="0" anchor="ctr"/>
                <a:lstStyle/>
                <a:p>
                  <a:endParaRPr lang="en-IN" dirty="0"/>
                </a:p>
              </p:txBody>
            </p:sp>
            <p:sp>
              <p:nvSpPr>
                <p:cNvPr id="2331" name="Freeform: Shape 2330">
                  <a:extLst>
                    <a:ext uri="{FF2B5EF4-FFF2-40B4-BE49-F238E27FC236}">
                      <a16:creationId xmlns:a16="http://schemas.microsoft.com/office/drawing/2014/main" id="{54B49845-6C94-8E90-EAA3-4E5B6A330475}"/>
                    </a:ext>
                  </a:extLst>
                </p:cNvPr>
                <p:cNvSpPr/>
                <p:nvPr/>
              </p:nvSpPr>
              <p:spPr>
                <a:xfrm>
                  <a:off x="2920132" y="4419476"/>
                  <a:ext cx="4970" cy="44591"/>
                </a:xfrm>
                <a:custGeom>
                  <a:avLst/>
                  <a:gdLst>
                    <a:gd name="connsiteX0" fmla="*/ 4926 w 4970"/>
                    <a:gd name="connsiteY0" fmla="*/ -70 h 44591"/>
                    <a:gd name="connsiteX1" fmla="*/ 4926 w 4970"/>
                    <a:gd name="connsiteY1" fmla="*/ -70 h 44591"/>
                    <a:gd name="connsiteX2" fmla="*/ 4926 w 4970"/>
                    <a:gd name="connsiteY2" fmla="*/ 5176 h 44591"/>
                    <a:gd name="connsiteX3" fmla="*/ 4926 w 4970"/>
                    <a:gd name="connsiteY3" fmla="*/ 36652 h 44591"/>
                    <a:gd name="connsiteX4" fmla="*/ 4926 w 4970"/>
                    <a:gd name="connsiteY4" fmla="*/ 44522 h 44591"/>
                    <a:gd name="connsiteX5" fmla="*/ 4926 w 4970"/>
                    <a:gd name="connsiteY5" fmla="*/ 44522 h 44591"/>
                    <a:gd name="connsiteX6" fmla="*/ 4926 w 4970"/>
                    <a:gd name="connsiteY6" fmla="*/ -70 h 4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0" h="44591">
                      <a:moveTo>
                        <a:pt x="4926" y="-70"/>
                      </a:moveTo>
                      <a:lnTo>
                        <a:pt x="4926" y="-70"/>
                      </a:lnTo>
                      <a:cubicBezTo>
                        <a:pt x="4926" y="-70"/>
                        <a:pt x="4926" y="-70"/>
                        <a:pt x="4926" y="5176"/>
                      </a:cubicBezTo>
                      <a:cubicBezTo>
                        <a:pt x="2758" y="15555"/>
                        <a:pt x="2758" y="26274"/>
                        <a:pt x="4926" y="36652"/>
                      </a:cubicBezTo>
                      <a:cubicBezTo>
                        <a:pt x="4926" y="36652"/>
                        <a:pt x="4926" y="41899"/>
                        <a:pt x="4926" y="44522"/>
                      </a:cubicBezTo>
                      <a:lnTo>
                        <a:pt x="4926" y="44522"/>
                      </a:lnTo>
                      <a:cubicBezTo>
                        <a:pt x="-1701" y="30401"/>
                        <a:pt x="-1701" y="14051"/>
                        <a:pt x="4926" y="-70"/>
                      </a:cubicBezTo>
                      <a:close/>
                    </a:path>
                  </a:pathLst>
                </a:custGeom>
                <a:solidFill>
                  <a:srgbClr val="A5A9B5"/>
                </a:solidFill>
                <a:ln w="87213" cap="flat">
                  <a:noFill/>
                  <a:prstDash val="solid"/>
                  <a:miter/>
                </a:ln>
              </p:spPr>
              <p:txBody>
                <a:bodyPr rtlCol="0" anchor="ctr"/>
                <a:lstStyle/>
                <a:p>
                  <a:endParaRPr lang="en-IN" dirty="0"/>
                </a:p>
              </p:txBody>
            </p:sp>
            <p:sp>
              <p:nvSpPr>
                <p:cNvPr id="2332" name="Freeform: Shape 2331">
                  <a:extLst>
                    <a:ext uri="{FF2B5EF4-FFF2-40B4-BE49-F238E27FC236}">
                      <a16:creationId xmlns:a16="http://schemas.microsoft.com/office/drawing/2014/main" id="{CC51624D-6563-68A5-2538-03DF1AE7467A}"/>
                    </a:ext>
                  </a:extLst>
                </p:cNvPr>
                <p:cNvSpPr/>
                <p:nvPr/>
              </p:nvSpPr>
              <p:spPr>
                <a:xfrm>
                  <a:off x="2930123" y="4358982"/>
                  <a:ext cx="160481" cy="154922"/>
                </a:xfrm>
                <a:custGeom>
                  <a:avLst/>
                  <a:gdLst>
                    <a:gd name="connsiteX0" fmla="*/ 1930 w 160481"/>
                    <a:gd name="connsiteY0" fmla="*/ 103266 h 154922"/>
                    <a:gd name="connsiteX1" fmla="*/ 1930 w 160481"/>
                    <a:gd name="connsiteY1" fmla="*/ 58675 h 154922"/>
                    <a:gd name="connsiteX2" fmla="*/ 8050 w 160481"/>
                    <a:gd name="connsiteY2" fmla="*/ 46434 h 154922"/>
                    <a:gd name="connsiteX3" fmla="*/ 21166 w 160481"/>
                    <a:gd name="connsiteY3" fmla="*/ 25450 h 154922"/>
                    <a:gd name="connsiteX4" fmla="*/ 68380 w 160481"/>
                    <a:gd name="connsiteY4" fmla="*/ 93 h 154922"/>
                    <a:gd name="connsiteX5" fmla="*/ 110349 w 160481"/>
                    <a:gd name="connsiteY5" fmla="*/ 7963 h 154922"/>
                    <a:gd name="connsiteX6" fmla="*/ 129584 w 160481"/>
                    <a:gd name="connsiteY6" fmla="*/ 21078 h 154922"/>
                    <a:gd name="connsiteX7" fmla="*/ 158438 w 160481"/>
                    <a:gd name="connsiteY7" fmla="*/ 70041 h 154922"/>
                    <a:gd name="connsiteX8" fmla="*/ 158438 w 160481"/>
                    <a:gd name="connsiteY8" fmla="*/ 108513 h 154922"/>
                    <a:gd name="connsiteX9" fmla="*/ 142700 w 160481"/>
                    <a:gd name="connsiteY9" fmla="*/ 132120 h 154922"/>
                    <a:gd name="connsiteX10" fmla="*/ 100731 w 160481"/>
                    <a:gd name="connsiteY10" fmla="*/ 154853 h 154922"/>
                    <a:gd name="connsiteX11" fmla="*/ 73626 w 160481"/>
                    <a:gd name="connsiteY11" fmla="*/ 154853 h 154922"/>
                    <a:gd name="connsiteX12" fmla="*/ 49145 w 160481"/>
                    <a:gd name="connsiteY12" fmla="*/ 147858 h 154922"/>
                    <a:gd name="connsiteX13" fmla="*/ 25537 w 160481"/>
                    <a:gd name="connsiteY13" fmla="*/ 132120 h 154922"/>
                    <a:gd name="connsiteX14" fmla="*/ 1930 w 160481"/>
                    <a:gd name="connsiteY14" fmla="*/ 103266 h 1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481" h="154922">
                      <a:moveTo>
                        <a:pt x="1930" y="103266"/>
                      </a:moveTo>
                      <a:cubicBezTo>
                        <a:pt x="-702" y="88517"/>
                        <a:pt x="-702" y="73425"/>
                        <a:pt x="1930" y="58675"/>
                      </a:cubicBezTo>
                      <a:cubicBezTo>
                        <a:pt x="3259" y="54277"/>
                        <a:pt x="5322" y="50133"/>
                        <a:pt x="8050" y="46434"/>
                      </a:cubicBezTo>
                      <a:cubicBezTo>
                        <a:pt x="11050" y="38670"/>
                        <a:pt x="15500" y="31553"/>
                        <a:pt x="21166" y="25450"/>
                      </a:cubicBezTo>
                      <a:cubicBezTo>
                        <a:pt x="32715" y="10831"/>
                        <a:pt x="49809" y="1650"/>
                        <a:pt x="68380" y="93"/>
                      </a:cubicBezTo>
                      <a:cubicBezTo>
                        <a:pt x="82807" y="-789"/>
                        <a:pt x="97225" y="1913"/>
                        <a:pt x="110349" y="7963"/>
                      </a:cubicBezTo>
                      <a:cubicBezTo>
                        <a:pt x="117405" y="11312"/>
                        <a:pt x="123892" y="15736"/>
                        <a:pt x="129584" y="21078"/>
                      </a:cubicBezTo>
                      <a:cubicBezTo>
                        <a:pt x="144387" y="33730"/>
                        <a:pt x="154538" y="50963"/>
                        <a:pt x="158438" y="70041"/>
                      </a:cubicBezTo>
                      <a:cubicBezTo>
                        <a:pt x="161104" y="82728"/>
                        <a:pt x="161104" y="95826"/>
                        <a:pt x="158438" y="108513"/>
                      </a:cubicBezTo>
                      <a:cubicBezTo>
                        <a:pt x="154512" y="117186"/>
                        <a:pt x="149196" y="125160"/>
                        <a:pt x="142700" y="132120"/>
                      </a:cubicBezTo>
                      <a:cubicBezTo>
                        <a:pt x="131508" y="144002"/>
                        <a:pt x="116801" y="151977"/>
                        <a:pt x="100731" y="154853"/>
                      </a:cubicBezTo>
                      <a:lnTo>
                        <a:pt x="73626" y="154853"/>
                      </a:lnTo>
                      <a:cubicBezTo>
                        <a:pt x="65171" y="153725"/>
                        <a:pt x="56918" y="151373"/>
                        <a:pt x="49145" y="147858"/>
                      </a:cubicBezTo>
                      <a:cubicBezTo>
                        <a:pt x="40637" y="143643"/>
                        <a:pt x="32698" y="138354"/>
                        <a:pt x="25537" y="132120"/>
                      </a:cubicBezTo>
                      <a:cubicBezTo>
                        <a:pt x="14171" y="123376"/>
                        <a:pt x="9799" y="113759"/>
                        <a:pt x="1930" y="103266"/>
                      </a:cubicBezTo>
                      <a:close/>
                    </a:path>
                  </a:pathLst>
                </a:custGeom>
                <a:solidFill>
                  <a:srgbClr val="A1A6B2"/>
                </a:solidFill>
                <a:ln w="87213" cap="flat">
                  <a:noFill/>
                  <a:prstDash val="solid"/>
                  <a:miter/>
                </a:ln>
              </p:spPr>
              <p:txBody>
                <a:bodyPr rtlCol="0" anchor="ctr"/>
                <a:lstStyle/>
                <a:p>
                  <a:endParaRPr lang="en-IN" dirty="0"/>
                </a:p>
              </p:txBody>
            </p:sp>
            <p:sp>
              <p:nvSpPr>
                <p:cNvPr id="2333" name="Freeform: Shape 2332">
                  <a:extLst>
                    <a:ext uri="{FF2B5EF4-FFF2-40B4-BE49-F238E27FC236}">
                      <a16:creationId xmlns:a16="http://schemas.microsoft.com/office/drawing/2014/main" id="{402CDBBB-D657-B12A-F21E-59AD9130C4B1}"/>
                    </a:ext>
                  </a:extLst>
                </p:cNvPr>
                <p:cNvSpPr/>
                <p:nvPr/>
              </p:nvSpPr>
              <p:spPr>
                <a:xfrm>
                  <a:off x="3065872" y="4467565"/>
                  <a:ext cx="15738" cy="23607"/>
                </a:xfrm>
                <a:custGeom>
                  <a:avLst/>
                  <a:gdLst>
                    <a:gd name="connsiteX0" fmla="*/ -44 w 15738"/>
                    <a:gd name="connsiteY0" fmla="*/ 23537 h 23607"/>
                    <a:gd name="connsiteX1" fmla="*/ 15694 w 15738"/>
                    <a:gd name="connsiteY1" fmla="*/ -70 h 23607"/>
                    <a:gd name="connsiteX2" fmla="*/ -44 w 15738"/>
                    <a:gd name="connsiteY2" fmla="*/ 23537 h 23607"/>
                  </a:gdLst>
                  <a:ahLst/>
                  <a:cxnLst>
                    <a:cxn ang="0">
                      <a:pos x="connsiteX0" y="connsiteY0"/>
                    </a:cxn>
                    <a:cxn ang="0">
                      <a:pos x="connsiteX1" y="connsiteY1"/>
                    </a:cxn>
                    <a:cxn ang="0">
                      <a:pos x="connsiteX2" y="connsiteY2"/>
                    </a:cxn>
                  </a:cxnLst>
                  <a:rect l="l" t="t" r="r" b="b"/>
                  <a:pathLst>
                    <a:path w="15738" h="23607">
                      <a:moveTo>
                        <a:pt x="-44" y="23537"/>
                      </a:moveTo>
                      <a:lnTo>
                        <a:pt x="15694" y="-70"/>
                      </a:lnTo>
                      <a:cubicBezTo>
                        <a:pt x="13220" y="9329"/>
                        <a:pt x="7677" y="17635"/>
                        <a:pt x="-44" y="23537"/>
                      </a:cubicBezTo>
                      <a:close/>
                    </a:path>
                  </a:pathLst>
                </a:custGeom>
                <a:solidFill>
                  <a:srgbClr val="A1A6B2"/>
                </a:solidFill>
                <a:ln w="87213" cap="flat">
                  <a:noFill/>
                  <a:prstDash val="solid"/>
                  <a:miter/>
                </a:ln>
              </p:spPr>
              <p:txBody>
                <a:bodyPr rtlCol="0" anchor="ctr"/>
                <a:lstStyle/>
                <a:p>
                  <a:endParaRPr lang="en-IN" dirty="0"/>
                </a:p>
              </p:txBody>
            </p:sp>
            <p:sp>
              <p:nvSpPr>
                <p:cNvPr id="2334" name="Freeform: Shape 2333">
                  <a:extLst>
                    <a:ext uri="{FF2B5EF4-FFF2-40B4-BE49-F238E27FC236}">
                      <a16:creationId xmlns:a16="http://schemas.microsoft.com/office/drawing/2014/main" id="{9F4DEA00-E77C-E069-5360-26C15C2B6FCD}"/>
                    </a:ext>
                  </a:extLst>
                </p:cNvPr>
                <p:cNvSpPr/>
                <p:nvPr/>
              </p:nvSpPr>
              <p:spPr>
                <a:xfrm>
                  <a:off x="2935595" y="4384502"/>
                  <a:ext cx="13114" cy="20984"/>
                </a:xfrm>
                <a:custGeom>
                  <a:avLst/>
                  <a:gdLst>
                    <a:gd name="connsiteX0" fmla="*/ 13071 w 13114"/>
                    <a:gd name="connsiteY0" fmla="*/ -70 h 20984"/>
                    <a:gd name="connsiteX1" fmla="*/ -44 w 13114"/>
                    <a:gd name="connsiteY1" fmla="*/ 20915 h 20984"/>
                    <a:gd name="connsiteX2" fmla="*/ 13071 w 13114"/>
                    <a:gd name="connsiteY2" fmla="*/ -70 h 20984"/>
                  </a:gdLst>
                  <a:ahLst/>
                  <a:cxnLst>
                    <a:cxn ang="0">
                      <a:pos x="connsiteX0" y="connsiteY0"/>
                    </a:cxn>
                    <a:cxn ang="0">
                      <a:pos x="connsiteX1" y="connsiteY1"/>
                    </a:cxn>
                    <a:cxn ang="0">
                      <a:pos x="connsiteX2" y="connsiteY2"/>
                    </a:cxn>
                  </a:cxnLst>
                  <a:rect l="l" t="t" r="r" b="b"/>
                  <a:pathLst>
                    <a:path w="13113" h="20984">
                      <a:moveTo>
                        <a:pt x="13071" y="-70"/>
                      </a:moveTo>
                      <a:lnTo>
                        <a:pt x="-44" y="20915"/>
                      </a:lnTo>
                      <a:cubicBezTo>
                        <a:pt x="1459" y="12494"/>
                        <a:pt x="6164" y="4975"/>
                        <a:pt x="13071" y="-70"/>
                      </a:cubicBezTo>
                      <a:close/>
                    </a:path>
                  </a:pathLst>
                </a:custGeom>
                <a:solidFill>
                  <a:srgbClr val="A3A8B4"/>
                </a:solidFill>
                <a:ln w="87213" cap="flat">
                  <a:noFill/>
                  <a:prstDash val="solid"/>
                  <a:miter/>
                </a:ln>
              </p:spPr>
              <p:txBody>
                <a:bodyPr rtlCol="0" anchor="ctr"/>
                <a:lstStyle/>
                <a:p>
                  <a:endParaRPr lang="en-IN" dirty="0"/>
                </a:p>
              </p:txBody>
            </p:sp>
            <p:sp>
              <p:nvSpPr>
                <p:cNvPr id="2335" name="Freeform: Shape 2334">
                  <a:extLst>
                    <a:ext uri="{FF2B5EF4-FFF2-40B4-BE49-F238E27FC236}">
                      <a16:creationId xmlns:a16="http://schemas.microsoft.com/office/drawing/2014/main" id="{4D72AF68-DE79-E96B-0B3F-97AEED819BBA}"/>
                    </a:ext>
                  </a:extLst>
                </p:cNvPr>
                <p:cNvSpPr/>
                <p:nvPr/>
              </p:nvSpPr>
              <p:spPr>
                <a:xfrm>
                  <a:off x="3037893" y="4367015"/>
                  <a:ext cx="19235" cy="13115"/>
                </a:xfrm>
                <a:custGeom>
                  <a:avLst/>
                  <a:gdLst>
                    <a:gd name="connsiteX0" fmla="*/ 19192 w 19235"/>
                    <a:gd name="connsiteY0" fmla="*/ 13045 h 13115"/>
                    <a:gd name="connsiteX1" fmla="*/ -44 w 19235"/>
                    <a:gd name="connsiteY1" fmla="*/ -70 h 13115"/>
                    <a:gd name="connsiteX2" fmla="*/ 19192 w 19235"/>
                    <a:gd name="connsiteY2" fmla="*/ 13045 h 13115"/>
                  </a:gdLst>
                  <a:ahLst/>
                  <a:cxnLst>
                    <a:cxn ang="0">
                      <a:pos x="connsiteX0" y="connsiteY0"/>
                    </a:cxn>
                    <a:cxn ang="0">
                      <a:pos x="connsiteX1" y="connsiteY1"/>
                    </a:cxn>
                    <a:cxn ang="0">
                      <a:pos x="connsiteX2" y="connsiteY2"/>
                    </a:cxn>
                  </a:cxnLst>
                  <a:rect l="l" t="t" r="r" b="b"/>
                  <a:pathLst>
                    <a:path w="19235" h="13115">
                      <a:moveTo>
                        <a:pt x="19192" y="13045"/>
                      </a:moveTo>
                      <a:lnTo>
                        <a:pt x="-44" y="-70"/>
                      </a:lnTo>
                      <a:cubicBezTo>
                        <a:pt x="7886" y="1504"/>
                        <a:pt x="14828" y="6242"/>
                        <a:pt x="19192" y="13045"/>
                      </a:cubicBezTo>
                      <a:close/>
                    </a:path>
                  </a:pathLst>
                </a:custGeom>
                <a:solidFill>
                  <a:srgbClr val="A1A6B2"/>
                </a:solidFill>
                <a:ln w="87213" cap="flat">
                  <a:noFill/>
                  <a:prstDash val="solid"/>
                  <a:miter/>
                </a:ln>
              </p:spPr>
              <p:txBody>
                <a:bodyPr rtlCol="0" anchor="ctr"/>
                <a:lstStyle/>
                <a:p>
                  <a:endParaRPr lang="en-IN" dirty="0"/>
                </a:p>
              </p:txBody>
            </p:sp>
            <p:sp>
              <p:nvSpPr>
                <p:cNvPr id="2336" name="Freeform: Shape 2335">
                  <a:extLst>
                    <a:ext uri="{FF2B5EF4-FFF2-40B4-BE49-F238E27FC236}">
                      <a16:creationId xmlns:a16="http://schemas.microsoft.com/office/drawing/2014/main" id="{C63949A5-FA56-0F84-1DCE-9F1AE4FC13FC}"/>
                    </a:ext>
                  </a:extLst>
                </p:cNvPr>
                <p:cNvSpPr/>
                <p:nvPr/>
              </p:nvSpPr>
              <p:spPr>
                <a:xfrm>
                  <a:off x="2955705" y="4492047"/>
                  <a:ext cx="23607" cy="15738"/>
                </a:xfrm>
                <a:custGeom>
                  <a:avLst/>
                  <a:gdLst>
                    <a:gd name="connsiteX0" fmla="*/ -44 w 23607"/>
                    <a:gd name="connsiteY0" fmla="*/ -70 h 15738"/>
                    <a:gd name="connsiteX1" fmla="*/ 23564 w 23607"/>
                    <a:gd name="connsiteY1" fmla="*/ 15668 h 15738"/>
                    <a:gd name="connsiteX2" fmla="*/ -44 w 23607"/>
                    <a:gd name="connsiteY2" fmla="*/ -70 h 15738"/>
                  </a:gdLst>
                  <a:ahLst/>
                  <a:cxnLst>
                    <a:cxn ang="0">
                      <a:pos x="connsiteX0" y="connsiteY0"/>
                    </a:cxn>
                    <a:cxn ang="0">
                      <a:pos x="connsiteX1" y="connsiteY1"/>
                    </a:cxn>
                    <a:cxn ang="0">
                      <a:pos x="connsiteX2" y="connsiteY2"/>
                    </a:cxn>
                  </a:cxnLst>
                  <a:rect l="l" t="t" r="r" b="b"/>
                  <a:pathLst>
                    <a:path w="23607" h="15738">
                      <a:moveTo>
                        <a:pt x="-44" y="-70"/>
                      </a:moveTo>
                      <a:lnTo>
                        <a:pt x="23564" y="15668"/>
                      </a:lnTo>
                      <a:cubicBezTo>
                        <a:pt x="14164" y="13194"/>
                        <a:pt x="5858" y="7651"/>
                        <a:pt x="-44" y="-70"/>
                      </a:cubicBezTo>
                      <a:close/>
                    </a:path>
                  </a:pathLst>
                </a:custGeom>
                <a:solidFill>
                  <a:srgbClr val="A3A8B4"/>
                </a:solidFill>
                <a:ln w="87213" cap="flat">
                  <a:noFill/>
                  <a:prstDash val="solid"/>
                  <a:miter/>
                </a:ln>
              </p:spPr>
              <p:txBody>
                <a:bodyPr rtlCol="0" anchor="ctr"/>
                <a:lstStyle/>
                <a:p>
                  <a:endParaRPr lang="en-IN" dirty="0"/>
                </a:p>
              </p:txBody>
            </p:sp>
            <p:sp>
              <p:nvSpPr>
                <p:cNvPr id="2337" name="Freeform: Shape 2336">
                  <a:extLst>
                    <a:ext uri="{FF2B5EF4-FFF2-40B4-BE49-F238E27FC236}">
                      <a16:creationId xmlns:a16="http://schemas.microsoft.com/office/drawing/2014/main" id="{062A5B63-F6FB-6E0E-9759-52865BDAE1A2}"/>
                    </a:ext>
                  </a:extLst>
                </p:cNvPr>
                <p:cNvSpPr/>
                <p:nvPr/>
              </p:nvSpPr>
              <p:spPr>
                <a:xfrm>
                  <a:off x="2931147" y="4362394"/>
                  <a:ext cx="153638" cy="151285"/>
                </a:xfrm>
                <a:custGeom>
                  <a:avLst/>
                  <a:gdLst>
                    <a:gd name="connsiteX0" fmla="*/ 139054 w 153638"/>
                    <a:gd name="connsiteY0" fmla="*/ 119965 h 151285"/>
                    <a:gd name="connsiteX1" fmla="*/ 39404 w 153638"/>
                    <a:gd name="connsiteY1" fmla="*/ 138702 h 151285"/>
                    <a:gd name="connsiteX2" fmla="*/ 37629 w 153638"/>
                    <a:gd name="connsiteY2" fmla="*/ 137452 h 151285"/>
                    <a:gd name="connsiteX3" fmla="*/ 8216 w 153638"/>
                    <a:gd name="connsiteY3" fmla="*/ 41711 h 151285"/>
                    <a:gd name="connsiteX4" fmla="*/ 14022 w 153638"/>
                    <a:gd name="connsiteY4" fmla="*/ 32530 h 151285"/>
                    <a:gd name="connsiteX5" fmla="*/ 110515 w 153638"/>
                    <a:gd name="connsiteY5" fmla="*/ 10750 h 151285"/>
                    <a:gd name="connsiteX6" fmla="*/ 115446 w 153638"/>
                    <a:gd name="connsiteY6" fmla="*/ 14169 h 151285"/>
                    <a:gd name="connsiteX7" fmla="*/ 145585 w 153638"/>
                    <a:gd name="connsiteY7" fmla="*/ 109683 h 151285"/>
                    <a:gd name="connsiteX8" fmla="*/ 139054 w 153638"/>
                    <a:gd name="connsiteY8" fmla="*/ 119965 h 151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638" h="151285">
                      <a:moveTo>
                        <a:pt x="139054" y="119965"/>
                      </a:moveTo>
                      <a:cubicBezTo>
                        <a:pt x="116714" y="152657"/>
                        <a:pt x="72096" y="161051"/>
                        <a:pt x="39404" y="138702"/>
                      </a:cubicBezTo>
                      <a:cubicBezTo>
                        <a:pt x="38809" y="138300"/>
                        <a:pt x="38215" y="137880"/>
                        <a:pt x="37629" y="137452"/>
                      </a:cubicBezTo>
                      <a:cubicBezTo>
                        <a:pt x="3066" y="119134"/>
                        <a:pt x="-10101" y="76274"/>
                        <a:pt x="8216" y="41711"/>
                      </a:cubicBezTo>
                      <a:cubicBezTo>
                        <a:pt x="9912" y="38511"/>
                        <a:pt x="11853" y="35433"/>
                        <a:pt x="14022" y="32530"/>
                      </a:cubicBezTo>
                      <a:cubicBezTo>
                        <a:pt x="34657" y="-126"/>
                        <a:pt x="77858" y="-9884"/>
                        <a:pt x="110515" y="10750"/>
                      </a:cubicBezTo>
                      <a:cubicBezTo>
                        <a:pt x="112211" y="11817"/>
                        <a:pt x="113855" y="12962"/>
                        <a:pt x="115446" y="14169"/>
                      </a:cubicBezTo>
                      <a:cubicBezTo>
                        <a:pt x="150140" y="32224"/>
                        <a:pt x="163640" y="74989"/>
                        <a:pt x="145585" y="109683"/>
                      </a:cubicBezTo>
                      <a:cubicBezTo>
                        <a:pt x="143705" y="113294"/>
                        <a:pt x="141519" y="116730"/>
                        <a:pt x="139054" y="119965"/>
                      </a:cubicBezTo>
                      <a:close/>
                    </a:path>
                  </a:pathLst>
                </a:custGeom>
                <a:solidFill>
                  <a:srgbClr val="9197A5"/>
                </a:solidFill>
                <a:ln w="87213" cap="flat">
                  <a:noFill/>
                  <a:prstDash val="solid"/>
                  <a:miter/>
                </a:ln>
              </p:spPr>
              <p:txBody>
                <a:bodyPr rtlCol="0" anchor="ctr"/>
                <a:lstStyle/>
                <a:p>
                  <a:endParaRPr lang="en-IN" dirty="0"/>
                </a:p>
              </p:txBody>
            </p:sp>
            <p:sp>
              <p:nvSpPr>
                <p:cNvPr id="2338" name="Freeform: Shape 2337">
                  <a:extLst>
                    <a:ext uri="{FF2B5EF4-FFF2-40B4-BE49-F238E27FC236}">
                      <a16:creationId xmlns:a16="http://schemas.microsoft.com/office/drawing/2014/main" id="{AC3545D3-B2F5-39A7-CD74-D224BCFC2061}"/>
                    </a:ext>
                  </a:extLst>
                </p:cNvPr>
                <p:cNvSpPr/>
                <p:nvPr/>
              </p:nvSpPr>
              <p:spPr>
                <a:xfrm>
                  <a:off x="2946631" y="4371770"/>
                  <a:ext cx="129199" cy="128484"/>
                </a:xfrm>
                <a:custGeom>
                  <a:avLst/>
                  <a:gdLst>
                    <a:gd name="connsiteX0" fmla="*/ 118323 w 129199"/>
                    <a:gd name="connsiteY0" fmla="*/ 101846 h 128484"/>
                    <a:gd name="connsiteX1" fmla="*/ 30888 w 129199"/>
                    <a:gd name="connsiteY1" fmla="*/ 118458 h 128484"/>
                    <a:gd name="connsiteX2" fmla="*/ 9099 w 129199"/>
                    <a:gd name="connsiteY2" fmla="*/ 30866 h 128484"/>
                    <a:gd name="connsiteX3" fmla="*/ 96700 w 129199"/>
                    <a:gd name="connsiteY3" fmla="*/ 9077 h 128484"/>
                    <a:gd name="connsiteX4" fmla="*/ 100836 w 129199"/>
                    <a:gd name="connsiteY4" fmla="*/ 11788 h 128484"/>
                    <a:gd name="connsiteX5" fmla="*/ 118323 w 129199"/>
                    <a:gd name="connsiteY5" fmla="*/ 101846 h 12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99" h="128484">
                      <a:moveTo>
                        <a:pt x="118323" y="101846"/>
                      </a:moveTo>
                      <a:cubicBezTo>
                        <a:pt x="97968" y="129344"/>
                        <a:pt x="59908" y="136575"/>
                        <a:pt x="30888" y="118458"/>
                      </a:cubicBezTo>
                      <a:cubicBezTo>
                        <a:pt x="680" y="100289"/>
                        <a:pt x="-9070" y="61066"/>
                        <a:pt x="9099" y="30866"/>
                      </a:cubicBezTo>
                      <a:cubicBezTo>
                        <a:pt x="27277" y="657"/>
                        <a:pt x="66492" y="-9100"/>
                        <a:pt x="96700" y="9077"/>
                      </a:cubicBezTo>
                      <a:cubicBezTo>
                        <a:pt x="98116" y="9926"/>
                        <a:pt x="99489" y="10835"/>
                        <a:pt x="100836" y="11788"/>
                      </a:cubicBezTo>
                      <a:cubicBezTo>
                        <a:pt x="130188" y="32055"/>
                        <a:pt x="137952" y="72065"/>
                        <a:pt x="118323" y="101846"/>
                      </a:cubicBezTo>
                      <a:close/>
                    </a:path>
                  </a:pathLst>
                </a:custGeom>
                <a:solidFill>
                  <a:srgbClr val="898F9E"/>
                </a:solidFill>
                <a:ln w="87213" cap="flat">
                  <a:noFill/>
                  <a:prstDash val="solid"/>
                  <a:miter/>
                </a:ln>
              </p:spPr>
              <p:txBody>
                <a:bodyPr rtlCol="0" anchor="ctr"/>
                <a:lstStyle/>
                <a:p>
                  <a:endParaRPr lang="en-IN" dirty="0"/>
                </a:p>
              </p:txBody>
            </p:sp>
            <p:sp>
              <p:nvSpPr>
                <p:cNvPr id="2339" name="Freeform: Shape 2338">
                  <a:extLst>
                    <a:ext uri="{FF2B5EF4-FFF2-40B4-BE49-F238E27FC236}">
                      <a16:creationId xmlns:a16="http://schemas.microsoft.com/office/drawing/2014/main" id="{35133131-AB34-4783-E0FF-930C6338B9B2}"/>
                    </a:ext>
                  </a:extLst>
                </p:cNvPr>
                <p:cNvSpPr/>
                <p:nvPr/>
              </p:nvSpPr>
              <p:spPr>
                <a:xfrm>
                  <a:off x="2951718" y="4385995"/>
                  <a:ext cx="119142" cy="108003"/>
                </a:xfrm>
                <a:custGeom>
                  <a:avLst/>
                  <a:gdLst>
                    <a:gd name="connsiteX0" fmla="*/ 17058 w 119142"/>
                    <a:gd name="connsiteY0" fmla="*/ 96364 h 108003"/>
                    <a:gd name="connsiteX1" fmla="*/ 9189 w 119142"/>
                    <a:gd name="connsiteY1" fmla="*/ 88495 h 108003"/>
                    <a:gd name="connsiteX2" fmla="*/ 1319 w 119142"/>
                    <a:gd name="connsiteY2" fmla="*/ 75379 h 108003"/>
                    <a:gd name="connsiteX3" fmla="*/ 1319 w 119142"/>
                    <a:gd name="connsiteY3" fmla="*/ 75379 h 108003"/>
                    <a:gd name="connsiteX4" fmla="*/ 1319 w 119142"/>
                    <a:gd name="connsiteY4" fmla="*/ 66636 h 108003"/>
                    <a:gd name="connsiteX5" fmla="*/ 42921 w 119142"/>
                    <a:gd name="connsiteY5" fmla="*/ 771 h 108003"/>
                    <a:gd name="connsiteX6" fmla="*/ 45911 w 119142"/>
                    <a:gd name="connsiteY6" fmla="*/ 186 h 108003"/>
                    <a:gd name="connsiteX7" fmla="*/ 54655 w 119142"/>
                    <a:gd name="connsiteY7" fmla="*/ 186 h 108003"/>
                    <a:gd name="connsiteX8" fmla="*/ 70393 w 119142"/>
                    <a:gd name="connsiteY8" fmla="*/ 186 h 108003"/>
                    <a:gd name="connsiteX9" fmla="*/ 80885 w 119142"/>
                    <a:gd name="connsiteY9" fmla="*/ 186 h 108003"/>
                    <a:gd name="connsiteX10" fmla="*/ 98372 w 119142"/>
                    <a:gd name="connsiteY10" fmla="*/ 12426 h 108003"/>
                    <a:gd name="connsiteX11" fmla="*/ 106241 w 119142"/>
                    <a:gd name="connsiteY11" fmla="*/ 19421 h 108003"/>
                    <a:gd name="connsiteX12" fmla="*/ 112361 w 119142"/>
                    <a:gd name="connsiteY12" fmla="*/ 27290 h 108003"/>
                    <a:gd name="connsiteX13" fmla="*/ 118482 w 119142"/>
                    <a:gd name="connsiteY13" fmla="*/ 67510 h 108003"/>
                    <a:gd name="connsiteX14" fmla="*/ 118482 w 119142"/>
                    <a:gd name="connsiteY14" fmla="*/ 72756 h 108003"/>
                    <a:gd name="connsiteX15" fmla="*/ 118482 w 119142"/>
                    <a:gd name="connsiteY15" fmla="*/ 72756 h 108003"/>
                    <a:gd name="connsiteX16" fmla="*/ 118482 w 119142"/>
                    <a:gd name="connsiteY16" fmla="*/ 83248 h 108003"/>
                    <a:gd name="connsiteX17" fmla="*/ 118482 w 119142"/>
                    <a:gd name="connsiteY17" fmla="*/ 83248 h 108003"/>
                    <a:gd name="connsiteX18" fmla="*/ 111487 w 119142"/>
                    <a:gd name="connsiteY18" fmla="*/ 91118 h 108003"/>
                    <a:gd name="connsiteX19" fmla="*/ 66895 w 119142"/>
                    <a:gd name="connsiteY19" fmla="*/ 107730 h 108003"/>
                    <a:gd name="connsiteX20" fmla="*/ 57278 w 119142"/>
                    <a:gd name="connsiteY20" fmla="*/ 107730 h 108003"/>
                    <a:gd name="connsiteX21" fmla="*/ 47660 w 119142"/>
                    <a:gd name="connsiteY21" fmla="*/ 107730 h 108003"/>
                    <a:gd name="connsiteX22" fmla="*/ 17058 w 119142"/>
                    <a:gd name="connsiteY22" fmla="*/ 96364 h 10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141" h="108003">
                      <a:moveTo>
                        <a:pt x="17058" y="96364"/>
                      </a:moveTo>
                      <a:cubicBezTo>
                        <a:pt x="17058" y="96364"/>
                        <a:pt x="10937" y="96364"/>
                        <a:pt x="9189" y="88495"/>
                      </a:cubicBezTo>
                      <a:cubicBezTo>
                        <a:pt x="5936" y="84534"/>
                        <a:pt x="3287" y="80110"/>
                        <a:pt x="1319" y="75379"/>
                      </a:cubicBezTo>
                      <a:lnTo>
                        <a:pt x="1319" y="75379"/>
                      </a:lnTo>
                      <a:cubicBezTo>
                        <a:pt x="1319" y="75379"/>
                        <a:pt x="1319" y="70133"/>
                        <a:pt x="1319" y="66636"/>
                      </a:cubicBezTo>
                      <a:cubicBezTo>
                        <a:pt x="-5378" y="36961"/>
                        <a:pt x="13245" y="7477"/>
                        <a:pt x="42921" y="771"/>
                      </a:cubicBezTo>
                      <a:cubicBezTo>
                        <a:pt x="43909" y="553"/>
                        <a:pt x="44905" y="352"/>
                        <a:pt x="45911" y="186"/>
                      </a:cubicBezTo>
                      <a:lnTo>
                        <a:pt x="54655" y="186"/>
                      </a:lnTo>
                      <a:lnTo>
                        <a:pt x="70393" y="186"/>
                      </a:lnTo>
                      <a:cubicBezTo>
                        <a:pt x="73882" y="-155"/>
                        <a:pt x="77396" y="-155"/>
                        <a:pt x="80885" y="186"/>
                      </a:cubicBezTo>
                      <a:cubicBezTo>
                        <a:pt x="87994" y="2039"/>
                        <a:pt x="94201" y="6376"/>
                        <a:pt x="98372" y="12426"/>
                      </a:cubicBezTo>
                      <a:lnTo>
                        <a:pt x="106241" y="19421"/>
                      </a:lnTo>
                      <a:lnTo>
                        <a:pt x="112361" y="27290"/>
                      </a:lnTo>
                      <a:cubicBezTo>
                        <a:pt x="117538" y="40029"/>
                        <a:pt x="119636" y="53809"/>
                        <a:pt x="118482" y="67510"/>
                      </a:cubicBezTo>
                      <a:cubicBezTo>
                        <a:pt x="118858" y="69241"/>
                        <a:pt x="118858" y="71025"/>
                        <a:pt x="118482" y="72756"/>
                      </a:cubicBezTo>
                      <a:lnTo>
                        <a:pt x="118482" y="72756"/>
                      </a:lnTo>
                      <a:cubicBezTo>
                        <a:pt x="119304" y="76210"/>
                        <a:pt x="119304" y="79795"/>
                        <a:pt x="118482" y="83248"/>
                      </a:cubicBezTo>
                      <a:lnTo>
                        <a:pt x="118482" y="83248"/>
                      </a:lnTo>
                      <a:cubicBezTo>
                        <a:pt x="118482" y="83248"/>
                        <a:pt x="118482" y="90243"/>
                        <a:pt x="111487" y="91118"/>
                      </a:cubicBezTo>
                      <a:cubicBezTo>
                        <a:pt x="99228" y="102047"/>
                        <a:pt x="83315" y="107975"/>
                        <a:pt x="66895" y="107730"/>
                      </a:cubicBezTo>
                      <a:lnTo>
                        <a:pt x="57278" y="107730"/>
                      </a:lnTo>
                      <a:cubicBezTo>
                        <a:pt x="57278" y="107730"/>
                        <a:pt x="50283" y="107730"/>
                        <a:pt x="47660" y="107730"/>
                      </a:cubicBezTo>
                      <a:cubicBezTo>
                        <a:pt x="36241" y="108937"/>
                        <a:pt x="24918" y="104731"/>
                        <a:pt x="17058" y="96364"/>
                      </a:cubicBezTo>
                      <a:close/>
                    </a:path>
                  </a:pathLst>
                </a:custGeom>
                <a:solidFill>
                  <a:srgbClr val="858C9B"/>
                </a:solidFill>
                <a:ln w="87213" cap="flat">
                  <a:noFill/>
                  <a:prstDash val="solid"/>
                  <a:miter/>
                </a:ln>
              </p:spPr>
              <p:txBody>
                <a:bodyPr rtlCol="0" anchor="ctr"/>
                <a:lstStyle/>
                <a:p>
                  <a:endParaRPr lang="en-IN" dirty="0"/>
                </a:p>
              </p:txBody>
            </p:sp>
            <p:sp>
              <p:nvSpPr>
                <p:cNvPr id="2340" name="Freeform: Shape 2339">
                  <a:extLst>
                    <a:ext uri="{FF2B5EF4-FFF2-40B4-BE49-F238E27FC236}">
                      <a16:creationId xmlns:a16="http://schemas.microsoft.com/office/drawing/2014/main" id="{B90875C0-CAC4-128D-AE1B-BE8C374F6AC4}"/>
                    </a:ext>
                  </a:extLst>
                </p:cNvPr>
                <p:cNvSpPr/>
                <p:nvPr/>
              </p:nvSpPr>
              <p:spPr>
                <a:xfrm>
                  <a:off x="3029150" y="4382690"/>
                  <a:ext cx="17486" cy="12304"/>
                </a:xfrm>
                <a:custGeom>
                  <a:avLst/>
                  <a:gdLst>
                    <a:gd name="connsiteX0" fmla="*/ 17443 w 17486"/>
                    <a:gd name="connsiteY0" fmla="*/ 12234 h 12304"/>
                    <a:gd name="connsiteX1" fmla="*/ -44 w 17486"/>
                    <a:gd name="connsiteY1" fmla="*/ -7 h 12304"/>
                    <a:gd name="connsiteX2" fmla="*/ 17443 w 17486"/>
                    <a:gd name="connsiteY2" fmla="*/ 12234 h 12304"/>
                  </a:gdLst>
                  <a:ahLst/>
                  <a:cxnLst>
                    <a:cxn ang="0">
                      <a:pos x="connsiteX0" y="connsiteY0"/>
                    </a:cxn>
                    <a:cxn ang="0">
                      <a:pos x="connsiteX1" y="connsiteY1"/>
                    </a:cxn>
                    <a:cxn ang="0">
                      <a:pos x="connsiteX2" y="connsiteY2"/>
                    </a:cxn>
                  </a:cxnLst>
                  <a:rect l="l" t="t" r="r" b="b"/>
                  <a:pathLst>
                    <a:path w="17486" h="12304">
                      <a:moveTo>
                        <a:pt x="17443" y="12234"/>
                      </a:moveTo>
                      <a:lnTo>
                        <a:pt x="-44" y="-7"/>
                      </a:lnTo>
                      <a:cubicBezTo>
                        <a:pt x="7982" y="-706"/>
                        <a:pt x="15353" y="4453"/>
                        <a:pt x="17443" y="12234"/>
                      </a:cubicBezTo>
                      <a:close/>
                    </a:path>
                  </a:pathLst>
                </a:custGeom>
                <a:solidFill>
                  <a:srgbClr val="868C9C"/>
                </a:solidFill>
                <a:ln w="87213" cap="flat">
                  <a:noFill/>
                  <a:prstDash val="solid"/>
                  <a:miter/>
                </a:ln>
              </p:spPr>
              <p:txBody>
                <a:bodyPr rtlCol="0" anchor="ctr"/>
                <a:lstStyle/>
                <a:p>
                  <a:endParaRPr lang="en-IN" dirty="0"/>
                </a:p>
              </p:txBody>
            </p:sp>
            <p:sp>
              <p:nvSpPr>
                <p:cNvPr id="2341" name="Freeform: Shape 2340">
                  <a:extLst>
                    <a:ext uri="{FF2B5EF4-FFF2-40B4-BE49-F238E27FC236}">
                      <a16:creationId xmlns:a16="http://schemas.microsoft.com/office/drawing/2014/main" id="{98A73A38-3667-FB46-7590-2FA6819E2DA4}"/>
                    </a:ext>
                  </a:extLst>
                </p:cNvPr>
                <p:cNvSpPr/>
                <p:nvPr/>
              </p:nvSpPr>
              <p:spPr>
                <a:xfrm>
                  <a:off x="2968820" y="4482429"/>
                  <a:ext cx="18361" cy="11474"/>
                </a:xfrm>
                <a:custGeom>
                  <a:avLst/>
                  <a:gdLst>
                    <a:gd name="connsiteX0" fmla="*/ -44 w 18361"/>
                    <a:gd name="connsiteY0" fmla="*/ -70 h 11474"/>
                    <a:gd name="connsiteX1" fmla="*/ 18317 w 18361"/>
                    <a:gd name="connsiteY1" fmla="*/ 11296 h 11474"/>
                    <a:gd name="connsiteX2" fmla="*/ -44 w 18361"/>
                    <a:gd name="connsiteY2" fmla="*/ -70 h 11474"/>
                  </a:gdLst>
                  <a:ahLst/>
                  <a:cxnLst>
                    <a:cxn ang="0">
                      <a:pos x="connsiteX0" y="connsiteY0"/>
                    </a:cxn>
                    <a:cxn ang="0">
                      <a:pos x="connsiteX1" y="connsiteY1"/>
                    </a:cxn>
                    <a:cxn ang="0">
                      <a:pos x="connsiteX2" y="connsiteY2"/>
                    </a:cxn>
                  </a:cxnLst>
                  <a:rect l="l" t="t" r="r" b="b"/>
                  <a:pathLst>
                    <a:path w="18361" h="11474">
                      <a:moveTo>
                        <a:pt x="-44" y="-70"/>
                      </a:moveTo>
                      <a:lnTo>
                        <a:pt x="18317" y="11296"/>
                      </a:lnTo>
                      <a:cubicBezTo>
                        <a:pt x="10308" y="12188"/>
                        <a:pt x="2728" y="7493"/>
                        <a:pt x="-44" y="-70"/>
                      </a:cubicBezTo>
                      <a:close/>
                    </a:path>
                  </a:pathLst>
                </a:custGeom>
                <a:solidFill>
                  <a:srgbClr val="868C9C"/>
                </a:solidFill>
                <a:ln w="87213" cap="flat">
                  <a:noFill/>
                  <a:prstDash val="solid"/>
                  <a:miter/>
                </a:ln>
              </p:spPr>
              <p:txBody>
                <a:bodyPr rtlCol="0" anchor="ctr"/>
                <a:lstStyle/>
                <a:p>
                  <a:endParaRPr lang="en-IN" dirty="0"/>
                </a:p>
              </p:txBody>
            </p:sp>
            <p:sp>
              <p:nvSpPr>
                <p:cNvPr id="2342" name="Freeform: Shape 2341">
                  <a:extLst>
                    <a:ext uri="{FF2B5EF4-FFF2-40B4-BE49-F238E27FC236}">
                      <a16:creationId xmlns:a16="http://schemas.microsoft.com/office/drawing/2014/main" id="{0FF45CCF-FA53-B634-5E8E-7D6835D83E37}"/>
                    </a:ext>
                  </a:extLst>
                </p:cNvPr>
                <p:cNvSpPr/>
                <p:nvPr/>
              </p:nvSpPr>
              <p:spPr>
                <a:xfrm>
                  <a:off x="3002919" y="4377875"/>
                  <a:ext cx="15738" cy="3226"/>
                </a:xfrm>
                <a:custGeom>
                  <a:avLst/>
                  <a:gdLst>
                    <a:gd name="connsiteX0" fmla="*/ 15694 w 15738"/>
                    <a:gd name="connsiteY0" fmla="*/ 2186 h 3226"/>
                    <a:gd name="connsiteX1" fmla="*/ -44 w 15738"/>
                    <a:gd name="connsiteY1" fmla="*/ 2186 h 3226"/>
                    <a:gd name="connsiteX2" fmla="*/ 15694 w 15738"/>
                    <a:gd name="connsiteY2" fmla="*/ 2186 h 3226"/>
                  </a:gdLst>
                  <a:ahLst/>
                  <a:cxnLst>
                    <a:cxn ang="0">
                      <a:pos x="connsiteX0" y="connsiteY0"/>
                    </a:cxn>
                    <a:cxn ang="0">
                      <a:pos x="connsiteX1" y="connsiteY1"/>
                    </a:cxn>
                    <a:cxn ang="0">
                      <a:pos x="connsiteX2" y="connsiteY2"/>
                    </a:cxn>
                  </a:cxnLst>
                  <a:rect l="l" t="t" r="r" b="b"/>
                  <a:pathLst>
                    <a:path w="15738" h="3226">
                      <a:moveTo>
                        <a:pt x="15694" y="2186"/>
                      </a:moveTo>
                      <a:cubicBezTo>
                        <a:pt x="10527" y="3480"/>
                        <a:pt x="5123" y="3480"/>
                        <a:pt x="-44" y="2186"/>
                      </a:cubicBezTo>
                      <a:cubicBezTo>
                        <a:pt x="4773" y="-822"/>
                        <a:pt x="10877" y="-822"/>
                        <a:pt x="15694" y="2186"/>
                      </a:cubicBezTo>
                      <a:close/>
                    </a:path>
                  </a:pathLst>
                </a:custGeom>
                <a:solidFill>
                  <a:srgbClr val="868C9C"/>
                </a:solidFill>
                <a:ln w="87213" cap="flat">
                  <a:noFill/>
                  <a:prstDash val="solid"/>
                  <a:miter/>
                </a:ln>
              </p:spPr>
              <p:txBody>
                <a:bodyPr rtlCol="0" anchor="ctr"/>
                <a:lstStyle/>
                <a:p>
                  <a:endParaRPr lang="en-IN" dirty="0"/>
                </a:p>
              </p:txBody>
            </p:sp>
            <p:sp>
              <p:nvSpPr>
                <p:cNvPr id="2343" name="Freeform: Shape 2342">
                  <a:extLst>
                    <a:ext uri="{FF2B5EF4-FFF2-40B4-BE49-F238E27FC236}">
                      <a16:creationId xmlns:a16="http://schemas.microsoft.com/office/drawing/2014/main" id="{8A97E7E9-35BF-ADC4-BC8B-E221FA4916D7}"/>
                    </a:ext>
                  </a:extLst>
                </p:cNvPr>
                <p:cNvSpPr/>
                <p:nvPr/>
              </p:nvSpPr>
              <p:spPr>
                <a:xfrm>
                  <a:off x="2952970" y="4457073"/>
                  <a:ext cx="7981" cy="13115"/>
                </a:xfrm>
                <a:custGeom>
                  <a:avLst/>
                  <a:gdLst>
                    <a:gd name="connsiteX0" fmla="*/ 67 w 7981"/>
                    <a:gd name="connsiteY0" fmla="*/ -70 h 13115"/>
                    <a:gd name="connsiteX1" fmla="*/ 7937 w 7981"/>
                    <a:gd name="connsiteY1" fmla="*/ 13045 h 13115"/>
                    <a:gd name="connsiteX2" fmla="*/ 67 w 7981"/>
                    <a:gd name="connsiteY2" fmla="*/ -70 h 13115"/>
                  </a:gdLst>
                  <a:ahLst/>
                  <a:cxnLst>
                    <a:cxn ang="0">
                      <a:pos x="connsiteX0" y="connsiteY0"/>
                    </a:cxn>
                    <a:cxn ang="0">
                      <a:pos x="connsiteX1" y="connsiteY1"/>
                    </a:cxn>
                    <a:cxn ang="0">
                      <a:pos x="connsiteX2" y="connsiteY2"/>
                    </a:cxn>
                  </a:cxnLst>
                  <a:rect l="l" t="t" r="r" b="b"/>
                  <a:pathLst>
                    <a:path w="7980" h="13115">
                      <a:moveTo>
                        <a:pt x="67" y="-70"/>
                      </a:moveTo>
                      <a:cubicBezTo>
                        <a:pt x="3678" y="3628"/>
                        <a:pt x="6371" y="8123"/>
                        <a:pt x="7937" y="13045"/>
                      </a:cubicBezTo>
                      <a:cubicBezTo>
                        <a:pt x="2568" y="11051"/>
                        <a:pt x="-702" y="5605"/>
                        <a:pt x="67" y="-70"/>
                      </a:cubicBezTo>
                      <a:close/>
                    </a:path>
                  </a:pathLst>
                </a:custGeom>
                <a:solidFill>
                  <a:srgbClr val="868C9C"/>
                </a:solidFill>
                <a:ln w="87213" cap="flat">
                  <a:noFill/>
                  <a:prstDash val="solid"/>
                  <a:miter/>
                </a:ln>
              </p:spPr>
              <p:txBody>
                <a:bodyPr rtlCol="0" anchor="ctr"/>
                <a:lstStyle/>
                <a:p>
                  <a:endParaRPr lang="en-IN" dirty="0"/>
                </a:p>
              </p:txBody>
            </p:sp>
            <p:sp>
              <p:nvSpPr>
                <p:cNvPr id="2344" name="Freeform: Shape 2343">
                  <a:extLst>
                    <a:ext uri="{FF2B5EF4-FFF2-40B4-BE49-F238E27FC236}">
                      <a16:creationId xmlns:a16="http://schemas.microsoft.com/office/drawing/2014/main" id="{1408F8B7-7150-68FC-7D28-6BD0DF238C9A}"/>
                    </a:ext>
                  </a:extLst>
                </p:cNvPr>
                <p:cNvSpPr/>
                <p:nvPr/>
              </p:nvSpPr>
              <p:spPr>
                <a:xfrm>
                  <a:off x="3059752" y="4457322"/>
                  <a:ext cx="1942" cy="11116"/>
                </a:xfrm>
                <a:custGeom>
                  <a:avLst/>
                  <a:gdLst>
                    <a:gd name="connsiteX0" fmla="*/ -44 w 1942"/>
                    <a:gd name="connsiteY0" fmla="*/ 11047 h 11116"/>
                    <a:gd name="connsiteX1" fmla="*/ -44 w 1942"/>
                    <a:gd name="connsiteY1" fmla="*/ 555 h 11116"/>
                    <a:gd name="connsiteX2" fmla="*/ -44 w 1942"/>
                    <a:gd name="connsiteY2" fmla="*/ 11047 h 11116"/>
                  </a:gdLst>
                  <a:ahLst/>
                  <a:cxnLst>
                    <a:cxn ang="0">
                      <a:pos x="connsiteX0" y="connsiteY0"/>
                    </a:cxn>
                    <a:cxn ang="0">
                      <a:pos x="connsiteX1" y="connsiteY1"/>
                    </a:cxn>
                    <a:cxn ang="0">
                      <a:pos x="connsiteX2" y="connsiteY2"/>
                    </a:cxn>
                  </a:cxnLst>
                  <a:rect l="l" t="t" r="r" b="b"/>
                  <a:pathLst>
                    <a:path w="1942" h="11116">
                      <a:moveTo>
                        <a:pt x="-44" y="11047"/>
                      </a:moveTo>
                      <a:cubicBezTo>
                        <a:pt x="-44" y="11047"/>
                        <a:pt x="-44" y="4053"/>
                        <a:pt x="-44" y="555"/>
                      </a:cubicBezTo>
                      <a:cubicBezTo>
                        <a:pt x="-44" y="-2942"/>
                        <a:pt x="4327" y="9298"/>
                        <a:pt x="-44" y="11047"/>
                      </a:cubicBezTo>
                      <a:close/>
                    </a:path>
                  </a:pathLst>
                </a:custGeom>
                <a:solidFill>
                  <a:srgbClr val="868C9C"/>
                </a:solidFill>
                <a:ln w="87213" cap="flat">
                  <a:noFill/>
                  <a:prstDash val="solid"/>
                  <a:miter/>
                </a:ln>
              </p:spPr>
              <p:txBody>
                <a:bodyPr rtlCol="0" anchor="ctr"/>
                <a:lstStyle/>
                <a:p>
                  <a:endParaRPr lang="en-IN" dirty="0"/>
                </a:p>
              </p:txBody>
            </p:sp>
            <p:sp>
              <p:nvSpPr>
                <p:cNvPr id="2345" name="Freeform: Shape 2344">
                  <a:extLst>
                    <a:ext uri="{FF2B5EF4-FFF2-40B4-BE49-F238E27FC236}">
                      <a16:creationId xmlns:a16="http://schemas.microsoft.com/office/drawing/2014/main" id="{AFC125DA-87B8-065B-E518-3CCFCA6A99DB}"/>
                    </a:ext>
                  </a:extLst>
                </p:cNvPr>
                <p:cNvSpPr/>
                <p:nvPr/>
              </p:nvSpPr>
              <p:spPr>
                <a:xfrm>
                  <a:off x="3051009" y="4474498"/>
                  <a:ext cx="9467" cy="7930"/>
                </a:xfrm>
                <a:custGeom>
                  <a:avLst/>
                  <a:gdLst>
                    <a:gd name="connsiteX0" fmla="*/ -44 w 9467"/>
                    <a:gd name="connsiteY0" fmla="*/ 7860 h 7930"/>
                    <a:gd name="connsiteX1" fmla="*/ 6950 w 9467"/>
                    <a:gd name="connsiteY1" fmla="*/ -9 h 7930"/>
                    <a:gd name="connsiteX2" fmla="*/ -44 w 9467"/>
                    <a:gd name="connsiteY2" fmla="*/ 7860 h 7930"/>
                  </a:gdLst>
                  <a:ahLst/>
                  <a:cxnLst>
                    <a:cxn ang="0">
                      <a:pos x="connsiteX0" y="connsiteY0"/>
                    </a:cxn>
                    <a:cxn ang="0">
                      <a:pos x="connsiteX1" y="connsiteY1"/>
                    </a:cxn>
                    <a:cxn ang="0">
                      <a:pos x="connsiteX2" y="connsiteY2"/>
                    </a:cxn>
                  </a:cxnLst>
                  <a:rect l="l" t="t" r="r" b="b"/>
                  <a:pathLst>
                    <a:path w="9467" h="7929">
                      <a:moveTo>
                        <a:pt x="-44" y="7860"/>
                      </a:moveTo>
                      <a:cubicBezTo>
                        <a:pt x="-44" y="7860"/>
                        <a:pt x="-44" y="865"/>
                        <a:pt x="6950" y="-9"/>
                      </a:cubicBezTo>
                      <a:cubicBezTo>
                        <a:pt x="13945" y="-883"/>
                        <a:pt x="4327" y="7860"/>
                        <a:pt x="-44" y="7860"/>
                      </a:cubicBezTo>
                      <a:close/>
                    </a:path>
                  </a:pathLst>
                </a:custGeom>
                <a:solidFill>
                  <a:srgbClr val="868C9C"/>
                </a:solidFill>
                <a:ln w="87213" cap="flat">
                  <a:noFill/>
                  <a:prstDash val="solid"/>
                  <a:miter/>
                </a:ln>
              </p:spPr>
              <p:txBody>
                <a:bodyPr rtlCol="0" anchor="ctr"/>
                <a:lstStyle/>
                <a:p>
                  <a:endParaRPr lang="en-IN" dirty="0"/>
                </a:p>
              </p:txBody>
            </p:sp>
            <p:sp>
              <p:nvSpPr>
                <p:cNvPr id="2346" name="Freeform: Shape 2345">
                  <a:extLst>
                    <a:ext uri="{FF2B5EF4-FFF2-40B4-BE49-F238E27FC236}">
                      <a16:creationId xmlns:a16="http://schemas.microsoft.com/office/drawing/2014/main" id="{64825833-DE15-8067-0A1C-85FFEAD4129B}"/>
                    </a:ext>
                  </a:extLst>
                </p:cNvPr>
                <p:cNvSpPr/>
                <p:nvPr/>
              </p:nvSpPr>
              <p:spPr>
                <a:xfrm>
                  <a:off x="2948418" y="4445706"/>
                  <a:ext cx="1165" cy="9614"/>
                </a:xfrm>
                <a:custGeom>
                  <a:avLst/>
                  <a:gdLst>
                    <a:gd name="connsiteX0" fmla="*/ 1122 w 1165"/>
                    <a:gd name="connsiteY0" fmla="*/ -70 h 9614"/>
                    <a:gd name="connsiteX1" fmla="*/ 1122 w 1165"/>
                    <a:gd name="connsiteY1" fmla="*/ 8673 h 9614"/>
                    <a:gd name="connsiteX2" fmla="*/ 1122 w 1165"/>
                    <a:gd name="connsiteY2" fmla="*/ -70 h 9614"/>
                  </a:gdLst>
                  <a:ahLst/>
                  <a:cxnLst>
                    <a:cxn ang="0">
                      <a:pos x="connsiteX0" y="connsiteY0"/>
                    </a:cxn>
                    <a:cxn ang="0">
                      <a:pos x="connsiteX1" y="connsiteY1"/>
                    </a:cxn>
                    <a:cxn ang="0">
                      <a:pos x="connsiteX2" y="connsiteY2"/>
                    </a:cxn>
                  </a:cxnLst>
                  <a:rect l="l" t="t" r="r" b="b"/>
                  <a:pathLst>
                    <a:path w="1165" h="9614">
                      <a:moveTo>
                        <a:pt x="1122" y="-70"/>
                      </a:moveTo>
                      <a:cubicBezTo>
                        <a:pt x="1122" y="-70"/>
                        <a:pt x="1122" y="5176"/>
                        <a:pt x="1122" y="8673"/>
                      </a:cubicBezTo>
                      <a:cubicBezTo>
                        <a:pt x="1122" y="12171"/>
                        <a:pt x="-1501" y="4301"/>
                        <a:pt x="1122" y="-70"/>
                      </a:cubicBezTo>
                      <a:close/>
                    </a:path>
                  </a:pathLst>
                </a:custGeom>
                <a:solidFill>
                  <a:srgbClr val="868C9C"/>
                </a:solidFill>
                <a:ln w="87213" cap="flat">
                  <a:noFill/>
                  <a:prstDash val="solid"/>
                  <a:miter/>
                </a:ln>
              </p:spPr>
              <p:txBody>
                <a:bodyPr rtlCol="0" anchor="ctr"/>
                <a:lstStyle/>
                <a:p>
                  <a:endParaRPr lang="en-IN" dirty="0"/>
                </a:p>
              </p:txBody>
            </p:sp>
            <p:sp>
              <p:nvSpPr>
                <p:cNvPr id="2347" name="Freeform: Shape 2346">
                  <a:extLst>
                    <a:ext uri="{FF2B5EF4-FFF2-40B4-BE49-F238E27FC236}">
                      <a16:creationId xmlns:a16="http://schemas.microsoft.com/office/drawing/2014/main" id="{0AF43F06-15A0-A3D3-9094-E94F138AC2F3}"/>
                    </a:ext>
                  </a:extLst>
                </p:cNvPr>
                <p:cNvSpPr/>
                <p:nvPr/>
              </p:nvSpPr>
              <p:spPr>
                <a:xfrm>
                  <a:off x="2996799" y="4492156"/>
                  <a:ext cx="9617" cy="2622"/>
                </a:xfrm>
                <a:custGeom>
                  <a:avLst/>
                  <a:gdLst>
                    <a:gd name="connsiteX0" fmla="*/ -44 w 9617"/>
                    <a:gd name="connsiteY0" fmla="*/ 1569 h 2622"/>
                    <a:gd name="connsiteX1" fmla="*/ 9574 w 9617"/>
                    <a:gd name="connsiteY1" fmla="*/ 1569 h 2622"/>
                    <a:gd name="connsiteX2" fmla="*/ -44 w 9617"/>
                    <a:gd name="connsiteY2" fmla="*/ 1569 h 2622"/>
                  </a:gdLst>
                  <a:ahLst/>
                  <a:cxnLst>
                    <a:cxn ang="0">
                      <a:pos x="connsiteX0" y="connsiteY0"/>
                    </a:cxn>
                    <a:cxn ang="0">
                      <a:pos x="connsiteX1" y="connsiteY1"/>
                    </a:cxn>
                    <a:cxn ang="0">
                      <a:pos x="connsiteX2" y="connsiteY2"/>
                    </a:cxn>
                  </a:cxnLst>
                  <a:rect l="l" t="t" r="r" b="b"/>
                  <a:pathLst>
                    <a:path w="9617" h="2622">
                      <a:moveTo>
                        <a:pt x="-44" y="1569"/>
                      </a:moveTo>
                      <a:cubicBezTo>
                        <a:pt x="2789" y="-616"/>
                        <a:pt x="6741" y="-616"/>
                        <a:pt x="9574" y="1569"/>
                      </a:cubicBezTo>
                      <a:cubicBezTo>
                        <a:pt x="6505" y="2880"/>
                        <a:pt x="3025" y="2880"/>
                        <a:pt x="-44" y="1569"/>
                      </a:cubicBezTo>
                      <a:close/>
                    </a:path>
                  </a:pathLst>
                </a:custGeom>
                <a:solidFill>
                  <a:srgbClr val="868C9C"/>
                </a:solidFill>
                <a:ln w="87213" cap="flat">
                  <a:noFill/>
                  <a:prstDash val="solid"/>
                  <a:miter/>
                </a:ln>
              </p:spPr>
              <p:txBody>
                <a:bodyPr rtlCol="0" anchor="ctr"/>
                <a:lstStyle/>
                <a:p>
                  <a:endParaRPr lang="en-IN" dirty="0"/>
                </a:p>
              </p:txBody>
            </p:sp>
            <p:sp>
              <p:nvSpPr>
                <p:cNvPr id="2348" name="Freeform: Shape 2347">
                  <a:extLst>
                    <a:ext uri="{FF2B5EF4-FFF2-40B4-BE49-F238E27FC236}">
                      <a16:creationId xmlns:a16="http://schemas.microsoft.com/office/drawing/2014/main" id="{AB9D4989-4B17-9979-3CCE-CCB76D1462E6}"/>
                    </a:ext>
                  </a:extLst>
                </p:cNvPr>
                <p:cNvSpPr/>
                <p:nvPr/>
              </p:nvSpPr>
              <p:spPr>
                <a:xfrm>
                  <a:off x="3054506" y="4403737"/>
                  <a:ext cx="6120" cy="7869"/>
                </a:xfrm>
                <a:custGeom>
                  <a:avLst/>
                  <a:gdLst>
                    <a:gd name="connsiteX0" fmla="*/ 6076 w 6120"/>
                    <a:gd name="connsiteY0" fmla="*/ 7799 h 7869"/>
                    <a:gd name="connsiteX1" fmla="*/ -44 w 6120"/>
                    <a:gd name="connsiteY1" fmla="*/ -70 h 7869"/>
                    <a:gd name="connsiteX2" fmla="*/ 6076 w 6120"/>
                    <a:gd name="connsiteY2" fmla="*/ 7799 h 7869"/>
                  </a:gdLst>
                  <a:ahLst/>
                  <a:cxnLst>
                    <a:cxn ang="0">
                      <a:pos x="connsiteX0" y="connsiteY0"/>
                    </a:cxn>
                    <a:cxn ang="0">
                      <a:pos x="connsiteX1" y="connsiteY1"/>
                    </a:cxn>
                    <a:cxn ang="0">
                      <a:pos x="connsiteX2" y="connsiteY2"/>
                    </a:cxn>
                  </a:cxnLst>
                  <a:rect l="l" t="t" r="r" b="b"/>
                  <a:pathLst>
                    <a:path w="6120" h="7869">
                      <a:moveTo>
                        <a:pt x="6076" y="7799"/>
                      </a:moveTo>
                      <a:cubicBezTo>
                        <a:pt x="2937" y="6260"/>
                        <a:pt x="672" y="3357"/>
                        <a:pt x="-44" y="-70"/>
                      </a:cubicBezTo>
                      <a:cubicBezTo>
                        <a:pt x="3103" y="1469"/>
                        <a:pt x="5359" y="4372"/>
                        <a:pt x="6076" y="7799"/>
                      </a:cubicBezTo>
                      <a:close/>
                    </a:path>
                  </a:pathLst>
                </a:custGeom>
                <a:solidFill>
                  <a:srgbClr val="868C9C"/>
                </a:solidFill>
                <a:ln w="87213" cap="flat">
                  <a:noFill/>
                  <a:prstDash val="solid"/>
                  <a:miter/>
                </a:ln>
              </p:spPr>
              <p:txBody>
                <a:bodyPr rtlCol="0" anchor="ctr"/>
                <a:lstStyle/>
                <a:p>
                  <a:endParaRPr lang="en-IN" dirty="0"/>
                </a:p>
              </p:txBody>
            </p:sp>
            <p:sp>
              <p:nvSpPr>
                <p:cNvPr id="2349" name="Freeform: Shape 2348">
                  <a:extLst>
                    <a:ext uri="{FF2B5EF4-FFF2-40B4-BE49-F238E27FC236}">
                      <a16:creationId xmlns:a16="http://schemas.microsoft.com/office/drawing/2014/main" id="{2617518D-8C91-0D74-1C0E-2C3189896A04}"/>
                    </a:ext>
                  </a:extLst>
                </p:cNvPr>
                <p:cNvSpPr/>
                <p:nvPr/>
              </p:nvSpPr>
              <p:spPr>
                <a:xfrm>
                  <a:off x="3064296" y="4451827"/>
                  <a:ext cx="2644" cy="5245"/>
                </a:xfrm>
                <a:custGeom>
                  <a:avLst/>
                  <a:gdLst>
                    <a:gd name="connsiteX0" fmla="*/ 657 w 2644"/>
                    <a:gd name="connsiteY0" fmla="*/ 5176 h 5245"/>
                    <a:gd name="connsiteX1" fmla="*/ 657 w 2644"/>
                    <a:gd name="connsiteY1" fmla="*/ -70 h 5245"/>
                    <a:gd name="connsiteX2" fmla="*/ 657 w 2644"/>
                    <a:gd name="connsiteY2" fmla="*/ 5176 h 5245"/>
                  </a:gdLst>
                  <a:ahLst/>
                  <a:cxnLst>
                    <a:cxn ang="0">
                      <a:pos x="connsiteX0" y="connsiteY0"/>
                    </a:cxn>
                    <a:cxn ang="0">
                      <a:pos x="connsiteX1" y="connsiteY1"/>
                    </a:cxn>
                    <a:cxn ang="0">
                      <a:pos x="connsiteX2" y="connsiteY2"/>
                    </a:cxn>
                  </a:cxnLst>
                  <a:rect l="l" t="t" r="r" b="b"/>
                  <a:pathLst>
                    <a:path w="2644" h="5245">
                      <a:moveTo>
                        <a:pt x="657" y="5176"/>
                      </a:moveTo>
                      <a:cubicBezTo>
                        <a:pt x="-278" y="3550"/>
                        <a:pt x="-278" y="1556"/>
                        <a:pt x="657" y="-70"/>
                      </a:cubicBezTo>
                      <a:cubicBezTo>
                        <a:pt x="657" y="-70"/>
                        <a:pt x="5029" y="4301"/>
                        <a:pt x="657" y="5176"/>
                      </a:cubicBezTo>
                      <a:close/>
                    </a:path>
                  </a:pathLst>
                </a:custGeom>
                <a:solidFill>
                  <a:srgbClr val="868C9C"/>
                </a:solidFill>
                <a:ln w="87213" cap="flat">
                  <a:noFill/>
                  <a:prstDash val="solid"/>
                  <a:miter/>
                </a:ln>
              </p:spPr>
              <p:txBody>
                <a:bodyPr rtlCol="0" anchor="ctr"/>
                <a:lstStyle/>
                <a:p>
                  <a:endParaRPr lang="en-IN" dirty="0"/>
                </a:p>
              </p:txBody>
            </p:sp>
            <p:sp>
              <p:nvSpPr>
                <p:cNvPr id="2350" name="Freeform: Shape 2349">
                  <a:extLst>
                    <a:ext uri="{FF2B5EF4-FFF2-40B4-BE49-F238E27FC236}">
                      <a16:creationId xmlns:a16="http://schemas.microsoft.com/office/drawing/2014/main" id="{B7624DD9-12EA-BEB9-529F-BA069449EDDD}"/>
                    </a:ext>
                  </a:extLst>
                </p:cNvPr>
                <p:cNvSpPr/>
                <p:nvPr/>
              </p:nvSpPr>
              <p:spPr>
                <a:xfrm>
                  <a:off x="2994176" y="4378479"/>
                  <a:ext cx="6120" cy="777"/>
                </a:xfrm>
                <a:custGeom>
                  <a:avLst/>
                  <a:gdLst>
                    <a:gd name="connsiteX0" fmla="*/ 6076 w 6120"/>
                    <a:gd name="connsiteY0" fmla="*/ 707 h 777"/>
                    <a:gd name="connsiteX1" fmla="*/ -44 w 6120"/>
                    <a:gd name="connsiteY1" fmla="*/ 707 h 777"/>
                    <a:gd name="connsiteX2" fmla="*/ 6076 w 6120"/>
                    <a:gd name="connsiteY2" fmla="*/ 707 h 777"/>
                  </a:gdLst>
                  <a:ahLst/>
                  <a:cxnLst>
                    <a:cxn ang="0">
                      <a:pos x="connsiteX0" y="connsiteY0"/>
                    </a:cxn>
                    <a:cxn ang="0">
                      <a:pos x="connsiteX1" y="connsiteY1"/>
                    </a:cxn>
                    <a:cxn ang="0">
                      <a:pos x="connsiteX2" y="connsiteY2"/>
                    </a:cxn>
                  </a:cxnLst>
                  <a:rect l="l" t="t" r="r" b="b"/>
                  <a:pathLst>
                    <a:path w="6120" h="777">
                      <a:moveTo>
                        <a:pt x="6076" y="707"/>
                      </a:moveTo>
                      <a:lnTo>
                        <a:pt x="-44" y="707"/>
                      </a:lnTo>
                      <a:cubicBezTo>
                        <a:pt x="-44" y="707"/>
                        <a:pt x="4327" y="-1041"/>
                        <a:pt x="6076" y="707"/>
                      </a:cubicBezTo>
                      <a:close/>
                    </a:path>
                  </a:pathLst>
                </a:custGeom>
                <a:solidFill>
                  <a:srgbClr val="868C9C"/>
                </a:solidFill>
                <a:ln w="87213" cap="flat">
                  <a:noFill/>
                  <a:prstDash val="solid"/>
                  <a:miter/>
                </a:ln>
              </p:spPr>
              <p:txBody>
                <a:bodyPr rtlCol="0" anchor="ctr"/>
                <a:lstStyle/>
                <a:p>
                  <a:endParaRPr lang="en-IN" dirty="0"/>
                </a:p>
              </p:txBody>
            </p:sp>
            <p:sp>
              <p:nvSpPr>
                <p:cNvPr id="2351" name="Freeform: Shape 2350">
                  <a:extLst>
                    <a:ext uri="{FF2B5EF4-FFF2-40B4-BE49-F238E27FC236}">
                      <a16:creationId xmlns:a16="http://schemas.microsoft.com/office/drawing/2014/main" id="{9575B4E1-45A6-CCC4-E29A-6B031328FDE6}"/>
                    </a:ext>
                  </a:extLst>
                </p:cNvPr>
                <p:cNvSpPr/>
                <p:nvPr/>
              </p:nvSpPr>
              <p:spPr>
                <a:xfrm>
                  <a:off x="2952207" y="4385000"/>
                  <a:ext cx="111757" cy="108127"/>
                </a:xfrm>
                <a:custGeom>
                  <a:avLst/>
                  <a:gdLst>
                    <a:gd name="connsiteX0" fmla="*/ 85642 w 111757"/>
                    <a:gd name="connsiteY0" fmla="*/ 9925 h 108127"/>
                    <a:gd name="connsiteX1" fmla="*/ 104204 w 111757"/>
                    <a:gd name="connsiteY1" fmla="*/ 83028 h 108127"/>
                    <a:gd name="connsiteX2" fmla="*/ 104003 w 111757"/>
                    <a:gd name="connsiteY2" fmla="*/ 83369 h 108127"/>
                    <a:gd name="connsiteX3" fmla="*/ 50668 w 111757"/>
                    <a:gd name="connsiteY3" fmla="*/ 106977 h 108127"/>
                    <a:gd name="connsiteX4" fmla="*/ -44 w 111757"/>
                    <a:gd name="connsiteY4" fmla="*/ 51019 h 108127"/>
                    <a:gd name="connsiteX5" fmla="*/ 53772 w 111757"/>
                    <a:gd name="connsiteY5" fmla="*/ -52 h 108127"/>
                    <a:gd name="connsiteX6" fmla="*/ 76024 w 111757"/>
                    <a:gd name="connsiteY6" fmla="*/ 5553 h 10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57" h="108127">
                      <a:moveTo>
                        <a:pt x="85642" y="9925"/>
                      </a:moveTo>
                      <a:cubicBezTo>
                        <a:pt x="110954" y="24990"/>
                        <a:pt x="119269" y="57716"/>
                        <a:pt x="104204" y="83028"/>
                      </a:cubicBezTo>
                      <a:cubicBezTo>
                        <a:pt x="104135" y="83142"/>
                        <a:pt x="104073" y="83256"/>
                        <a:pt x="104003" y="83369"/>
                      </a:cubicBezTo>
                      <a:cubicBezTo>
                        <a:pt x="93170" y="101906"/>
                        <a:pt x="71679" y="111418"/>
                        <a:pt x="50668" y="106977"/>
                      </a:cubicBezTo>
                      <a:cubicBezTo>
                        <a:pt x="22733" y="102518"/>
                        <a:pt x="1652" y="79251"/>
                        <a:pt x="-44" y="51019"/>
                      </a:cubicBezTo>
                      <a:cubicBezTo>
                        <a:pt x="717" y="22052"/>
                        <a:pt x="24805" y="-813"/>
                        <a:pt x="53772" y="-52"/>
                      </a:cubicBezTo>
                      <a:cubicBezTo>
                        <a:pt x="61510" y="149"/>
                        <a:pt x="69108" y="2064"/>
                        <a:pt x="76024" y="5553"/>
                      </a:cubicBezTo>
                      <a:close/>
                    </a:path>
                  </a:pathLst>
                </a:custGeom>
                <a:solidFill>
                  <a:srgbClr val="828899"/>
                </a:solidFill>
                <a:ln w="87213" cap="flat">
                  <a:noFill/>
                  <a:prstDash val="solid"/>
                  <a:miter/>
                </a:ln>
              </p:spPr>
              <p:txBody>
                <a:bodyPr rtlCol="0" anchor="ctr"/>
                <a:lstStyle/>
                <a:p>
                  <a:endParaRPr lang="en-IN" dirty="0"/>
                </a:p>
              </p:txBody>
            </p:sp>
            <p:sp>
              <p:nvSpPr>
                <p:cNvPr id="2352" name="Freeform: Shape 2351">
                  <a:extLst>
                    <a:ext uri="{FF2B5EF4-FFF2-40B4-BE49-F238E27FC236}">
                      <a16:creationId xmlns:a16="http://schemas.microsoft.com/office/drawing/2014/main" id="{75946A76-2026-73DE-2828-0C92CD3A9F8D}"/>
                    </a:ext>
                  </a:extLst>
                </p:cNvPr>
                <p:cNvSpPr/>
                <p:nvPr/>
              </p:nvSpPr>
              <p:spPr>
                <a:xfrm>
                  <a:off x="2961803" y="4392426"/>
                  <a:ext cx="92374" cy="89651"/>
                </a:xfrm>
                <a:custGeom>
                  <a:avLst/>
                  <a:gdLst>
                    <a:gd name="connsiteX0" fmla="*/ 70800 w 92374"/>
                    <a:gd name="connsiteY0" fmla="*/ 7744 h 89651"/>
                    <a:gd name="connsiteX1" fmla="*/ 86538 w 92374"/>
                    <a:gd name="connsiteY1" fmla="*/ 70697 h 89651"/>
                    <a:gd name="connsiteX2" fmla="*/ 21836 w 92374"/>
                    <a:gd name="connsiteY2" fmla="*/ 82064 h 89651"/>
                    <a:gd name="connsiteX3" fmla="*/ 6098 w 92374"/>
                    <a:gd name="connsiteY3" fmla="*/ 18237 h 89651"/>
                    <a:gd name="connsiteX4" fmla="*/ 70800 w 92374"/>
                    <a:gd name="connsiteY4" fmla="*/ 7744 h 8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74" h="89651">
                      <a:moveTo>
                        <a:pt x="70800" y="7744"/>
                      </a:moveTo>
                      <a:cubicBezTo>
                        <a:pt x="91548" y="21498"/>
                        <a:pt x="98377" y="48804"/>
                        <a:pt x="86538" y="70697"/>
                      </a:cubicBezTo>
                      <a:cubicBezTo>
                        <a:pt x="71088" y="90536"/>
                        <a:pt x="43127" y="95450"/>
                        <a:pt x="21836" y="82064"/>
                      </a:cubicBezTo>
                      <a:cubicBezTo>
                        <a:pt x="599" y="68258"/>
                        <a:pt x="-6283" y="40340"/>
                        <a:pt x="6098" y="18237"/>
                      </a:cubicBezTo>
                      <a:cubicBezTo>
                        <a:pt x="21802" y="-1314"/>
                        <a:pt x="49728" y="-5843"/>
                        <a:pt x="70800" y="7744"/>
                      </a:cubicBezTo>
                      <a:close/>
                    </a:path>
                  </a:pathLst>
                </a:custGeom>
                <a:solidFill>
                  <a:srgbClr val="808696"/>
                </a:solidFill>
                <a:ln w="87213" cap="flat">
                  <a:noFill/>
                  <a:prstDash val="solid"/>
                  <a:miter/>
                </a:ln>
              </p:spPr>
              <p:txBody>
                <a:bodyPr rtlCol="0" anchor="ctr"/>
                <a:lstStyle/>
                <a:p>
                  <a:endParaRPr lang="en-IN" dirty="0"/>
                </a:p>
              </p:txBody>
            </p:sp>
          </p:grpSp>
          <p:sp>
            <p:nvSpPr>
              <p:cNvPr id="2353" name="Freeform: Shape 2352">
                <a:extLst>
                  <a:ext uri="{FF2B5EF4-FFF2-40B4-BE49-F238E27FC236}">
                    <a16:creationId xmlns:a16="http://schemas.microsoft.com/office/drawing/2014/main" id="{0590406E-E5CE-45F8-FCC3-8FE94B6F430D}"/>
                  </a:ext>
                </a:extLst>
              </p:cNvPr>
              <p:cNvSpPr/>
              <p:nvPr/>
            </p:nvSpPr>
            <p:spPr>
              <a:xfrm>
                <a:off x="2918982" y="4343408"/>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424242"/>
              </a:solidFill>
              <a:ln w="87213" cap="flat">
                <a:noFill/>
                <a:prstDash val="solid"/>
                <a:miter/>
              </a:ln>
            </p:spPr>
            <p:txBody>
              <a:bodyPr rtlCol="0" anchor="ctr"/>
              <a:lstStyle/>
              <a:p>
                <a:endParaRPr lang="en-IN" dirty="0"/>
              </a:p>
            </p:txBody>
          </p:sp>
          <p:sp>
            <p:nvSpPr>
              <p:cNvPr id="2354" name="Freeform: Shape 2353">
                <a:extLst>
                  <a:ext uri="{FF2B5EF4-FFF2-40B4-BE49-F238E27FC236}">
                    <a16:creationId xmlns:a16="http://schemas.microsoft.com/office/drawing/2014/main" id="{98A31E32-3D32-4D3F-C36E-9DE72E4CFBEF}"/>
                  </a:ext>
                </a:extLst>
              </p:cNvPr>
              <p:cNvSpPr/>
              <p:nvPr/>
            </p:nvSpPr>
            <p:spPr>
              <a:xfrm>
                <a:off x="2914610"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5F6060"/>
              </a:solidFill>
              <a:ln w="87213" cap="flat">
                <a:noFill/>
                <a:prstDash val="solid"/>
                <a:miter/>
              </a:ln>
            </p:spPr>
            <p:txBody>
              <a:bodyPr rtlCol="0" anchor="ctr"/>
              <a:lstStyle/>
              <a:p>
                <a:endParaRPr lang="en-IN" dirty="0"/>
              </a:p>
            </p:txBody>
          </p:sp>
          <p:sp>
            <p:nvSpPr>
              <p:cNvPr id="2355" name="Freeform: Shape 2354">
                <a:extLst>
                  <a:ext uri="{FF2B5EF4-FFF2-40B4-BE49-F238E27FC236}">
                    <a16:creationId xmlns:a16="http://schemas.microsoft.com/office/drawing/2014/main" id="{61F7754C-333B-9DF8-0F12-BD5DDA50E60B}"/>
                  </a:ext>
                </a:extLst>
              </p:cNvPr>
              <p:cNvSpPr/>
              <p:nvPr/>
            </p:nvSpPr>
            <p:spPr>
              <a:xfrm>
                <a:off x="2916359"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969696">
                  <a:alpha val="30000"/>
                </a:srgbClr>
              </a:solidFill>
              <a:ln w="87213" cap="flat">
                <a:noFill/>
                <a:prstDash val="solid"/>
                <a:miter/>
              </a:ln>
            </p:spPr>
            <p:txBody>
              <a:bodyPr rtlCol="0" anchor="ctr"/>
              <a:lstStyle/>
              <a:p>
                <a:endParaRPr lang="en-IN" dirty="0"/>
              </a:p>
            </p:txBody>
          </p:sp>
          <p:sp>
            <p:nvSpPr>
              <p:cNvPr id="2356" name="Freeform: Shape 2355">
                <a:extLst>
                  <a:ext uri="{FF2B5EF4-FFF2-40B4-BE49-F238E27FC236}">
                    <a16:creationId xmlns:a16="http://schemas.microsoft.com/office/drawing/2014/main" id="{6E5C38D2-A837-F0D1-4B6F-D905AC629B8C}"/>
                  </a:ext>
                </a:extLst>
              </p:cNvPr>
              <p:cNvSpPr/>
              <p:nvPr/>
            </p:nvSpPr>
            <p:spPr>
              <a:xfrm>
                <a:off x="2916359"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gradFill>
                <a:gsLst>
                  <a:gs pos="0">
                    <a:srgbClr val="FFFFFF"/>
                  </a:gs>
                  <a:gs pos="50000">
                    <a:srgbClr val="7F7F7F"/>
                  </a:gs>
                  <a:gs pos="100000">
                    <a:srgbClr val="000000"/>
                  </a:gs>
                </a:gsLst>
                <a:lin ang="2040922" scaled="1"/>
              </a:gradFill>
              <a:ln w="87213" cap="flat">
                <a:noFill/>
                <a:prstDash val="solid"/>
                <a:miter/>
              </a:ln>
            </p:spPr>
            <p:txBody>
              <a:bodyPr rtlCol="0" anchor="ctr"/>
              <a:lstStyle/>
              <a:p>
                <a:endParaRPr lang="en-IN" dirty="0"/>
              </a:p>
            </p:txBody>
          </p:sp>
          <p:grpSp>
            <p:nvGrpSpPr>
              <p:cNvPr id="2357" name="Graphic 15">
                <a:extLst>
                  <a:ext uri="{FF2B5EF4-FFF2-40B4-BE49-F238E27FC236}">
                    <a16:creationId xmlns:a16="http://schemas.microsoft.com/office/drawing/2014/main" id="{C05E5A0A-E299-2916-7287-1446E3174A7F}"/>
                  </a:ext>
                </a:extLst>
              </p:cNvPr>
              <p:cNvGrpSpPr/>
              <p:nvPr/>
            </p:nvGrpSpPr>
            <p:grpSpPr>
              <a:xfrm>
                <a:off x="2398863" y="3904058"/>
                <a:ext cx="214155" cy="190244"/>
                <a:chOff x="2398863" y="3904058"/>
                <a:chExt cx="214155" cy="190244"/>
              </a:xfrm>
            </p:grpSpPr>
            <p:sp>
              <p:nvSpPr>
                <p:cNvPr id="2358" name="Freeform: Shape 2357">
                  <a:extLst>
                    <a:ext uri="{FF2B5EF4-FFF2-40B4-BE49-F238E27FC236}">
                      <a16:creationId xmlns:a16="http://schemas.microsoft.com/office/drawing/2014/main" id="{8F191A33-4C41-B0FC-DE54-BC160BDF3AB0}"/>
                    </a:ext>
                  </a:extLst>
                </p:cNvPr>
                <p:cNvSpPr/>
                <p:nvPr/>
              </p:nvSpPr>
              <p:spPr>
                <a:xfrm>
                  <a:off x="2398863" y="3904058"/>
                  <a:ext cx="214155" cy="190244"/>
                </a:xfrm>
                <a:custGeom>
                  <a:avLst/>
                  <a:gdLst>
                    <a:gd name="connsiteX0" fmla="*/ 144106 w 214155"/>
                    <a:gd name="connsiteY0" fmla="*/ 31835 h 190244"/>
                    <a:gd name="connsiteX1" fmla="*/ 200938 w 214155"/>
                    <a:gd name="connsiteY1" fmla="*/ 78175 h 190244"/>
                    <a:gd name="connsiteX2" fmla="*/ 206184 w 214155"/>
                    <a:gd name="connsiteY2" fmla="*/ 149871 h 190244"/>
                    <a:gd name="connsiteX3" fmla="*/ 162467 w 214155"/>
                    <a:gd name="connsiteY3" fmla="*/ 189217 h 190244"/>
                    <a:gd name="connsiteX4" fmla="*/ 140608 w 214155"/>
                    <a:gd name="connsiteY4" fmla="*/ 189217 h 190244"/>
                    <a:gd name="connsiteX5" fmla="*/ 83776 w 214155"/>
                    <a:gd name="connsiteY5" fmla="*/ 169982 h 190244"/>
                    <a:gd name="connsiteX6" fmla="*/ 24320 w 214155"/>
                    <a:gd name="connsiteY6" fmla="*/ 128013 h 190244"/>
                    <a:gd name="connsiteX7" fmla="*/ 18768 w 214155"/>
                    <a:gd name="connsiteY7" fmla="*/ 24289 h 190244"/>
                    <a:gd name="connsiteX8" fmla="*/ 99514 w 214155"/>
                    <a:gd name="connsiteY8" fmla="*/ 4730 h 190244"/>
                    <a:gd name="connsiteX9" fmla="*/ 144106 w 214155"/>
                    <a:gd name="connsiteY9" fmla="*/ 31835 h 19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155" h="190244">
                      <a:moveTo>
                        <a:pt x="144106" y="31835"/>
                      </a:moveTo>
                      <a:cubicBezTo>
                        <a:pt x="165737" y="43647"/>
                        <a:pt x="185008" y="59359"/>
                        <a:pt x="200938" y="78175"/>
                      </a:cubicBezTo>
                      <a:cubicBezTo>
                        <a:pt x="216370" y="99063"/>
                        <a:pt x="218408" y="126963"/>
                        <a:pt x="206184" y="149871"/>
                      </a:cubicBezTo>
                      <a:cubicBezTo>
                        <a:pt x="197319" y="168198"/>
                        <a:pt x="181624" y="182327"/>
                        <a:pt x="162467" y="189217"/>
                      </a:cubicBezTo>
                      <a:cubicBezTo>
                        <a:pt x="155236" y="190493"/>
                        <a:pt x="147839" y="190493"/>
                        <a:pt x="140608" y="189217"/>
                      </a:cubicBezTo>
                      <a:cubicBezTo>
                        <a:pt x="120420" y="187346"/>
                        <a:pt x="100948" y="180754"/>
                        <a:pt x="83776" y="169982"/>
                      </a:cubicBezTo>
                      <a:cubicBezTo>
                        <a:pt x="62416" y="158318"/>
                        <a:pt x="42463" y="144232"/>
                        <a:pt x="24320" y="128013"/>
                      </a:cubicBezTo>
                      <a:cubicBezTo>
                        <a:pt x="-5853" y="100908"/>
                        <a:pt x="-8345" y="54472"/>
                        <a:pt x="18768" y="24289"/>
                      </a:cubicBezTo>
                      <a:cubicBezTo>
                        <a:pt x="39053" y="1714"/>
                        <a:pt x="71142" y="-6060"/>
                        <a:pt x="99514" y="4730"/>
                      </a:cubicBezTo>
                      <a:cubicBezTo>
                        <a:pt x="115322" y="12101"/>
                        <a:pt x="130282" y="21194"/>
                        <a:pt x="144106" y="31835"/>
                      </a:cubicBezTo>
                      <a:close/>
                    </a:path>
                  </a:pathLst>
                </a:custGeom>
                <a:solidFill>
                  <a:srgbClr val="FBFBFC"/>
                </a:solidFill>
                <a:ln w="87213" cap="flat">
                  <a:noFill/>
                  <a:prstDash val="solid"/>
                  <a:miter/>
                </a:ln>
              </p:spPr>
              <p:txBody>
                <a:bodyPr rtlCol="0" anchor="ctr"/>
                <a:lstStyle/>
                <a:p>
                  <a:endParaRPr lang="en-IN" dirty="0"/>
                </a:p>
              </p:txBody>
            </p:sp>
            <p:sp>
              <p:nvSpPr>
                <p:cNvPr id="2359" name="Freeform: Shape 2358">
                  <a:extLst>
                    <a:ext uri="{FF2B5EF4-FFF2-40B4-BE49-F238E27FC236}">
                      <a16:creationId xmlns:a16="http://schemas.microsoft.com/office/drawing/2014/main" id="{A2387989-1B71-53C2-94A0-7C7AA57D5AA4}"/>
                    </a:ext>
                  </a:extLst>
                </p:cNvPr>
                <p:cNvSpPr/>
                <p:nvPr/>
              </p:nvSpPr>
              <p:spPr>
                <a:xfrm>
                  <a:off x="2405754" y="3911368"/>
                  <a:ext cx="198533" cy="174391"/>
                </a:xfrm>
                <a:custGeom>
                  <a:avLst/>
                  <a:gdLst>
                    <a:gd name="connsiteX0" fmla="*/ 192300 w 198533"/>
                    <a:gd name="connsiteY0" fmla="*/ 133818 h 174391"/>
                    <a:gd name="connsiteX1" fmla="*/ 173938 w 198533"/>
                    <a:gd name="connsiteY1" fmla="*/ 159174 h 174391"/>
                    <a:gd name="connsiteX2" fmla="*/ 100493 w 198533"/>
                    <a:gd name="connsiteY2" fmla="*/ 165295 h 174391"/>
                    <a:gd name="connsiteX3" fmla="*/ 40163 w 198533"/>
                    <a:gd name="connsiteY3" fmla="*/ 128572 h 174391"/>
                    <a:gd name="connsiteX4" fmla="*/ 2566 w 198533"/>
                    <a:gd name="connsiteY4" fmla="*/ 81358 h 174391"/>
                    <a:gd name="connsiteX5" fmla="*/ 7813 w 198533"/>
                    <a:gd name="connsiteY5" fmla="*/ 39389 h 174391"/>
                    <a:gd name="connsiteX6" fmla="*/ 26174 w 198533"/>
                    <a:gd name="connsiteY6" fmla="*/ 14033 h 174391"/>
                    <a:gd name="connsiteX7" fmla="*/ 94373 w 198533"/>
                    <a:gd name="connsiteY7" fmla="*/ 7912 h 174391"/>
                    <a:gd name="connsiteX8" fmla="*/ 152954 w 198533"/>
                    <a:gd name="connsiteY8" fmla="*/ 43761 h 174391"/>
                    <a:gd name="connsiteX9" fmla="*/ 192300 w 198533"/>
                    <a:gd name="connsiteY9" fmla="*/ 82232 h 174391"/>
                    <a:gd name="connsiteX10" fmla="*/ 192300 w 198533"/>
                    <a:gd name="connsiteY10" fmla="*/ 133818 h 17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533" h="174391">
                      <a:moveTo>
                        <a:pt x="192300" y="133818"/>
                      </a:moveTo>
                      <a:cubicBezTo>
                        <a:pt x="188024" y="143462"/>
                        <a:pt x="181773" y="152101"/>
                        <a:pt x="173938" y="159174"/>
                      </a:cubicBezTo>
                      <a:cubicBezTo>
                        <a:pt x="153330" y="176827"/>
                        <a:pt x="123733" y="179293"/>
                        <a:pt x="100493" y="165295"/>
                      </a:cubicBezTo>
                      <a:cubicBezTo>
                        <a:pt x="79579" y="154427"/>
                        <a:pt x="59425" y="142151"/>
                        <a:pt x="40163" y="128572"/>
                      </a:cubicBezTo>
                      <a:cubicBezTo>
                        <a:pt x="22423" y="117792"/>
                        <a:pt x="9098" y="101056"/>
                        <a:pt x="2566" y="81358"/>
                      </a:cubicBezTo>
                      <a:cubicBezTo>
                        <a:pt x="-2260" y="67307"/>
                        <a:pt x="-328" y="51814"/>
                        <a:pt x="7813" y="39389"/>
                      </a:cubicBezTo>
                      <a:cubicBezTo>
                        <a:pt x="11887" y="29631"/>
                        <a:pt x="18174" y="20949"/>
                        <a:pt x="26174" y="14033"/>
                      </a:cubicBezTo>
                      <a:cubicBezTo>
                        <a:pt x="45331" y="-2204"/>
                        <a:pt x="72628" y="-4661"/>
                        <a:pt x="94373" y="7912"/>
                      </a:cubicBezTo>
                      <a:cubicBezTo>
                        <a:pt x="114885" y="18177"/>
                        <a:pt x="134479" y="30173"/>
                        <a:pt x="152954" y="43761"/>
                      </a:cubicBezTo>
                      <a:cubicBezTo>
                        <a:pt x="169662" y="52303"/>
                        <a:pt x="183381" y="65724"/>
                        <a:pt x="192300" y="82232"/>
                      </a:cubicBezTo>
                      <a:cubicBezTo>
                        <a:pt x="200553" y="98433"/>
                        <a:pt x="200553" y="117616"/>
                        <a:pt x="192300" y="133818"/>
                      </a:cubicBezTo>
                      <a:close/>
                    </a:path>
                  </a:pathLst>
                </a:custGeom>
                <a:solidFill>
                  <a:srgbClr val="F6F6F7"/>
                </a:solidFill>
                <a:ln w="87213" cap="flat">
                  <a:noFill/>
                  <a:prstDash val="solid"/>
                  <a:miter/>
                </a:ln>
              </p:spPr>
              <p:txBody>
                <a:bodyPr rtlCol="0" anchor="ctr"/>
                <a:lstStyle/>
                <a:p>
                  <a:endParaRPr lang="en-IN" dirty="0"/>
                </a:p>
              </p:txBody>
            </p:sp>
            <p:sp>
              <p:nvSpPr>
                <p:cNvPr id="2360" name="Freeform: Shape 2359">
                  <a:extLst>
                    <a:ext uri="{FF2B5EF4-FFF2-40B4-BE49-F238E27FC236}">
                      <a16:creationId xmlns:a16="http://schemas.microsoft.com/office/drawing/2014/main" id="{902FE054-3224-049A-70C3-05D6E476165B}"/>
                    </a:ext>
                  </a:extLst>
                </p:cNvPr>
                <p:cNvSpPr/>
                <p:nvPr/>
              </p:nvSpPr>
              <p:spPr>
                <a:xfrm>
                  <a:off x="2409974" y="3912471"/>
                  <a:ext cx="188262" cy="168346"/>
                </a:xfrm>
                <a:custGeom>
                  <a:avLst/>
                  <a:gdLst>
                    <a:gd name="connsiteX0" fmla="*/ 129498 w 188262"/>
                    <a:gd name="connsiteY0" fmla="*/ 35662 h 168346"/>
                    <a:gd name="connsiteX1" fmla="*/ 178461 w 188262"/>
                    <a:gd name="connsiteY1" fmla="*/ 77631 h 168346"/>
                    <a:gd name="connsiteX2" fmla="*/ 161997 w 188262"/>
                    <a:gd name="connsiteY2" fmla="*/ 158823 h 168346"/>
                    <a:gd name="connsiteX3" fmla="*/ 149608 w 188262"/>
                    <a:gd name="connsiteY3" fmla="*/ 165066 h 168346"/>
                    <a:gd name="connsiteX4" fmla="*/ 91901 w 188262"/>
                    <a:gd name="connsiteY4" fmla="*/ 158071 h 168346"/>
                    <a:gd name="connsiteX5" fmla="*/ 56053 w 188262"/>
                    <a:gd name="connsiteY5" fmla="*/ 137087 h 168346"/>
                    <a:gd name="connsiteX6" fmla="*/ 9713 w 188262"/>
                    <a:gd name="connsiteY6" fmla="*/ 94243 h 168346"/>
                    <a:gd name="connsiteX7" fmla="*/ 26176 w 188262"/>
                    <a:gd name="connsiteY7" fmla="*/ 13052 h 168346"/>
                    <a:gd name="connsiteX8" fmla="*/ 38566 w 188262"/>
                    <a:gd name="connsiteY8" fmla="*/ 6809 h 168346"/>
                    <a:gd name="connsiteX9" fmla="*/ 94524 w 188262"/>
                    <a:gd name="connsiteY9" fmla="*/ 6809 h 168346"/>
                    <a:gd name="connsiteX10" fmla="*/ 129498 w 188262"/>
                    <a:gd name="connsiteY10" fmla="*/ 35662 h 16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262" h="168346">
                      <a:moveTo>
                        <a:pt x="129498" y="35662"/>
                      </a:moveTo>
                      <a:cubicBezTo>
                        <a:pt x="148139" y="46696"/>
                        <a:pt x="164708" y="60896"/>
                        <a:pt x="178461" y="77631"/>
                      </a:cubicBezTo>
                      <a:cubicBezTo>
                        <a:pt x="196333" y="104596"/>
                        <a:pt x="188962" y="140951"/>
                        <a:pt x="161997" y="158823"/>
                      </a:cubicBezTo>
                      <a:cubicBezTo>
                        <a:pt x="158133" y="161385"/>
                        <a:pt x="153971" y="163483"/>
                        <a:pt x="149608" y="165066"/>
                      </a:cubicBezTo>
                      <a:cubicBezTo>
                        <a:pt x="130259" y="171099"/>
                        <a:pt x="109248" y="168554"/>
                        <a:pt x="91901" y="158071"/>
                      </a:cubicBezTo>
                      <a:cubicBezTo>
                        <a:pt x="79092" y="152659"/>
                        <a:pt x="67044" y="145603"/>
                        <a:pt x="56053" y="137087"/>
                      </a:cubicBezTo>
                      <a:cubicBezTo>
                        <a:pt x="37289" y="126882"/>
                        <a:pt x="21359" y="112150"/>
                        <a:pt x="9713" y="94243"/>
                      </a:cubicBezTo>
                      <a:cubicBezTo>
                        <a:pt x="-8159" y="67279"/>
                        <a:pt x="-788" y="30923"/>
                        <a:pt x="26176" y="13052"/>
                      </a:cubicBezTo>
                      <a:cubicBezTo>
                        <a:pt x="30041" y="10490"/>
                        <a:pt x="34203" y="8392"/>
                        <a:pt x="38566" y="6809"/>
                      </a:cubicBezTo>
                      <a:cubicBezTo>
                        <a:pt x="56088" y="-2363"/>
                        <a:pt x="77002" y="-2363"/>
                        <a:pt x="94524" y="6809"/>
                      </a:cubicBezTo>
                      <a:cubicBezTo>
                        <a:pt x="106949" y="15456"/>
                        <a:pt x="118647" y="25109"/>
                        <a:pt x="129498" y="35662"/>
                      </a:cubicBezTo>
                      <a:close/>
                    </a:path>
                  </a:pathLst>
                </a:custGeom>
                <a:solidFill>
                  <a:srgbClr val="F1F1F3"/>
                </a:solidFill>
                <a:ln w="87213" cap="flat">
                  <a:noFill/>
                  <a:prstDash val="solid"/>
                  <a:miter/>
                </a:ln>
              </p:spPr>
              <p:txBody>
                <a:bodyPr rtlCol="0" anchor="ctr"/>
                <a:lstStyle/>
                <a:p>
                  <a:endParaRPr lang="en-IN" dirty="0"/>
                </a:p>
              </p:txBody>
            </p:sp>
            <p:sp>
              <p:nvSpPr>
                <p:cNvPr id="2361" name="Freeform: Shape 2360">
                  <a:extLst>
                    <a:ext uri="{FF2B5EF4-FFF2-40B4-BE49-F238E27FC236}">
                      <a16:creationId xmlns:a16="http://schemas.microsoft.com/office/drawing/2014/main" id="{B516E573-3428-2215-83F9-6A81EE12EFDC}"/>
                    </a:ext>
                  </a:extLst>
                </p:cNvPr>
                <p:cNvSpPr/>
                <p:nvPr/>
              </p:nvSpPr>
              <p:spPr>
                <a:xfrm>
                  <a:off x="2417833" y="3925457"/>
                  <a:ext cx="172177" cy="149711"/>
                </a:xfrm>
                <a:custGeom>
                  <a:avLst/>
                  <a:gdLst>
                    <a:gd name="connsiteX0" fmla="*/ 119016 w 172177"/>
                    <a:gd name="connsiteY0" fmla="*/ 32294 h 149711"/>
                    <a:gd name="connsiteX1" fmla="*/ 154864 w 172177"/>
                    <a:gd name="connsiteY1" fmla="*/ 57650 h 149711"/>
                    <a:gd name="connsiteX2" fmla="*/ 158090 w 172177"/>
                    <a:gd name="connsiteY2" fmla="*/ 133010 h 149711"/>
                    <a:gd name="connsiteX3" fmla="*/ 141749 w 172177"/>
                    <a:gd name="connsiteY3" fmla="*/ 145084 h 149711"/>
                    <a:gd name="connsiteX4" fmla="*/ 97157 w 172177"/>
                    <a:gd name="connsiteY4" fmla="*/ 145084 h 149711"/>
                    <a:gd name="connsiteX5" fmla="*/ 15843 w 172177"/>
                    <a:gd name="connsiteY5" fmla="*/ 90875 h 149711"/>
                    <a:gd name="connsiteX6" fmla="*/ 15318 w 172177"/>
                    <a:gd name="connsiteY6" fmla="*/ 15454 h 149711"/>
                    <a:gd name="connsiteX7" fmla="*/ 33330 w 172177"/>
                    <a:gd name="connsiteY7" fmla="*/ 3440 h 149711"/>
                    <a:gd name="connsiteX8" fmla="*/ 90162 w 172177"/>
                    <a:gd name="connsiteY8" fmla="*/ 11310 h 149711"/>
                    <a:gd name="connsiteX9" fmla="*/ 119016 w 172177"/>
                    <a:gd name="connsiteY9" fmla="*/ 32294 h 14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177" h="149711">
                      <a:moveTo>
                        <a:pt x="119016" y="32294"/>
                      </a:moveTo>
                      <a:cubicBezTo>
                        <a:pt x="131624" y="39770"/>
                        <a:pt x="143611" y="48251"/>
                        <a:pt x="154864" y="57650"/>
                      </a:cubicBezTo>
                      <a:cubicBezTo>
                        <a:pt x="176565" y="77567"/>
                        <a:pt x="178008" y="111309"/>
                        <a:pt x="158090" y="133010"/>
                      </a:cubicBezTo>
                      <a:cubicBezTo>
                        <a:pt x="153465" y="138046"/>
                        <a:pt x="147921" y="142147"/>
                        <a:pt x="141749" y="145084"/>
                      </a:cubicBezTo>
                      <a:cubicBezTo>
                        <a:pt x="127506" y="151161"/>
                        <a:pt x="111400" y="151161"/>
                        <a:pt x="97157" y="145084"/>
                      </a:cubicBezTo>
                      <a:cubicBezTo>
                        <a:pt x="67097" y="131890"/>
                        <a:pt x="39581" y="113547"/>
                        <a:pt x="15843" y="90875"/>
                      </a:cubicBezTo>
                      <a:cubicBezTo>
                        <a:pt x="-5133" y="70188"/>
                        <a:pt x="-5369" y="36421"/>
                        <a:pt x="15318" y="15454"/>
                      </a:cubicBezTo>
                      <a:cubicBezTo>
                        <a:pt x="20433" y="10260"/>
                        <a:pt x="26571" y="6169"/>
                        <a:pt x="33330" y="3440"/>
                      </a:cubicBezTo>
                      <a:cubicBezTo>
                        <a:pt x="52434" y="-3222"/>
                        <a:pt x="73585" y="-293"/>
                        <a:pt x="90162" y="11310"/>
                      </a:cubicBezTo>
                      <a:cubicBezTo>
                        <a:pt x="99780" y="16556"/>
                        <a:pt x="108523" y="22676"/>
                        <a:pt x="119016" y="32294"/>
                      </a:cubicBezTo>
                      <a:close/>
                    </a:path>
                  </a:pathLst>
                </a:custGeom>
                <a:solidFill>
                  <a:srgbClr val="E4E4E9"/>
                </a:solidFill>
                <a:ln w="87213" cap="flat">
                  <a:noFill/>
                  <a:prstDash val="solid"/>
                  <a:miter/>
                </a:ln>
              </p:spPr>
              <p:txBody>
                <a:bodyPr rtlCol="0" anchor="ctr"/>
                <a:lstStyle/>
                <a:p>
                  <a:endParaRPr lang="en-IN" dirty="0"/>
                </a:p>
              </p:txBody>
            </p:sp>
            <p:sp>
              <p:nvSpPr>
                <p:cNvPr id="2362" name="Freeform: Shape 2361">
                  <a:extLst>
                    <a:ext uri="{FF2B5EF4-FFF2-40B4-BE49-F238E27FC236}">
                      <a16:creationId xmlns:a16="http://schemas.microsoft.com/office/drawing/2014/main" id="{DDFEBFF6-3CF4-97F7-D674-3E0FE7B3AF6C}"/>
                    </a:ext>
                  </a:extLst>
                </p:cNvPr>
                <p:cNvSpPr/>
                <p:nvPr/>
              </p:nvSpPr>
              <p:spPr>
                <a:xfrm>
                  <a:off x="2428166" y="3935416"/>
                  <a:ext cx="165818" cy="134321"/>
                </a:xfrm>
                <a:custGeom>
                  <a:avLst/>
                  <a:gdLst>
                    <a:gd name="connsiteX0" fmla="*/ 122673 w 165818"/>
                    <a:gd name="connsiteY0" fmla="*/ 134252 h 134321"/>
                    <a:gd name="connsiteX1" fmla="*/ 122673 w 165818"/>
                    <a:gd name="connsiteY1" fmla="*/ 134252 h 134321"/>
                    <a:gd name="connsiteX2" fmla="*/ 111306 w 165818"/>
                    <a:gd name="connsiteY2" fmla="*/ 134252 h 134321"/>
                    <a:gd name="connsiteX3" fmla="*/ 103437 w 165818"/>
                    <a:gd name="connsiteY3" fmla="*/ 134252 h 134321"/>
                    <a:gd name="connsiteX4" fmla="*/ 67589 w 165818"/>
                    <a:gd name="connsiteY4" fmla="*/ 119388 h 134321"/>
                    <a:gd name="connsiteX5" fmla="*/ 11631 w 165818"/>
                    <a:gd name="connsiteY5" fmla="*/ 78293 h 134321"/>
                    <a:gd name="connsiteX6" fmla="*/ 5510 w 165818"/>
                    <a:gd name="connsiteY6" fmla="*/ 71299 h 134321"/>
                    <a:gd name="connsiteX7" fmla="*/ 264 w 165818"/>
                    <a:gd name="connsiteY7" fmla="*/ 59932 h 134321"/>
                    <a:gd name="connsiteX8" fmla="*/ 264 w 165818"/>
                    <a:gd name="connsiteY8" fmla="*/ 59932 h 134321"/>
                    <a:gd name="connsiteX9" fmla="*/ 264 w 165818"/>
                    <a:gd name="connsiteY9" fmla="*/ 52063 h 134321"/>
                    <a:gd name="connsiteX10" fmla="*/ 264 w 165818"/>
                    <a:gd name="connsiteY10" fmla="*/ 52063 h 134321"/>
                    <a:gd name="connsiteX11" fmla="*/ 264 w 165818"/>
                    <a:gd name="connsiteY11" fmla="*/ 43319 h 134321"/>
                    <a:gd name="connsiteX12" fmla="*/ 264 w 165818"/>
                    <a:gd name="connsiteY12" fmla="*/ 43319 h 134321"/>
                    <a:gd name="connsiteX13" fmla="*/ 56135 w 165818"/>
                    <a:gd name="connsiteY13" fmla="*/ 354 h 134321"/>
                    <a:gd name="connsiteX14" fmla="*/ 61468 w 165818"/>
                    <a:gd name="connsiteY14" fmla="*/ 1351 h 134321"/>
                    <a:gd name="connsiteX15" fmla="*/ 155898 w 165818"/>
                    <a:gd name="connsiteY15" fmla="*/ 62555 h 134321"/>
                    <a:gd name="connsiteX16" fmla="*/ 165515 w 165818"/>
                    <a:gd name="connsiteY16" fmla="*/ 98404 h 134321"/>
                    <a:gd name="connsiteX17" fmla="*/ 165515 w 165818"/>
                    <a:gd name="connsiteY17" fmla="*/ 98404 h 134321"/>
                    <a:gd name="connsiteX18" fmla="*/ 142783 w 165818"/>
                    <a:gd name="connsiteY18" fmla="*/ 134252 h 134321"/>
                    <a:gd name="connsiteX19" fmla="*/ 142783 w 165818"/>
                    <a:gd name="connsiteY19" fmla="*/ 134252 h 134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5818" h="134321">
                      <a:moveTo>
                        <a:pt x="122673" y="134252"/>
                      </a:moveTo>
                      <a:lnTo>
                        <a:pt x="122673" y="134252"/>
                      </a:lnTo>
                      <a:cubicBezTo>
                        <a:pt x="118895" y="133815"/>
                        <a:pt x="115083" y="133815"/>
                        <a:pt x="111306" y="134252"/>
                      </a:cubicBezTo>
                      <a:lnTo>
                        <a:pt x="103437" y="134252"/>
                      </a:lnTo>
                      <a:cubicBezTo>
                        <a:pt x="90689" y="131515"/>
                        <a:pt x="78535" y="126479"/>
                        <a:pt x="67589" y="119388"/>
                      </a:cubicBezTo>
                      <a:cubicBezTo>
                        <a:pt x="47155" y="108292"/>
                        <a:pt x="28330" y="94469"/>
                        <a:pt x="11631" y="78293"/>
                      </a:cubicBezTo>
                      <a:lnTo>
                        <a:pt x="5510" y="71299"/>
                      </a:lnTo>
                      <a:cubicBezTo>
                        <a:pt x="3246" y="67766"/>
                        <a:pt x="1479" y="63945"/>
                        <a:pt x="264" y="59932"/>
                      </a:cubicBezTo>
                      <a:lnTo>
                        <a:pt x="264" y="59932"/>
                      </a:lnTo>
                      <a:cubicBezTo>
                        <a:pt x="-147" y="57327"/>
                        <a:pt x="-147" y="54668"/>
                        <a:pt x="264" y="52063"/>
                      </a:cubicBezTo>
                      <a:lnTo>
                        <a:pt x="264" y="52063"/>
                      </a:lnTo>
                      <a:cubicBezTo>
                        <a:pt x="710" y="49169"/>
                        <a:pt x="710" y="46214"/>
                        <a:pt x="264" y="43319"/>
                      </a:cubicBezTo>
                      <a:lnTo>
                        <a:pt x="264" y="43319"/>
                      </a:lnTo>
                      <a:cubicBezTo>
                        <a:pt x="3832" y="16023"/>
                        <a:pt x="28846" y="-3204"/>
                        <a:pt x="56135" y="354"/>
                      </a:cubicBezTo>
                      <a:cubicBezTo>
                        <a:pt x="57927" y="590"/>
                        <a:pt x="59711" y="922"/>
                        <a:pt x="61468" y="1351"/>
                      </a:cubicBezTo>
                      <a:cubicBezTo>
                        <a:pt x="96320" y="15996"/>
                        <a:pt x="128295" y="36718"/>
                        <a:pt x="155898" y="62555"/>
                      </a:cubicBezTo>
                      <a:cubicBezTo>
                        <a:pt x="163365" y="72934"/>
                        <a:pt x="166783" y="85682"/>
                        <a:pt x="165515" y="98404"/>
                      </a:cubicBezTo>
                      <a:lnTo>
                        <a:pt x="165515" y="98404"/>
                      </a:lnTo>
                      <a:cubicBezTo>
                        <a:pt x="164178" y="113329"/>
                        <a:pt x="155705" y="126680"/>
                        <a:pt x="142783" y="134252"/>
                      </a:cubicBezTo>
                      <a:cubicBezTo>
                        <a:pt x="142783" y="134252"/>
                        <a:pt x="142783" y="134252"/>
                        <a:pt x="142783" y="134252"/>
                      </a:cubicBezTo>
                      <a:close/>
                    </a:path>
                  </a:pathLst>
                </a:custGeom>
                <a:solidFill>
                  <a:srgbClr val="D8D8E0"/>
                </a:solidFill>
                <a:ln w="87213" cap="flat">
                  <a:noFill/>
                  <a:prstDash val="solid"/>
                  <a:miter/>
                </a:ln>
              </p:spPr>
              <p:txBody>
                <a:bodyPr rtlCol="0" anchor="ctr"/>
                <a:lstStyle/>
                <a:p>
                  <a:endParaRPr lang="en-IN" dirty="0"/>
                </a:p>
              </p:txBody>
            </p:sp>
            <p:sp>
              <p:nvSpPr>
                <p:cNvPr id="2363" name="Freeform: Shape 2362">
                  <a:extLst>
                    <a:ext uri="{FF2B5EF4-FFF2-40B4-BE49-F238E27FC236}">
                      <a16:creationId xmlns:a16="http://schemas.microsoft.com/office/drawing/2014/main" id="{169725EC-F23B-E079-9922-ADA1FBA70C2D}"/>
                    </a:ext>
                  </a:extLst>
                </p:cNvPr>
                <p:cNvSpPr/>
                <p:nvPr/>
              </p:nvSpPr>
              <p:spPr>
                <a:xfrm>
                  <a:off x="2431097" y="4007659"/>
                  <a:ext cx="97926" cy="63056"/>
                </a:xfrm>
                <a:custGeom>
                  <a:avLst/>
                  <a:gdLst>
                    <a:gd name="connsiteX0" fmla="*/ -44 w 97926"/>
                    <a:gd name="connsiteY0" fmla="*/ -70 h 63056"/>
                    <a:gd name="connsiteX1" fmla="*/ 97883 w 97926"/>
                    <a:gd name="connsiteY1" fmla="*/ 62883 h 63056"/>
                    <a:gd name="connsiteX2" fmla="*/ 77773 w 97926"/>
                    <a:gd name="connsiteY2" fmla="*/ 57637 h 63056"/>
                    <a:gd name="connsiteX3" fmla="*/ 4328 w 97926"/>
                    <a:gd name="connsiteY3" fmla="*/ 6925 h 63056"/>
                    <a:gd name="connsiteX4" fmla="*/ -44 w 97926"/>
                    <a:gd name="connsiteY4" fmla="*/ -70 h 63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6" h="63056">
                      <a:moveTo>
                        <a:pt x="-44" y="-70"/>
                      </a:moveTo>
                      <a:cubicBezTo>
                        <a:pt x="27918" y="27428"/>
                        <a:pt x="61257" y="48858"/>
                        <a:pt x="97883" y="62883"/>
                      </a:cubicBezTo>
                      <a:cubicBezTo>
                        <a:pt x="90774" y="63460"/>
                        <a:pt x="83692" y="61615"/>
                        <a:pt x="77773" y="57637"/>
                      </a:cubicBezTo>
                      <a:cubicBezTo>
                        <a:pt x="50458" y="45256"/>
                        <a:pt x="25583" y="28084"/>
                        <a:pt x="4328" y="6925"/>
                      </a:cubicBezTo>
                      <a:cubicBezTo>
                        <a:pt x="2378" y="4940"/>
                        <a:pt x="891" y="2553"/>
                        <a:pt x="-44" y="-70"/>
                      </a:cubicBezTo>
                      <a:close/>
                    </a:path>
                  </a:pathLst>
                </a:custGeom>
                <a:solidFill>
                  <a:srgbClr val="E3E3E9"/>
                </a:solidFill>
                <a:ln w="87213" cap="flat">
                  <a:noFill/>
                  <a:prstDash val="solid"/>
                  <a:miter/>
                </a:ln>
              </p:spPr>
              <p:txBody>
                <a:bodyPr rtlCol="0" anchor="ctr"/>
                <a:lstStyle/>
                <a:p>
                  <a:endParaRPr lang="en-IN" dirty="0"/>
                </a:p>
              </p:txBody>
            </p:sp>
            <p:sp>
              <p:nvSpPr>
                <p:cNvPr id="2364" name="Freeform: Shape 2363">
                  <a:extLst>
                    <a:ext uri="{FF2B5EF4-FFF2-40B4-BE49-F238E27FC236}">
                      <a16:creationId xmlns:a16="http://schemas.microsoft.com/office/drawing/2014/main" id="{0A993331-657E-192B-F58A-19C2BB394A7B}"/>
                    </a:ext>
                  </a:extLst>
                </p:cNvPr>
                <p:cNvSpPr/>
                <p:nvPr/>
              </p:nvSpPr>
              <p:spPr>
                <a:xfrm>
                  <a:off x="2429349" y="3928947"/>
                  <a:ext cx="58581" cy="41989"/>
                </a:xfrm>
                <a:custGeom>
                  <a:avLst/>
                  <a:gdLst>
                    <a:gd name="connsiteX0" fmla="*/ 58537 w 58581"/>
                    <a:gd name="connsiteY0" fmla="*/ 1700 h 41989"/>
                    <a:gd name="connsiteX1" fmla="*/ 35804 w 58581"/>
                    <a:gd name="connsiteY1" fmla="*/ 1700 h 41989"/>
                    <a:gd name="connsiteX2" fmla="*/ -44 w 58581"/>
                    <a:gd name="connsiteY2" fmla="*/ 35799 h 41989"/>
                    <a:gd name="connsiteX3" fmla="*/ -44 w 58581"/>
                    <a:gd name="connsiteY3" fmla="*/ 41920 h 41989"/>
                    <a:gd name="connsiteX4" fmla="*/ 11322 w 58581"/>
                    <a:gd name="connsiteY4" fmla="*/ 14815 h 41989"/>
                    <a:gd name="connsiteX5" fmla="*/ 58537 w 58581"/>
                    <a:gd name="connsiteY5" fmla="*/ 1700 h 41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81" h="41989">
                      <a:moveTo>
                        <a:pt x="58537" y="1700"/>
                      </a:moveTo>
                      <a:cubicBezTo>
                        <a:pt x="50965" y="1271"/>
                        <a:pt x="43376" y="1271"/>
                        <a:pt x="35804" y="1700"/>
                      </a:cubicBezTo>
                      <a:cubicBezTo>
                        <a:pt x="17950" y="4559"/>
                        <a:pt x="3706" y="18111"/>
                        <a:pt x="-44" y="35799"/>
                      </a:cubicBezTo>
                      <a:lnTo>
                        <a:pt x="-44" y="41920"/>
                      </a:lnTo>
                      <a:cubicBezTo>
                        <a:pt x="-44" y="30553"/>
                        <a:pt x="6076" y="22684"/>
                        <a:pt x="11322" y="14815"/>
                      </a:cubicBezTo>
                      <a:cubicBezTo>
                        <a:pt x="23379" y="1979"/>
                        <a:pt x="41583" y="-3074"/>
                        <a:pt x="58537" y="1700"/>
                      </a:cubicBezTo>
                      <a:close/>
                    </a:path>
                  </a:pathLst>
                </a:custGeom>
                <a:solidFill>
                  <a:srgbClr val="E4E4E9"/>
                </a:solidFill>
                <a:ln w="87213" cap="flat">
                  <a:noFill/>
                  <a:prstDash val="solid"/>
                  <a:miter/>
                </a:ln>
              </p:spPr>
              <p:txBody>
                <a:bodyPr rtlCol="0" anchor="ctr"/>
                <a:lstStyle/>
                <a:p>
                  <a:endParaRPr lang="en-IN" dirty="0"/>
                </a:p>
              </p:txBody>
            </p:sp>
            <p:sp>
              <p:nvSpPr>
                <p:cNvPr id="2365" name="Freeform: Shape 2364">
                  <a:extLst>
                    <a:ext uri="{FF2B5EF4-FFF2-40B4-BE49-F238E27FC236}">
                      <a16:creationId xmlns:a16="http://schemas.microsoft.com/office/drawing/2014/main" id="{0A6346B9-DD6E-492B-F390-CAA27E61A12F}"/>
                    </a:ext>
                  </a:extLst>
                </p:cNvPr>
                <p:cNvSpPr/>
                <p:nvPr/>
              </p:nvSpPr>
              <p:spPr>
                <a:xfrm>
                  <a:off x="2564872" y="4027769"/>
                  <a:ext cx="22732" cy="35847"/>
                </a:xfrm>
                <a:custGeom>
                  <a:avLst/>
                  <a:gdLst>
                    <a:gd name="connsiteX0" fmla="*/ -44 w 22732"/>
                    <a:gd name="connsiteY0" fmla="*/ 35778 h 35847"/>
                    <a:gd name="connsiteX1" fmla="*/ 22689 w 22732"/>
                    <a:gd name="connsiteY1" fmla="*/ -70 h 35847"/>
                    <a:gd name="connsiteX2" fmla="*/ -44 w 22732"/>
                    <a:gd name="connsiteY2" fmla="*/ 35778 h 35847"/>
                  </a:gdLst>
                  <a:ahLst/>
                  <a:cxnLst>
                    <a:cxn ang="0">
                      <a:pos x="connsiteX0" y="connsiteY0"/>
                    </a:cxn>
                    <a:cxn ang="0">
                      <a:pos x="connsiteX1" y="connsiteY1"/>
                    </a:cxn>
                    <a:cxn ang="0">
                      <a:pos x="connsiteX2" y="connsiteY2"/>
                    </a:cxn>
                  </a:cxnLst>
                  <a:rect l="l" t="t" r="r" b="b"/>
                  <a:pathLst>
                    <a:path w="22732" h="35847">
                      <a:moveTo>
                        <a:pt x="-44" y="35778"/>
                      </a:moveTo>
                      <a:cubicBezTo>
                        <a:pt x="11515" y="26868"/>
                        <a:pt x="19559" y="14181"/>
                        <a:pt x="22689" y="-70"/>
                      </a:cubicBezTo>
                      <a:cubicBezTo>
                        <a:pt x="22348" y="15169"/>
                        <a:pt x="13596" y="28967"/>
                        <a:pt x="-44" y="35778"/>
                      </a:cubicBezTo>
                      <a:close/>
                    </a:path>
                  </a:pathLst>
                </a:custGeom>
                <a:solidFill>
                  <a:srgbClr val="E3E3E9"/>
                </a:solidFill>
                <a:ln w="87213" cap="flat">
                  <a:noFill/>
                  <a:prstDash val="solid"/>
                  <a:miter/>
                </a:ln>
              </p:spPr>
              <p:txBody>
                <a:bodyPr rtlCol="0" anchor="ctr"/>
                <a:lstStyle/>
                <a:p>
                  <a:endParaRPr lang="en-IN" dirty="0"/>
                </a:p>
              </p:txBody>
            </p:sp>
            <p:sp>
              <p:nvSpPr>
                <p:cNvPr id="2366" name="Freeform: Shape 2365">
                  <a:extLst>
                    <a:ext uri="{FF2B5EF4-FFF2-40B4-BE49-F238E27FC236}">
                      <a16:creationId xmlns:a16="http://schemas.microsoft.com/office/drawing/2014/main" id="{ABC65A1E-7019-0BFC-05B0-C281C4BFFA86}"/>
                    </a:ext>
                  </a:extLst>
                </p:cNvPr>
                <p:cNvSpPr/>
                <p:nvPr/>
              </p:nvSpPr>
              <p:spPr>
                <a:xfrm>
                  <a:off x="2577987" y="3991921"/>
                  <a:ext cx="10567" cy="35848"/>
                </a:xfrm>
                <a:custGeom>
                  <a:avLst/>
                  <a:gdLst>
                    <a:gd name="connsiteX0" fmla="*/ 9574 w 10567"/>
                    <a:gd name="connsiteY0" fmla="*/ 35778 h 35848"/>
                    <a:gd name="connsiteX1" fmla="*/ -44 w 10567"/>
                    <a:gd name="connsiteY1" fmla="*/ -70 h 35848"/>
                    <a:gd name="connsiteX2" fmla="*/ 9574 w 10567"/>
                    <a:gd name="connsiteY2" fmla="*/ 35778 h 35848"/>
                  </a:gdLst>
                  <a:ahLst/>
                  <a:cxnLst>
                    <a:cxn ang="0">
                      <a:pos x="connsiteX0" y="connsiteY0"/>
                    </a:cxn>
                    <a:cxn ang="0">
                      <a:pos x="connsiteX1" y="connsiteY1"/>
                    </a:cxn>
                    <a:cxn ang="0">
                      <a:pos x="connsiteX2" y="connsiteY2"/>
                    </a:cxn>
                  </a:cxnLst>
                  <a:rect l="l" t="t" r="r" b="b"/>
                  <a:pathLst>
                    <a:path w="10567" h="35848">
                      <a:moveTo>
                        <a:pt x="9574" y="35778"/>
                      </a:moveTo>
                      <a:cubicBezTo>
                        <a:pt x="8131" y="23424"/>
                        <a:pt x="4888" y="11349"/>
                        <a:pt x="-44" y="-70"/>
                      </a:cubicBezTo>
                      <a:cubicBezTo>
                        <a:pt x="8813" y="9601"/>
                        <a:pt x="12407" y="22978"/>
                        <a:pt x="9574" y="35778"/>
                      </a:cubicBezTo>
                      <a:close/>
                    </a:path>
                  </a:pathLst>
                </a:custGeom>
                <a:solidFill>
                  <a:srgbClr val="E3E3E9"/>
                </a:solidFill>
                <a:ln w="87213" cap="flat">
                  <a:noFill/>
                  <a:prstDash val="solid"/>
                  <a:miter/>
                </a:ln>
              </p:spPr>
              <p:txBody>
                <a:bodyPr rtlCol="0" anchor="ctr"/>
                <a:lstStyle/>
                <a:p>
                  <a:endParaRPr lang="en-IN" dirty="0"/>
                </a:p>
              </p:txBody>
            </p:sp>
            <p:sp>
              <p:nvSpPr>
                <p:cNvPr id="2367" name="Freeform: Shape 2366">
                  <a:extLst>
                    <a:ext uri="{FF2B5EF4-FFF2-40B4-BE49-F238E27FC236}">
                      <a16:creationId xmlns:a16="http://schemas.microsoft.com/office/drawing/2014/main" id="{AC2DA8B0-66C4-D357-4F1C-4F621EA56427}"/>
                    </a:ext>
                  </a:extLst>
                </p:cNvPr>
                <p:cNvSpPr/>
                <p:nvPr/>
              </p:nvSpPr>
              <p:spPr>
                <a:xfrm>
                  <a:off x="2424037" y="3992795"/>
                  <a:ext cx="5311" cy="11366"/>
                </a:xfrm>
                <a:custGeom>
                  <a:avLst/>
                  <a:gdLst>
                    <a:gd name="connsiteX0" fmla="*/ 22 w 5311"/>
                    <a:gd name="connsiteY0" fmla="*/ -70 h 11366"/>
                    <a:gd name="connsiteX1" fmla="*/ 5268 w 5311"/>
                    <a:gd name="connsiteY1" fmla="*/ 11296 h 11366"/>
                    <a:gd name="connsiteX2" fmla="*/ 22 w 5311"/>
                    <a:gd name="connsiteY2" fmla="*/ -70 h 11366"/>
                  </a:gdLst>
                  <a:ahLst/>
                  <a:cxnLst>
                    <a:cxn ang="0">
                      <a:pos x="connsiteX0" y="connsiteY0"/>
                    </a:cxn>
                    <a:cxn ang="0">
                      <a:pos x="connsiteX1" y="connsiteY1"/>
                    </a:cxn>
                    <a:cxn ang="0">
                      <a:pos x="connsiteX2" y="connsiteY2"/>
                    </a:cxn>
                  </a:cxnLst>
                  <a:rect l="l" t="t" r="r" b="b"/>
                  <a:pathLst>
                    <a:path w="5311" h="11366">
                      <a:moveTo>
                        <a:pt x="22" y="-70"/>
                      </a:moveTo>
                      <a:cubicBezTo>
                        <a:pt x="22" y="-70"/>
                        <a:pt x="22" y="7799"/>
                        <a:pt x="5268" y="11296"/>
                      </a:cubicBezTo>
                      <a:cubicBezTo>
                        <a:pt x="1569" y="8752"/>
                        <a:pt x="-442" y="4398"/>
                        <a:pt x="22" y="-70"/>
                      </a:cubicBezTo>
                      <a:close/>
                    </a:path>
                  </a:pathLst>
                </a:custGeom>
                <a:solidFill>
                  <a:srgbClr val="E4E4E9"/>
                </a:solidFill>
                <a:ln w="87213" cap="flat">
                  <a:noFill/>
                  <a:prstDash val="solid"/>
                  <a:miter/>
                </a:ln>
              </p:spPr>
              <p:txBody>
                <a:bodyPr rtlCol="0" anchor="ctr"/>
                <a:lstStyle/>
                <a:p>
                  <a:endParaRPr lang="en-IN" dirty="0"/>
                </a:p>
              </p:txBody>
            </p:sp>
            <p:sp>
              <p:nvSpPr>
                <p:cNvPr id="2368" name="Freeform: Shape 2367">
                  <a:extLst>
                    <a:ext uri="{FF2B5EF4-FFF2-40B4-BE49-F238E27FC236}">
                      <a16:creationId xmlns:a16="http://schemas.microsoft.com/office/drawing/2014/main" id="{9A387A94-F885-3924-EC6F-E0BEA09A191A}"/>
                    </a:ext>
                  </a:extLst>
                </p:cNvPr>
                <p:cNvSpPr/>
                <p:nvPr/>
              </p:nvSpPr>
              <p:spPr>
                <a:xfrm>
                  <a:off x="2550883" y="4068557"/>
                  <a:ext cx="10492" cy="2360"/>
                </a:xfrm>
                <a:custGeom>
                  <a:avLst/>
                  <a:gdLst>
                    <a:gd name="connsiteX0" fmla="*/ -44 w 10492"/>
                    <a:gd name="connsiteY0" fmla="*/ 1110 h 2360"/>
                    <a:gd name="connsiteX1" fmla="*/ 10448 w 10492"/>
                    <a:gd name="connsiteY1" fmla="*/ 1110 h 2360"/>
                    <a:gd name="connsiteX2" fmla="*/ -44 w 10492"/>
                    <a:gd name="connsiteY2" fmla="*/ 1110 h 2360"/>
                  </a:gdLst>
                  <a:ahLst/>
                  <a:cxnLst>
                    <a:cxn ang="0">
                      <a:pos x="connsiteX0" y="connsiteY0"/>
                    </a:cxn>
                    <a:cxn ang="0">
                      <a:pos x="connsiteX1" y="connsiteY1"/>
                    </a:cxn>
                    <a:cxn ang="0">
                      <a:pos x="connsiteX2" y="connsiteY2"/>
                    </a:cxn>
                  </a:cxnLst>
                  <a:rect l="l" t="t" r="r" b="b"/>
                  <a:pathLst>
                    <a:path w="10492" h="2360">
                      <a:moveTo>
                        <a:pt x="-44" y="1110"/>
                      </a:moveTo>
                      <a:cubicBezTo>
                        <a:pt x="3278" y="-463"/>
                        <a:pt x="7125" y="-463"/>
                        <a:pt x="10448" y="1110"/>
                      </a:cubicBezTo>
                      <a:cubicBezTo>
                        <a:pt x="7125" y="2684"/>
                        <a:pt x="3278" y="2684"/>
                        <a:pt x="-44" y="1110"/>
                      </a:cubicBezTo>
                      <a:close/>
                    </a:path>
                  </a:pathLst>
                </a:custGeom>
                <a:solidFill>
                  <a:srgbClr val="E3E3E9"/>
                </a:solidFill>
                <a:ln w="87213" cap="flat">
                  <a:noFill/>
                  <a:prstDash val="solid"/>
                  <a:miter/>
                </a:ln>
              </p:spPr>
              <p:txBody>
                <a:bodyPr rtlCol="0" anchor="ctr"/>
                <a:lstStyle/>
                <a:p>
                  <a:endParaRPr lang="en-IN" dirty="0"/>
                </a:p>
              </p:txBody>
            </p:sp>
            <p:sp>
              <p:nvSpPr>
                <p:cNvPr id="2369" name="Freeform: Shape 2368">
                  <a:extLst>
                    <a:ext uri="{FF2B5EF4-FFF2-40B4-BE49-F238E27FC236}">
                      <a16:creationId xmlns:a16="http://schemas.microsoft.com/office/drawing/2014/main" id="{5EE596E9-D034-B2DB-120A-D08306453C93}"/>
                    </a:ext>
                  </a:extLst>
                </p:cNvPr>
                <p:cNvSpPr/>
                <p:nvPr/>
              </p:nvSpPr>
              <p:spPr>
                <a:xfrm>
                  <a:off x="2536893" y="4069814"/>
                  <a:ext cx="11366" cy="2675"/>
                </a:xfrm>
                <a:custGeom>
                  <a:avLst/>
                  <a:gdLst>
                    <a:gd name="connsiteX0" fmla="*/ -44 w 11366"/>
                    <a:gd name="connsiteY0" fmla="*/ 1602 h 2675"/>
                    <a:gd name="connsiteX1" fmla="*/ 11322 w 11366"/>
                    <a:gd name="connsiteY1" fmla="*/ 1602 h 2675"/>
                    <a:gd name="connsiteX2" fmla="*/ -44 w 11366"/>
                    <a:gd name="connsiteY2" fmla="*/ 1602 h 2675"/>
                  </a:gdLst>
                  <a:ahLst/>
                  <a:cxnLst>
                    <a:cxn ang="0">
                      <a:pos x="connsiteX0" y="connsiteY0"/>
                    </a:cxn>
                    <a:cxn ang="0">
                      <a:pos x="connsiteX1" y="connsiteY1"/>
                    </a:cxn>
                    <a:cxn ang="0">
                      <a:pos x="connsiteX2" y="connsiteY2"/>
                    </a:cxn>
                  </a:cxnLst>
                  <a:rect l="l" t="t" r="r" b="b"/>
                  <a:pathLst>
                    <a:path w="11366" h="2675">
                      <a:moveTo>
                        <a:pt x="-44" y="1602"/>
                      </a:moveTo>
                      <a:cubicBezTo>
                        <a:pt x="3418" y="-628"/>
                        <a:pt x="7860" y="-628"/>
                        <a:pt x="11322" y="1602"/>
                      </a:cubicBezTo>
                      <a:cubicBezTo>
                        <a:pt x="7650" y="2940"/>
                        <a:pt x="3628" y="2940"/>
                        <a:pt x="-44" y="1602"/>
                      </a:cubicBezTo>
                      <a:close/>
                    </a:path>
                  </a:pathLst>
                </a:custGeom>
                <a:solidFill>
                  <a:srgbClr val="E3E3E9"/>
                </a:solidFill>
                <a:ln w="87213" cap="flat">
                  <a:noFill/>
                  <a:prstDash val="solid"/>
                  <a:miter/>
                </a:ln>
              </p:spPr>
              <p:txBody>
                <a:bodyPr rtlCol="0" anchor="ctr"/>
                <a:lstStyle/>
                <a:p>
                  <a:endParaRPr lang="en-IN" dirty="0"/>
                </a:p>
              </p:txBody>
            </p:sp>
            <p:sp>
              <p:nvSpPr>
                <p:cNvPr id="2370" name="Freeform: Shape 2369">
                  <a:extLst>
                    <a:ext uri="{FF2B5EF4-FFF2-40B4-BE49-F238E27FC236}">
                      <a16:creationId xmlns:a16="http://schemas.microsoft.com/office/drawing/2014/main" id="{B84CD350-D264-A1B5-CABA-40181EEC86C2}"/>
                    </a:ext>
                  </a:extLst>
                </p:cNvPr>
                <p:cNvSpPr/>
                <p:nvPr/>
              </p:nvSpPr>
              <p:spPr>
                <a:xfrm>
                  <a:off x="2421403" y="3976182"/>
                  <a:ext cx="950" cy="8743"/>
                </a:xfrm>
                <a:custGeom>
                  <a:avLst/>
                  <a:gdLst>
                    <a:gd name="connsiteX0" fmla="*/ 907 w 950"/>
                    <a:gd name="connsiteY0" fmla="*/ -70 h 8743"/>
                    <a:gd name="connsiteX1" fmla="*/ 907 w 950"/>
                    <a:gd name="connsiteY1" fmla="*/ 8673 h 8743"/>
                    <a:gd name="connsiteX2" fmla="*/ 907 w 950"/>
                    <a:gd name="connsiteY2" fmla="*/ -70 h 8743"/>
                  </a:gdLst>
                  <a:ahLst/>
                  <a:cxnLst>
                    <a:cxn ang="0">
                      <a:pos x="connsiteX0" y="connsiteY0"/>
                    </a:cxn>
                    <a:cxn ang="0">
                      <a:pos x="connsiteX1" y="connsiteY1"/>
                    </a:cxn>
                    <a:cxn ang="0">
                      <a:pos x="connsiteX2" y="connsiteY2"/>
                    </a:cxn>
                  </a:cxnLst>
                  <a:rect l="l" t="t" r="r" b="b"/>
                  <a:pathLst>
                    <a:path w="950" h="8743">
                      <a:moveTo>
                        <a:pt x="907" y="-70"/>
                      </a:moveTo>
                      <a:cubicBezTo>
                        <a:pt x="907" y="-70"/>
                        <a:pt x="907" y="6050"/>
                        <a:pt x="907" y="8673"/>
                      </a:cubicBezTo>
                      <a:cubicBezTo>
                        <a:pt x="-361" y="5902"/>
                        <a:pt x="-361" y="2702"/>
                        <a:pt x="907" y="-70"/>
                      </a:cubicBezTo>
                      <a:close/>
                    </a:path>
                  </a:pathLst>
                </a:custGeom>
                <a:solidFill>
                  <a:srgbClr val="E4E4E9"/>
                </a:solidFill>
                <a:ln w="87213" cap="flat">
                  <a:noFill/>
                  <a:prstDash val="solid"/>
                  <a:miter/>
                </a:ln>
              </p:spPr>
              <p:txBody>
                <a:bodyPr rtlCol="0" anchor="ctr"/>
                <a:lstStyle/>
                <a:p>
                  <a:endParaRPr lang="en-IN" dirty="0"/>
                </a:p>
              </p:txBody>
            </p:sp>
            <p:sp>
              <p:nvSpPr>
                <p:cNvPr id="2371" name="Freeform: Shape 2370">
                  <a:extLst>
                    <a:ext uri="{FF2B5EF4-FFF2-40B4-BE49-F238E27FC236}">
                      <a16:creationId xmlns:a16="http://schemas.microsoft.com/office/drawing/2014/main" id="{23489DEF-F2FC-631C-FCE7-9452EB2B4F5C}"/>
                    </a:ext>
                  </a:extLst>
                </p:cNvPr>
                <p:cNvSpPr/>
                <p:nvPr/>
              </p:nvSpPr>
              <p:spPr>
                <a:xfrm>
                  <a:off x="2421965" y="3984926"/>
                  <a:ext cx="1326" cy="7869"/>
                </a:xfrm>
                <a:custGeom>
                  <a:avLst/>
                  <a:gdLst>
                    <a:gd name="connsiteX0" fmla="*/ 344 w 1326"/>
                    <a:gd name="connsiteY0" fmla="*/ -70 h 7869"/>
                    <a:gd name="connsiteX1" fmla="*/ 344 w 1326"/>
                    <a:gd name="connsiteY1" fmla="*/ 7799 h 7869"/>
                    <a:gd name="connsiteX2" fmla="*/ 344 w 1326"/>
                    <a:gd name="connsiteY2" fmla="*/ -70 h 7869"/>
                  </a:gdLst>
                  <a:ahLst/>
                  <a:cxnLst>
                    <a:cxn ang="0">
                      <a:pos x="connsiteX0" y="connsiteY0"/>
                    </a:cxn>
                    <a:cxn ang="0">
                      <a:pos x="connsiteX1" y="connsiteY1"/>
                    </a:cxn>
                    <a:cxn ang="0">
                      <a:pos x="connsiteX2" y="connsiteY2"/>
                    </a:cxn>
                  </a:cxnLst>
                  <a:rect l="l" t="t" r="r" b="b"/>
                  <a:pathLst>
                    <a:path w="1326" h="7869">
                      <a:moveTo>
                        <a:pt x="344" y="-70"/>
                      </a:moveTo>
                      <a:cubicBezTo>
                        <a:pt x="1595" y="2405"/>
                        <a:pt x="1595" y="5325"/>
                        <a:pt x="344" y="7799"/>
                      </a:cubicBezTo>
                      <a:cubicBezTo>
                        <a:pt x="344" y="7799"/>
                        <a:pt x="-530" y="3427"/>
                        <a:pt x="344" y="-70"/>
                      </a:cubicBezTo>
                      <a:close/>
                    </a:path>
                  </a:pathLst>
                </a:custGeom>
                <a:solidFill>
                  <a:srgbClr val="E4E4E9"/>
                </a:solidFill>
                <a:ln w="87213" cap="flat">
                  <a:noFill/>
                  <a:prstDash val="solid"/>
                  <a:miter/>
                </a:ln>
              </p:spPr>
              <p:txBody>
                <a:bodyPr rtlCol="0" anchor="ctr"/>
                <a:lstStyle/>
                <a:p>
                  <a:endParaRPr lang="en-IN" dirty="0"/>
                </a:p>
              </p:txBody>
            </p:sp>
            <p:sp>
              <p:nvSpPr>
                <p:cNvPr id="2372" name="Freeform: Shape 2371">
                  <a:extLst>
                    <a:ext uri="{FF2B5EF4-FFF2-40B4-BE49-F238E27FC236}">
                      <a16:creationId xmlns:a16="http://schemas.microsoft.com/office/drawing/2014/main" id="{5E8C9B5B-AB91-4491-7D90-29C945D87E26}"/>
                    </a:ext>
                  </a:extLst>
                </p:cNvPr>
                <p:cNvSpPr/>
                <p:nvPr/>
              </p:nvSpPr>
              <p:spPr>
                <a:xfrm>
                  <a:off x="2429760" y="3936657"/>
                  <a:ext cx="150368" cy="127753"/>
                </a:xfrm>
                <a:custGeom>
                  <a:avLst/>
                  <a:gdLst>
                    <a:gd name="connsiteX0" fmla="*/ 100094 w 150368"/>
                    <a:gd name="connsiteY0" fmla="*/ 26340 h 127753"/>
                    <a:gd name="connsiteX1" fmla="*/ 137691 w 150368"/>
                    <a:gd name="connsiteY1" fmla="*/ 54319 h 127753"/>
                    <a:gd name="connsiteX2" fmla="*/ 147309 w 150368"/>
                    <a:gd name="connsiteY2" fmla="*/ 101533 h 127753"/>
                    <a:gd name="connsiteX3" fmla="*/ 97472 w 150368"/>
                    <a:gd name="connsiteY3" fmla="*/ 126015 h 127753"/>
                    <a:gd name="connsiteX4" fmla="*/ 67744 w 150368"/>
                    <a:gd name="connsiteY4" fmla="*/ 113774 h 127753"/>
                    <a:gd name="connsiteX5" fmla="*/ 18780 w 150368"/>
                    <a:gd name="connsiteY5" fmla="*/ 79675 h 127753"/>
                    <a:gd name="connsiteX6" fmla="*/ 1293 w 150368"/>
                    <a:gd name="connsiteY6" fmla="*/ 32460 h 127753"/>
                    <a:gd name="connsiteX7" fmla="*/ 50056 w 150368"/>
                    <a:gd name="connsiteY7" fmla="*/ 844 h 127753"/>
                    <a:gd name="connsiteX8" fmla="*/ 56377 w 150368"/>
                    <a:gd name="connsiteY8" fmla="*/ 2733 h 127753"/>
                    <a:gd name="connsiteX9" fmla="*/ 100094 w 150368"/>
                    <a:gd name="connsiteY9" fmla="*/ 26340 h 12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368" h="127752">
                      <a:moveTo>
                        <a:pt x="100094" y="26340"/>
                      </a:moveTo>
                      <a:cubicBezTo>
                        <a:pt x="113874" y="33859"/>
                        <a:pt x="126526" y="43285"/>
                        <a:pt x="137691" y="54319"/>
                      </a:cubicBezTo>
                      <a:cubicBezTo>
                        <a:pt x="149854" y="66822"/>
                        <a:pt x="153613" y="85271"/>
                        <a:pt x="147309" y="101533"/>
                      </a:cubicBezTo>
                      <a:cubicBezTo>
                        <a:pt x="139554" y="121381"/>
                        <a:pt x="117922" y="132013"/>
                        <a:pt x="97472" y="126015"/>
                      </a:cubicBezTo>
                      <a:cubicBezTo>
                        <a:pt x="86831" y="123996"/>
                        <a:pt x="76715" y="119834"/>
                        <a:pt x="67744" y="113774"/>
                      </a:cubicBezTo>
                      <a:cubicBezTo>
                        <a:pt x="50545" y="103719"/>
                        <a:pt x="34178" y="92318"/>
                        <a:pt x="18780" y="79675"/>
                      </a:cubicBezTo>
                      <a:cubicBezTo>
                        <a:pt x="3776" y="69052"/>
                        <a:pt x="-3174" y="50297"/>
                        <a:pt x="1293" y="32460"/>
                      </a:cubicBezTo>
                      <a:cubicBezTo>
                        <a:pt x="6023" y="10260"/>
                        <a:pt x="27856" y="-3895"/>
                        <a:pt x="50056" y="844"/>
                      </a:cubicBezTo>
                      <a:cubicBezTo>
                        <a:pt x="52207" y="1298"/>
                        <a:pt x="54323" y="1937"/>
                        <a:pt x="56377" y="2733"/>
                      </a:cubicBezTo>
                      <a:cubicBezTo>
                        <a:pt x="72072" y="8319"/>
                        <a:pt x="86813" y="16276"/>
                        <a:pt x="100094" y="26340"/>
                      </a:cubicBezTo>
                      <a:close/>
                    </a:path>
                  </a:pathLst>
                </a:custGeom>
                <a:solidFill>
                  <a:srgbClr val="BEBECB"/>
                </a:solidFill>
                <a:ln w="87213" cap="flat">
                  <a:noFill/>
                  <a:prstDash val="solid"/>
                  <a:miter/>
                </a:ln>
              </p:spPr>
              <p:txBody>
                <a:bodyPr rtlCol="0" anchor="ctr"/>
                <a:lstStyle/>
                <a:p>
                  <a:endParaRPr lang="en-IN" dirty="0"/>
                </a:p>
              </p:txBody>
            </p:sp>
            <p:sp>
              <p:nvSpPr>
                <p:cNvPr id="2373" name="Freeform: Shape 2372">
                  <a:extLst>
                    <a:ext uri="{FF2B5EF4-FFF2-40B4-BE49-F238E27FC236}">
                      <a16:creationId xmlns:a16="http://schemas.microsoft.com/office/drawing/2014/main" id="{B398528F-3467-6A00-8456-7531BCA59DA3}"/>
                    </a:ext>
                  </a:extLst>
                </p:cNvPr>
                <p:cNvSpPr/>
                <p:nvPr/>
              </p:nvSpPr>
              <p:spPr>
                <a:xfrm>
                  <a:off x="2432955" y="3941265"/>
                  <a:ext cx="114429" cy="101462"/>
                </a:xfrm>
                <a:custGeom>
                  <a:avLst/>
                  <a:gdLst>
                    <a:gd name="connsiteX0" fmla="*/ 1595 w 114429"/>
                    <a:gd name="connsiteY0" fmla="*/ 39219 h 101462"/>
                    <a:gd name="connsiteX1" fmla="*/ 1595 w 114429"/>
                    <a:gd name="connsiteY1" fmla="*/ 26979 h 101462"/>
                    <a:gd name="connsiteX2" fmla="*/ 13836 w 114429"/>
                    <a:gd name="connsiteY2" fmla="*/ 8617 h 101462"/>
                    <a:gd name="connsiteX3" fmla="*/ 43564 w 114429"/>
                    <a:gd name="connsiteY3" fmla="*/ 748 h 101462"/>
                    <a:gd name="connsiteX4" fmla="*/ 70669 w 114429"/>
                    <a:gd name="connsiteY4" fmla="*/ 11240 h 101462"/>
                    <a:gd name="connsiteX5" fmla="*/ 114386 w 114429"/>
                    <a:gd name="connsiteY5" fmla="*/ 40093 h 101462"/>
                    <a:gd name="connsiteX6" fmla="*/ 114386 w 114429"/>
                    <a:gd name="connsiteY6" fmla="*/ 40093 h 101462"/>
                    <a:gd name="connsiteX7" fmla="*/ 94276 w 114429"/>
                    <a:gd name="connsiteY7" fmla="*/ 26979 h 101462"/>
                    <a:gd name="connsiteX8" fmla="*/ 54930 w 114429"/>
                    <a:gd name="connsiteY8" fmla="*/ 5994 h 101462"/>
                    <a:gd name="connsiteX9" fmla="*/ 17333 w 114429"/>
                    <a:gd name="connsiteY9" fmla="*/ 14738 h 101462"/>
                    <a:gd name="connsiteX10" fmla="*/ 17333 w 114429"/>
                    <a:gd name="connsiteY10" fmla="*/ 54083 h 101462"/>
                    <a:gd name="connsiteX11" fmla="*/ 24328 w 114429"/>
                    <a:gd name="connsiteY11" fmla="*/ 62826 h 101462"/>
                    <a:gd name="connsiteX12" fmla="*/ 24328 w 114429"/>
                    <a:gd name="connsiteY12" fmla="*/ 62826 h 101462"/>
                    <a:gd name="connsiteX13" fmla="*/ 83784 w 114429"/>
                    <a:gd name="connsiteY13" fmla="*/ 101298 h 101462"/>
                    <a:gd name="connsiteX14" fmla="*/ 83784 w 114429"/>
                    <a:gd name="connsiteY14" fmla="*/ 101298 h 101462"/>
                    <a:gd name="connsiteX15" fmla="*/ 95150 w 114429"/>
                    <a:gd name="connsiteY15" fmla="*/ 101298 h 101462"/>
                    <a:gd name="connsiteX16" fmla="*/ 95150 w 114429"/>
                    <a:gd name="connsiteY16" fmla="*/ 101298 h 101462"/>
                    <a:gd name="connsiteX17" fmla="*/ 95150 w 114429"/>
                    <a:gd name="connsiteY17" fmla="*/ 101298 h 101462"/>
                    <a:gd name="connsiteX18" fmla="*/ 73291 w 114429"/>
                    <a:gd name="connsiteY18" fmla="*/ 95177 h 101462"/>
                    <a:gd name="connsiteX19" fmla="*/ 48810 w 114429"/>
                    <a:gd name="connsiteY19" fmla="*/ 81188 h 101462"/>
                    <a:gd name="connsiteX20" fmla="*/ 40941 w 114429"/>
                    <a:gd name="connsiteY20" fmla="*/ 81188 h 101462"/>
                    <a:gd name="connsiteX21" fmla="*/ 18208 w 114429"/>
                    <a:gd name="connsiteY21" fmla="*/ 64575 h 101462"/>
                    <a:gd name="connsiteX22" fmla="*/ 721 w 114429"/>
                    <a:gd name="connsiteY22" fmla="*/ 41842 h 101462"/>
                    <a:gd name="connsiteX23" fmla="*/ 1595 w 114429"/>
                    <a:gd name="connsiteY23" fmla="*/ 39219 h 101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4429" h="101462">
                      <a:moveTo>
                        <a:pt x="1595" y="39219"/>
                      </a:moveTo>
                      <a:cubicBezTo>
                        <a:pt x="-591" y="35433"/>
                        <a:pt x="-591" y="30764"/>
                        <a:pt x="1595" y="26979"/>
                      </a:cubicBezTo>
                      <a:cubicBezTo>
                        <a:pt x="4323" y="20062"/>
                        <a:pt x="8503" y="13802"/>
                        <a:pt x="13836" y="8617"/>
                      </a:cubicBezTo>
                      <a:cubicBezTo>
                        <a:pt x="21862" y="1290"/>
                        <a:pt x="32967" y="-1648"/>
                        <a:pt x="43564" y="748"/>
                      </a:cubicBezTo>
                      <a:cubicBezTo>
                        <a:pt x="53050" y="2934"/>
                        <a:pt x="62179" y="6475"/>
                        <a:pt x="70669" y="11240"/>
                      </a:cubicBezTo>
                      <a:cubicBezTo>
                        <a:pt x="86206" y="19319"/>
                        <a:pt x="100851" y="28989"/>
                        <a:pt x="114386" y="40093"/>
                      </a:cubicBezTo>
                      <a:cubicBezTo>
                        <a:pt x="114386" y="40093"/>
                        <a:pt x="114386" y="40093"/>
                        <a:pt x="114386" y="40093"/>
                      </a:cubicBezTo>
                      <a:cubicBezTo>
                        <a:pt x="114386" y="40093"/>
                        <a:pt x="102145" y="29602"/>
                        <a:pt x="94276" y="26979"/>
                      </a:cubicBezTo>
                      <a:cubicBezTo>
                        <a:pt x="81939" y="18619"/>
                        <a:pt x="68745" y="11581"/>
                        <a:pt x="54930" y="5994"/>
                      </a:cubicBezTo>
                      <a:cubicBezTo>
                        <a:pt x="41841" y="293"/>
                        <a:pt x="26566" y="3843"/>
                        <a:pt x="17333" y="14738"/>
                      </a:cubicBezTo>
                      <a:cubicBezTo>
                        <a:pt x="8126" y="26235"/>
                        <a:pt x="8126" y="42585"/>
                        <a:pt x="17333" y="54083"/>
                      </a:cubicBezTo>
                      <a:cubicBezTo>
                        <a:pt x="18645" y="57685"/>
                        <a:pt x="21102" y="60754"/>
                        <a:pt x="24328" y="62826"/>
                      </a:cubicBezTo>
                      <a:lnTo>
                        <a:pt x="24328" y="62826"/>
                      </a:lnTo>
                      <a:cubicBezTo>
                        <a:pt x="42707" y="77752"/>
                        <a:pt x="62642" y="90648"/>
                        <a:pt x="83784" y="101298"/>
                      </a:cubicBezTo>
                      <a:lnTo>
                        <a:pt x="83784" y="101298"/>
                      </a:lnTo>
                      <a:lnTo>
                        <a:pt x="95150" y="101298"/>
                      </a:lnTo>
                      <a:cubicBezTo>
                        <a:pt x="95150" y="101298"/>
                        <a:pt x="95150" y="101298"/>
                        <a:pt x="95150" y="101298"/>
                      </a:cubicBezTo>
                      <a:cubicBezTo>
                        <a:pt x="95150" y="101298"/>
                        <a:pt x="95150" y="101298"/>
                        <a:pt x="95150" y="101298"/>
                      </a:cubicBezTo>
                      <a:cubicBezTo>
                        <a:pt x="87368" y="101884"/>
                        <a:pt x="79631" y="99724"/>
                        <a:pt x="73291" y="95177"/>
                      </a:cubicBezTo>
                      <a:cubicBezTo>
                        <a:pt x="64548" y="95177"/>
                        <a:pt x="57553" y="84685"/>
                        <a:pt x="48810" y="81188"/>
                      </a:cubicBezTo>
                      <a:lnTo>
                        <a:pt x="40941" y="81188"/>
                      </a:lnTo>
                      <a:cubicBezTo>
                        <a:pt x="34820" y="74193"/>
                        <a:pt x="24328" y="71570"/>
                        <a:pt x="18208" y="64575"/>
                      </a:cubicBezTo>
                      <a:cubicBezTo>
                        <a:pt x="9788" y="59408"/>
                        <a:pt x="3562" y="51311"/>
                        <a:pt x="721" y="41842"/>
                      </a:cubicBezTo>
                      <a:cubicBezTo>
                        <a:pt x="966" y="40950"/>
                        <a:pt x="1263" y="40076"/>
                        <a:pt x="1595" y="39219"/>
                      </a:cubicBezTo>
                      <a:close/>
                    </a:path>
                  </a:pathLst>
                </a:custGeom>
                <a:solidFill>
                  <a:srgbClr val="B2B2C1"/>
                </a:solidFill>
                <a:ln w="87213" cap="flat">
                  <a:noFill/>
                  <a:prstDash val="solid"/>
                  <a:miter/>
                </a:ln>
              </p:spPr>
              <p:txBody>
                <a:bodyPr rtlCol="0" anchor="ctr"/>
                <a:lstStyle/>
                <a:p>
                  <a:endParaRPr lang="en-IN" dirty="0"/>
                </a:p>
              </p:txBody>
            </p:sp>
            <p:sp>
              <p:nvSpPr>
                <p:cNvPr id="2374" name="Freeform: Shape 2373">
                  <a:extLst>
                    <a:ext uri="{FF2B5EF4-FFF2-40B4-BE49-F238E27FC236}">
                      <a16:creationId xmlns:a16="http://schemas.microsoft.com/office/drawing/2014/main" id="{C9015F17-FD90-749B-9547-9D1132B02F10}"/>
                    </a:ext>
                  </a:extLst>
                </p:cNvPr>
                <p:cNvSpPr/>
                <p:nvPr/>
              </p:nvSpPr>
              <p:spPr>
                <a:xfrm>
                  <a:off x="2530773" y="3984052"/>
                  <a:ext cx="42484" cy="75869"/>
                </a:xfrm>
                <a:custGeom>
                  <a:avLst/>
                  <a:gdLst>
                    <a:gd name="connsiteX0" fmla="*/ 15694 w 42484"/>
                    <a:gd name="connsiteY0" fmla="*/ -70 h 75869"/>
                    <a:gd name="connsiteX1" fmla="*/ 15694 w 42484"/>
                    <a:gd name="connsiteY1" fmla="*/ -70 h 75869"/>
                    <a:gd name="connsiteX2" fmla="*/ 41924 w 42484"/>
                    <a:gd name="connsiteY2" fmla="*/ 50642 h 75869"/>
                    <a:gd name="connsiteX3" fmla="*/ 30558 w 42484"/>
                    <a:gd name="connsiteY3" fmla="*/ 69003 h 75869"/>
                    <a:gd name="connsiteX4" fmla="*/ 20066 w 42484"/>
                    <a:gd name="connsiteY4" fmla="*/ 75124 h 75869"/>
                    <a:gd name="connsiteX5" fmla="*/ 5202 w 42484"/>
                    <a:gd name="connsiteY5" fmla="*/ 75124 h 75869"/>
                    <a:gd name="connsiteX6" fmla="*/ -44 w 42484"/>
                    <a:gd name="connsiteY6" fmla="*/ 75124 h 75869"/>
                    <a:gd name="connsiteX7" fmla="*/ -44 w 42484"/>
                    <a:gd name="connsiteY7" fmla="*/ 75124 h 75869"/>
                    <a:gd name="connsiteX8" fmla="*/ 18317 w 42484"/>
                    <a:gd name="connsiteY8" fmla="*/ 68129 h 75869"/>
                    <a:gd name="connsiteX9" fmla="*/ 18317 w 42484"/>
                    <a:gd name="connsiteY9" fmla="*/ 9548 h 75869"/>
                    <a:gd name="connsiteX10" fmla="*/ 15694 w 42484"/>
                    <a:gd name="connsiteY10" fmla="*/ -70 h 7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484" h="75869">
                      <a:moveTo>
                        <a:pt x="15694" y="-70"/>
                      </a:moveTo>
                      <a:lnTo>
                        <a:pt x="15694" y="-70"/>
                      </a:lnTo>
                      <a:cubicBezTo>
                        <a:pt x="34405" y="9460"/>
                        <a:pt x="44958" y="29859"/>
                        <a:pt x="41924" y="50642"/>
                      </a:cubicBezTo>
                      <a:cubicBezTo>
                        <a:pt x="39520" y="57523"/>
                        <a:pt x="35647" y="63783"/>
                        <a:pt x="30558" y="69003"/>
                      </a:cubicBezTo>
                      <a:lnTo>
                        <a:pt x="20066" y="75124"/>
                      </a:lnTo>
                      <a:cubicBezTo>
                        <a:pt x="15152" y="76024"/>
                        <a:pt x="10116" y="76024"/>
                        <a:pt x="5202" y="75124"/>
                      </a:cubicBezTo>
                      <a:lnTo>
                        <a:pt x="-44" y="75124"/>
                      </a:lnTo>
                      <a:lnTo>
                        <a:pt x="-44" y="75124"/>
                      </a:lnTo>
                      <a:cubicBezTo>
                        <a:pt x="5202" y="69877"/>
                        <a:pt x="13071" y="75124"/>
                        <a:pt x="18317" y="68129"/>
                      </a:cubicBezTo>
                      <a:cubicBezTo>
                        <a:pt x="41924" y="54139"/>
                        <a:pt x="41050" y="28783"/>
                        <a:pt x="18317" y="9548"/>
                      </a:cubicBezTo>
                      <a:cubicBezTo>
                        <a:pt x="19191" y="5176"/>
                        <a:pt x="15694" y="4301"/>
                        <a:pt x="15694" y="-70"/>
                      </a:cubicBezTo>
                      <a:close/>
                    </a:path>
                  </a:pathLst>
                </a:custGeom>
                <a:solidFill>
                  <a:srgbClr val="B2B2C1"/>
                </a:solidFill>
                <a:ln w="87213" cap="flat">
                  <a:noFill/>
                  <a:prstDash val="solid"/>
                  <a:miter/>
                </a:ln>
              </p:spPr>
              <p:txBody>
                <a:bodyPr rtlCol="0" anchor="ctr"/>
                <a:lstStyle/>
                <a:p>
                  <a:endParaRPr lang="en-IN" dirty="0"/>
                </a:p>
              </p:txBody>
            </p:sp>
            <p:sp>
              <p:nvSpPr>
                <p:cNvPr id="2375" name="Freeform: Shape 2374">
                  <a:extLst>
                    <a:ext uri="{FF2B5EF4-FFF2-40B4-BE49-F238E27FC236}">
                      <a16:creationId xmlns:a16="http://schemas.microsoft.com/office/drawing/2014/main" id="{99D9F1AF-257D-9E26-E09E-F80C84541C7D}"/>
                    </a:ext>
                  </a:extLst>
                </p:cNvPr>
                <p:cNvSpPr/>
                <p:nvPr/>
              </p:nvSpPr>
              <p:spPr>
                <a:xfrm>
                  <a:off x="2455579" y="4017277"/>
                  <a:ext cx="22732" cy="16612"/>
                </a:xfrm>
                <a:custGeom>
                  <a:avLst/>
                  <a:gdLst>
                    <a:gd name="connsiteX0" fmla="*/ -44 w 22732"/>
                    <a:gd name="connsiteY0" fmla="*/ -70 h 16612"/>
                    <a:gd name="connsiteX1" fmla="*/ 22689 w 22732"/>
                    <a:gd name="connsiteY1" fmla="*/ 16543 h 16612"/>
                    <a:gd name="connsiteX2" fmla="*/ -44 w 22732"/>
                    <a:gd name="connsiteY2" fmla="*/ -70 h 16612"/>
                  </a:gdLst>
                  <a:ahLst/>
                  <a:cxnLst>
                    <a:cxn ang="0">
                      <a:pos x="connsiteX0" y="connsiteY0"/>
                    </a:cxn>
                    <a:cxn ang="0">
                      <a:pos x="connsiteX1" y="connsiteY1"/>
                    </a:cxn>
                    <a:cxn ang="0">
                      <a:pos x="connsiteX2" y="connsiteY2"/>
                    </a:cxn>
                  </a:cxnLst>
                  <a:rect l="l" t="t" r="r" b="b"/>
                  <a:pathLst>
                    <a:path w="22732" h="16612">
                      <a:moveTo>
                        <a:pt x="-44" y="-70"/>
                      </a:moveTo>
                      <a:cubicBezTo>
                        <a:pt x="8280" y="4371"/>
                        <a:pt x="15930" y="9967"/>
                        <a:pt x="22689" y="16543"/>
                      </a:cubicBezTo>
                      <a:cubicBezTo>
                        <a:pt x="15694" y="10422"/>
                        <a:pt x="5202" y="7799"/>
                        <a:pt x="-44" y="-70"/>
                      </a:cubicBezTo>
                      <a:close/>
                    </a:path>
                  </a:pathLst>
                </a:custGeom>
                <a:solidFill>
                  <a:srgbClr val="BEBECB"/>
                </a:solidFill>
                <a:ln w="87213" cap="flat">
                  <a:noFill/>
                  <a:prstDash val="solid"/>
                  <a:miter/>
                </a:ln>
              </p:spPr>
              <p:txBody>
                <a:bodyPr rtlCol="0" anchor="ctr"/>
                <a:lstStyle/>
                <a:p>
                  <a:endParaRPr lang="en-IN" dirty="0"/>
                </a:p>
              </p:txBody>
            </p:sp>
            <p:sp>
              <p:nvSpPr>
                <p:cNvPr id="2376" name="Freeform: Shape 2375">
                  <a:extLst>
                    <a:ext uri="{FF2B5EF4-FFF2-40B4-BE49-F238E27FC236}">
                      <a16:creationId xmlns:a16="http://schemas.microsoft.com/office/drawing/2014/main" id="{573294DF-CA65-8380-9CA0-99E5D8713B66}"/>
                    </a:ext>
                  </a:extLst>
                </p:cNvPr>
                <p:cNvSpPr/>
                <p:nvPr/>
              </p:nvSpPr>
              <p:spPr>
                <a:xfrm>
                  <a:off x="2487930" y="4038261"/>
                  <a:ext cx="24481" cy="13989"/>
                </a:xfrm>
                <a:custGeom>
                  <a:avLst/>
                  <a:gdLst>
                    <a:gd name="connsiteX0" fmla="*/ -44 w 24481"/>
                    <a:gd name="connsiteY0" fmla="*/ -70 h 13989"/>
                    <a:gd name="connsiteX1" fmla="*/ 24437 w 24481"/>
                    <a:gd name="connsiteY1" fmla="*/ 13920 h 13989"/>
                    <a:gd name="connsiteX2" fmla="*/ -44 w 24481"/>
                    <a:gd name="connsiteY2" fmla="*/ -70 h 13989"/>
                  </a:gdLst>
                  <a:ahLst/>
                  <a:cxnLst>
                    <a:cxn ang="0">
                      <a:pos x="connsiteX0" y="connsiteY0"/>
                    </a:cxn>
                    <a:cxn ang="0">
                      <a:pos x="connsiteX1" y="connsiteY1"/>
                    </a:cxn>
                    <a:cxn ang="0">
                      <a:pos x="connsiteX2" y="connsiteY2"/>
                    </a:cxn>
                  </a:cxnLst>
                  <a:rect l="l" t="t" r="r" b="b"/>
                  <a:pathLst>
                    <a:path w="24481" h="13989">
                      <a:moveTo>
                        <a:pt x="-44" y="-70"/>
                      </a:moveTo>
                      <a:cubicBezTo>
                        <a:pt x="8577" y="3734"/>
                        <a:pt x="16778" y="8420"/>
                        <a:pt x="24437" y="13920"/>
                      </a:cubicBezTo>
                      <a:cubicBezTo>
                        <a:pt x="15572" y="10614"/>
                        <a:pt x="7309" y="5884"/>
                        <a:pt x="-44" y="-70"/>
                      </a:cubicBezTo>
                      <a:close/>
                    </a:path>
                  </a:pathLst>
                </a:custGeom>
                <a:solidFill>
                  <a:srgbClr val="BEBECB"/>
                </a:solidFill>
                <a:ln w="87213" cap="flat">
                  <a:noFill/>
                  <a:prstDash val="solid"/>
                  <a:miter/>
                </a:ln>
              </p:spPr>
              <p:txBody>
                <a:bodyPr rtlCol="0" anchor="ctr"/>
                <a:lstStyle/>
                <a:p>
                  <a:endParaRPr lang="en-IN" dirty="0"/>
                </a:p>
              </p:txBody>
            </p:sp>
            <p:sp>
              <p:nvSpPr>
                <p:cNvPr id="2377" name="Freeform: Shape 2376">
                  <a:extLst>
                    <a:ext uri="{FF2B5EF4-FFF2-40B4-BE49-F238E27FC236}">
                      <a16:creationId xmlns:a16="http://schemas.microsoft.com/office/drawing/2014/main" id="{BFE007A4-947C-EB7A-4FF1-85FCF51BF28C}"/>
                    </a:ext>
                  </a:extLst>
                </p:cNvPr>
                <p:cNvSpPr/>
                <p:nvPr/>
              </p:nvSpPr>
              <p:spPr>
                <a:xfrm>
                  <a:off x="2563123" y="4032140"/>
                  <a:ext cx="11366" cy="18361"/>
                </a:xfrm>
                <a:custGeom>
                  <a:avLst/>
                  <a:gdLst>
                    <a:gd name="connsiteX0" fmla="*/ -44 w 11366"/>
                    <a:gd name="connsiteY0" fmla="*/ 18291 h 18361"/>
                    <a:gd name="connsiteX1" fmla="*/ 11322 w 11366"/>
                    <a:gd name="connsiteY1" fmla="*/ -70 h 18361"/>
                    <a:gd name="connsiteX2" fmla="*/ -44 w 11366"/>
                    <a:gd name="connsiteY2" fmla="*/ 18291 h 18361"/>
                  </a:gdLst>
                  <a:ahLst/>
                  <a:cxnLst>
                    <a:cxn ang="0">
                      <a:pos x="connsiteX0" y="connsiteY0"/>
                    </a:cxn>
                    <a:cxn ang="0">
                      <a:pos x="connsiteX1" y="connsiteY1"/>
                    </a:cxn>
                    <a:cxn ang="0">
                      <a:pos x="connsiteX2" y="connsiteY2"/>
                    </a:cxn>
                  </a:cxnLst>
                  <a:rect l="l" t="t" r="r" b="b"/>
                  <a:pathLst>
                    <a:path w="11366" h="18361">
                      <a:moveTo>
                        <a:pt x="-44" y="18291"/>
                      </a:moveTo>
                      <a:lnTo>
                        <a:pt x="11322" y="-70"/>
                      </a:lnTo>
                      <a:cubicBezTo>
                        <a:pt x="10343" y="7397"/>
                        <a:pt x="6207" y="14086"/>
                        <a:pt x="-44" y="18291"/>
                      </a:cubicBezTo>
                      <a:close/>
                    </a:path>
                  </a:pathLst>
                </a:custGeom>
                <a:solidFill>
                  <a:srgbClr val="BEBECB"/>
                </a:solidFill>
                <a:ln w="87213" cap="flat">
                  <a:noFill/>
                  <a:prstDash val="solid"/>
                  <a:miter/>
                </a:ln>
              </p:spPr>
              <p:txBody>
                <a:bodyPr rtlCol="0" anchor="ctr"/>
                <a:lstStyle/>
                <a:p>
                  <a:endParaRPr lang="en-IN" dirty="0"/>
                </a:p>
              </p:txBody>
            </p:sp>
            <p:sp>
              <p:nvSpPr>
                <p:cNvPr id="2378" name="Freeform: Shape 2377">
                  <a:extLst>
                    <a:ext uri="{FF2B5EF4-FFF2-40B4-BE49-F238E27FC236}">
                      <a16:creationId xmlns:a16="http://schemas.microsoft.com/office/drawing/2014/main" id="{1516EB1C-AED3-FD78-2746-D022E8D7653B}"/>
                    </a:ext>
                  </a:extLst>
                </p:cNvPr>
                <p:cNvSpPr/>
                <p:nvPr/>
              </p:nvSpPr>
              <p:spPr>
                <a:xfrm>
                  <a:off x="2435469" y="3949952"/>
                  <a:ext cx="12240" cy="18361"/>
                </a:xfrm>
                <a:custGeom>
                  <a:avLst/>
                  <a:gdLst>
                    <a:gd name="connsiteX0" fmla="*/ 12197 w 12240"/>
                    <a:gd name="connsiteY0" fmla="*/ -70 h 18361"/>
                    <a:gd name="connsiteX1" fmla="*/ -44 w 12240"/>
                    <a:gd name="connsiteY1" fmla="*/ 18291 h 18361"/>
                    <a:gd name="connsiteX2" fmla="*/ 12197 w 12240"/>
                    <a:gd name="connsiteY2" fmla="*/ -70 h 18361"/>
                  </a:gdLst>
                  <a:ahLst/>
                  <a:cxnLst>
                    <a:cxn ang="0">
                      <a:pos x="connsiteX0" y="connsiteY0"/>
                    </a:cxn>
                    <a:cxn ang="0">
                      <a:pos x="connsiteX1" y="connsiteY1"/>
                    </a:cxn>
                    <a:cxn ang="0">
                      <a:pos x="connsiteX2" y="connsiteY2"/>
                    </a:cxn>
                  </a:cxnLst>
                  <a:rect l="l" t="t" r="r" b="b"/>
                  <a:pathLst>
                    <a:path w="12240" h="18361">
                      <a:moveTo>
                        <a:pt x="12197" y="-70"/>
                      </a:moveTo>
                      <a:lnTo>
                        <a:pt x="-44" y="18291"/>
                      </a:lnTo>
                      <a:cubicBezTo>
                        <a:pt x="1827" y="10955"/>
                        <a:pt x="6146" y="4476"/>
                        <a:pt x="12197" y="-70"/>
                      </a:cubicBezTo>
                      <a:close/>
                    </a:path>
                  </a:pathLst>
                </a:custGeom>
                <a:solidFill>
                  <a:srgbClr val="BEBECB"/>
                </a:solidFill>
                <a:ln w="87213" cap="flat">
                  <a:noFill/>
                  <a:prstDash val="solid"/>
                  <a:miter/>
                </a:ln>
              </p:spPr>
              <p:txBody>
                <a:bodyPr rtlCol="0" anchor="ctr"/>
                <a:lstStyle/>
                <a:p>
                  <a:endParaRPr lang="en-IN" dirty="0"/>
                </a:p>
              </p:txBody>
            </p:sp>
            <p:sp>
              <p:nvSpPr>
                <p:cNvPr id="2379" name="Freeform: Shape 2378">
                  <a:extLst>
                    <a:ext uri="{FF2B5EF4-FFF2-40B4-BE49-F238E27FC236}">
                      <a16:creationId xmlns:a16="http://schemas.microsoft.com/office/drawing/2014/main" id="{00724845-69C3-98AE-40A3-014E6B04C27B}"/>
                    </a:ext>
                  </a:extLst>
                </p:cNvPr>
                <p:cNvSpPr/>
                <p:nvPr/>
              </p:nvSpPr>
              <p:spPr>
                <a:xfrm>
                  <a:off x="2432398" y="3980554"/>
                  <a:ext cx="2492" cy="13989"/>
                </a:xfrm>
                <a:custGeom>
                  <a:avLst/>
                  <a:gdLst>
                    <a:gd name="connsiteX0" fmla="*/ 2153 w 2492"/>
                    <a:gd name="connsiteY0" fmla="*/ -70 h 13989"/>
                    <a:gd name="connsiteX1" fmla="*/ 2153 w 2492"/>
                    <a:gd name="connsiteY1" fmla="*/ 13919 h 13989"/>
                    <a:gd name="connsiteX2" fmla="*/ 2153 w 2492"/>
                    <a:gd name="connsiteY2" fmla="*/ -70 h 13989"/>
                  </a:gdLst>
                  <a:ahLst/>
                  <a:cxnLst>
                    <a:cxn ang="0">
                      <a:pos x="connsiteX0" y="connsiteY0"/>
                    </a:cxn>
                    <a:cxn ang="0">
                      <a:pos x="connsiteX1" y="connsiteY1"/>
                    </a:cxn>
                    <a:cxn ang="0">
                      <a:pos x="connsiteX2" y="connsiteY2"/>
                    </a:cxn>
                  </a:cxnLst>
                  <a:rect l="l" t="t" r="r" b="b"/>
                  <a:pathLst>
                    <a:path w="2492" h="13989">
                      <a:moveTo>
                        <a:pt x="2153" y="-70"/>
                      </a:moveTo>
                      <a:cubicBezTo>
                        <a:pt x="2546" y="4581"/>
                        <a:pt x="2546" y="9268"/>
                        <a:pt x="2153" y="13919"/>
                      </a:cubicBezTo>
                      <a:cubicBezTo>
                        <a:pt x="-776" y="9714"/>
                        <a:pt x="-776" y="4135"/>
                        <a:pt x="2153" y="-70"/>
                      </a:cubicBezTo>
                      <a:close/>
                    </a:path>
                  </a:pathLst>
                </a:custGeom>
                <a:solidFill>
                  <a:srgbClr val="BEBECB"/>
                </a:solidFill>
                <a:ln w="87213" cap="flat">
                  <a:noFill/>
                  <a:prstDash val="solid"/>
                  <a:miter/>
                </a:ln>
              </p:spPr>
              <p:txBody>
                <a:bodyPr rtlCol="0" anchor="ctr"/>
                <a:lstStyle/>
                <a:p>
                  <a:endParaRPr lang="en-IN" dirty="0"/>
                </a:p>
              </p:txBody>
            </p:sp>
            <p:sp>
              <p:nvSpPr>
                <p:cNvPr id="2380" name="Freeform: Shape 2379">
                  <a:extLst>
                    <a:ext uri="{FF2B5EF4-FFF2-40B4-BE49-F238E27FC236}">
                      <a16:creationId xmlns:a16="http://schemas.microsoft.com/office/drawing/2014/main" id="{11D1BAE5-0108-2169-7385-1EFB4EA37587}"/>
                    </a:ext>
                  </a:extLst>
                </p:cNvPr>
                <p:cNvSpPr/>
                <p:nvPr/>
              </p:nvSpPr>
              <p:spPr>
                <a:xfrm>
                  <a:off x="2537767" y="4058622"/>
                  <a:ext cx="14864" cy="2616"/>
                </a:xfrm>
                <a:custGeom>
                  <a:avLst/>
                  <a:gdLst>
                    <a:gd name="connsiteX0" fmla="*/ -44 w 14864"/>
                    <a:gd name="connsiteY0" fmla="*/ 553 h 2616"/>
                    <a:gd name="connsiteX1" fmla="*/ 14820 w 14864"/>
                    <a:gd name="connsiteY1" fmla="*/ 553 h 2616"/>
                    <a:gd name="connsiteX2" fmla="*/ -44 w 14864"/>
                    <a:gd name="connsiteY2" fmla="*/ 553 h 2616"/>
                  </a:gdLst>
                  <a:ahLst/>
                  <a:cxnLst>
                    <a:cxn ang="0">
                      <a:pos x="connsiteX0" y="connsiteY0"/>
                    </a:cxn>
                    <a:cxn ang="0">
                      <a:pos x="connsiteX1" y="connsiteY1"/>
                    </a:cxn>
                    <a:cxn ang="0">
                      <a:pos x="connsiteX2" y="connsiteY2"/>
                    </a:cxn>
                  </a:cxnLst>
                  <a:rect l="l" t="t" r="r" b="b"/>
                  <a:pathLst>
                    <a:path w="14864" h="2616">
                      <a:moveTo>
                        <a:pt x="-44" y="553"/>
                      </a:moveTo>
                      <a:cubicBezTo>
                        <a:pt x="4879" y="-278"/>
                        <a:pt x="9897" y="-278"/>
                        <a:pt x="14820" y="553"/>
                      </a:cubicBezTo>
                      <a:cubicBezTo>
                        <a:pt x="10221" y="3211"/>
                        <a:pt x="4555" y="3211"/>
                        <a:pt x="-44" y="553"/>
                      </a:cubicBezTo>
                      <a:close/>
                    </a:path>
                  </a:pathLst>
                </a:custGeom>
                <a:solidFill>
                  <a:srgbClr val="BEBECB"/>
                </a:solidFill>
                <a:ln w="87213" cap="flat">
                  <a:noFill/>
                  <a:prstDash val="solid"/>
                  <a:miter/>
                </a:ln>
              </p:spPr>
              <p:txBody>
                <a:bodyPr rtlCol="0" anchor="ctr"/>
                <a:lstStyle/>
                <a:p>
                  <a:endParaRPr lang="en-IN" dirty="0"/>
                </a:p>
              </p:txBody>
            </p:sp>
            <p:sp>
              <p:nvSpPr>
                <p:cNvPr id="2381" name="Freeform: Shape 2380">
                  <a:extLst>
                    <a:ext uri="{FF2B5EF4-FFF2-40B4-BE49-F238E27FC236}">
                      <a16:creationId xmlns:a16="http://schemas.microsoft.com/office/drawing/2014/main" id="{F9B123B2-38AF-9567-00BD-13B11B0ABEB5}"/>
                    </a:ext>
                  </a:extLst>
                </p:cNvPr>
                <p:cNvSpPr/>
                <p:nvPr/>
              </p:nvSpPr>
              <p:spPr>
                <a:xfrm>
                  <a:off x="2439110" y="3946134"/>
                  <a:ext cx="90788" cy="100870"/>
                </a:xfrm>
                <a:custGeom>
                  <a:avLst/>
                  <a:gdLst>
                    <a:gd name="connsiteX0" fmla="*/ 7681 w 90788"/>
                    <a:gd name="connsiteY0" fmla="*/ 54460 h 100870"/>
                    <a:gd name="connsiteX1" fmla="*/ 3309 w 90788"/>
                    <a:gd name="connsiteY1" fmla="*/ 18613 h 100870"/>
                    <a:gd name="connsiteX2" fmla="*/ 36535 w 90788"/>
                    <a:gd name="connsiteY2" fmla="*/ 251 h 100870"/>
                    <a:gd name="connsiteX3" fmla="*/ 61016 w 90788"/>
                    <a:gd name="connsiteY3" fmla="*/ 8120 h 100870"/>
                    <a:gd name="connsiteX4" fmla="*/ 87247 w 90788"/>
                    <a:gd name="connsiteY4" fmla="*/ 22984 h 100870"/>
                    <a:gd name="connsiteX5" fmla="*/ 87247 w 90788"/>
                    <a:gd name="connsiteY5" fmla="*/ 22984 h 100870"/>
                    <a:gd name="connsiteX6" fmla="*/ 62765 w 90788"/>
                    <a:gd name="connsiteY6" fmla="*/ 9869 h 100870"/>
                    <a:gd name="connsiteX7" fmla="*/ 62765 w 90788"/>
                    <a:gd name="connsiteY7" fmla="*/ 9869 h 100870"/>
                    <a:gd name="connsiteX8" fmla="*/ 48775 w 90788"/>
                    <a:gd name="connsiteY8" fmla="*/ 11618 h 100870"/>
                    <a:gd name="connsiteX9" fmla="*/ 18174 w 90788"/>
                    <a:gd name="connsiteY9" fmla="*/ 11618 h 100870"/>
                    <a:gd name="connsiteX10" fmla="*/ 7681 w 90788"/>
                    <a:gd name="connsiteY10" fmla="*/ 36099 h 100870"/>
                    <a:gd name="connsiteX11" fmla="*/ 32163 w 90788"/>
                    <a:gd name="connsiteY11" fmla="*/ 69325 h 100870"/>
                    <a:gd name="connsiteX12" fmla="*/ 83749 w 90788"/>
                    <a:gd name="connsiteY12" fmla="*/ 100801 h 100870"/>
                    <a:gd name="connsiteX13" fmla="*/ 83749 w 90788"/>
                    <a:gd name="connsiteY13" fmla="*/ 100801 h 100870"/>
                    <a:gd name="connsiteX14" fmla="*/ 83749 w 90788"/>
                    <a:gd name="connsiteY14" fmla="*/ 100801 h 100870"/>
                    <a:gd name="connsiteX15" fmla="*/ 83749 w 90788"/>
                    <a:gd name="connsiteY15" fmla="*/ 100801 h 100870"/>
                    <a:gd name="connsiteX16" fmla="*/ 19048 w 90788"/>
                    <a:gd name="connsiteY16" fmla="*/ 58832 h 100870"/>
                    <a:gd name="connsiteX17" fmla="*/ 19048 w 90788"/>
                    <a:gd name="connsiteY17" fmla="*/ 58832 h 100870"/>
                    <a:gd name="connsiteX18" fmla="*/ 7681 w 90788"/>
                    <a:gd name="connsiteY18" fmla="*/ 54460 h 10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788" h="100870">
                      <a:moveTo>
                        <a:pt x="7681" y="54460"/>
                      </a:moveTo>
                      <a:cubicBezTo>
                        <a:pt x="-713" y="44414"/>
                        <a:pt x="-2417" y="30381"/>
                        <a:pt x="3309" y="18613"/>
                      </a:cubicBezTo>
                      <a:cubicBezTo>
                        <a:pt x="9037" y="5751"/>
                        <a:pt x="22598" y="-1751"/>
                        <a:pt x="36535" y="251"/>
                      </a:cubicBezTo>
                      <a:cubicBezTo>
                        <a:pt x="45261" y="601"/>
                        <a:pt x="53724" y="3320"/>
                        <a:pt x="61016" y="8120"/>
                      </a:cubicBezTo>
                      <a:cubicBezTo>
                        <a:pt x="68885" y="14241"/>
                        <a:pt x="79377" y="16864"/>
                        <a:pt x="87247" y="22984"/>
                      </a:cubicBezTo>
                      <a:cubicBezTo>
                        <a:pt x="95116" y="29104"/>
                        <a:pt x="87247" y="22984"/>
                        <a:pt x="87247" y="22984"/>
                      </a:cubicBezTo>
                      <a:cubicBezTo>
                        <a:pt x="87247" y="22984"/>
                        <a:pt x="71508" y="13366"/>
                        <a:pt x="62765" y="9869"/>
                      </a:cubicBezTo>
                      <a:lnTo>
                        <a:pt x="62765" y="9869"/>
                      </a:lnTo>
                      <a:cubicBezTo>
                        <a:pt x="62765" y="9869"/>
                        <a:pt x="48775" y="11618"/>
                        <a:pt x="48775" y="11618"/>
                      </a:cubicBezTo>
                      <a:cubicBezTo>
                        <a:pt x="39149" y="6783"/>
                        <a:pt x="27800" y="6783"/>
                        <a:pt x="18174" y="11618"/>
                      </a:cubicBezTo>
                      <a:cubicBezTo>
                        <a:pt x="9535" y="16461"/>
                        <a:pt x="5233" y="26508"/>
                        <a:pt x="7681" y="36099"/>
                      </a:cubicBezTo>
                      <a:cubicBezTo>
                        <a:pt x="10960" y="50054"/>
                        <a:pt x="19809" y="62058"/>
                        <a:pt x="32163" y="69325"/>
                      </a:cubicBezTo>
                      <a:cubicBezTo>
                        <a:pt x="48636" y="80953"/>
                        <a:pt x="65869" y="91472"/>
                        <a:pt x="83749" y="100801"/>
                      </a:cubicBezTo>
                      <a:cubicBezTo>
                        <a:pt x="83749" y="100801"/>
                        <a:pt x="83749" y="100801"/>
                        <a:pt x="83749" y="100801"/>
                      </a:cubicBezTo>
                      <a:cubicBezTo>
                        <a:pt x="83749" y="100801"/>
                        <a:pt x="83749" y="100801"/>
                        <a:pt x="83749" y="100801"/>
                      </a:cubicBezTo>
                      <a:lnTo>
                        <a:pt x="83749" y="100801"/>
                      </a:lnTo>
                      <a:cubicBezTo>
                        <a:pt x="60229" y="90073"/>
                        <a:pt x="38432" y="75935"/>
                        <a:pt x="19048" y="58832"/>
                      </a:cubicBezTo>
                      <a:lnTo>
                        <a:pt x="19048" y="58832"/>
                      </a:lnTo>
                      <a:cubicBezTo>
                        <a:pt x="15148" y="57678"/>
                        <a:pt x="11345" y="56218"/>
                        <a:pt x="7681" y="54460"/>
                      </a:cubicBezTo>
                      <a:close/>
                    </a:path>
                  </a:pathLst>
                </a:custGeom>
                <a:solidFill>
                  <a:srgbClr val="9E9EB1"/>
                </a:solidFill>
                <a:ln w="87213" cap="flat">
                  <a:noFill/>
                  <a:prstDash val="solid"/>
                  <a:miter/>
                </a:ln>
              </p:spPr>
              <p:txBody>
                <a:bodyPr rtlCol="0" anchor="ctr"/>
                <a:lstStyle/>
                <a:p>
                  <a:endParaRPr lang="en-IN" dirty="0"/>
                </a:p>
              </p:txBody>
            </p:sp>
            <p:sp>
              <p:nvSpPr>
                <p:cNvPr id="2382" name="Freeform: Shape 2381">
                  <a:extLst>
                    <a:ext uri="{FF2B5EF4-FFF2-40B4-BE49-F238E27FC236}">
                      <a16:creationId xmlns:a16="http://schemas.microsoft.com/office/drawing/2014/main" id="{4A1AB704-39A4-4480-182C-375538946BC1}"/>
                    </a:ext>
                  </a:extLst>
                </p:cNvPr>
                <p:cNvSpPr/>
                <p:nvPr/>
              </p:nvSpPr>
              <p:spPr>
                <a:xfrm>
                  <a:off x="2524652" y="3972685"/>
                  <a:ext cx="45125" cy="82188"/>
                </a:xfrm>
                <a:custGeom>
                  <a:avLst/>
                  <a:gdLst>
                    <a:gd name="connsiteX0" fmla="*/ -44 w 45125"/>
                    <a:gd name="connsiteY0" fmla="*/ -70 h 82188"/>
                    <a:gd name="connsiteX1" fmla="*/ -44 w 45125"/>
                    <a:gd name="connsiteY1" fmla="*/ -70 h 82188"/>
                    <a:gd name="connsiteX2" fmla="*/ 20066 w 45125"/>
                    <a:gd name="connsiteY2" fmla="*/ 14794 h 82188"/>
                    <a:gd name="connsiteX3" fmla="*/ 44548 w 45125"/>
                    <a:gd name="connsiteY3" fmla="*/ 47145 h 82188"/>
                    <a:gd name="connsiteX4" fmla="*/ 25312 w 45125"/>
                    <a:gd name="connsiteY4" fmla="*/ 82119 h 82188"/>
                    <a:gd name="connsiteX5" fmla="*/ 25312 w 45125"/>
                    <a:gd name="connsiteY5" fmla="*/ 82119 h 82188"/>
                    <a:gd name="connsiteX6" fmla="*/ 25312 w 45125"/>
                    <a:gd name="connsiteY6" fmla="*/ 82119 h 82188"/>
                    <a:gd name="connsiteX7" fmla="*/ 39301 w 45125"/>
                    <a:gd name="connsiteY7" fmla="*/ 66380 h 82188"/>
                    <a:gd name="connsiteX8" fmla="*/ 39301 w 45125"/>
                    <a:gd name="connsiteY8" fmla="*/ 66380 h 82188"/>
                    <a:gd name="connsiteX9" fmla="*/ 39301 w 45125"/>
                    <a:gd name="connsiteY9" fmla="*/ 58511 h 82188"/>
                    <a:gd name="connsiteX10" fmla="*/ 27061 w 45125"/>
                    <a:gd name="connsiteY10" fmla="*/ 35778 h 82188"/>
                    <a:gd name="connsiteX11" fmla="*/ 19192 w 45125"/>
                    <a:gd name="connsiteY11" fmla="*/ 28784 h 82188"/>
                    <a:gd name="connsiteX12" fmla="*/ 19192 w 45125"/>
                    <a:gd name="connsiteY12" fmla="*/ 28784 h 82188"/>
                    <a:gd name="connsiteX13" fmla="*/ 6077 w 45125"/>
                    <a:gd name="connsiteY13" fmla="*/ 20040 h 82188"/>
                    <a:gd name="connsiteX14" fmla="*/ -44 w 45125"/>
                    <a:gd name="connsiteY14" fmla="*/ -70 h 8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125" h="82188">
                      <a:moveTo>
                        <a:pt x="-44" y="-70"/>
                      </a:moveTo>
                      <a:lnTo>
                        <a:pt x="-44" y="-70"/>
                      </a:lnTo>
                      <a:cubicBezTo>
                        <a:pt x="7825" y="-70"/>
                        <a:pt x="12197" y="11297"/>
                        <a:pt x="20066" y="14794"/>
                      </a:cubicBezTo>
                      <a:cubicBezTo>
                        <a:pt x="32377" y="21701"/>
                        <a:pt x="41243" y="33426"/>
                        <a:pt x="44548" y="47145"/>
                      </a:cubicBezTo>
                      <a:cubicBezTo>
                        <a:pt x="47293" y="61895"/>
                        <a:pt x="39240" y="76541"/>
                        <a:pt x="25312" y="82119"/>
                      </a:cubicBezTo>
                      <a:cubicBezTo>
                        <a:pt x="25312" y="82119"/>
                        <a:pt x="25312" y="82119"/>
                        <a:pt x="25312" y="82119"/>
                      </a:cubicBezTo>
                      <a:cubicBezTo>
                        <a:pt x="25312" y="82119"/>
                        <a:pt x="25312" y="82119"/>
                        <a:pt x="25312" y="82119"/>
                      </a:cubicBezTo>
                      <a:cubicBezTo>
                        <a:pt x="31686" y="78691"/>
                        <a:pt x="36644" y="73113"/>
                        <a:pt x="39301" y="66380"/>
                      </a:cubicBezTo>
                      <a:lnTo>
                        <a:pt x="39301" y="66380"/>
                      </a:lnTo>
                      <a:cubicBezTo>
                        <a:pt x="40167" y="63828"/>
                        <a:pt x="40167" y="61065"/>
                        <a:pt x="39301" y="58511"/>
                      </a:cubicBezTo>
                      <a:cubicBezTo>
                        <a:pt x="37369" y="49960"/>
                        <a:pt x="33137" y="42100"/>
                        <a:pt x="27061" y="35778"/>
                      </a:cubicBezTo>
                      <a:cubicBezTo>
                        <a:pt x="24639" y="33234"/>
                        <a:pt x="21998" y="30891"/>
                        <a:pt x="19192" y="28784"/>
                      </a:cubicBezTo>
                      <a:cubicBezTo>
                        <a:pt x="19192" y="28784"/>
                        <a:pt x="19192" y="28784"/>
                        <a:pt x="19192" y="28784"/>
                      </a:cubicBezTo>
                      <a:lnTo>
                        <a:pt x="6077" y="20040"/>
                      </a:lnTo>
                      <a:cubicBezTo>
                        <a:pt x="6077" y="20040"/>
                        <a:pt x="-44" y="3427"/>
                        <a:pt x="-44" y="-70"/>
                      </a:cubicBezTo>
                      <a:close/>
                    </a:path>
                  </a:pathLst>
                </a:custGeom>
                <a:solidFill>
                  <a:srgbClr val="9E9EB1"/>
                </a:solidFill>
                <a:ln w="87213" cap="flat">
                  <a:noFill/>
                  <a:prstDash val="solid"/>
                  <a:miter/>
                </a:ln>
              </p:spPr>
              <p:txBody>
                <a:bodyPr rtlCol="0" anchor="ctr"/>
                <a:lstStyle/>
                <a:p>
                  <a:endParaRPr lang="en-IN" dirty="0"/>
                </a:p>
              </p:txBody>
            </p:sp>
            <p:sp>
              <p:nvSpPr>
                <p:cNvPr id="2383" name="Freeform: Shape 2382">
                  <a:extLst>
                    <a:ext uri="{FF2B5EF4-FFF2-40B4-BE49-F238E27FC236}">
                      <a16:creationId xmlns:a16="http://schemas.microsoft.com/office/drawing/2014/main" id="{3F3C1026-CF23-9183-D9EA-64FE8730A1E1}"/>
                    </a:ext>
                  </a:extLst>
                </p:cNvPr>
                <p:cNvSpPr/>
                <p:nvPr/>
              </p:nvSpPr>
              <p:spPr>
                <a:xfrm>
                  <a:off x="2453830" y="4009407"/>
                  <a:ext cx="64701" cy="41968"/>
                </a:xfrm>
                <a:custGeom>
                  <a:avLst/>
                  <a:gdLst>
                    <a:gd name="connsiteX0" fmla="*/ -44 w 64701"/>
                    <a:gd name="connsiteY0" fmla="*/ -70 h 41968"/>
                    <a:gd name="connsiteX1" fmla="*/ 64657 w 64701"/>
                    <a:gd name="connsiteY1" fmla="*/ 41899 h 41968"/>
                    <a:gd name="connsiteX2" fmla="*/ 48045 w 64701"/>
                    <a:gd name="connsiteY2" fmla="*/ 34904 h 41968"/>
                    <a:gd name="connsiteX3" fmla="*/ 830 w 64701"/>
                    <a:gd name="connsiteY3" fmla="*/ 2554 h 41968"/>
                    <a:gd name="connsiteX4" fmla="*/ -44 w 64701"/>
                    <a:gd name="connsiteY4" fmla="*/ -70 h 4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01" h="41968">
                      <a:moveTo>
                        <a:pt x="-44" y="-70"/>
                      </a:moveTo>
                      <a:cubicBezTo>
                        <a:pt x="20302" y="15721"/>
                        <a:pt x="41942" y="29763"/>
                        <a:pt x="64657" y="41899"/>
                      </a:cubicBezTo>
                      <a:cubicBezTo>
                        <a:pt x="58782" y="40483"/>
                        <a:pt x="53169" y="38122"/>
                        <a:pt x="48045" y="34904"/>
                      </a:cubicBezTo>
                      <a:cubicBezTo>
                        <a:pt x="31126" y="25960"/>
                        <a:pt x="15283" y="15100"/>
                        <a:pt x="830" y="2554"/>
                      </a:cubicBezTo>
                      <a:lnTo>
                        <a:pt x="-44" y="-70"/>
                      </a:lnTo>
                      <a:close/>
                    </a:path>
                  </a:pathLst>
                </a:custGeom>
                <a:solidFill>
                  <a:srgbClr val="A4A4B6"/>
                </a:solidFill>
                <a:ln w="87213" cap="flat">
                  <a:noFill/>
                  <a:prstDash val="solid"/>
                  <a:miter/>
                </a:ln>
              </p:spPr>
              <p:txBody>
                <a:bodyPr rtlCol="0" anchor="ctr"/>
                <a:lstStyle/>
                <a:p>
                  <a:endParaRPr lang="en-IN" dirty="0"/>
                </a:p>
              </p:txBody>
            </p:sp>
            <p:sp>
              <p:nvSpPr>
                <p:cNvPr id="2384" name="Freeform: Shape 2383">
                  <a:extLst>
                    <a:ext uri="{FF2B5EF4-FFF2-40B4-BE49-F238E27FC236}">
                      <a16:creationId xmlns:a16="http://schemas.microsoft.com/office/drawing/2014/main" id="{7B8C20A2-42B7-9DEC-EC64-14EBD5B99875}"/>
                    </a:ext>
                  </a:extLst>
                </p:cNvPr>
                <p:cNvSpPr/>
                <p:nvPr/>
              </p:nvSpPr>
              <p:spPr>
                <a:xfrm>
                  <a:off x="2525526" y="4049566"/>
                  <a:ext cx="22732" cy="7055"/>
                </a:xfrm>
                <a:custGeom>
                  <a:avLst/>
                  <a:gdLst>
                    <a:gd name="connsiteX0" fmla="*/ 22689 w 22732"/>
                    <a:gd name="connsiteY0" fmla="*/ 1740 h 7055"/>
                    <a:gd name="connsiteX1" fmla="*/ 22689 w 22732"/>
                    <a:gd name="connsiteY1" fmla="*/ 1740 h 7055"/>
                    <a:gd name="connsiteX2" fmla="*/ 4328 w 22732"/>
                    <a:gd name="connsiteY2" fmla="*/ 6986 h 7055"/>
                    <a:gd name="connsiteX3" fmla="*/ -44 w 22732"/>
                    <a:gd name="connsiteY3" fmla="*/ 6986 h 7055"/>
                    <a:gd name="connsiteX4" fmla="*/ -44 w 22732"/>
                    <a:gd name="connsiteY4" fmla="*/ 6986 h 7055"/>
                    <a:gd name="connsiteX5" fmla="*/ 9574 w 22732"/>
                    <a:gd name="connsiteY5" fmla="*/ 6986 h 7055"/>
                    <a:gd name="connsiteX6" fmla="*/ 22689 w 22732"/>
                    <a:gd name="connsiteY6" fmla="*/ 1740 h 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2" h="7055">
                      <a:moveTo>
                        <a:pt x="22689" y="1740"/>
                      </a:moveTo>
                      <a:lnTo>
                        <a:pt x="22689" y="1740"/>
                      </a:lnTo>
                      <a:cubicBezTo>
                        <a:pt x="17443" y="6986"/>
                        <a:pt x="10448" y="1740"/>
                        <a:pt x="4328" y="6986"/>
                      </a:cubicBezTo>
                      <a:lnTo>
                        <a:pt x="-44" y="6986"/>
                      </a:lnTo>
                      <a:lnTo>
                        <a:pt x="-44" y="6986"/>
                      </a:lnTo>
                      <a:cubicBezTo>
                        <a:pt x="-44" y="6986"/>
                        <a:pt x="6950" y="6986"/>
                        <a:pt x="9574" y="6986"/>
                      </a:cubicBezTo>
                      <a:cubicBezTo>
                        <a:pt x="12197" y="6986"/>
                        <a:pt x="20066" y="-4381"/>
                        <a:pt x="22689" y="1740"/>
                      </a:cubicBezTo>
                      <a:close/>
                    </a:path>
                  </a:pathLst>
                </a:custGeom>
                <a:solidFill>
                  <a:srgbClr val="A4A4B6"/>
                </a:solidFill>
                <a:ln w="87213" cap="flat">
                  <a:noFill/>
                  <a:prstDash val="solid"/>
                  <a:miter/>
                </a:ln>
              </p:spPr>
              <p:txBody>
                <a:bodyPr rtlCol="0" anchor="ctr"/>
                <a:lstStyle/>
                <a:p>
                  <a:endParaRPr lang="en-IN" dirty="0"/>
                </a:p>
              </p:txBody>
            </p:sp>
            <p:sp>
              <p:nvSpPr>
                <p:cNvPr id="2385" name="Freeform: Shape 2384">
                  <a:extLst>
                    <a:ext uri="{FF2B5EF4-FFF2-40B4-BE49-F238E27FC236}">
                      <a16:creationId xmlns:a16="http://schemas.microsoft.com/office/drawing/2014/main" id="{1FB7CC9C-D662-B4BD-8333-4FE47362FDD1}"/>
                    </a:ext>
                  </a:extLst>
                </p:cNvPr>
                <p:cNvSpPr/>
                <p:nvPr/>
              </p:nvSpPr>
              <p:spPr>
                <a:xfrm>
                  <a:off x="2446835" y="4000664"/>
                  <a:ext cx="6994" cy="8743"/>
                </a:xfrm>
                <a:custGeom>
                  <a:avLst/>
                  <a:gdLst>
                    <a:gd name="connsiteX0" fmla="*/ -44 w 6994"/>
                    <a:gd name="connsiteY0" fmla="*/ -70 h 8743"/>
                    <a:gd name="connsiteX1" fmla="*/ 6951 w 6994"/>
                    <a:gd name="connsiteY1" fmla="*/ 8673 h 8743"/>
                    <a:gd name="connsiteX2" fmla="*/ -44 w 6994"/>
                    <a:gd name="connsiteY2" fmla="*/ -70 h 8743"/>
                  </a:gdLst>
                  <a:ahLst/>
                  <a:cxnLst>
                    <a:cxn ang="0">
                      <a:pos x="connsiteX0" y="connsiteY0"/>
                    </a:cxn>
                    <a:cxn ang="0">
                      <a:pos x="connsiteX1" y="connsiteY1"/>
                    </a:cxn>
                    <a:cxn ang="0">
                      <a:pos x="connsiteX2" y="connsiteY2"/>
                    </a:cxn>
                  </a:cxnLst>
                  <a:rect l="l" t="t" r="r" b="b"/>
                  <a:pathLst>
                    <a:path w="6994" h="8743">
                      <a:moveTo>
                        <a:pt x="-44" y="-70"/>
                      </a:moveTo>
                      <a:cubicBezTo>
                        <a:pt x="3226" y="1950"/>
                        <a:pt x="5700" y="5036"/>
                        <a:pt x="6951" y="8673"/>
                      </a:cubicBezTo>
                      <a:cubicBezTo>
                        <a:pt x="3130" y="7353"/>
                        <a:pt x="410" y="3952"/>
                        <a:pt x="-44" y="-70"/>
                      </a:cubicBezTo>
                      <a:close/>
                    </a:path>
                  </a:pathLst>
                </a:custGeom>
                <a:solidFill>
                  <a:srgbClr val="A4A4B6"/>
                </a:solidFill>
                <a:ln w="87213" cap="flat">
                  <a:noFill/>
                  <a:prstDash val="solid"/>
                  <a:miter/>
                </a:ln>
              </p:spPr>
              <p:txBody>
                <a:bodyPr rtlCol="0" anchor="ctr"/>
                <a:lstStyle/>
                <a:p>
                  <a:endParaRPr lang="en-IN" dirty="0"/>
                </a:p>
              </p:txBody>
            </p:sp>
            <p:sp>
              <p:nvSpPr>
                <p:cNvPr id="2386" name="Freeform: Shape 2385">
                  <a:extLst>
                    <a:ext uri="{FF2B5EF4-FFF2-40B4-BE49-F238E27FC236}">
                      <a16:creationId xmlns:a16="http://schemas.microsoft.com/office/drawing/2014/main" id="{DA23EABC-5488-355F-A66F-830F7D6F99F7}"/>
                    </a:ext>
                  </a:extLst>
                </p:cNvPr>
                <p:cNvSpPr/>
                <p:nvPr/>
              </p:nvSpPr>
              <p:spPr>
                <a:xfrm>
                  <a:off x="2518532" y="4051376"/>
                  <a:ext cx="8743" cy="701"/>
                </a:xfrm>
                <a:custGeom>
                  <a:avLst/>
                  <a:gdLst>
                    <a:gd name="connsiteX0" fmla="*/ -44 w 8743"/>
                    <a:gd name="connsiteY0" fmla="*/ -70 h 701"/>
                    <a:gd name="connsiteX1" fmla="*/ -44 w 8743"/>
                    <a:gd name="connsiteY1" fmla="*/ -70 h 701"/>
                    <a:gd name="connsiteX2" fmla="*/ 8700 w 8743"/>
                    <a:gd name="connsiteY2" fmla="*/ -70 h 701"/>
                    <a:gd name="connsiteX3" fmla="*/ 8700 w 8743"/>
                    <a:gd name="connsiteY3" fmla="*/ -70 h 701"/>
                    <a:gd name="connsiteX4" fmla="*/ -44 w 8743"/>
                    <a:gd name="connsiteY4" fmla="*/ -70 h 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 h="701">
                      <a:moveTo>
                        <a:pt x="-44" y="-70"/>
                      </a:moveTo>
                      <a:lnTo>
                        <a:pt x="-44" y="-70"/>
                      </a:lnTo>
                      <a:cubicBezTo>
                        <a:pt x="4328" y="-70"/>
                        <a:pt x="6951" y="-70"/>
                        <a:pt x="8700" y="-70"/>
                      </a:cubicBezTo>
                      <a:lnTo>
                        <a:pt x="8700" y="-70"/>
                      </a:lnTo>
                      <a:cubicBezTo>
                        <a:pt x="5858" y="866"/>
                        <a:pt x="2798" y="866"/>
                        <a:pt x="-44" y="-70"/>
                      </a:cubicBezTo>
                      <a:close/>
                    </a:path>
                  </a:pathLst>
                </a:custGeom>
                <a:solidFill>
                  <a:srgbClr val="A4A4B6"/>
                </a:solidFill>
                <a:ln w="87213" cap="flat">
                  <a:noFill/>
                  <a:prstDash val="solid"/>
                  <a:miter/>
                </a:ln>
              </p:spPr>
              <p:txBody>
                <a:bodyPr rtlCol="0" anchor="ctr"/>
                <a:lstStyle/>
                <a:p>
                  <a:endParaRPr lang="en-IN" dirty="0"/>
                </a:p>
              </p:txBody>
            </p:sp>
            <p:sp>
              <p:nvSpPr>
                <p:cNvPr id="2387" name="Freeform: Shape 2386">
                  <a:extLst>
                    <a:ext uri="{FF2B5EF4-FFF2-40B4-BE49-F238E27FC236}">
                      <a16:creationId xmlns:a16="http://schemas.microsoft.com/office/drawing/2014/main" id="{52E9080B-9C24-CF7D-20AB-A35EFC2A1C13}"/>
                    </a:ext>
                  </a:extLst>
                </p:cNvPr>
                <p:cNvSpPr/>
                <p:nvPr/>
              </p:nvSpPr>
              <p:spPr>
                <a:xfrm>
                  <a:off x="2443260" y="3950783"/>
                  <a:ext cx="124234" cy="98066"/>
                </a:xfrm>
                <a:custGeom>
                  <a:avLst/>
                  <a:gdLst>
                    <a:gd name="connsiteX0" fmla="*/ 111950 w 124234"/>
                    <a:gd name="connsiteY0" fmla="*/ 45440 h 98066"/>
                    <a:gd name="connsiteX1" fmla="*/ 124190 w 124234"/>
                    <a:gd name="connsiteY1" fmla="*/ 69922 h 98066"/>
                    <a:gd name="connsiteX2" fmla="*/ 124190 w 124234"/>
                    <a:gd name="connsiteY2" fmla="*/ 77790 h 98066"/>
                    <a:gd name="connsiteX3" fmla="*/ 124190 w 124234"/>
                    <a:gd name="connsiteY3" fmla="*/ 77790 h 98066"/>
                    <a:gd name="connsiteX4" fmla="*/ 107578 w 124234"/>
                    <a:gd name="connsiteY4" fmla="*/ 97026 h 98066"/>
                    <a:gd name="connsiteX5" fmla="*/ 107578 w 124234"/>
                    <a:gd name="connsiteY5" fmla="*/ 97026 h 98066"/>
                    <a:gd name="connsiteX6" fmla="*/ 94463 w 124234"/>
                    <a:gd name="connsiteY6" fmla="*/ 97026 h 98066"/>
                    <a:gd name="connsiteX7" fmla="*/ 79599 w 124234"/>
                    <a:gd name="connsiteY7" fmla="*/ 97026 h 98066"/>
                    <a:gd name="connsiteX8" fmla="*/ 30635 w 124234"/>
                    <a:gd name="connsiteY8" fmla="*/ 68173 h 98066"/>
                    <a:gd name="connsiteX9" fmla="*/ 33 w 124234"/>
                    <a:gd name="connsiteY9" fmla="*/ 29702 h 98066"/>
                    <a:gd name="connsiteX10" fmla="*/ 12274 w 124234"/>
                    <a:gd name="connsiteY10" fmla="*/ 3471 h 98066"/>
                    <a:gd name="connsiteX11" fmla="*/ 43751 w 124234"/>
                    <a:gd name="connsiteY11" fmla="*/ 3471 h 98066"/>
                    <a:gd name="connsiteX12" fmla="*/ 55117 w 124234"/>
                    <a:gd name="connsiteY12" fmla="*/ 8717 h 98066"/>
                    <a:gd name="connsiteX13" fmla="*/ 55117 w 124234"/>
                    <a:gd name="connsiteY13" fmla="*/ 8717 h 98066"/>
                    <a:gd name="connsiteX14" fmla="*/ 103206 w 124234"/>
                    <a:gd name="connsiteY14" fmla="*/ 39320 h 98066"/>
                    <a:gd name="connsiteX15" fmla="*/ 103206 w 124234"/>
                    <a:gd name="connsiteY15" fmla="*/ 39320 h 98066"/>
                    <a:gd name="connsiteX16" fmla="*/ 111950 w 124234"/>
                    <a:gd name="connsiteY16" fmla="*/ 45440 h 9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4233" h="98066">
                      <a:moveTo>
                        <a:pt x="111950" y="45440"/>
                      </a:moveTo>
                      <a:cubicBezTo>
                        <a:pt x="118892" y="51823"/>
                        <a:pt x="123246" y="60540"/>
                        <a:pt x="124190" y="69922"/>
                      </a:cubicBezTo>
                      <a:cubicBezTo>
                        <a:pt x="124190" y="69922"/>
                        <a:pt x="124190" y="75167"/>
                        <a:pt x="124190" y="77790"/>
                      </a:cubicBezTo>
                      <a:lnTo>
                        <a:pt x="124190" y="77790"/>
                      </a:lnTo>
                      <a:cubicBezTo>
                        <a:pt x="121707" y="86307"/>
                        <a:pt x="115639" y="93328"/>
                        <a:pt x="107578" y="97026"/>
                      </a:cubicBezTo>
                      <a:lnTo>
                        <a:pt x="107578" y="97026"/>
                      </a:lnTo>
                      <a:lnTo>
                        <a:pt x="94463" y="97026"/>
                      </a:lnTo>
                      <a:cubicBezTo>
                        <a:pt x="89593" y="98320"/>
                        <a:pt x="84469" y="98320"/>
                        <a:pt x="79599" y="97026"/>
                      </a:cubicBezTo>
                      <a:cubicBezTo>
                        <a:pt x="62610" y="88589"/>
                        <a:pt x="46251" y="78944"/>
                        <a:pt x="30635" y="68173"/>
                      </a:cubicBezTo>
                      <a:cubicBezTo>
                        <a:pt x="15509" y="60190"/>
                        <a:pt x="4414" y="46235"/>
                        <a:pt x="33" y="29702"/>
                      </a:cubicBezTo>
                      <a:cubicBezTo>
                        <a:pt x="-710" y="19428"/>
                        <a:pt x="3924" y="9504"/>
                        <a:pt x="12274" y="3471"/>
                      </a:cubicBezTo>
                      <a:cubicBezTo>
                        <a:pt x="22233" y="-1250"/>
                        <a:pt x="33792" y="-1250"/>
                        <a:pt x="43751" y="3471"/>
                      </a:cubicBezTo>
                      <a:cubicBezTo>
                        <a:pt x="48997" y="3471"/>
                        <a:pt x="50745" y="3471"/>
                        <a:pt x="55117" y="8717"/>
                      </a:cubicBezTo>
                      <a:lnTo>
                        <a:pt x="55117" y="8717"/>
                      </a:lnTo>
                      <a:cubicBezTo>
                        <a:pt x="72079" y="17364"/>
                        <a:pt x="88185" y="27612"/>
                        <a:pt x="103206" y="39320"/>
                      </a:cubicBezTo>
                      <a:lnTo>
                        <a:pt x="103206" y="39320"/>
                      </a:lnTo>
                      <a:cubicBezTo>
                        <a:pt x="103206" y="39320"/>
                        <a:pt x="110201" y="41943"/>
                        <a:pt x="111950" y="45440"/>
                      </a:cubicBezTo>
                      <a:close/>
                    </a:path>
                  </a:pathLst>
                </a:custGeom>
                <a:solidFill>
                  <a:srgbClr val="8C8CA3"/>
                </a:solidFill>
                <a:ln w="87213" cap="flat">
                  <a:noFill/>
                  <a:prstDash val="solid"/>
                  <a:miter/>
                </a:ln>
              </p:spPr>
              <p:txBody>
                <a:bodyPr rtlCol="0" anchor="ctr"/>
                <a:lstStyle/>
                <a:p>
                  <a:endParaRPr lang="en-IN" dirty="0"/>
                </a:p>
              </p:txBody>
            </p:sp>
            <p:sp>
              <p:nvSpPr>
                <p:cNvPr id="2388" name="Freeform: Shape 2387">
                  <a:extLst>
                    <a:ext uri="{FF2B5EF4-FFF2-40B4-BE49-F238E27FC236}">
                      <a16:creationId xmlns:a16="http://schemas.microsoft.com/office/drawing/2014/main" id="{CA03808A-F0DE-A7A9-7287-35B9C3E6B204}"/>
                    </a:ext>
                  </a:extLst>
                </p:cNvPr>
                <p:cNvSpPr/>
                <p:nvPr/>
              </p:nvSpPr>
              <p:spPr>
                <a:xfrm>
                  <a:off x="2497547" y="3957821"/>
                  <a:ext cx="48088" cy="30601"/>
                </a:xfrm>
                <a:custGeom>
                  <a:avLst/>
                  <a:gdLst>
                    <a:gd name="connsiteX0" fmla="*/ 48045 w 48088"/>
                    <a:gd name="connsiteY0" fmla="*/ 30532 h 30601"/>
                    <a:gd name="connsiteX1" fmla="*/ -44 w 48088"/>
                    <a:gd name="connsiteY1" fmla="*/ -70 h 30601"/>
                    <a:gd name="connsiteX2" fmla="*/ 27060 w 48088"/>
                    <a:gd name="connsiteY2" fmla="*/ 14794 h 30601"/>
                    <a:gd name="connsiteX3" fmla="*/ 48045 w 48088"/>
                    <a:gd name="connsiteY3" fmla="*/ 30532 h 30601"/>
                  </a:gdLst>
                  <a:ahLst/>
                  <a:cxnLst>
                    <a:cxn ang="0">
                      <a:pos x="connsiteX0" y="connsiteY0"/>
                    </a:cxn>
                    <a:cxn ang="0">
                      <a:pos x="connsiteX1" y="connsiteY1"/>
                    </a:cxn>
                    <a:cxn ang="0">
                      <a:pos x="connsiteX2" y="connsiteY2"/>
                    </a:cxn>
                    <a:cxn ang="0">
                      <a:pos x="connsiteX3" y="connsiteY3"/>
                    </a:cxn>
                  </a:cxnLst>
                  <a:rect l="l" t="t" r="r" b="b"/>
                  <a:pathLst>
                    <a:path w="48088" h="30600">
                      <a:moveTo>
                        <a:pt x="48045" y="30532"/>
                      </a:moveTo>
                      <a:lnTo>
                        <a:pt x="-44" y="-70"/>
                      </a:lnTo>
                      <a:cubicBezTo>
                        <a:pt x="9766" y="3313"/>
                        <a:pt x="18929" y="8341"/>
                        <a:pt x="27060" y="14794"/>
                      </a:cubicBezTo>
                      <a:cubicBezTo>
                        <a:pt x="34055" y="20040"/>
                        <a:pt x="42799" y="22663"/>
                        <a:pt x="48045" y="30532"/>
                      </a:cubicBezTo>
                      <a:close/>
                    </a:path>
                  </a:pathLst>
                </a:custGeom>
                <a:solidFill>
                  <a:srgbClr val="9696AB"/>
                </a:solidFill>
                <a:ln w="87213" cap="flat">
                  <a:noFill/>
                  <a:prstDash val="solid"/>
                  <a:miter/>
                </a:ln>
              </p:spPr>
              <p:txBody>
                <a:bodyPr rtlCol="0" anchor="ctr"/>
                <a:lstStyle/>
                <a:p>
                  <a:endParaRPr lang="en-IN" dirty="0"/>
                </a:p>
              </p:txBody>
            </p:sp>
            <p:sp>
              <p:nvSpPr>
                <p:cNvPr id="2389" name="Freeform: Shape 2388">
                  <a:extLst>
                    <a:ext uri="{FF2B5EF4-FFF2-40B4-BE49-F238E27FC236}">
                      <a16:creationId xmlns:a16="http://schemas.microsoft.com/office/drawing/2014/main" id="{B886C3A5-8DA3-7D66-302C-508C2B01E307}"/>
                    </a:ext>
                  </a:extLst>
                </p:cNvPr>
                <p:cNvSpPr/>
                <p:nvPr/>
              </p:nvSpPr>
              <p:spPr>
                <a:xfrm>
                  <a:off x="2441733" y="3957821"/>
                  <a:ext cx="12971" cy="26230"/>
                </a:xfrm>
                <a:custGeom>
                  <a:avLst/>
                  <a:gdLst>
                    <a:gd name="connsiteX0" fmla="*/ 12927 w 12971"/>
                    <a:gd name="connsiteY0" fmla="*/ -70 h 26230"/>
                    <a:gd name="connsiteX1" fmla="*/ 686 w 12971"/>
                    <a:gd name="connsiteY1" fmla="*/ 26161 h 26230"/>
                    <a:gd name="connsiteX2" fmla="*/ 12927 w 12971"/>
                    <a:gd name="connsiteY2" fmla="*/ -70 h 26230"/>
                  </a:gdLst>
                  <a:ahLst/>
                  <a:cxnLst>
                    <a:cxn ang="0">
                      <a:pos x="connsiteX0" y="connsiteY0"/>
                    </a:cxn>
                    <a:cxn ang="0">
                      <a:pos x="connsiteX1" y="connsiteY1"/>
                    </a:cxn>
                    <a:cxn ang="0">
                      <a:pos x="connsiteX2" y="connsiteY2"/>
                    </a:cxn>
                  </a:cxnLst>
                  <a:rect l="l" t="t" r="r" b="b"/>
                  <a:pathLst>
                    <a:path w="12970" h="26230">
                      <a:moveTo>
                        <a:pt x="12927" y="-70"/>
                      </a:moveTo>
                      <a:cubicBezTo>
                        <a:pt x="5802" y="6898"/>
                        <a:pt x="1447" y="16219"/>
                        <a:pt x="686" y="26161"/>
                      </a:cubicBezTo>
                      <a:cubicBezTo>
                        <a:pt x="-2050" y="15616"/>
                        <a:pt x="3091" y="4607"/>
                        <a:pt x="12927" y="-70"/>
                      </a:cubicBezTo>
                      <a:close/>
                    </a:path>
                  </a:pathLst>
                </a:custGeom>
                <a:solidFill>
                  <a:srgbClr val="9B9BAF"/>
                </a:solidFill>
                <a:ln w="87213" cap="flat">
                  <a:noFill/>
                  <a:prstDash val="solid"/>
                  <a:miter/>
                </a:ln>
              </p:spPr>
              <p:txBody>
                <a:bodyPr rtlCol="0" anchor="ctr"/>
                <a:lstStyle/>
                <a:p>
                  <a:endParaRPr lang="en-IN" dirty="0"/>
                </a:p>
              </p:txBody>
            </p:sp>
            <p:sp>
              <p:nvSpPr>
                <p:cNvPr id="2390" name="Freeform: Shape 2389">
                  <a:extLst>
                    <a:ext uri="{FF2B5EF4-FFF2-40B4-BE49-F238E27FC236}">
                      <a16:creationId xmlns:a16="http://schemas.microsoft.com/office/drawing/2014/main" id="{0A1DB9C7-671D-B512-10AF-F72D8E460427}"/>
                    </a:ext>
                  </a:extLst>
                </p:cNvPr>
                <p:cNvSpPr/>
                <p:nvPr/>
              </p:nvSpPr>
              <p:spPr>
                <a:xfrm>
                  <a:off x="2517657" y="4045256"/>
                  <a:ext cx="20109" cy="354"/>
                </a:xfrm>
                <a:custGeom>
                  <a:avLst/>
                  <a:gdLst>
                    <a:gd name="connsiteX0" fmla="*/ 4328 w 20109"/>
                    <a:gd name="connsiteY0" fmla="*/ -70 h 354"/>
                    <a:gd name="connsiteX1" fmla="*/ 20066 w 20109"/>
                    <a:gd name="connsiteY1" fmla="*/ -70 h 354"/>
                    <a:gd name="connsiteX2" fmla="*/ 20066 w 20109"/>
                    <a:gd name="connsiteY2" fmla="*/ -70 h 354"/>
                    <a:gd name="connsiteX3" fmla="*/ 8699 w 20109"/>
                    <a:gd name="connsiteY3" fmla="*/ -70 h 354"/>
                    <a:gd name="connsiteX4" fmla="*/ -44 w 20109"/>
                    <a:gd name="connsiteY4" fmla="*/ -70 h 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9" h="354">
                      <a:moveTo>
                        <a:pt x="4328" y="-70"/>
                      </a:moveTo>
                      <a:cubicBezTo>
                        <a:pt x="9565" y="402"/>
                        <a:pt x="14829" y="402"/>
                        <a:pt x="20066" y="-70"/>
                      </a:cubicBezTo>
                      <a:cubicBezTo>
                        <a:pt x="20066" y="-70"/>
                        <a:pt x="20066" y="-70"/>
                        <a:pt x="20066" y="-70"/>
                      </a:cubicBezTo>
                      <a:cubicBezTo>
                        <a:pt x="20066" y="-70"/>
                        <a:pt x="12197" y="-70"/>
                        <a:pt x="8699" y="-70"/>
                      </a:cubicBezTo>
                      <a:lnTo>
                        <a:pt x="-44" y="-70"/>
                      </a:lnTo>
                      <a:close/>
                    </a:path>
                  </a:pathLst>
                </a:custGeom>
                <a:solidFill>
                  <a:srgbClr val="9E9EB1"/>
                </a:solidFill>
                <a:ln w="87213" cap="flat">
                  <a:noFill/>
                  <a:prstDash val="solid"/>
                  <a:miter/>
                </a:ln>
              </p:spPr>
              <p:txBody>
                <a:bodyPr rtlCol="0" anchor="ctr"/>
                <a:lstStyle/>
                <a:p>
                  <a:endParaRPr lang="en-IN" dirty="0"/>
                </a:p>
              </p:txBody>
            </p:sp>
            <p:sp>
              <p:nvSpPr>
                <p:cNvPr id="2391" name="Freeform: Shape 2390">
                  <a:extLst>
                    <a:ext uri="{FF2B5EF4-FFF2-40B4-BE49-F238E27FC236}">
                      <a16:creationId xmlns:a16="http://schemas.microsoft.com/office/drawing/2014/main" id="{47B34E7F-0ECB-A0AB-5C31-4B494A64ACB8}"/>
                    </a:ext>
                  </a:extLst>
                </p:cNvPr>
                <p:cNvSpPr/>
                <p:nvPr/>
              </p:nvSpPr>
              <p:spPr>
                <a:xfrm>
                  <a:off x="2487930" y="3951106"/>
                  <a:ext cx="9617" cy="6714"/>
                </a:xfrm>
                <a:custGeom>
                  <a:avLst/>
                  <a:gdLst>
                    <a:gd name="connsiteX0" fmla="*/ 9574 w 9617"/>
                    <a:gd name="connsiteY0" fmla="*/ 6645 h 6714"/>
                    <a:gd name="connsiteX1" fmla="*/ -44 w 9617"/>
                    <a:gd name="connsiteY1" fmla="*/ 1399 h 6714"/>
                    <a:gd name="connsiteX2" fmla="*/ 9574 w 9617"/>
                    <a:gd name="connsiteY2" fmla="*/ 6645 h 6714"/>
                  </a:gdLst>
                  <a:ahLst/>
                  <a:cxnLst>
                    <a:cxn ang="0">
                      <a:pos x="connsiteX0" y="connsiteY0"/>
                    </a:cxn>
                    <a:cxn ang="0">
                      <a:pos x="connsiteX1" y="connsiteY1"/>
                    </a:cxn>
                    <a:cxn ang="0">
                      <a:pos x="connsiteX2" y="connsiteY2"/>
                    </a:cxn>
                  </a:cxnLst>
                  <a:rect l="l" t="t" r="r" b="b"/>
                  <a:pathLst>
                    <a:path w="9617" h="6714">
                      <a:moveTo>
                        <a:pt x="9574" y="6645"/>
                      </a:moveTo>
                      <a:cubicBezTo>
                        <a:pt x="9574" y="6645"/>
                        <a:pt x="-44" y="6645"/>
                        <a:pt x="-44" y="1399"/>
                      </a:cubicBezTo>
                      <a:cubicBezTo>
                        <a:pt x="-44" y="-3847"/>
                        <a:pt x="6076" y="6645"/>
                        <a:pt x="9574" y="6645"/>
                      </a:cubicBezTo>
                      <a:close/>
                    </a:path>
                  </a:pathLst>
                </a:custGeom>
                <a:solidFill>
                  <a:srgbClr val="9696AB"/>
                </a:solidFill>
                <a:ln w="87213" cap="flat">
                  <a:noFill/>
                  <a:prstDash val="solid"/>
                  <a:miter/>
                </a:ln>
              </p:spPr>
              <p:txBody>
                <a:bodyPr rtlCol="0" anchor="ctr"/>
                <a:lstStyle/>
                <a:p>
                  <a:endParaRPr lang="en-IN" dirty="0"/>
                </a:p>
              </p:txBody>
            </p:sp>
            <p:sp>
              <p:nvSpPr>
                <p:cNvPr id="2392" name="Freeform: Shape 2391">
                  <a:extLst>
                    <a:ext uri="{FF2B5EF4-FFF2-40B4-BE49-F238E27FC236}">
                      <a16:creationId xmlns:a16="http://schemas.microsoft.com/office/drawing/2014/main" id="{6A623187-5625-4E03-4F8F-3DBC5B76D656}"/>
                    </a:ext>
                  </a:extLst>
                </p:cNvPr>
                <p:cNvSpPr/>
                <p:nvPr/>
              </p:nvSpPr>
              <p:spPr>
                <a:xfrm>
                  <a:off x="2550008" y="4026020"/>
                  <a:ext cx="16612" cy="19235"/>
                </a:xfrm>
                <a:custGeom>
                  <a:avLst/>
                  <a:gdLst>
                    <a:gd name="connsiteX0" fmla="*/ -44 w 16612"/>
                    <a:gd name="connsiteY0" fmla="*/ 19166 h 19235"/>
                    <a:gd name="connsiteX1" fmla="*/ 16569 w 16612"/>
                    <a:gd name="connsiteY1" fmla="*/ -70 h 19235"/>
                    <a:gd name="connsiteX2" fmla="*/ -44 w 16612"/>
                    <a:gd name="connsiteY2" fmla="*/ 19166 h 19235"/>
                  </a:gdLst>
                  <a:ahLst/>
                  <a:cxnLst>
                    <a:cxn ang="0">
                      <a:pos x="connsiteX0" y="connsiteY0"/>
                    </a:cxn>
                    <a:cxn ang="0">
                      <a:pos x="connsiteX1" y="connsiteY1"/>
                    </a:cxn>
                    <a:cxn ang="0">
                      <a:pos x="connsiteX2" y="connsiteY2"/>
                    </a:cxn>
                  </a:cxnLst>
                  <a:rect l="l" t="t" r="r" b="b"/>
                  <a:pathLst>
                    <a:path w="16612" h="19235">
                      <a:moveTo>
                        <a:pt x="-44" y="19166"/>
                      </a:moveTo>
                      <a:cubicBezTo>
                        <a:pt x="7012" y="14243"/>
                        <a:pt x="12721" y="7624"/>
                        <a:pt x="16569" y="-70"/>
                      </a:cubicBezTo>
                      <a:cubicBezTo>
                        <a:pt x="13071" y="11297"/>
                        <a:pt x="10448" y="19166"/>
                        <a:pt x="-44" y="19166"/>
                      </a:cubicBezTo>
                      <a:close/>
                    </a:path>
                  </a:pathLst>
                </a:custGeom>
                <a:solidFill>
                  <a:srgbClr val="9696AB"/>
                </a:solidFill>
                <a:ln w="87213" cap="flat">
                  <a:noFill/>
                  <a:prstDash val="solid"/>
                  <a:miter/>
                </a:ln>
              </p:spPr>
              <p:txBody>
                <a:bodyPr rtlCol="0" anchor="ctr"/>
                <a:lstStyle/>
                <a:p>
                  <a:endParaRPr lang="en-IN" dirty="0"/>
                </a:p>
              </p:txBody>
            </p:sp>
            <p:sp>
              <p:nvSpPr>
                <p:cNvPr id="2393" name="Freeform: Shape 2392">
                  <a:extLst>
                    <a:ext uri="{FF2B5EF4-FFF2-40B4-BE49-F238E27FC236}">
                      <a16:creationId xmlns:a16="http://schemas.microsoft.com/office/drawing/2014/main" id="{A6F8C56F-82A3-158C-F76F-4A7B66A478E9}"/>
                    </a:ext>
                  </a:extLst>
                </p:cNvPr>
                <p:cNvSpPr/>
                <p:nvPr/>
              </p:nvSpPr>
              <p:spPr>
                <a:xfrm>
                  <a:off x="2540390" y="4050611"/>
                  <a:ext cx="12241" cy="1639"/>
                </a:xfrm>
                <a:custGeom>
                  <a:avLst/>
                  <a:gdLst>
                    <a:gd name="connsiteX0" fmla="*/ -44 w 12241"/>
                    <a:gd name="connsiteY0" fmla="*/ 1569 h 1639"/>
                    <a:gd name="connsiteX1" fmla="*/ -44 w 12241"/>
                    <a:gd name="connsiteY1" fmla="*/ 1569 h 1639"/>
                    <a:gd name="connsiteX2" fmla="*/ 12197 w 12241"/>
                    <a:gd name="connsiteY2" fmla="*/ 1569 h 1639"/>
                    <a:gd name="connsiteX3" fmla="*/ 12197 w 12241"/>
                    <a:gd name="connsiteY3" fmla="*/ 1569 h 1639"/>
                    <a:gd name="connsiteX4" fmla="*/ -44 w 12241"/>
                    <a:gd name="connsiteY4" fmla="*/ 1569 h 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 h="1639">
                      <a:moveTo>
                        <a:pt x="-44" y="1569"/>
                      </a:moveTo>
                      <a:lnTo>
                        <a:pt x="-44" y="1569"/>
                      </a:lnTo>
                      <a:cubicBezTo>
                        <a:pt x="3987" y="669"/>
                        <a:pt x="8166" y="669"/>
                        <a:pt x="12197" y="1569"/>
                      </a:cubicBezTo>
                      <a:lnTo>
                        <a:pt x="12197" y="1569"/>
                      </a:lnTo>
                      <a:cubicBezTo>
                        <a:pt x="8411" y="-617"/>
                        <a:pt x="3742" y="-617"/>
                        <a:pt x="-44" y="1569"/>
                      </a:cubicBezTo>
                      <a:close/>
                    </a:path>
                  </a:pathLst>
                </a:custGeom>
                <a:solidFill>
                  <a:srgbClr val="9696AB"/>
                </a:solidFill>
                <a:ln w="87213" cap="flat">
                  <a:noFill/>
                  <a:prstDash val="solid"/>
                  <a:miter/>
                </a:ln>
              </p:spPr>
              <p:txBody>
                <a:bodyPr rtlCol="0" anchor="ctr"/>
                <a:lstStyle/>
                <a:p>
                  <a:endParaRPr lang="en-IN" dirty="0"/>
                </a:p>
              </p:txBody>
            </p:sp>
            <p:sp>
              <p:nvSpPr>
                <p:cNvPr id="2394" name="Freeform: Shape 2393">
                  <a:extLst>
                    <a:ext uri="{FF2B5EF4-FFF2-40B4-BE49-F238E27FC236}">
                      <a16:creationId xmlns:a16="http://schemas.microsoft.com/office/drawing/2014/main" id="{EA14FCD8-5C7D-1098-E6AE-8F9D430ED09B}"/>
                    </a:ext>
                  </a:extLst>
                </p:cNvPr>
                <p:cNvSpPr/>
                <p:nvPr/>
              </p:nvSpPr>
              <p:spPr>
                <a:xfrm>
                  <a:off x="2547317" y="3986825"/>
                  <a:ext cx="7936" cy="9467"/>
                </a:xfrm>
                <a:custGeom>
                  <a:avLst/>
                  <a:gdLst>
                    <a:gd name="connsiteX0" fmla="*/ 7893 w 7936"/>
                    <a:gd name="connsiteY0" fmla="*/ 9398 h 9467"/>
                    <a:gd name="connsiteX1" fmla="*/ 24 w 7936"/>
                    <a:gd name="connsiteY1" fmla="*/ 2403 h 9467"/>
                    <a:gd name="connsiteX2" fmla="*/ 7893 w 7936"/>
                    <a:gd name="connsiteY2" fmla="*/ 9398 h 9467"/>
                  </a:gdLst>
                  <a:ahLst/>
                  <a:cxnLst>
                    <a:cxn ang="0">
                      <a:pos x="connsiteX0" y="connsiteY0"/>
                    </a:cxn>
                    <a:cxn ang="0">
                      <a:pos x="connsiteX1" y="connsiteY1"/>
                    </a:cxn>
                    <a:cxn ang="0">
                      <a:pos x="connsiteX2" y="connsiteY2"/>
                    </a:cxn>
                  </a:cxnLst>
                  <a:rect l="l" t="t" r="r" b="b"/>
                  <a:pathLst>
                    <a:path w="7936" h="9467">
                      <a:moveTo>
                        <a:pt x="7893" y="9398"/>
                      </a:moveTo>
                      <a:cubicBezTo>
                        <a:pt x="7893" y="9398"/>
                        <a:pt x="898" y="9398"/>
                        <a:pt x="24" y="2403"/>
                      </a:cubicBezTo>
                      <a:cubicBezTo>
                        <a:pt x="-851" y="-4592"/>
                        <a:pt x="7018" y="5026"/>
                        <a:pt x="7893" y="9398"/>
                      </a:cubicBezTo>
                      <a:close/>
                    </a:path>
                  </a:pathLst>
                </a:custGeom>
                <a:solidFill>
                  <a:srgbClr val="9696AB"/>
                </a:solidFill>
                <a:ln w="87213" cap="flat">
                  <a:noFill/>
                  <a:prstDash val="solid"/>
                  <a:miter/>
                </a:ln>
              </p:spPr>
              <p:txBody>
                <a:bodyPr rtlCol="0" anchor="ctr"/>
                <a:lstStyle/>
                <a:p>
                  <a:endParaRPr lang="en-IN" dirty="0"/>
                </a:p>
              </p:txBody>
            </p:sp>
            <p:sp>
              <p:nvSpPr>
                <p:cNvPr id="2395" name="Freeform: Shape 2394">
                  <a:extLst>
                    <a:ext uri="{FF2B5EF4-FFF2-40B4-BE49-F238E27FC236}">
                      <a16:creationId xmlns:a16="http://schemas.microsoft.com/office/drawing/2014/main" id="{D0FC316A-F74C-A387-A1AA-4D8F37C10040}"/>
                    </a:ext>
                  </a:extLst>
                </p:cNvPr>
                <p:cNvSpPr/>
                <p:nvPr/>
              </p:nvSpPr>
              <p:spPr>
                <a:xfrm>
                  <a:off x="2565683" y="4020774"/>
                  <a:ext cx="2367" cy="7868"/>
                </a:xfrm>
                <a:custGeom>
                  <a:avLst/>
                  <a:gdLst>
                    <a:gd name="connsiteX0" fmla="*/ 894 w 2367"/>
                    <a:gd name="connsiteY0" fmla="*/ 7799 h 7868"/>
                    <a:gd name="connsiteX1" fmla="*/ 894 w 2367"/>
                    <a:gd name="connsiteY1" fmla="*/ -70 h 7868"/>
                    <a:gd name="connsiteX2" fmla="*/ 894 w 2367"/>
                    <a:gd name="connsiteY2" fmla="*/ 7799 h 7868"/>
                  </a:gdLst>
                  <a:ahLst/>
                  <a:cxnLst>
                    <a:cxn ang="0">
                      <a:pos x="connsiteX0" y="connsiteY0"/>
                    </a:cxn>
                    <a:cxn ang="0">
                      <a:pos x="connsiteX1" y="connsiteY1"/>
                    </a:cxn>
                    <a:cxn ang="0">
                      <a:pos x="connsiteX2" y="connsiteY2"/>
                    </a:cxn>
                  </a:cxnLst>
                  <a:rect l="l" t="t" r="r" b="b"/>
                  <a:pathLst>
                    <a:path w="2367" h="7868">
                      <a:moveTo>
                        <a:pt x="894" y="7799"/>
                      </a:moveTo>
                      <a:cubicBezTo>
                        <a:pt x="-357" y="5325"/>
                        <a:pt x="-357" y="2404"/>
                        <a:pt x="894" y="-70"/>
                      </a:cubicBezTo>
                      <a:cubicBezTo>
                        <a:pt x="2799" y="2203"/>
                        <a:pt x="2799" y="5525"/>
                        <a:pt x="894" y="7799"/>
                      </a:cubicBezTo>
                      <a:close/>
                    </a:path>
                  </a:pathLst>
                </a:custGeom>
                <a:solidFill>
                  <a:srgbClr val="9696AB"/>
                </a:solidFill>
                <a:ln w="87213" cap="flat">
                  <a:noFill/>
                  <a:prstDash val="solid"/>
                  <a:miter/>
                </a:ln>
              </p:spPr>
              <p:txBody>
                <a:bodyPr rtlCol="0" anchor="ctr"/>
                <a:lstStyle/>
                <a:p>
                  <a:endParaRPr lang="en-IN" dirty="0"/>
                </a:p>
              </p:txBody>
            </p:sp>
            <p:sp>
              <p:nvSpPr>
                <p:cNvPr id="2396" name="Freeform: Shape 2395">
                  <a:extLst>
                    <a:ext uri="{FF2B5EF4-FFF2-40B4-BE49-F238E27FC236}">
                      <a16:creationId xmlns:a16="http://schemas.microsoft.com/office/drawing/2014/main" id="{0C2466CC-F89F-3F02-1077-E2BDB9EDD038}"/>
                    </a:ext>
                  </a:extLst>
                </p:cNvPr>
                <p:cNvSpPr/>
                <p:nvPr/>
              </p:nvSpPr>
              <p:spPr>
                <a:xfrm>
                  <a:off x="2446773" y="3953449"/>
                  <a:ext cx="117041" cy="94175"/>
                </a:xfrm>
                <a:custGeom>
                  <a:avLst/>
                  <a:gdLst>
                    <a:gd name="connsiteX0" fmla="*/ 41112 w 117041"/>
                    <a:gd name="connsiteY0" fmla="*/ 73375 h 94175"/>
                    <a:gd name="connsiteX1" fmla="*/ 10510 w 117041"/>
                    <a:gd name="connsiteY1" fmla="*/ 49768 h 94175"/>
                    <a:gd name="connsiteX2" fmla="*/ 18 w 117041"/>
                    <a:gd name="connsiteY2" fmla="*/ 27035 h 94175"/>
                    <a:gd name="connsiteX3" fmla="*/ 23555 w 117041"/>
                    <a:gd name="connsiteY3" fmla="*/ -17 h 94175"/>
                    <a:gd name="connsiteX4" fmla="*/ 24500 w 117041"/>
                    <a:gd name="connsiteY4" fmla="*/ -70 h 94175"/>
                    <a:gd name="connsiteX5" fmla="*/ 60348 w 117041"/>
                    <a:gd name="connsiteY5" fmla="*/ 12171 h 94175"/>
                    <a:gd name="connsiteX6" fmla="*/ 102316 w 117041"/>
                    <a:gd name="connsiteY6" fmla="*/ 41024 h 94175"/>
                    <a:gd name="connsiteX7" fmla="*/ 115431 w 117041"/>
                    <a:gd name="connsiteY7" fmla="*/ 61135 h 94175"/>
                    <a:gd name="connsiteX8" fmla="*/ 111060 w 117041"/>
                    <a:gd name="connsiteY8" fmla="*/ 84742 h 94175"/>
                    <a:gd name="connsiteX9" fmla="*/ 79583 w 117041"/>
                    <a:gd name="connsiteY9" fmla="*/ 92611 h 94175"/>
                    <a:gd name="connsiteX10" fmla="*/ 41112 w 117041"/>
                    <a:gd name="connsiteY10" fmla="*/ 73375 h 94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040" h="94175">
                      <a:moveTo>
                        <a:pt x="41112" y="73375"/>
                      </a:moveTo>
                      <a:cubicBezTo>
                        <a:pt x="29990" y="66783"/>
                        <a:pt x="19717" y="58853"/>
                        <a:pt x="10510" y="49768"/>
                      </a:cubicBezTo>
                      <a:cubicBezTo>
                        <a:pt x="4460" y="43657"/>
                        <a:pt x="744" y="35612"/>
                        <a:pt x="18" y="27035"/>
                      </a:cubicBezTo>
                      <a:cubicBezTo>
                        <a:pt x="-952" y="13063"/>
                        <a:pt x="9583" y="953"/>
                        <a:pt x="23555" y="-17"/>
                      </a:cubicBezTo>
                      <a:cubicBezTo>
                        <a:pt x="23870" y="-43"/>
                        <a:pt x="24185" y="-61"/>
                        <a:pt x="24500" y="-70"/>
                      </a:cubicBezTo>
                      <a:cubicBezTo>
                        <a:pt x="37396" y="394"/>
                        <a:pt x="49865" y="4652"/>
                        <a:pt x="60348" y="12171"/>
                      </a:cubicBezTo>
                      <a:cubicBezTo>
                        <a:pt x="75334" y="20259"/>
                        <a:pt x="89402" y="29929"/>
                        <a:pt x="102316" y="41024"/>
                      </a:cubicBezTo>
                      <a:cubicBezTo>
                        <a:pt x="108516" y="46340"/>
                        <a:pt x="113062" y="53318"/>
                        <a:pt x="115431" y="61135"/>
                      </a:cubicBezTo>
                      <a:cubicBezTo>
                        <a:pt x="118588" y="69196"/>
                        <a:pt x="116892" y="78350"/>
                        <a:pt x="111060" y="84742"/>
                      </a:cubicBezTo>
                      <a:cubicBezTo>
                        <a:pt x="102937" y="93171"/>
                        <a:pt x="90714" y="96222"/>
                        <a:pt x="79583" y="92611"/>
                      </a:cubicBezTo>
                      <a:cubicBezTo>
                        <a:pt x="65725" y="88519"/>
                        <a:pt x="52697" y="82005"/>
                        <a:pt x="41112" y="73375"/>
                      </a:cubicBezTo>
                      <a:close/>
                    </a:path>
                  </a:pathLst>
                </a:custGeom>
                <a:solidFill>
                  <a:srgbClr val="808099"/>
                </a:solidFill>
                <a:ln w="87213" cap="flat">
                  <a:noFill/>
                  <a:prstDash val="solid"/>
                  <a:miter/>
                </a:ln>
              </p:spPr>
              <p:txBody>
                <a:bodyPr rtlCol="0" anchor="ctr"/>
                <a:lstStyle/>
                <a:p>
                  <a:endParaRPr lang="en-IN" dirty="0"/>
                </a:p>
              </p:txBody>
            </p:sp>
            <p:sp>
              <p:nvSpPr>
                <p:cNvPr id="2397" name="Freeform: Shape 2396">
                  <a:extLst>
                    <a:ext uri="{FF2B5EF4-FFF2-40B4-BE49-F238E27FC236}">
                      <a16:creationId xmlns:a16="http://schemas.microsoft.com/office/drawing/2014/main" id="{063736B9-D07C-7827-5F1C-A58EEB005639}"/>
                    </a:ext>
                  </a:extLst>
                </p:cNvPr>
                <p:cNvSpPr/>
                <p:nvPr/>
              </p:nvSpPr>
              <p:spPr>
                <a:xfrm>
                  <a:off x="2450223" y="3954609"/>
                  <a:ext cx="73846" cy="85400"/>
                </a:xfrm>
                <a:custGeom>
                  <a:avLst/>
                  <a:gdLst>
                    <a:gd name="connsiteX0" fmla="*/ 66516 w 73846"/>
                    <a:gd name="connsiteY0" fmla="*/ 85331 h 85400"/>
                    <a:gd name="connsiteX1" fmla="*/ 13181 w 73846"/>
                    <a:gd name="connsiteY1" fmla="*/ 50357 h 85400"/>
                    <a:gd name="connsiteX2" fmla="*/ 66 w 73846"/>
                    <a:gd name="connsiteY2" fmla="*/ 27623 h 85400"/>
                    <a:gd name="connsiteX3" fmla="*/ 22983 w 73846"/>
                    <a:gd name="connsiteY3" fmla="*/ 38 h 85400"/>
                    <a:gd name="connsiteX4" fmla="*/ 37663 w 73846"/>
                    <a:gd name="connsiteY4" fmla="*/ 3142 h 85400"/>
                    <a:gd name="connsiteX5" fmla="*/ 69139 w 73846"/>
                    <a:gd name="connsiteY5" fmla="*/ 21503 h 85400"/>
                    <a:gd name="connsiteX6" fmla="*/ 69139 w 73846"/>
                    <a:gd name="connsiteY6" fmla="*/ 21503 h 85400"/>
                    <a:gd name="connsiteX7" fmla="*/ 48155 w 73846"/>
                    <a:gd name="connsiteY7" fmla="*/ 11011 h 85400"/>
                    <a:gd name="connsiteX8" fmla="*/ 26296 w 73846"/>
                    <a:gd name="connsiteY8" fmla="*/ 4016 h 85400"/>
                    <a:gd name="connsiteX9" fmla="*/ 11433 w 73846"/>
                    <a:gd name="connsiteY9" fmla="*/ 34618 h 85400"/>
                    <a:gd name="connsiteX10" fmla="*/ 53401 w 73846"/>
                    <a:gd name="connsiteY10" fmla="*/ 66969 h 85400"/>
                    <a:gd name="connsiteX11" fmla="*/ 68265 w 73846"/>
                    <a:gd name="connsiteY11" fmla="*/ 78336 h 85400"/>
                    <a:gd name="connsiteX12" fmla="*/ 66516 w 73846"/>
                    <a:gd name="connsiteY12" fmla="*/ 85331 h 8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846" h="85400">
                      <a:moveTo>
                        <a:pt x="66516" y="85331"/>
                      </a:moveTo>
                      <a:cubicBezTo>
                        <a:pt x="47281" y="76054"/>
                        <a:pt x="29356" y="64302"/>
                        <a:pt x="13181" y="50357"/>
                      </a:cubicBezTo>
                      <a:cubicBezTo>
                        <a:pt x="6090" y="44709"/>
                        <a:pt x="1404" y="36586"/>
                        <a:pt x="66" y="27623"/>
                      </a:cubicBezTo>
                      <a:cubicBezTo>
                        <a:pt x="-1228" y="13678"/>
                        <a:pt x="9037" y="1332"/>
                        <a:pt x="22983" y="38"/>
                      </a:cubicBezTo>
                      <a:cubicBezTo>
                        <a:pt x="28071" y="-434"/>
                        <a:pt x="33195" y="650"/>
                        <a:pt x="37663" y="3142"/>
                      </a:cubicBezTo>
                      <a:cubicBezTo>
                        <a:pt x="49029" y="8388"/>
                        <a:pt x="58647" y="15383"/>
                        <a:pt x="69139" y="21503"/>
                      </a:cubicBezTo>
                      <a:cubicBezTo>
                        <a:pt x="79631" y="27623"/>
                        <a:pt x="69139" y="21503"/>
                        <a:pt x="69139" y="21503"/>
                      </a:cubicBezTo>
                      <a:cubicBezTo>
                        <a:pt x="61585" y="19265"/>
                        <a:pt x="54485" y="15706"/>
                        <a:pt x="48155" y="11011"/>
                      </a:cubicBezTo>
                      <a:cubicBezTo>
                        <a:pt x="41702" y="6604"/>
                        <a:pt x="34104" y="4174"/>
                        <a:pt x="26296" y="4016"/>
                      </a:cubicBezTo>
                      <a:cubicBezTo>
                        <a:pt x="7935" y="4016"/>
                        <a:pt x="940" y="17132"/>
                        <a:pt x="11433" y="34618"/>
                      </a:cubicBezTo>
                      <a:cubicBezTo>
                        <a:pt x="23201" y="48013"/>
                        <a:pt x="37453" y="58995"/>
                        <a:pt x="53401" y="66969"/>
                      </a:cubicBezTo>
                      <a:cubicBezTo>
                        <a:pt x="59548" y="68875"/>
                        <a:pt x="64820" y="72906"/>
                        <a:pt x="68265" y="78336"/>
                      </a:cubicBezTo>
                      <a:cubicBezTo>
                        <a:pt x="68265" y="78336"/>
                        <a:pt x="67391" y="84456"/>
                        <a:pt x="66516" y="85331"/>
                      </a:cubicBezTo>
                      <a:close/>
                    </a:path>
                  </a:pathLst>
                </a:custGeom>
                <a:solidFill>
                  <a:srgbClr val="6D6D8A"/>
                </a:solidFill>
                <a:ln w="87213" cap="flat">
                  <a:noFill/>
                  <a:prstDash val="solid"/>
                  <a:miter/>
                </a:ln>
              </p:spPr>
              <p:txBody>
                <a:bodyPr rtlCol="0" anchor="ctr"/>
                <a:lstStyle/>
                <a:p>
                  <a:endParaRPr lang="en-IN" dirty="0"/>
                </a:p>
              </p:txBody>
            </p:sp>
            <p:sp>
              <p:nvSpPr>
                <p:cNvPr id="2398" name="Freeform: Shape 2397">
                  <a:extLst>
                    <a:ext uri="{FF2B5EF4-FFF2-40B4-BE49-F238E27FC236}">
                      <a16:creationId xmlns:a16="http://schemas.microsoft.com/office/drawing/2014/main" id="{5A65ED55-7EDF-C250-F385-C1C6573796AA}"/>
                    </a:ext>
                  </a:extLst>
                </p:cNvPr>
                <p:cNvSpPr/>
                <p:nvPr/>
              </p:nvSpPr>
              <p:spPr>
                <a:xfrm>
                  <a:off x="2513286" y="3979680"/>
                  <a:ext cx="44495" cy="66559"/>
                </a:xfrm>
                <a:custGeom>
                  <a:avLst/>
                  <a:gdLst>
                    <a:gd name="connsiteX0" fmla="*/ 6076 w 44495"/>
                    <a:gd name="connsiteY0" fmla="*/ -70 h 66559"/>
                    <a:gd name="connsiteX1" fmla="*/ 6076 w 44495"/>
                    <a:gd name="connsiteY1" fmla="*/ -70 h 66559"/>
                    <a:gd name="connsiteX2" fmla="*/ 40176 w 44495"/>
                    <a:gd name="connsiteY2" fmla="*/ 27909 h 66559"/>
                    <a:gd name="connsiteX3" fmla="*/ 40176 w 44495"/>
                    <a:gd name="connsiteY3" fmla="*/ 55014 h 66559"/>
                    <a:gd name="connsiteX4" fmla="*/ 17443 w 44495"/>
                    <a:gd name="connsiteY4" fmla="*/ 65506 h 66559"/>
                    <a:gd name="connsiteX5" fmla="*/ -44 w 44495"/>
                    <a:gd name="connsiteY5" fmla="*/ 65506 h 66559"/>
                    <a:gd name="connsiteX6" fmla="*/ -44 w 44495"/>
                    <a:gd name="connsiteY6" fmla="*/ 65506 h 66559"/>
                    <a:gd name="connsiteX7" fmla="*/ 13071 w 44495"/>
                    <a:gd name="connsiteY7" fmla="*/ 65506 h 66559"/>
                    <a:gd name="connsiteX8" fmla="*/ 13071 w 44495"/>
                    <a:gd name="connsiteY8" fmla="*/ 65506 h 66559"/>
                    <a:gd name="connsiteX9" fmla="*/ 31432 w 44495"/>
                    <a:gd name="connsiteY9" fmla="*/ 41024 h 66559"/>
                    <a:gd name="connsiteX10" fmla="*/ 31432 w 44495"/>
                    <a:gd name="connsiteY10" fmla="*/ 41024 h 66559"/>
                    <a:gd name="connsiteX11" fmla="*/ 14820 w 44495"/>
                    <a:gd name="connsiteY11" fmla="*/ 24412 h 66559"/>
                    <a:gd name="connsiteX12" fmla="*/ 6076 w 44495"/>
                    <a:gd name="connsiteY12" fmla="*/ -70 h 66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495" h="66559">
                      <a:moveTo>
                        <a:pt x="6076" y="-70"/>
                      </a:moveTo>
                      <a:lnTo>
                        <a:pt x="6076" y="-70"/>
                      </a:lnTo>
                      <a:cubicBezTo>
                        <a:pt x="19113" y="7012"/>
                        <a:pt x="30680" y="16507"/>
                        <a:pt x="40176" y="27909"/>
                      </a:cubicBezTo>
                      <a:cubicBezTo>
                        <a:pt x="45876" y="36041"/>
                        <a:pt x="45876" y="46883"/>
                        <a:pt x="40176" y="55014"/>
                      </a:cubicBezTo>
                      <a:cubicBezTo>
                        <a:pt x="35551" y="62935"/>
                        <a:pt x="26475" y="67124"/>
                        <a:pt x="17443" y="65506"/>
                      </a:cubicBezTo>
                      <a:cubicBezTo>
                        <a:pt x="11689" y="66817"/>
                        <a:pt x="5709" y="66817"/>
                        <a:pt x="-44" y="65506"/>
                      </a:cubicBezTo>
                      <a:lnTo>
                        <a:pt x="-44" y="65506"/>
                      </a:lnTo>
                      <a:cubicBezTo>
                        <a:pt x="-44" y="65506"/>
                        <a:pt x="8699" y="65506"/>
                        <a:pt x="13071" y="65506"/>
                      </a:cubicBezTo>
                      <a:lnTo>
                        <a:pt x="13071" y="65506"/>
                      </a:lnTo>
                      <a:cubicBezTo>
                        <a:pt x="29684" y="65506"/>
                        <a:pt x="36678" y="55014"/>
                        <a:pt x="31432" y="41024"/>
                      </a:cubicBezTo>
                      <a:lnTo>
                        <a:pt x="31432" y="41024"/>
                      </a:lnTo>
                      <a:cubicBezTo>
                        <a:pt x="27270" y="34266"/>
                        <a:pt x="21578" y="28573"/>
                        <a:pt x="14820" y="24412"/>
                      </a:cubicBezTo>
                      <a:cubicBezTo>
                        <a:pt x="9014" y="17592"/>
                        <a:pt x="5910" y="8883"/>
                        <a:pt x="6076" y="-70"/>
                      </a:cubicBezTo>
                      <a:close/>
                    </a:path>
                  </a:pathLst>
                </a:custGeom>
                <a:solidFill>
                  <a:srgbClr val="6D6D8A"/>
                </a:solidFill>
                <a:ln w="87213" cap="flat">
                  <a:noFill/>
                  <a:prstDash val="solid"/>
                  <a:miter/>
                </a:ln>
              </p:spPr>
              <p:txBody>
                <a:bodyPr rtlCol="0" anchor="ctr"/>
                <a:lstStyle/>
                <a:p>
                  <a:endParaRPr lang="en-IN" dirty="0"/>
                </a:p>
              </p:txBody>
            </p:sp>
            <p:sp>
              <p:nvSpPr>
                <p:cNvPr id="2399" name="Freeform: Shape 2398">
                  <a:extLst>
                    <a:ext uri="{FF2B5EF4-FFF2-40B4-BE49-F238E27FC236}">
                      <a16:creationId xmlns:a16="http://schemas.microsoft.com/office/drawing/2014/main" id="{504C3A5F-590A-A7C6-C58B-2BEC638E18E9}"/>
                    </a:ext>
                  </a:extLst>
                </p:cNvPr>
                <p:cNvSpPr/>
                <p:nvPr/>
              </p:nvSpPr>
              <p:spPr>
                <a:xfrm>
                  <a:off x="2472191" y="3961159"/>
                  <a:ext cx="82188" cy="52333"/>
                </a:xfrm>
                <a:custGeom>
                  <a:avLst/>
                  <a:gdLst>
                    <a:gd name="connsiteX0" fmla="*/ 47171 w 82188"/>
                    <a:gd name="connsiteY0" fmla="*/ 18451 h 52333"/>
                    <a:gd name="connsiteX1" fmla="*/ 78647 w 82188"/>
                    <a:gd name="connsiteY1" fmla="*/ 44682 h 52333"/>
                    <a:gd name="connsiteX2" fmla="*/ 78647 w 82188"/>
                    <a:gd name="connsiteY2" fmla="*/ 50802 h 52333"/>
                    <a:gd name="connsiteX3" fmla="*/ 64658 w 82188"/>
                    <a:gd name="connsiteY3" fmla="*/ 38561 h 52333"/>
                    <a:gd name="connsiteX4" fmla="*/ 20066 w 82188"/>
                    <a:gd name="connsiteY4" fmla="*/ 9708 h 52333"/>
                    <a:gd name="connsiteX5" fmla="*/ -44 w 82188"/>
                    <a:gd name="connsiteY5" fmla="*/ 1838 h 52333"/>
                    <a:gd name="connsiteX6" fmla="*/ -44 w 82188"/>
                    <a:gd name="connsiteY6" fmla="*/ 1838 h 52333"/>
                    <a:gd name="connsiteX7" fmla="*/ 17443 w 82188"/>
                    <a:gd name="connsiteY7" fmla="*/ 1838 h 52333"/>
                    <a:gd name="connsiteX8" fmla="*/ 47171 w 82188"/>
                    <a:gd name="connsiteY8" fmla="*/ 18451 h 5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188" h="52333">
                      <a:moveTo>
                        <a:pt x="47171" y="18451"/>
                      </a:moveTo>
                      <a:cubicBezTo>
                        <a:pt x="57663" y="28069"/>
                        <a:pt x="70778" y="33315"/>
                        <a:pt x="78647" y="44682"/>
                      </a:cubicBezTo>
                      <a:cubicBezTo>
                        <a:pt x="86516" y="56048"/>
                        <a:pt x="78647" y="44682"/>
                        <a:pt x="78647" y="50802"/>
                      </a:cubicBezTo>
                      <a:cubicBezTo>
                        <a:pt x="78647" y="56922"/>
                        <a:pt x="69903" y="42058"/>
                        <a:pt x="64658" y="38561"/>
                      </a:cubicBezTo>
                      <a:lnTo>
                        <a:pt x="20066" y="9708"/>
                      </a:lnTo>
                      <a:cubicBezTo>
                        <a:pt x="13945" y="5336"/>
                        <a:pt x="6076" y="9708"/>
                        <a:pt x="-44" y="1838"/>
                      </a:cubicBezTo>
                      <a:lnTo>
                        <a:pt x="-44" y="1838"/>
                      </a:lnTo>
                      <a:cubicBezTo>
                        <a:pt x="5508" y="-706"/>
                        <a:pt x="11891" y="-706"/>
                        <a:pt x="17443" y="1838"/>
                      </a:cubicBezTo>
                      <a:cubicBezTo>
                        <a:pt x="27935" y="8833"/>
                        <a:pt x="38427" y="12331"/>
                        <a:pt x="47171" y="18451"/>
                      </a:cubicBezTo>
                      <a:close/>
                    </a:path>
                  </a:pathLst>
                </a:custGeom>
                <a:solidFill>
                  <a:srgbClr val="666684"/>
                </a:solidFill>
                <a:ln w="87213" cap="flat">
                  <a:noFill/>
                  <a:prstDash val="solid"/>
                  <a:miter/>
                </a:ln>
              </p:spPr>
              <p:txBody>
                <a:bodyPr rtlCol="0" anchor="ctr"/>
                <a:lstStyle/>
                <a:p>
                  <a:endParaRPr lang="en-IN" dirty="0"/>
                </a:p>
              </p:txBody>
            </p:sp>
            <p:sp>
              <p:nvSpPr>
                <p:cNvPr id="2400" name="Freeform: Shape 2399">
                  <a:extLst>
                    <a:ext uri="{FF2B5EF4-FFF2-40B4-BE49-F238E27FC236}">
                      <a16:creationId xmlns:a16="http://schemas.microsoft.com/office/drawing/2014/main" id="{73AAC951-13C0-5924-6807-328EE06C4D7A}"/>
                    </a:ext>
                  </a:extLst>
                </p:cNvPr>
                <p:cNvSpPr/>
                <p:nvPr/>
              </p:nvSpPr>
              <p:spPr>
                <a:xfrm>
                  <a:off x="2458202" y="3994544"/>
                  <a:ext cx="73445" cy="45466"/>
                </a:xfrm>
                <a:custGeom>
                  <a:avLst/>
                  <a:gdLst>
                    <a:gd name="connsiteX0" fmla="*/ 73401 w 73445"/>
                    <a:gd name="connsiteY0" fmla="*/ 45396 h 45466"/>
                    <a:gd name="connsiteX1" fmla="*/ 59411 w 73445"/>
                    <a:gd name="connsiteY1" fmla="*/ 45396 h 45466"/>
                    <a:gd name="connsiteX2" fmla="*/ 14820 w 73445"/>
                    <a:gd name="connsiteY2" fmla="*/ 16543 h 45466"/>
                    <a:gd name="connsiteX3" fmla="*/ -44 w 73445"/>
                    <a:gd name="connsiteY3" fmla="*/ -70 h 45466"/>
                    <a:gd name="connsiteX4" fmla="*/ -44 w 73445"/>
                    <a:gd name="connsiteY4" fmla="*/ -70 h 45466"/>
                    <a:gd name="connsiteX5" fmla="*/ 35804 w 73445"/>
                    <a:gd name="connsiteY5" fmla="*/ 25286 h 45466"/>
                    <a:gd name="connsiteX6" fmla="*/ 68155 w 73445"/>
                    <a:gd name="connsiteY6" fmla="*/ 42773 h 45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45" h="45466">
                      <a:moveTo>
                        <a:pt x="73401" y="45396"/>
                      </a:moveTo>
                      <a:cubicBezTo>
                        <a:pt x="68155" y="45396"/>
                        <a:pt x="64658" y="45396"/>
                        <a:pt x="59411" y="45396"/>
                      </a:cubicBezTo>
                      <a:cubicBezTo>
                        <a:pt x="43909" y="36810"/>
                        <a:pt x="29010" y="27166"/>
                        <a:pt x="14820" y="16543"/>
                      </a:cubicBezTo>
                      <a:cubicBezTo>
                        <a:pt x="8542" y="12355"/>
                        <a:pt x="3427" y="6636"/>
                        <a:pt x="-44" y="-70"/>
                      </a:cubicBezTo>
                      <a:lnTo>
                        <a:pt x="-44" y="-70"/>
                      </a:lnTo>
                      <a:cubicBezTo>
                        <a:pt x="11174" y="9373"/>
                        <a:pt x="23170" y="17854"/>
                        <a:pt x="35804" y="25286"/>
                      </a:cubicBezTo>
                      <a:cubicBezTo>
                        <a:pt x="45588" y="32797"/>
                        <a:pt x="56509" y="38699"/>
                        <a:pt x="68155" y="42773"/>
                      </a:cubicBezTo>
                      <a:close/>
                    </a:path>
                  </a:pathLst>
                </a:custGeom>
                <a:solidFill>
                  <a:srgbClr val="666684"/>
                </a:solidFill>
                <a:ln w="87213" cap="flat">
                  <a:noFill/>
                  <a:prstDash val="solid"/>
                  <a:miter/>
                </a:ln>
              </p:spPr>
              <p:txBody>
                <a:bodyPr rtlCol="0" anchor="ctr"/>
                <a:lstStyle/>
                <a:p>
                  <a:endParaRPr lang="en-IN" dirty="0"/>
                </a:p>
              </p:txBody>
            </p:sp>
            <p:sp>
              <p:nvSpPr>
                <p:cNvPr id="2401" name="Freeform: Shape 2400">
                  <a:extLst>
                    <a:ext uri="{FF2B5EF4-FFF2-40B4-BE49-F238E27FC236}">
                      <a16:creationId xmlns:a16="http://schemas.microsoft.com/office/drawing/2014/main" id="{A9189E08-2EAC-C52A-9724-F85402BB706E}"/>
                    </a:ext>
                  </a:extLst>
                </p:cNvPr>
                <p:cNvSpPr/>
                <p:nvPr/>
              </p:nvSpPr>
              <p:spPr>
                <a:xfrm>
                  <a:off x="2455246" y="3961416"/>
                  <a:ext cx="21316" cy="32253"/>
                </a:xfrm>
                <a:custGeom>
                  <a:avLst/>
                  <a:gdLst>
                    <a:gd name="connsiteX0" fmla="*/ 3785 w 21316"/>
                    <a:gd name="connsiteY0" fmla="*/ 32183 h 32253"/>
                    <a:gd name="connsiteX1" fmla="*/ 3785 w 21316"/>
                    <a:gd name="connsiteY1" fmla="*/ 32183 h 32253"/>
                    <a:gd name="connsiteX2" fmla="*/ 3785 w 21316"/>
                    <a:gd name="connsiteY2" fmla="*/ 8576 h 32253"/>
                    <a:gd name="connsiteX3" fmla="*/ 21272 w 21316"/>
                    <a:gd name="connsiteY3" fmla="*/ 707 h 32253"/>
                    <a:gd name="connsiteX4" fmla="*/ 21272 w 21316"/>
                    <a:gd name="connsiteY4" fmla="*/ 707 h 32253"/>
                    <a:gd name="connsiteX5" fmla="*/ 21272 w 21316"/>
                    <a:gd name="connsiteY5" fmla="*/ 707 h 32253"/>
                    <a:gd name="connsiteX6" fmla="*/ 6435 w 21316"/>
                    <a:gd name="connsiteY6" fmla="*/ 24970 h 32253"/>
                    <a:gd name="connsiteX7" fmla="*/ 8157 w 21316"/>
                    <a:gd name="connsiteY7" fmla="*/ 29560 h 32253"/>
                    <a:gd name="connsiteX8" fmla="*/ 3785 w 21316"/>
                    <a:gd name="connsiteY8" fmla="*/ 32183 h 3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6" h="32253">
                      <a:moveTo>
                        <a:pt x="3785" y="32183"/>
                      </a:moveTo>
                      <a:lnTo>
                        <a:pt x="3785" y="32183"/>
                      </a:lnTo>
                      <a:cubicBezTo>
                        <a:pt x="-1321" y="25144"/>
                        <a:pt x="-1321" y="15614"/>
                        <a:pt x="3785" y="8576"/>
                      </a:cubicBezTo>
                      <a:cubicBezTo>
                        <a:pt x="3785" y="2455"/>
                        <a:pt x="13403" y="-1917"/>
                        <a:pt x="21272" y="707"/>
                      </a:cubicBezTo>
                      <a:lnTo>
                        <a:pt x="21272" y="707"/>
                      </a:lnTo>
                      <a:lnTo>
                        <a:pt x="21272" y="707"/>
                      </a:lnTo>
                      <a:cubicBezTo>
                        <a:pt x="10474" y="3312"/>
                        <a:pt x="3829" y="14172"/>
                        <a:pt x="6435" y="24970"/>
                      </a:cubicBezTo>
                      <a:cubicBezTo>
                        <a:pt x="6820" y="26561"/>
                        <a:pt x="7397" y="28109"/>
                        <a:pt x="8157" y="29560"/>
                      </a:cubicBezTo>
                      <a:lnTo>
                        <a:pt x="3785" y="32183"/>
                      </a:lnTo>
                      <a:close/>
                    </a:path>
                  </a:pathLst>
                </a:custGeom>
                <a:solidFill>
                  <a:srgbClr val="666684"/>
                </a:solidFill>
                <a:ln w="87213" cap="flat">
                  <a:noFill/>
                  <a:prstDash val="solid"/>
                  <a:miter/>
                </a:ln>
              </p:spPr>
              <p:txBody>
                <a:bodyPr rtlCol="0" anchor="ctr"/>
                <a:lstStyle/>
                <a:p>
                  <a:endParaRPr lang="en-IN" dirty="0"/>
                </a:p>
              </p:txBody>
            </p:sp>
            <p:sp>
              <p:nvSpPr>
                <p:cNvPr id="2402" name="Freeform: Shape 2401">
                  <a:extLst>
                    <a:ext uri="{FF2B5EF4-FFF2-40B4-BE49-F238E27FC236}">
                      <a16:creationId xmlns:a16="http://schemas.microsoft.com/office/drawing/2014/main" id="{D481C30E-6D8C-9911-C729-CCC04781C125}"/>
                    </a:ext>
                  </a:extLst>
                </p:cNvPr>
                <p:cNvSpPr/>
                <p:nvPr/>
              </p:nvSpPr>
              <p:spPr>
                <a:xfrm>
                  <a:off x="2531647" y="4007659"/>
                  <a:ext cx="23774" cy="41094"/>
                </a:xfrm>
                <a:custGeom>
                  <a:avLst/>
                  <a:gdLst>
                    <a:gd name="connsiteX0" fmla="*/ -44 w 23774"/>
                    <a:gd name="connsiteY0" fmla="*/ 32281 h 41094"/>
                    <a:gd name="connsiteX1" fmla="*/ -44 w 23774"/>
                    <a:gd name="connsiteY1" fmla="*/ 32281 h 41094"/>
                    <a:gd name="connsiteX2" fmla="*/ -44 w 23774"/>
                    <a:gd name="connsiteY2" fmla="*/ 32281 h 41094"/>
                    <a:gd name="connsiteX3" fmla="*/ 7825 w 23774"/>
                    <a:gd name="connsiteY3" fmla="*/ 32281 h 41094"/>
                    <a:gd name="connsiteX4" fmla="*/ 20057 w 23774"/>
                    <a:gd name="connsiteY4" fmla="*/ 18344 h 41094"/>
                    <a:gd name="connsiteX5" fmla="*/ 17443 w 23774"/>
                    <a:gd name="connsiteY5" fmla="*/ 11296 h 41094"/>
                    <a:gd name="connsiteX6" fmla="*/ 11322 w 23774"/>
                    <a:gd name="connsiteY6" fmla="*/ -70 h 41094"/>
                    <a:gd name="connsiteX7" fmla="*/ 11322 w 23774"/>
                    <a:gd name="connsiteY7" fmla="*/ -70 h 41094"/>
                    <a:gd name="connsiteX8" fmla="*/ 21814 w 23774"/>
                    <a:gd name="connsiteY8" fmla="*/ 13045 h 41094"/>
                    <a:gd name="connsiteX9" fmla="*/ 2579 w 23774"/>
                    <a:gd name="connsiteY9" fmla="*/ 41024 h 41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 h="41094">
                      <a:moveTo>
                        <a:pt x="-44" y="32281"/>
                      </a:moveTo>
                      <a:lnTo>
                        <a:pt x="-44" y="32281"/>
                      </a:lnTo>
                      <a:cubicBezTo>
                        <a:pt x="-44" y="32281"/>
                        <a:pt x="-44" y="32281"/>
                        <a:pt x="-44" y="32281"/>
                      </a:cubicBezTo>
                      <a:cubicBezTo>
                        <a:pt x="-44" y="32281"/>
                        <a:pt x="5202" y="32281"/>
                        <a:pt x="7825" y="32281"/>
                      </a:cubicBezTo>
                      <a:cubicBezTo>
                        <a:pt x="15056" y="31809"/>
                        <a:pt x="20529" y="25566"/>
                        <a:pt x="20057" y="18344"/>
                      </a:cubicBezTo>
                      <a:cubicBezTo>
                        <a:pt x="19891" y="15791"/>
                        <a:pt x="18982" y="13342"/>
                        <a:pt x="17443" y="11296"/>
                      </a:cubicBezTo>
                      <a:cubicBezTo>
                        <a:pt x="14890" y="7808"/>
                        <a:pt x="12835" y="3978"/>
                        <a:pt x="11322" y="-70"/>
                      </a:cubicBezTo>
                      <a:cubicBezTo>
                        <a:pt x="11322" y="-70"/>
                        <a:pt x="11322" y="-70"/>
                        <a:pt x="11322" y="-70"/>
                      </a:cubicBezTo>
                      <a:lnTo>
                        <a:pt x="21814" y="13045"/>
                      </a:lnTo>
                      <a:cubicBezTo>
                        <a:pt x="27061" y="28784"/>
                        <a:pt x="21814" y="39275"/>
                        <a:pt x="2579" y="41024"/>
                      </a:cubicBezTo>
                      <a:close/>
                    </a:path>
                  </a:pathLst>
                </a:custGeom>
                <a:solidFill>
                  <a:srgbClr val="59597A"/>
                </a:solidFill>
                <a:ln w="87213" cap="flat">
                  <a:noFill/>
                  <a:prstDash val="solid"/>
                  <a:miter/>
                </a:ln>
              </p:spPr>
              <p:txBody>
                <a:bodyPr rtlCol="0" anchor="ctr"/>
                <a:lstStyle/>
                <a:p>
                  <a:endParaRPr lang="en-IN" dirty="0"/>
                </a:p>
              </p:txBody>
            </p:sp>
            <p:sp>
              <p:nvSpPr>
                <p:cNvPr id="2403" name="Freeform: Shape 2402">
                  <a:extLst>
                    <a:ext uri="{FF2B5EF4-FFF2-40B4-BE49-F238E27FC236}">
                      <a16:creationId xmlns:a16="http://schemas.microsoft.com/office/drawing/2014/main" id="{DE09C507-1CFC-43D6-6DDA-742B19DA66D3}"/>
                    </a:ext>
                  </a:extLst>
                </p:cNvPr>
                <p:cNvSpPr/>
                <p:nvPr/>
              </p:nvSpPr>
              <p:spPr>
                <a:xfrm>
                  <a:off x="2534270" y="4012031"/>
                  <a:ext cx="18778" cy="27980"/>
                </a:xfrm>
                <a:custGeom>
                  <a:avLst/>
                  <a:gdLst>
                    <a:gd name="connsiteX0" fmla="*/ -44 w 18778"/>
                    <a:gd name="connsiteY0" fmla="*/ 27909 h 27980"/>
                    <a:gd name="connsiteX1" fmla="*/ 14820 w 18778"/>
                    <a:gd name="connsiteY1" fmla="*/ 20914 h 27980"/>
                    <a:gd name="connsiteX2" fmla="*/ 14820 w 18778"/>
                    <a:gd name="connsiteY2" fmla="*/ -70 h 27980"/>
                    <a:gd name="connsiteX3" fmla="*/ 14820 w 18778"/>
                    <a:gd name="connsiteY3" fmla="*/ 20040 h 27980"/>
                    <a:gd name="connsiteX4" fmla="*/ -44 w 18778"/>
                    <a:gd name="connsiteY4" fmla="*/ 27909 h 27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 h="27979">
                      <a:moveTo>
                        <a:pt x="-44" y="27909"/>
                      </a:moveTo>
                      <a:cubicBezTo>
                        <a:pt x="-44" y="27909"/>
                        <a:pt x="10448" y="27909"/>
                        <a:pt x="14820" y="20914"/>
                      </a:cubicBezTo>
                      <a:cubicBezTo>
                        <a:pt x="18239" y="14339"/>
                        <a:pt x="18239" y="6505"/>
                        <a:pt x="14820" y="-70"/>
                      </a:cubicBezTo>
                      <a:cubicBezTo>
                        <a:pt x="20040" y="5613"/>
                        <a:pt x="20040" y="14357"/>
                        <a:pt x="14820" y="20040"/>
                      </a:cubicBezTo>
                      <a:cubicBezTo>
                        <a:pt x="11532" y="25032"/>
                        <a:pt x="5928" y="27996"/>
                        <a:pt x="-44" y="27909"/>
                      </a:cubicBezTo>
                      <a:close/>
                    </a:path>
                  </a:pathLst>
                </a:custGeom>
                <a:solidFill>
                  <a:srgbClr val="666684"/>
                </a:solidFill>
                <a:ln w="87213" cap="flat">
                  <a:noFill/>
                  <a:prstDash val="solid"/>
                  <a:miter/>
                </a:ln>
              </p:spPr>
              <p:txBody>
                <a:bodyPr rtlCol="0" anchor="ctr"/>
                <a:lstStyle/>
                <a:p>
                  <a:endParaRPr lang="en-IN" dirty="0"/>
                </a:p>
              </p:txBody>
            </p:sp>
            <p:sp>
              <p:nvSpPr>
                <p:cNvPr id="2404" name="Freeform: Shape 2403">
                  <a:extLst>
                    <a:ext uri="{FF2B5EF4-FFF2-40B4-BE49-F238E27FC236}">
                      <a16:creationId xmlns:a16="http://schemas.microsoft.com/office/drawing/2014/main" id="{1553F58A-B9BD-CF83-605C-7807EFC6EF64}"/>
                    </a:ext>
                  </a:extLst>
                </p:cNvPr>
                <p:cNvSpPr/>
                <p:nvPr/>
              </p:nvSpPr>
              <p:spPr>
                <a:xfrm>
                  <a:off x="2459268" y="3959570"/>
                  <a:ext cx="83745" cy="76942"/>
                </a:xfrm>
                <a:custGeom>
                  <a:avLst/>
                  <a:gdLst>
                    <a:gd name="connsiteX0" fmla="*/ 83701 w 83745"/>
                    <a:gd name="connsiteY0" fmla="*/ 39276 h 76942"/>
                    <a:gd name="connsiteX1" fmla="*/ 83701 w 83745"/>
                    <a:gd name="connsiteY1" fmla="*/ 39276 h 76942"/>
                    <a:gd name="connsiteX2" fmla="*/ 49601 w 83745"/>
                    <a:gd name="connsiteY2" fmla="*/ 18292 h 76942"/>
                    <a:gd name="connsiteX3" fmla="*/ 32989 w 83745"/>
                    <a:gd name="connsiteY3" fmla="*/ 8674 h 76942"/>
                    <a:gd name="connsiteX4" fmla="*/ 32989 w 83745"/>
                    <a:gd name="connsiteY4" fmla="*/ 8674 h 76942"/>
                    <a:gd name="connsiteX5" fmla="*/ 25120 w 83745"/>
                    <a:gd name="connsiteY5" fmla="*/ 8674 h 76942"/>
                    <a:gd name="connsiteX6" fmla="*/ 8507 w 83745"/>
                    <a:gd name="connsiteY6" fmla="*/ 13920 h 76942"/>
                    <a:gd name="connsiteX7" fmla="*/ 8507 w 83745"/>
                    <a:gd name="connsiteY7" fmla="*/ 32281 h 76942"/>
                    <a:gd name="connsiteX8" fmla="*/ 22497 w 83745"/>
                    <a:gd name="connsiteY8" fmla="*/ 46271 h 76942"/>
                    <a:gd name="connsiteX9" fmla="*/ 53973 w 83745"/>
                    <a:gd name="connsiteY9" fmla="*/ 66380 h 76942"/>
                    <a:gd name="connsiteX10" fmla="*/ 65339 w 83745"/>
                    <a:gd name="connsiteY10" fmla="*/ 71626 h 76942"/>
                    <a:gd name="connsiteX11" fmla="*/ 72334 w 83745"/>
                    <a:gd name="connsiteY11" fmla="*/ 76873 h 76942"/>
                    <a:gd name="connsiteX12" fmla="*/ 72334 w 83745"/>
                    <a:gd name="connsiteY12" fmla="*/ 76873 h 76942"/>
                    <a:gd name="connsiteX13" fmla="*/ 3261 w 83745"/>
                    <a:gd name="connsiteY13" fmla="*/ 32281 h 76942"/>
                    <a:gd name="connsiteX14" fmla="*/ 3261 w 83745"/>
                    <a:gd name="connsiteY14" fmla="*/ 8674 h 76942"/>
                    <a:gd name="connsiteX15" fmla="*/ 17250 w 83745"/>
                    <a:gd name="connsiteY15" fmla="*/ -70 h 76942"/>
                    <a:gd name="connsiteX16" fmla="*/ 83701 w 83745"/>
                    <a:gd name="connsiteY16" fmla="*/ 39276 h 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3745" h="76942">
                      <a:moveTo>
                        <a:pt x="83701" y="39276"/>
                      </a:moveTo>
                      <a:lnTo>
                        <a:pt x="83701" y="39276"/>
                      </a:lnTo>
                      <a:cubicBezTo>
                        <a:pt x="71460" y="33156"/>
                        <a:pt x="60968" y="24412"/>
                        <a:pt x="49601" y="18292"/>
                      </a:cubicBezTo>
                      <a:cubicBezTo>
                        <a:pt x="44591" y="14252"/>
                        <a:pt x="38987" y="11008"/>
                        <a:pt x="32989" y="8674"/>
                      </a:cubicBezTo>
                      <a:lnTo>
                        <a:pt x="32989" y="8674"/>
                      </a:lnTo>
                      <a:cubicBezTo>
                        <a:pt x="30374" y="8306"/>
                        <a:pt x="27725" y="8306"/>
                        <a:pt x="25120" y="8674"/>
                      </a:cubicBezTo>
                      <a:cubicBezTo>
                        <a:pt x="18125" y="8674"/>
                        <a:pt x="12005" y="8674"/>
                        <a:pt x="8507" y="13920"/>
                      </a:cubicBezTo>
                      <a:cubicBezTo>
                        <a:pt x="4564" y="19402"/>
                        <a:pt x="4564" y="26799"/>
                        <a:pt x="8507" y="32281"/>
                      </a:cubicBezTo>
                      <a:cubicBezTo>
                        <a:pt x="12258" y="37772"/>
                        <a:pt x="17006" y="42520"/>
                        <a:pt x="22497" y="46271"/>
                      </a:cubicBezTo>
                      <a:lnTo>
                        <a:pt x="53973" y="66380"/>
                      </a:lnTo>
                      <a:cubicBezTo>
                        <a:pt x="57392" y="68837"/>
                        <a:pt x="61256" y="70612"/>
                        <a:pt x="65339" y="71626"/>
                      </a:cubicBezTo>
                      <a:cubicBezTo>
                        <a:pt x="65339" y="71626"/>
                        <a:pt x="71460" y="71626"/>
                        <a:pt x="72334" y="76873"/>
                      </a:cubicBezTo>
                      <a:lnTo>
                        <a:pt x="72334" y="76873"/>
                      </a:lnTo>
                      <a:cubicBezTo>
                        <a:pt x="46576" y="66748"/>
                        <a:pt x="23091" y="51587"/>
                        <a:pt x="3261" y="32281"/>
                      </a:cubicBezTo>
                      <a:cubicBezTo>
                        <a:pt x="-1146" y="25033"/>
                        <a:pt x="-1146" y="15922"/>
                        <a:pt x="3261" y="8674"/>
                      </a:cubicBezTo>
                      <a:cubicBezTo>
                        <a:pt x="7038" y="4538"/>
                        <a:pt x="11873" y="1513"/>
                        <a:pt x="17250" y="-70"/>
                      </a:cubicBezTo>
                      <a:cubicBezTo>
                        <a:pt x="41295" y="9548"/>
                        <a:pt x="63704" y="22821"/>
                        <a:pt x="83701" y="39276"/>
                      </a:cubicBezTo>
                      <a:close/>
                    </a:path>
                  </a:pathLst>
                </a:custGeom>
                <a:solidFill>
                  <a:srgbClr val="59597A"/>
                </a:solidFill>
                <a:ln w="87213" cap="flat">
                  <a:noFill/>
                  <a:prstDash val="solid"/>
                  <a:miter/>
                </a:ln>
              </p:spPr>
              <p:txBody>
                <a:bodyPr rtlCol="0" anchor="ctr"/>
                <a:lstStyle/>
                <a:p>
                  <a:endParaRPr lang="en-IN" dirty="0"/>
                </a:p>
              </p:txBody>
            </p:sp>
            <p:sp>
              <p:nvSpPr>
                <p:cNvPr id="2405" name="Freeform: Shape 2404">
                  <a:extLst>
                    <a:ext uri="{FF2B5EF4-FFF2-40B4-BE49-F238E27FC236}">
                      <a16:creationId xmlns:a16="http://schemas.microsoft.com/office/drawing/2014/main" id="{26EAF755-22D7-B376-3B8A-59315AE72A7A}"/>
                    </a:ext>
                  </a:extLst>
                </p:cNvPr>
                <p:cNvSpPr/>
                <p:nvPr/>
              </p:nvSpPr>
              <p:spPr>
                <a:xfrm>
                  <a:off x="2507262" y="3977931"/>
                  <a:ext cx="44318" cy="57706"/>
                </a:xfrm>
                <a:custGeom>
                  <a:avLst/>
                  <a:gdLst>
                    <a:gd name="connsiteX0" fmla="*/ 733 w 44318"/>
                    <a:gd name="connsiteY0" fmla="*/ 804 h 57706"/>
                    <a:gd name="connsiteX1" fmla="*/ 33958 w 44318"/>
                    <a:gd name="connsiteY1" fmla="*/ 24412 h 57706"/>
                    <a:gd name="connsiteX2" fmla="*/ 43576 w 44318"/>
                    <a:gd name="connsiteY2" fmla="*/ 37527 h 57706"/>
                    <a:gd name="connsiteX3" fmla="*/ 33154 w 44318"/>
                    <a:gd name="connsiteY3" fmla="*/ 57191 h 57706"/>
                    <a:gd name="connsiteX4" fmla="*/ 31335 w 44318"/>
                    <a:gd name="connsiteY4" fmla="*/ 57636 h 57706"/>
                    <a:gd name="connsiteX5" fmla="*/ 21718 w 44318"/>
                    <a:gd name="connsiteY5" fmla="*/ 57636 h 57706"/>
                    <a:gd name="connsiteX6" fmla="*/ 2482 w 44318"/>
                    <a:gd name="connsiteY6" fmla="*/ 49768 h 57706"/>
                    <a:gd name="connsiteX7" fmla="*/ 2482 w 44318"/>
                    <a:gd name="connsiteY7" fmla="*/ 49768 h 57706"/>
                    <a:gd name="connsiteX8" fmla="*/ 10351 w 44318"/>
                    <a:gd name="connsiteY8" fmla="*/ 49768 h 57706"/>
                    <a:gd name="connsiteX9" fmla="*/ 23466 w 44318"/>
                    <a:gd name="connsiteY9" fmla="*/ 49768 h 57706"/>
                    <a:gd name="connsiteX10" fmla="*/ 35707 w 44318"/>
                    <a:gd name="connsiteY10" fmla="*/ 43647 h 57706"/>
                    <a:gd name="connsiteX11" fmla="*/ 35707 w 44318"/>
                    <a:gd name="connsiteY11" fmla="*/ 29657 h 57706"/>
                    <a:gd name="connsiteX12" fmla="*/ 12100 w 44318"/>
                    <a:gd name="connsiteY12" fmla="*/ 8673 h 57706"/>
                    <a:gd name="connsiteX13" fmla="*/ 733 w 44318"/>
                    <a:gd name="connsiteY13" fmla="*/ -70 h 57706"/>
                    <a:gd name="connsiteX14" fmla="*/ 733 w 44318"/>
                    <a:gd name="connsiteY14" fmla="*/ 804 h 5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318" h="57706">
                      <a:moveTo>
                        <a:pt x="733" y="804"/>
                      </a:moveTo>
                      <a:cubicBezTo>
                        <a:pt x="12546" y="7580"/>
                        <a:pt x="23676" y="15484"/>
                        <a:pt x="33958" y="24412"/>
                      </a:cubicBezTo>
                      <a:cubicBezTo>
                        <a:pt x="39204" y="24412"/>
                        <a:pt x="40953" y="32280"/>
                        <a:pt x="43576" y="37527"/>
                      </a:cubicBezTo>
                      <a:cubicBezTo>
                        <a:pt x="46129" y="45833"/>
                        <a:pt x="41460" y="54637"/>
                        <a:pt x="33154" y="57191"/>
                      </a:cubicBezTo>
                      <a:cubicBezTo>
                        <a:pt x="32559" y="57374"/>
                        <a:pt x="31947" y="57523"/>
                        <a:pt x="31335" y="57636"/>
                      </a:cubicBezTo>
                      <a:lnTo>
                        <a:pt x="21718" y="57636"/>
                      </a:lnTo>
                      <a:cubicBezTo>
                        <a:pt x="15597" y="57636"/>
                        <a:pt x="7728" y="57636"/>
                        <a:pt x="2482" y="49768"/>
                      </a:cubicBezTo>
                      <a:cubicBezTo>
                        <a:pt x="-2764" y="41898"/>
                        <a:pt x="2482" y="49768"/>
                        <a:pt x="2482" y="49768"/>
                      </a:cubicBezTo>
                      <a:cubicBezTo>
                        <a:pt x="5079" y="49269"/>
                        <a:pt x="7754" y="49269"/>
                        <a:pt x="10351" y="49768"/>
                      </a:cubicBezTo>
                      <a:cubicBezTo>
                        <a:pt x="14644" y="50956"/>
                        <a:pt x="19173" y="50956"/>
                        <a:pt x="23466" y="49768"/>
                      </a:cubicBezTo>
                      <a:cubicBezTo>
                        <a:pt x="28712" y="49768"/>
                        <a:pt x="33958" y="49768"/>
                        <a:pt x="35707" y="43647"/>
                      </a:cubicBezTo>
                      <a:cubicBezTo>
                        <a:pt x="38636" y="39441"/>
                        <a:pt x="38636" y="33863"/>
                        <a:pt x="35707" y="29657"/>
                      </a:cubicBezTo>
                      <a:cubicBezTo>
                        <a:pt x="28712" y="21736"/>
                        <a:pt x="20782" y="14689"/>
                        <a:pt x="12100" y="8673"/>
                      </a:cubicBezTo>
                      <a:cubicBezTo>
                        <a:pt x="7614" y="6793"/>
                        <a:pt x="3697" y="3786"/>
                        <a:pt x="733" y="-70"/>
                      </a:cubicBezTo>
                      <a:cubicBezTo>
                        <a:pt x="733" y="-70"/>
                        <a:pt x="-1016" y="804"/>
                        <a:pt x="733" y="804"/>
                      </a:cubicBezTo>
                      <a:close/>
                    </a:path>
                  </a:pathLst>
                </a:custGeom>
                <a:solidFill>
                  <a:srgbClr val="505073"/>
                </a:solidFill>
                <a:ln w="87213" cap="flat">
                  <a:noFill/>
                  <a:prstDash val="solid"/>
                  <a:miter/>
                </a:ln>
              </p:spPr>
              <p:txBody>
                <a:bodyPr rtlCol="0" anchor="ctr"/>
                <a:lstStyle/>
                <a:p>
                  <a:endParaRPr lang="en-IN" dirty="0"/>
                </a:p>
              </p:txBody>
            </p:sp>
            <p:sp>
              <p:nvSpPr>
                <p:cNvPr id="2406" name="Freeform: Shape 2405">
                  <a:extLst>
                    <a:ext uri="{FF2B5EF4-FFF2-40B4-BE49-F238E27FC236}">
                      <a16:creationId xmlns:a16="http://schemas.microsoft.com/office/drawing/2014/main" id="{1AEFFB7E-3699-41E0-9443-6E8C5A82107C}"/>
                    </a:ext>
                  </a:extLst>
                </p:cNvPr>
                <p:cNvSpPr/>
                <p:nvPr/>
              </p:nvSpPr>
              <p:spPr>
                <a:xfrm>
                  <a:off x="2460619" y="3964679"/>
                  <a:ext cx="86988" cy="67481"/>
                </a:xfrm>
                <a:custGeom>
                  <a:avLst/>
                  <a:gdLst>
                    <a:gd name="connsiteX0" fmla="*/ 45628 w 86988"/>
                    <a:gd name="connsiteY0" fmla="*/ 14931 h 67481"/>
                    <a:gd name="connsiteX1" fmla="*/ 77979 w 86988"/>
                    <a:gd name="connsiteY1" fmla="*/ 37664 h 67481"/>
                    <a:gd name="connsiteX2" fmla="*/ 85847 w 86988"/>
                    <a:gd name="connsiteY2" fmla="*/ 62145 h 67481"/>
                    <a:gd name="connsiteX3" fmla="*/ 57868 w 86988"/>
                    <a:gd name="connsiteY3" fmla="*/ 62145 h 67481"/>
                    <a:gd name="connsiteX4" fmla="*/ 49125 w 86988"/>
                    <a:gd name="connsiteY4" fmla="*/ 56025 h 67481"/>
                    <a:gd name="connsiteX5" fmla="*/ 41256 w 86988"/>
                    <a:gd name="connsiteY5" fmla="*/ 56025 h 67481"/>
                    <a:gd name="connsiteX6" fmla="*/ 14151 w 86988"/>
                    <a:gd name="connsiteY6" fmla="*/ 37664 h 67481"/>
                    <a:gd name="connsiteX7" fmla="*/ 1036 w 86988"/>
                    <a:gd name="connsiteY7" fmla="*/ 19303 h 67481"/>
                    <a:gd name="connsiteX8" fmla="*/ 8564 w 86988"/>
                    <a:gd name="connsiteY8" fmla="*/ 1011 h 67481"/>
                    <a:gd name="connsiteX9" fmla="*/ 15900 w 86988"/>
                    <a:gd name="connsiteY9" fmla="*/ 67 h 67481"/>
                    <a:gd name="connsiteX10" fmla="*/ 28141 w 86988"/>
                    <a:gd name="connsiteY10" fmla="*/ 67 h 67481"/>
                    <a:gd name="connsiteX11" fmla="*/ 28141 w 86988"/>
                    <a:gd name="connsiteY11" fmla="*/ 67 h 67481"/>
                    <a:gd name="connsiteX12" fmla="*/ 45628 w 86988"/>
                    <a:gd name="connsiteY12" fmla="*/ 14931 h 6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988" h="67481">
                      <a:moveTo>
                        <a:pt x="45628" y="14931"/>
                      </a:moveTo>
                      <a:cubicBezTo>
                        <a:pt x="56994" y="21926"/>
                        <a:pt x="67486" y="29794"/>
                        <a:pt x="77979" y="37664"/>
                      </a:cubicBezTo>
                      <a:cubicBezTo>
                        <a:pt x="85629" y="43259"/>
                        <a:pt x="88811" y="53139"/>
                        <a:pt x="85847" y="62145"/>
                      </a:cubicBezTo>
                      <a:cubicBezTo>
                        <a:pt x="85847" y="68266"/>
                        <a:pt x="67486" y="70014"/>
                        <a:pt x="57868" y="62145"/>
                      </a:cubicBezTo>
                      <a:lnTo>
                        <a:pt x="49125" y="56025"/>
                      </a:lnTo>
                      <a:cubicBezTo>
                        <a:pt x="49125" y="56025"/>
                        <a:pt x="43879" y="56025"/>
                        <a:pt x="41256" y="56025"/>
                      </a:cubicBezTo>
                      <a:lnTo>
                        <a:pt x="14151" y="37664"/>
                      </a:lnTo>
                      <a:cubicBezTo>
                        <a:pt x="7821" y="33213"/>
                        <a:pt x="3196" y="26735"/>
                        <a:pt x="1036" y="19303"/>
                      </a:cubicBezTo>
                      <a:cubicBezTo>
                        <a:pt x="-1937" y="12168"/>
                        <a:pt x="1438" y="3984"/>
                        <a:pt x="8564" y="1011"/>
                      </a:cubicBezTo>
                      <a:cubicBezTo>
                        <a:pt x="10881" y="40"/>
                        <a:pt x="13417" y="-283"/>
                        <a:pt x="15900" y="67"/>
                      </a:cubicBezTo>
                      <a:lnTo>
                        <a:pt x="28141" y="67"/>
                      </a:lnTo>
                      <a:lnTo>
                        <a:pt x="28141" y="67"/>
                      </a:lnTo>
                      <a:cubicBezTo>
                        <a:pt x="34261" y="9685"/>
                        <a:pt x="42130" y="9685"/>
                        <a:pt x="45628" y="14931"/>
                      </a:cubicBezTo>
                      <a:close/>
                    </a:path>
                  </a:pathLst>
                </a:custGeom>
                <a:solidFill>
                  <a:srgbClr val="434368"/>
                </a:solidFill>
                <a:ln w="87213" cap="flat">
                  <a:noFill/>
                  <a:prstDash val="solid"/>
                  <a:miter/>
                </a:ln>
              </p:spPr>
              <p:txBody>
                <a:bodyPr rtlCol="0" anchor="ctr"/>
                <a:lstStyle/>
                <a:p>
                  <a:endParaRPr lang="en-IN" dirty="0"/>
                </a:p>
              </p:txBody>
            </p:sp>
            <p:sp>
              <p:nvSpPr>
                <p:cNvPr id="2407" name="Freeform: Shape 2406">
                  <a:extLst>
                    <a:ext uri="{FF2B5EF4-FFF2-40B4-BE49-F238E27FC236}">
                      <a16:creationId xmlns:a16="http://schemas.microsoft.com/office/drawing/2014/main" id="{0EC320AD-3999-2BA0-DE61-685E1BD4E2E1}"/>
                    </a:ext>
                  </a:extLst>
                </p:cNvPr>
                <p:cNvSpPr/>
                <p:nvPr/>
              </p:nvSpPr>
              <p:spPr>
                <a:xfrm>
                  <a:off x="2455927" y="3961230"/>
                  <a:ext cx="49489" cy="62166"/>
                </a:xfrm>
                <a:custGeom>
                  <a:avLst/>
                  <a:gdLst>
                    <a:gd name="connsiteX0" fmla="*/ 31958 w 49489"/>
                    <a:gd name="connsiteY0" fmla="*/ 7013 h 62166"/>
                    <a:gd name="connsiteX1" fmla="*/ 25838 w 49489"/>
                    <a:gd name="connsiteY1" fmla="*/ 7013 h 62166"/>
                    <a:gd name="connsiteX2" fmla="*/ 7476 w 49489"/>
                    <a:gd name="connsiteY2" fmla="*/ 12259 h 62166"/>
                    <a:gd name="connsiteX3" fmla="*/ 7476 w 49489"/>
                    <a:gd name="connsiteY3" fmla="*/ 32369 h 62166"/>
                    <a:gd name="connsiteX4" fmla="*/ 24089 w 49489"/>
                    <a:gd name="connsiteY4" fmla="*/ 47233 h 62166"/>
                    <a:gd name="connsiteX5" fmla="*/ 49445 w 49489"/>
                    <a:gd name="connsiteY5" fmla="*/ 62097 h 62166"/>
                    <a:gd name="connsiteX6" fmla="*/ 49445 w 49489"/>
                    <a:gd name="connsiteY6" fmla="*/ 62097 h 62166"/>
                    <a:gd name="connsiteX7" fmla="*/ 7476 w 49489"/>
                    <a:gd name="connsiteY7" fmla="*/ 33243 h 62166"/>
                    <a:gd name="connsiteX8" fmla="*/ 7476 w 49489"/>
                    <a:gd name="connsiteY8" fmla="*/ 33243 h 62166"/>
                    <a:gd name="connsiteX9" fmla="*/ 3542 w 49489"/>
                    <a:gd name="connsiteY9" fmla="*/ 7450 h 62166"/>
                    <a:gd name="connsiteX10" fmla="*/ 29335 w 49489"/>
                    <a:gd name="connsiteY10" fmla="*/ 3516 h 6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89" h="62166">
                      <a:moveTo>
                        <a:pt x="31958" y="7013"/>
                      </a:moveTo>
                      <a:cubicBezTo>
                        <a:pt x="31958" y="7013"/>
                        <a:pt x="31958" y="7013"/>
                        <a:pt x="25838" y="7013"/>
                      </a:cubicBezTo>
                      <a:cubicBezTo>
                        <a:pt x="19254" y="4076"/>
                        <a:pt x="11516" y="6288"/>
                        <a:pt x="7476" y="12259"/>
                      </a:cubicBezTo>
                      <a:cubicBezTo>
                        <a:pt x="7476" y="18380"/>
                        <a:pt x="7476" y="26248"/>
                        <a:pt x="7476" y="32369"/>
                      </a:cubicBezTo>
                      <a:cubicBezTo>
                        <a:pt x="7476" y="38490"/>
                        <a:pt x="18843" y="42861"/>
                        <a:pt x="24089" y="47233"/>
                      </a:cubicBezTo>
                      <a:cubicBezTo>
                        <a:pt x="31250" y="54123"/>
                        <a:pt x="39941" y="59212"/>
                        <a:pt x="49445" y="62097"/>
                      </a:cubicBezTo>
                      <a:lnTo>
                        <a:pt x="49445" y="62097"/>
                      </a:lnTo>
                      <a:cubicBezTo>
                        <a:pt x="34590" y="53799"/>
                        <a:pt x="20539" y="44138"/>
                        <a:pt x="7476" y="33243"/>
                      </a:cubicBezTo>
                      <a:lnTo>
                        <a:pt x="7476" y="33243"/>
                      </a:lnTo>
                      <a:cubicBezTo>
                        <a:pt x="-734" y="27210"/>
                        <a:pt x="-2491" y="15661"/>
                        <a:pt x="3542" y="7450"/>
                      </a:cubicBezTo>
                      <a:cubicBezTo>
                        <a:pt x="9575" y="-760"/>
                        <a:pt x="21125" y="-2517"/>
                        <a:pt x="29335" y="3516"/>
                      </a:cubicBezTo>
                      <a:close/>
                    </a:path>
                  </a:pathLst>
                </a:custGeom>
                <a:solidFill>
                  <a:srgbClr val="505073"/>
                </a:solidFill>
                <a:ln w="87213" cap="flat">
                  <a:noFill/>
                  <a:prstDash val="solid"/>
                  <a:miter/>
                </a:ln>
              </p:spPr>
              <p:txBody>
                <a:bodyPr rtlCol="0" anchor="ctr"/>
                <a:lstStyle/>
                <a:p>
                  <a:endParaRPr lang="en-IN" dirty="0"/>
                </a:p>
              </p:txBody>
            </p:sp>
            <p:sp>
              <p:nvSpPr>
                <p:cNvPr id="2408" name="Freeform: Shape 2407">
                  <a:extLst>
                    <a:ext uri="{FF2B5EF4-FFF2-40B4-BE49-F238E27FC236}">
                      <a16:creationId xmlns:a16="http://schemas.microsoft.com/office/drawing/2014/main" id="{83B797DD-9575-9850-599C-6EA941FD0051}"/>
                    </a:ext>
                  </a:extLst>
                </p:cNvPr>
                <p:cNvSpPr/>
                <p:nvPr/>
              </p:nvSpPr>
              <p:spPr>
                <a:xfrm>
                  <a:off x="2490229" y="3965759"/>
                  <a:ext cx="17810" cy="13920"/>
                </a:xfrm>
                <a:custGeom>
                  <a:avLst/>
                  <a:gdLst>
                    <a:gd name="connsiteX0" fmla="*/ 16018 w 17810"/>
                    <a:gd name="connsiteY0" fmla="*/ 13851 h 13920"/>
                    <a:gd name="connsiteX1" fmla="*/ 280 w 17810"/>
                    <a:gd name="connsiteY1" fmla="*/ 3358 h 13920"/>
                    <a:gd name="connsiteX2" fmla="*/ 17767 w 17810"/>
                    <a:gd name="connsiteY2" fmla="*/ 12976 h 13920"/>
                  </a:gdLst>
                  <a:ahLst/>
                  <a:cxnLst>
                    <a:cxn ang="0">
                      <a:pos x="connsiteX0" y="connsiteY0"/>
                    </a:cxn>
                    <a:cxn ang="0">
                      <a:pos x="connsiteX1" y="connsiteY1"/>
                    </a:cxn>
                    <a:cxn ang="0">
                      <a:pos x="connsiteX2" y="connsiteY2"/>
                    </a:cxn>
                  </a:cxnLst>
                  <a:rect l="l" t="t" r="r" b="b"/>
                  <a:pathLst>
                    <a:path w="17810" h="13920">
                      <a:moveTo>
                        <a:pt x="16018" y="13851"/>
                      </a:moveTo>
                      <a:cubicBezTo>
                        <a:pt x="11646" y="13851"/>
                        <a:pt x="2903" y="13851"/>
                        <a:pt x="280" y="3358"/>
                      </a:cubicBezTo>
                      <a:cubicBezTo>
                        <a:pt x="-2343" y="-7134"/>
                        <a:pt x="11646" y="9479"/>
                        <a:pt x="17767" y="12976"/>
                      </a:cubicBezTo>
                      <a:close/>
                    </a:path>
                  </a:pathLst>
                </a:custGeom>
                <a:solidFill>
                  <a:srgbClr val="505073"/>
                </a:solidFill>
                <a:ln w="87213" cap="flat">
                  <a:noFill/>
                  <a:prstDash val="solid"/>
                  <a:miter/>
                </a:ln>
              </p:spPr>
              <p:txBody>
                <a:bodyPr rtlCol="0" anchor="ctr"/>
                <a:lstStyle/>
                <a:p>
                  <a:endParaRPr lang="en-IN" dirty="0"/>
                </a:p>
              </p:txBody>
            </p:sp>
            <p:sp>
              <p:nvSpPr>
                <p:cNvPr id="2409" name="Freeform: Shape 2408">
                  <a:extLst>
                    <a:ext uri="{FF2B5EF4-FFF2-40B4-BE49-F238E27FC236}">
                      <a16:creationId xmlns:a16="http://schemas.microsoft.com/office/drawing/2014/main" id="{DED2554D-74A7-B48B-C2D2-00E8F088FC61}"/>
                    </a:ext>
                  </a:extLst>
                </p:cNvPr>
                <p:cNvSpPr/>
                <p:nvPr/>
              </p:nvSpPr>
              <p:spPr>
                <a:xfrm>
                  <a:off x="2468036" y="3975083"/>
                  <a:ext cx="73335" cy="57072"/>
                </a:xfrm>
                <a:custGeom>
                  <a:avLst/>
                  <a:gdLst>
                    <a:gd name="connsiteX0" fmla="*/ 27718 w 73335"/>
                    <a:gd name="connsiteY0" fmla="*/ 36003 h 57072"/>
                    <a:gd name="connsiteX1" fmla="*/ 2362 w 73335"/>
                    <a:gd name="connsiteY1" fmla="*/ 15893 h 57072"/>
                    <a:gd name="connsiteX2" fmla="*/ 2362 w 73335"/>
                    <a:gd name="connsiteY2" fmla="*/ 1904 h 57072"/>
                    <a:gd name="connsiteX3" fmla="*/ 14603 w 73335"/>
                    <a:gd name="connsiteY3" fmla="*/ 1904 h 57072"/>
                    <a:gd name="connsiteX4" fmla="*/ 46954 w 73335"/>
                    <a:gd name="connsiteY4" fmla="*/ 19390 h 57072"/>
                    <a:gd name="connsiteX5" fmla="*/ 61818 w 73335"/>
                    <a:gd name="connsiteY5" fmla="*/ 29008 h 57072"/>
                    <a:gd name="connsiteX6" fmla="*/ 71436 w 73335"/>
                    <a:gd name="connsiteY6" fmla="*/ 39501 h 57072"/>
                    <a:gd name="connsiteX7" fmla="*/ 71436 w 73335"/>
                    <a:gd name="connsiteY7" fmla="*/ 50867 h 57072"/>
                    <a:gd name="connsiteX8" fmla="*/ 59195 w 73335"/>
                    <a:gd name="connsiteY8" fmla="*/ 56987 h 57072"/>
                    <a:gd name="connsiteX9" fmla="*/ 45205 w 73335"/>
                    <a:gd name="connsiteY9" fmla="*/ 51741 h 5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35" h="57072">
                      <a:moveTo>
                        <a:pt x="27718" y="36003"/>
                      </a:moveTo>
                      <a:cubicBezTo>
                        <a:pt x="20724" y="29883"/>
                        <a:pt x="8483" y="26385"/>
                        <a:pt x="2362" y="15893"/>
                      </a:cubicBezTo>
                      <a:cubicBezTo>
                        <a:pt x="-846" y="11784"/>
                        <a:pt x="-846" y="6013"/>
                        <a:pt x="2362" y="1904"/>
                      </a:cubicBezTo>
                      <a:cubicBezTo>
                        <a:pt x="6017" y="-728"/>
                        <a:pt x="10949" y="-728"/>
                        <a:pt x="14603" y="1904"/>
                      </a:cubicBezTo>
                      <a:cubicBezTo>
                        <a:pt x="26092" y="6328"/>
                        <a:pt x="36960" y="12203"/>
                        <a:pt x="46954" y="19390"/>
                      </a:cubicBezTo>
                      <a:lnTo>
                        <a:pt x="61818" y="29008"/>
                      </a:lnTo>
                      <a:cubicBezTo>
                        <a:pt x="65665" y="31859"/>
                        <a:pt x="68926" y="35426"/>
                        <a:pt x="71436" y="39501"/>
                      </a:cubicBezTo>
                      <a:cubicBezTo>
                        <a:pt x="73910" y="42884"/>
                        <a:pt x="73910" y="47483"/>
                        <a:pt x="71436" y="50867"/>
                      </a:cubicBezTo>
                      <a:cubicBezTo>
                        <a:pt x="68699" y="54898"/>
                        <a:pt x="64065" y="57215"/>
                        <a:pt x="59195" y="56987"/>
                      </a:cubicBezTo>
                      <a:cubicBezTo>
                        <a:pt x="54133" y="56585"/>
                        <a:pt x="49289" y="54767"/>
                        <a:pt x="45205" y="51741"/>
                      </a:cubicBezTo>
                      <a:close/>
                    </a:path>
                  </a:pathLst>
                </a:custGeom>
                <a:solidFill>
                  <a:srgbClr val="32325B"/>
                </a:solidFill>
                <a:ln w="87213" cap="flat">
                  <a:noFill/>
                  <a:prstDash val="solid"/>
                  <a:miter/>
                </a:ln>
              </p:spPr>
              <p:txBody>
                <a:bodyPr rtlCol="0" anchor="ctr"/>
                <a:lstStyle/>
                <a:p>
                  <a:endParaRPr lang="en-IN" dirty="0"/>
                </a:p>
              </p:txBody>
            </p:sp>
            <p:sp>
              <p:nvSpPr>
                <p:cNvPr id="2410" name="Freeform: Shape 2409">
                  <a:extLst>
                    <a:ext uri="{FF2B5EF4-FFF2-40B4-BE49-F238E27FC236}">
                      <a16:creationId xmlns:a16="http://schemas.microsoft.com/office/drawing/2014/main" id="{BC4BE9EE-795E-03CE-7C2A-B472D5C1DFF7}"/>
                    </a:ext>
                  </a:extLst>
                </p:cNvPr>
                <p:cNvSpPr/>
                <p:nvPr/>
              </p:nvSpPr>
              <p:spPr>
                <a:xfrm>
                  <a:off x="2473843" y="3979097"/>
                  <a:ext cx="60135" cy="41871"/>
                </a:xfrm>
                <a:custGeom>
                  <a:avLst/>
                  <a:gdLst>
                    <a:gd name="connsiteX0" fmla="*/ 35901 w 60135"/>
                    <a:gd name="connsiteY0" fmla="*/ 12754 h 41871"/>
                    <a:gd name="connsiteX1" fmla="*/ 57760 w 60135"/>
                    <a:gd name="connsiteY1" fmla="*/ 30241 h 41871"/>
                    <a:gd name="connsiteX2" fmla="*/ 57760 w 60135"/>
                    <a:gd name="connsiteY2" fmla="*/ 39858 h 41871"/>
                    <a:gd name="connsiteX3" fmla="*/ 49017 w 60135"/>
                    <a:gd name="connsiteY3" fmla="*/ 39858 h 41871"/>
                    <a:gd name="connsiteX4" fmla="*/ 39399 w 60135"/>
                    <a:gd name="connsiteY4" fmla="*/ 39858 h 41871"/>
                    <a:gd name="connsiteX5" fmla="*/ 2676 w 60135"/>
                    <a:gd name="connsiteY5" fmla="*/ 14503 h 41871"/>
                    <a:gd name="connsiteX6" fmla="*/ 2676 w 60135"/>
                    <a:gd name="connsiteY6" fmla="*/ 2261 h 41871"/>
                    <a:gd name="connsiteX7" fmla="*/ 14917 w 60135"/>
                    <a:gd name="connsiteY7" fmla="*/ 2261 h 41871"/>
                    <a:gd name="connsiteX8" fmla="*/ 35901 w 60135"/>
                    <a:gd name="connsiteY8" fmla="*/ 12754 h 41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35" h="41871">
                      <a:moveTo>
                        <a:pt x="35901" y="12754"/>
                      </a:moveTo>
                      <a:cubicBezTo>
                        <a:pt x="43884" y="17650"/>
                        <a:pt x="51229" y="23526"/>
                        <a:pt x="57760" y="30241"/>
                      </a:cubicBezTo>
                      <a:cubicBezTo>
                        <a:pt x="57760" y="30241"/>
                        <a:pt x="63006" y="35487"/>
                        <a:pt x="57760" y="39858"/>
                      </a:cubicBezTo>
                      <a:cubicBezTo>
                        <a:pt x="52514" y="44230"/>
                        <a:pt x="52514" y="39858"/>
                        <a:pt x="49017" y="39858"/>
                      </a:cubicBezTo>
                      <a:cubicBezTo>
                        <a:pt x="45878" y="40759"/>
                        <a:pt x="42538" y="40759"/>
                        <a:pt x="39399" y="39858"/>
                      </a:cubicBezTo>
                      <a:cubicBezTo>
                        <a:pt x="25986" y="33248"/>
                        <a:pt x="13614" y="24706"/>
                        <a:pt x="2676" y="14503"/>
                      </a:cubicBezTo>
                      <a:cubicBezTo>
                        <a:pt x="2676" y="14503"/>
                        <a:pt x="-3444" y="7508"/>
                        <a:pt x="2676" y="2261"/>
                      </a:cubicBezTo>
                      <a:cubicBezTo>
                        <a:pt x="8796" y="-2984"/>
                        <a:pt x="10545" y="2261"/>
                        <a:pt x="14917" y="2261"/>
                      </a:cubicBezTo>
                      <a:cubicBezTo>
                        <a:pt x="19289" y="2261"/>
                        <a:pt x="28906" y="10131"/>
                        <a:pt x="35901" y="12754"/>
                      </a:cubicBezTo>
                      <a:close/>
                    </a:path>
                  </a:pathLst>
                </a:custGeom>
                <a:solidFill>
                  <a:srgbClr val="292953"/>
                </a:solidFill>
                <a:ln w="87213" cap="flat">
                  <a:noFill/>
                  <a:prstDash val="solid"/>
                  <a:miter/>
                </a:ln>
              </p:spPr>
              <p:txBody>
                <a:bodyPr rtlCol="0" anchor="ctr"/>
                <a:lstStyle/>
                <a:p>
                  <a:endParaRPr lang="en-IN" dirty="0"/>
                </a:p>
              </p:txBody>
            </p:sp>
            <p:sp>
              <p:nvSpPr>
                <p:cNvPr id="2411" name="Freeform: Shape 2410">
                  <a:extLst>
                    <a:ext uri="{FF2B5EF4-FFF2-40B4-BE49-F238E27FC236}">
                      <a16:creationId xmlns:a16="http://schemas.microsoft.com/office/drawing/2014/main" id="{89E22E71-21B9-CB51-70F8-B9CCE130AF63}"/>
                    </a:ext>
                  </a:extLst>
                </p:cNvPr>
                <p:cNvSpPr/>
                <p:nvPr/>
              </p:nvSpPr>
              <p:spPr>
                <a:xfrm>
                  <a:off x="2485209" y="3985120"/>
                  <a:ext cx="47894" cy="32836"/>
                </a:xfrm>
                <a:custGeom>
                  <a:avLst/>
                  <a:gdLst>
                    <a:gd name="connsiteX0" fmla="*/ 16666 w 47894"/>
                    <a:gd name="connsiteY0" fmla="*/ 21594 h 32836"/>
                    <a:gd name="connsiteX1" fmla="*/ 2676 w 47894"/>
                    <a:gd name="connsiteY1" fmla="*/ 11102 h 32836"/>
                    <a:gd name="connsiteX2" fmla="*/ 2676 w 47894"/>
                    <a:gd name="connsiteY2" fmla="*/ 1484 h 32836"/>
                    <a:gd name="connsiteX3" fmla="*/ 13168 w 47894"/>
                    <a:gd name="connsiteY3" fmla="*/ 1484 h 32836"/>
                    <a:gd name="connsiteX4" fmla="*/ 45519 w 47894"/>
                    <a:gd name="connsiteY4" fmla="*/ 21594 h 32836"/>
                    <a:gd name="connsiteX5" fmla="*/ 45519 w 47894"/>
                    <a:gd name="connsiteY5" fmla="*/ 31212 h 32836"/>
                    <a:gd name="connsiteX6" fmla="*/ 35901 w 47894"/>
                    <a:gd name="connsiteY6" fmla="*/ 31212 h 32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94" h="32836">
                      <a:moveTo>
                        <a:pt x="16666" y="21594"/>
                      </a:moveTo>
                      <a:lnTo>
                        <a:pt x="2676" y="11102"/>
                      </a:lnTo>
                      <a:cubicBezTo>
                        <a:pt x="2676" y="11102"/>
                        <a:pt x="-3444" y="4982"/>
                        <a:pt x="2676" y="1484"/>
                      </a:cubicBezTo>
                      <a:cubicBezTo>
                        <a:pt x="8796" y="-2013"/>
                        <a:pt x="9671" y="1484"/>
                        <a:pt x="13168" y="1484"/>
                      </a:cubicBezTo>
                      <a:lnTo>
                        <a:pt x="45519" y="21594"/>
                      </a:lnTo>
                      <a:cubicBezTo>
                        <a:pt x="45519" y="21594"/>
                        <a:pt x="50765" y="27714"/>
                        <a:pt x="45519" y="31212"/>
                      </a:cubicBezTo>
                      <a:cubicBezTo>
                        <a:pt x="40273" y="34709"/>
                        <a:pt x="39398" y="31212"/>
                        <a:pt x="35901" y="31212"/>
                      </a:cubicBezTo>
                      <a:close/>
                    </a:path>
                  </a:pathLst>
                </a:custGeom>
                <a:solidFill>
                  <a:srgbClr val="252550"/>
                </a:solidFill>
                <a:ln w="87213" cap="flat">
                  <a:noFill/>
                  <a:prstDash val="solid"/>
                  <a:miter/>
                </a:ln>
              </p:spPr>
              <p:txBody>
                <a:bodyPr rtlCol="0" anchor="ctr"/>
                <a:lstStyle/>
                <a:p>
                  <a:endParaRPr lang="en-IN" dirty="0"/>
                </a:p>
              </p:txBody>
            </p:sp>
            <p:sp>
              <p:nvSpPr>
                <p:cNvPr id="2412" name="Freeform: Shape 2411">
                  <a:extLst>
                    <a:ext uri="{FF2B5EF4-FFF2-40B4-BE49-F238E27FC236}">
                      <a16:creationId xmlns:a16="http://schemas.microsoft.com/office/drawing/2014/main" id="{96BA736B-5F6F-097D-E230-C5839AB146C0}"/>
                    </a:ext>
                  </a:extLst>
                </p:cNvPr>
                <p:cNvSpPr/>
                <p:nvPr/>
              </p:nvSpPr>
              <p:spPr>
                <a:xfrm>
                  <a:off x="2493176" y="3989189"/>
                  <a:ext cx="26230" cy="23716"/>
                </a:xfrm>
                <a:custGeom>
                  <a:avLst/>
                  <a:gdLst>
                    <a:gd name="connsiteX0" fmla="*/ 13945 w 26230"/>
                    <a:gd name="connsiteY0" fmla="*/ 7908 h 23716"/>
                    <a:gd name="connsiteX1" fmla="*/ 26186 w 26230"/>
                    <a:gd name="connsiteY1" fmla="*/ 16652 h 23716"/>
                    <a:gd name="connsiteX2" fmla="*/ 26186 w 26230"/>
                    <a:gd name="connsiteY2" fmla="*/ 23646 h 23716"/>
                    <a:gd name="connsiteX3" fmla="*/ -44 w 26230"/>
                    <a:gd name="connsiteY3" fmla="*/ 6159 h 23716"/>
                    <a:gd name="connsiteX4" fmla="*/ -44 w 26230"/>
                    <a:gd name="connsiteY4" fmla="*/ 914 h 23716"/>
                    <a:gd name="connsiteX5" fmla="*/ 6076 w 26230"/>
                    <a:gd name="connsiteY5" fmla="*/ 914 h 23716"/>
                    <a:gd name="connsiteX6" fmla="*/ 19191 w 26230"/>
                    <a:gd name="connsiteY6" fmla="*/ 8782 h 2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30" h="23716">
                      <a:moveTo>
                        <a:pt x="13945" y="7908"/>
                      </a:moveTo>
                      <a:cubicBezTo>
                        <a:pt x="18168" y="10610"/>
                        <a:pt x="22260" y="13530"/>
                        <a:pt x="26186" y="16652"/>
                      </a:cubicBezTo>
                      <a:lnTo>
                        <a:pt x="26186" y="23646"/>
                      </a:lnTo>
                      <a:cubicBezTo>
                        <a:pt x="16804" y="18846"/>
                        <a:pt x="8000" y="12980"/>
                        <a:pt x="-44" y="6159"/>
                      </a:cubicBezTo>
                      <a:cubicBezTo>
                        <a:pt x="-44" y="6159"/>
                        <a:pt x="-44" y="6159"/>
                        <a:pt x="-44" y="914"/>
                      </a:cubicBezTo>
                      <a:cubicBezTo>
                        <a:pt x="1783" y="-398"/>
                        <a:pt x="4249" y="-398"/>
                        <a:pt x="6076" y="914"/>
                      </a:cubicBezTo>
                      <a:lnTo>
                        <a:pt x="19191" y="8782"/>
                      </a:lnTo>
                      <a:close/>
                    </a:path>
                  </a:pathLst>
                </a:custGeom>
                <a:solidFill>
                  <a:srgbClr val="21214D"/>
                </a:solidFill>
                <a:ln w="87213" cap="flat">
                  <a:noFill/>
                  <a:prstDash val="solid"/>
                  <a:miter/>
                </a:ln>
              </p:spPr>
              <p:txBody>
                <a:bodyPr rtlCol="0" anchor="ctr"/>
                <a:lstStyle/>
                <a:p>
                  <a:endParaRPr lang="en-IN" dirty="0"/>
                </a:p>
              </p:txBody>
            </p:sp>
          </p:grpSp>
          <p:sp>
            <p:nvSpPr>
              <p:cNvPr id="2413" name="Freeform: Shape 2412">
                <a:extLst>
                  <a:ext uri="{FF2B5EF4-FFF2-40B4-BE49-F238E27FC236}">
                    <a16:creationId xmlns:a16="http://schemas.microsoft.com/office/drawing/2014/main" id="{7C16E96E-F4A0-1ECC-6E35-03193E510FE7}"/>
                  </a:ext>
                </a:extLst>
              </p:cNvPr>
              <p:cNvSpPr/>
              <p:nvPr/>
            </p:nvSpPr>
            <p:spPr>
              <a:xfrm>
                <a:off x="2442844" y="3946565"/>
                <a:ext cx="126018" cy="100933"/>
              </a:xfrm>
              <a:custGeom>
                <a:avLst/>
                <a:gdLst>
                  <a:gd name="connsiteX0" fmla="*/ 121109 w 126018"/>
                  <a:gd name="connsiteY0" fmla="*/ 88129 h 100933"/>
                  <a:gd name="connsiteX1" fmla="*/ 83757 w 126018"/>
                  <a:gd name="connsiteY1" fmla="*/ 96733 h 100933"/>
                  <a:gd name="connsiteX2" fmla="*/ 82638 w 126018"/>
                  <a:gd name="connsiteY2" fmla="*/ 95998 h 100933"/>
                  <a:gd name="connsiteX3" fmla="*/ 12690 w 126018"/>
                  <a:gd name="connsiteY3" fmla="*/ 51406 h 100933"/>
                  <a:gd name="connsiteX4" fmla="*/ 4087 w 126018"/>
                  <a:gd name="connsiteY4" fmla="*/ 14054 h 100933"/>
                  <a:gd name="connsiteX5" fmla="*/ 4821 w 126018"/>
                  <a:gd name="connsiteY5" fmla="*/ 12935 h 100933"/>
                  <a:gd name="connsiteX6" fmla="*/ 4821 w 126018"/>
                  <a:gd name="connsiteY6" fmla="*/ 12935 h 100933"/>
                  <a:gd name="connsiteX7" fmla="*/ 43292 w 126018"/>
                  <a:gd name="connsiteY7" fmla="*/ 4192 h 100933"/>
                  <a:gd name="connsiteX8" fmla="*/ 113240 w 126018"/>
                  <a:gd name="connsiteY8" fmla="*/ 49658 h 100933"/>
                  <a:gd name="connsiteX9" fmla="*/ 121843 w 126018"/>
                  <a:gd name="connsiteY9" fmla="*/ 87010 h 100933"/>
                  <a:gd name="connsiteX10" fmla="*/ 121109 w 126018"/>
                  <a:gd name="connsiteY10" fmla="*/ 88129 h 10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018" h="100933">
                    <a:moveTo>
                      <a:pt x="121109" y="88129"/>
                    </a:moveTo>
                    <a:cubicBezTo>
                      <a:pt x="113170" y="100824"/>
                      <a:pt x="96444" y="104671"/>
                      <a:pt x="83757" y="96733"/>
                    </a:cubicBezTo>
                    <a:cubicBezTo>
                      <a:pt x="83381" y="96496"/>
                      <a:pt x="83005" y="96252"/>
                      <a:pt x="82638" y="95998"/>
                    </a:cubicBezTo>
                    <a:lnTo>
                      <a:pt x="12690" y="51406"/>
                    </a:lnTo>
                    <a:cubicBezTo>
                      <a:pt x="-5" y="43467"/>
                      <a:pt x="-3853" y="26741"/>
                      <a:pt x="4087" y="14054"/>
                    </a:cubicBezTo>
                    <a:cubicBezTo>
                      <a:pt x="4323" y="13679"/>
                      <a:pt x="4568" y="13302"/>
                      <a:pt x="4821" y="12935"/>
                    </a:cubicBezTo>
                    <a:lnTo>
                      <a:pt x="4821" y="12935"/>
                    </a:lnTo>
                    <a:cubicBezTo>
                      <a:pt x="13057" y="-66"/>
                      <a:pt x="30247" y="-3966"/>
                      <a:pt x="43292" y="4192"/>
                    </a:cubicBezTo>
                    <a:lnTo>
                      <a:pt x="113240" y="49658"/>
                    </a:lnTo>
                    <a:cubicBezTo>
                      <a:pt x="125936" y="57597"/>
                      <a:pt x="129783" y="74323"/>
                      <a:pt x="121843" y="87010"/>
                    </a:cubicBezTo>
                    <a:cubicBezTo>
                      <a:pt x="121608" y="87386"/>
                      <a:pt x="121362" y="87762"/>
                      <a:pt x="121109" y="88129"/>
                    </a:cubicBezTo>
                    <a:close/>
                  </a:path>
                </a:pathLst>
              </a:custGeom>
              <a:solidFill>
                <a:srgbClr val="3A3A3A"/>
              </a:solidFill>
              <a:ln w="87213" cap="flat">
                <a:noFill/>
                <a:prstDash val="solid"/>
                <a:miter/>
              </a:ln>
            </p:spPr>
            <p:txBody>
              <a:bodyPr rtlCol="0" anchor="ctr"/>
              <a:lstStyle/>
              <a:p>
                <a:endParaRPr lang="en-IN" dirty="0"/>
              </a:p>
            </p:txBody>
          </p:sp>
          <p:sp>
            <p:nvSpPr>
              <p:cNvPr id="2414" name="Freeform: Shape 2413">
                <a:extLst>
                  <a:ext uri="{FF2B5EF4-FFF2-40B4-BE49-F238E27FC236}">
                    <a16:creationId xmlns:a16="http://schemas.microsoft.com/office/drawing/2014/main" id="{252D978C-F9DD-2130-AEDB-45D151D9A909}"/>
                  </a:ext>
                </a:extLst>
              </p:cNvPr>
              <p:cNvSpPr/>
              <p:nvPr/>
            </p:nvSpPr>
            <p:spPr>
              <a:xfrm>
                <a:off x="2440445" y="3945434"/>
                <a:ext cx="125191" cy="99093"/>
              </a:xfrm>
              <a:custGeom>
                <a:avLst/>
                <a:gdLst>
                  <a:gd name="connsiteX0" fmla="*/ 120886 w 125191"/>
                  <a:gd name="connsiteY0" fmla="*/ 86636 h 99093"/>
                  <a:gd name="connsiteX1" fmla="*/ 82415 w 125191"/>
                  <a:gd name="connsiteY1" fmla="*/ 94506 h 99093"/>
                  <a:gd name="connsiteX2" fmla="*/ 11593 w 125191"/>
                  <a:gd name="connsiteY2" fmla="*/ 49039 h 99093"/>
                  <a:gd name="connsiteX3" fmla="*/ 3724 w 125191"/>
                  <a:gd name="connsiteY3" fmla="*/ 12317 h 99093"/>
                  <a:gd name="connsiteX4" fmla="*/ 3724 w 125191"/>
                  <a:gd name="connsiteY4" fmla="*/ 12317 h 99093"/>
                  <a:gd name="connsiteX5" fmla="*/ 42195 w 125191"/>
                  <a:gd name="connsiteY5" fmla="*/ 4448 h 99093"/>
                  <a:gd name="connsiteX6" fmla="*/ 112143 w 125191"/>
                  <a:gd name="connsiteY6" fmla="*/ 49914 h 99093"/>
                  <a:gd name="connsiteX7" fmla="*/ 120886 w 125191"/>
                  <a:gd name="connsiteY7" fmla="*/ 88385 h 9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90" h="99093">
                    <a:moveTo>
                      <a:pt x="120886" y="86636"/>
                    </a:moveTo>
                    <a:cubicBezTo>
                      <a:pt x="112361" y="99332"/>
                      <a:pt x="95233" y="102829"/>
                      <a:pt x="82415" y="94506"/>
                    </a:cubicBezTo>
                    <a:lnTo>
                      <a:pt x="11593" y="49039"/>
                    </a:lnTo>
                    <a:cubicBezTo>
                      <a:pt x="-80" y="40637"/>
                      <a:pt x="-3481" y="24759"/>
                      <a:pt x="3724" y="12317"/>
                    </a:cubicBezTo>
                    <a:lnTo>
                      <a:pt x="3724" y="12317"/>
                    </a:lnTo>
                    <a:cubicBezTo>
                      <a:pt x="12248" y="-379"/>
                      <a:pt x="29377" y="-3876"/>
                      <a:pt x="42195" y="4448"/>
                    </a:cubicBezTo>
                    <a:lnTo>
                      <a:pt x="112143" y="49914"/>
                    </a:lnTo>
                    <a:cubicBezTo>
                      <a:pt x="125144" y="58150"/>
                      <a:pt x="129044" y="75340"/>
                      <a:pt x="120886" y="88385"/>
                    </a:cubicBezTo>
                    <a:close/>
                  </a:path>
                </a:pathLst>
              </a:custGeom>
              <a:solidFill>
                <a:srgbClr val="636363"/>
              </a:solidFill>
              <a:ln w="87213" cap="flat">
                <a:noFill/>
                <a:prstDash val="solid"/>
                <a:miter/>
              </a:ln>
            </p:spPr>
            <p:txBody>
              <a:bodyPr rtlCol="0" anchor="ctr"/>
              <a:lstStyle/>
              <a:p>
                <a:endParaRPr lang="en-IN" dirty="0"/>
              </a:p>
            </p:txBody>
          </p:sp>
          <p:sp>
            <p:nvSpPr>
              <p:cNvPr id="2415" name="Freeform: Shape 2414">
                <a:extLst>
                  <a:ext uri="{FF2B5EF4-FFF2-40B4-BE49-F238E27FC236}">
                    <a16:creationId xmlns:a16="http://schemas.microsoft.com/office/drawing/2014/main" id="{7756C498-AC91-FAEF-3806-C28B2BA49DF3}"/>
                  </a:ext>
                </a:extLst>
              </p:cNvPr>
              <p:cNvSpPr/>
              <p:nvPr/>
            </p:nvSpPr>
            <p:spPr>
              <a:xfrm>
                <a:off x="2441443" y="3945691"/>
                <a:ext cx="125941" cy="100935"/>
              </a:xfrm>
              <a:custGeom>
                <a:avLst/>
                <a:gdLst>
                  <a:gd name="connsiteX0" fmla="*/ 121636 w 125941"/>
                  <a:gd name="connsiteY0" fmla="*/ 88129 h 100935"/>
                  <a:gd name="connsiteX1" fmla="*/ 84284 w 125941"/>
                  <a:gd name="connsiteY1" fmla="*/ 96741 h 100935"/>
                  <a:gd name="connsiteX2" fmla="*/ 83164 w 125941"/>
                  <a:gd name="connsiteY2" fmla="*/ 95998 h 100935"/>
                  <a:gd name="connsiteX3" fmla="*/ 12343 w 125941"/>
                  <a:gd name="connsiteY3" fmla="*/ 51406 h 100935"/>
                  <a:gd name="connsiteX4" fmla="*/ 4473 w 125941"/>
                  <a:gd name="connsiteY4" fmla="*/ 12935 h 100935"/>
                  <a:gd name="connsiteX5" fmla="*/ 4473 w 125941"/>
                  <a:gd name="connsiteY5" fmla="*/ 12935 h 100935"/>
                  <a:gd name="connsiteX6" fmla="*/ 42945 w 125941"/>
                  <a:gd name="connsiteY6" fmla="*/ 4192 h 100935"/>
                  <a:gd name="connsiteX7" fmla="*/ 112892 w 125941"/>
                  <a:gd name="connsiteY7" fmla="*/ 49657 h 100935"/>
                  <a:gd name="connsiteX8" fmla="*/ 121636 w 125941"/>
                  <a:gd name="connsiteY8" fmla="*/ 88129 h 100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41" h="100935">
                    <a:moveTo>
                      <a:pt x="121636" y="88129"/>
                    </a:moveTo>
                    <a:cubicBezTo>
                      <a:pt x="113697" y="100824"/>
                      <a:pt x="96970" y="104671"/>
                      <a:pt x="84284" y="96741"/>
                    </a:cubicBezTo>
                    <a:cubicBezTo>
                      <a:pt x="83908" y="96496"/>
                      <a:pt x="83532" y="96251"/>
                      <a:pt x="83164" y="95998"/>
                    </a:cubicBezTo>
                    <a:lnTo>
                      <a:pt x="12343" y="51406"/>
                    </a:lnTo>
                    <a:cubicBezTo>
                      <a:pt x="-353" y="42881"/>
                      <a:pt x="-3850" y="25753"/>
                      <a:pt x="4473" y="12935"/>
                    </a:cubicBezTo>
                    <a:lnTo>
                      <a:pt x="4473" y="12935"/>
                    </a:lnTo>
                    <a:cubicBezTo>
                      <a:pt x="12710" y="-67"/>
                      <a:pt x="29899" y="-3966"/>
                      <a:pt x="42945" y="4192"/>
                    </a:cubicBezTo>
                    <a:lnTo>
                      <a:pt x="112892" y="49657"/>
                    </a:lnTo>
                    <a:cubicBezTo>
                      <a:pt x="125894" y="57894"/>
                      <a:pt x="129793" y="75084"/>
                      <a:pt x="121636" y="88129"/>
                    </a:cubicBezTo>
                    <a:close/>
                  </a:path>
                </a:pathLst>
              </a:custGeom>
              <a:solidFill>
                <a:srgbClr val="E8EAEA">
                  <a:alpha val="20000"/>
                </a:srgbClr>
              </a:solidFill>
              <a:ln w="87213" cap="flat">
                <a:noFill/>
                <a:prstDash val="solid"/>
                <a:miter/>
              </a:ln>
            </p:spPr>
            <p:txBody>
              <a:bodyPr rtlCol="0" anchor="ctr"/>
              <a:lstStyle/>
              <a:p>
                <a:endParaRPr lang="en-IN" dirty="0"/>
              </a:p>
            </p:txBody>
          </p:sp>
          <p:sp>
            <p:nvSpPr>
              <p:cNvPr id="2416" name="Freeform: Shape 2415">
                <a:extLst>
                  <a:ext uri="{FF2B5EF4-FFF2-40B4-BE49-F238E27FC236}">
                    <a16:creationId xmlns:a16="http://schemas.microsoft.com/office/drawing/2014/main" id="{7459DA97-25BB-7D0C-E947-EA48362BB659}"/>
                  </a:ext>
                </a:extLst>
              </p:cNvPr>
              <p:cNvSpPr/>
              <p:nvPr/>
            </p:nvSpPr>
            <p:spPr>
              <a:xfrm>
                <a:off x="2441443" y="3945691"/>
                <a:ext cx="125941" cy="100935"/>
              </a:xfrm>
              <a:custGeom>
                <a:avLst/>
                <a:gdLst>
                  <a:gd name="connsiteX0" fmla="*/ 121636 w 125941"/>
                  <a:gd name="connsiteY0" fmla="*/ 88129 h 100935"/>
                  <a:gd name="connsiteX1" fmla="*/ 84284 w 125941"/>
                  <a:gd name="connsiteY1" fmla="*/ 96741 h 100935"/>
                  <a:gd name="connsiteX2" fmla="*/ 83164 w 125941"/>
                  <a:gd name="connsiteY2" fmla="*/ 95998 h 100935"/>
                  <a:gd name="connsiteX3" fmla="*/ 12343 w 125941"/>
                  <a:gd name="connsiteY3" fmla="*/ 51406 h 100935"/>
                  <a:gd name="connsiteX4" fmla="*/ 4473 w 125941"/>
                  <a:gd name="connsiteY4" fmla="*/ 12935 h 100935"/>
                  <a:gd name="connsiteX5" fmla="*/ 4473 w 125941"/>
                  <a:gd name="connsiteY5" fmla="*/ 12935 h 100935"/>
                  <a:gd name="connsiteX6" fmla="*/ 42945 w 125941"/>
                  <a:gd name="connsiteY6" fmla="*/ 4192 h 100935"/>
                  <a:gd name="connsiteX7" fmla="*/ 112892 w 125941"/>
                  <a:gd name="connsiteY7" fmla="*/ 49657 h 100935"/>
                  <a:gd name="connsiteX8" fmla="*/ 121636 w 125941"/>
                  <a:gd name="connsiteY8" fmla="*/ 88129 h 100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41" h="100935">
                    <a:moveTo>
                      <a:pt x="121636" y="88129"/>
                    </a:moveTo>
                    <a:cubicBezTo>
                      <a:pt x="113697" y="100824"/>
                      <a:pt x="96970" y="104671"/>
                      <a:pt x="84284" y="96741"/>
                    </a:cubicBezTo>
                    <a:cubicBezTo>
                      <a:pt x="83908" y="96496"/>
                      <a:pt x="83532" y="96251"/>
                      <a:pt x="83164" y="95998"/>
                    </a:cubicBezTo>
                    <a:lnTo>
                      <a:pt x="12343" y="51406"/>
                    </a:lnTo>
                    <a:cubicBezTo>
                      <a:pt x="-353" y="42881"/>
                      <a:pt x="-3850" y="25753"/>
                      <a:pt x="4473" y="12935"/>
                    </a:cubicBezTo>
                    <a:lnTo>
                      <a:pt x="4473" y="12935"/>
                    </a:lnTo>
                    <a:cubicBezTo>
                      <a:pt x="12710" y="-67"/>
                      <a:pt x="29899" y="-3966"/>
                      <a:pt x="42945" y="4192"/>
                    </a:cubicBezTo>
                    <a:lnTo>
                      <a:pt x="112892" y="49657"/>
                    </a:lnTo>
                    <a:cubicBezTo>
                      <a:pt x="125894" y="57894"/>
                      <a:pt x="129793" y="75084"/>
                      <a:pt x="121636" y="88129"/>
                    </a:cubicBezTo>
                    <a:close/>
                  </a:path>
                </a:pathLst>
              </a:custGeom>
              <a:gradFill>
                <a:gsLst>
                  <a:gs pos="0">
                    <a:srgbClr val="FFFFFF"/>
                  </a:gs>
                  <a:gs pos="50000">
                    <a:srgbClr val="7F7F7F"/>
                  </a:gs>
                  <a:gs pos="100000">
                    <a:srgbClr val="000000"/>
                  </a:gs>
                </a:gsLst>
                <a:lin ang="1964114" scaled="1"/>
              </a:gradFill>
              <a:ln w="87213" cap="flat">
                <a:noFill/>
                <a:prstDash val="solid"/>
                <a:miter/>
              </a:ln>
            </p:spPr>
            <p:txBody>
              <a:bodyPr rtlCol="0" anchor="ctr"/>
              <a:lstStyle/>
              <a:p>
                <a:endParaRPr lang="en-IN" dirty="0"/>
              </a:p>
            </p:txBody>
          </p:sp>
          <p:grpSp>
            <p:nvGrpSpPr>
              <p:cNvPr id="2417" name="Graphic 15">
                <a:extLst>
                  <a:ext uri="{FF2B5EF4-FFF2-40B4-BE49-F238E27FC236}">
                    <a16:creationId xmlns:a16="http://schemas.microsoft.com/office/drawing/2014/main" id="{648ACE61-8286-9B93-A4BA-3AEC57266C4C}"/>
                  </a:ext>
                </a:extLst>
              </p:cNvPr>
              <p:cNvGrpSpPr/>
              <p:nvPr/>
            </p:nvGrpSpPr>
            <p:grpSpPr>
              <a:xfrm>
                <a:off x="2896472" y="4326127"/>
                <a:ext cx="193956" cy="214067"/>
                <a:chOff x="2896472" y="4326127"/>
                <a:chExt cx="193956" cy="214067"/>
              </a:xfrm>
            </p:grpSpPr>
            <p:sp>
              <p:nvSpPr>
                <p:cNvPr id="2418" name="Freeform: Shape 2417">
                  <a:extLst>
                    <a:ext uri="{FF2B5EF4-FFF2-40B4-BE49-F238E27FC236}">
                      <a16:creationId xmlns:a16="http://schemas.microsoft.com/office/drawing/2014/main" id="{B294A3EF-5118-A657-2511-C4E438129500}"/>
                    </a:ext>
                  </a:extLst>
                </p:cNvPr>
                <p:cNvSpPr/>
                <p:nvPr/>
              </p:nvSpPr>
              <p:spPr>
                <a:xfrm>
                  <a:off x="2896472" y="4326127"/>
                  <a:ext cx="193956" cy="214067"/>
                </a:xfrm>
                <a:custGeom>
                  <a:avLst/>
                  <a:gdLst>
                    <a:gd name="connsiteX0" fmla="*/ 156241 w 193956"/>
                    <a:gd name="connsiteY0" fmla="*/ 148363 h 214067"/>
                    <a:gd name="connsiteX1" fmla="*/ 125639 w 193956"/>
                    <a:gd name="connsiteY1" fmla="*/ 190331 h 214067"/>
                    <a:gd name="connsiteX2" fmla="*/ 87168 w 193956"/>
                    <a:gd name="connsiteY2" fmla="*/ 213064 h 214067"/>
                    <a:gd name="connsiteX3" fmla="*/ 42577 w 193956"/>
                    <a:gd name="connsiteY3" fmla="*/ 206069 h 214067"/>
                    <a:gd name="connsiteX4" fmla="*/ 9351 w 193956"/>
                    <a:gd name="connsiteY4" fmla="*/ 176342 h 214067"/>
                    <a:gd name="connsiteX5" fmla="*/ 1482 w 193956"/>
                    <a:gd name="connsiteY5" fmla="*/ 130875 h 214067"/>
                    <a:gd name="connsiteX6" fmla="*/ 47823 w 193956"/>
                    <a:gd name="connsiteY6" fmla="*/ 43441 h 214067"/>
                    <a:gd name="connsiteX7" fmla="*/ 68807 w 193956"/>
                    <a:gd name="connsiteY7" fmla="*/ 19834 h 214067"/>
                    <a:gd name="connsiteX8" fmla="*/ 156241 w 193956"/>
                    <a:gd name="connsiteY8" fmla="*/ 12839 h 214067"/>
                    <a:gd name="connsiteX9" fmla="*/ 188592 w 193956"/>
                    <a:gd name="connsiteY9" fmla="*/ 46064 h 214067"/>
                    <a:gd name="connsiteX10" fmla="*/ 193838 w 193956"/>
                    <a:gd name="connsiteY10" fmla="*/ 71420 h 214067"/>
                    <a:gd name="connsiteX11" fmla="*/ 173729 w 193956"/>
                    <a:gd name="connsiteY11" fmla="*/ 129127 h 21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956" h="214067">
                      <a:moveTo>
                        <a:pt x="156241" y="148363"/>
                      </a:moveTo>
                      <a:cubicBezTo>
                        <a:pt x="147577" y="163410"/>
                        <a:pt x="137320" y="177487"/>
                        <a:pt x="125639" y="190331"/>
                      </a:cubicBezTo>
                      <a:cubicBezTo>
                        <a:pt x="115873" y="202178"/>
                        <a:pt x="102259" y="210222"/>
                        <a:pt x="87168" y="213064"/>
                      </a:cubicBezTo>
                      <a:cubicBezTo>
                        <a:pt x="71937" y="215529"/>
                        <a:pt x="56321" y="213081"/>
                        <a:pt x="42577" y="206069"/>
                      </a:cubicBezTo>
                      <a:cubicBezTo>
                        <a:pt x="29365" y="198847"/>
                        <a:pt x="17990" y="188670"/>
                        <a:pt x="9351" y="176342"/>
                      </a:cubicBezTo>
                      <a:cubicBezTo>
                        <a:pt x="713" y="162867"/>
                        <a:pt x="-2120" y="146473"/>
                        <a:pt x="1482" y="130875"/>
                      </a:cubicBezTo>
                      <a:cubicBezTo>
                        <a:pt x="10068" y="98586"/>
                        <a:pt x="25920" y="68674"/>
                        <a:pt x="47823" y="43441"/>
                      </a:cubicBezTo>
                      <a:cubicBezTo>
                        <a:pt x="54126" y="34986"/>
                        <a:pt x="61147" y="27091"/>
                        <a:pt x="68807" y="19834"/>
                      </a:cubicBezTo>
                      <a:cubicBezTo>
                        <a:pt x="92222" y="-3765"/>
                        <a:pt x="129364" y="-6738"/>
                        <a:pt x="156241" y="12839"/>
                      </a:cubicBezTo>
                      <a:cubicBezTo>
                        <a:pt x="169820" y="20804"/>
                        <a:pt x="180994" y="32284"/>
                        <a:pt x="188592" y="46064"/>
                      </a:cubicBezTo>
                      <a:cubicBezTo>
                        <a:pt x="192509" y="53924"/>
                        <a:pt x="194310" y="62659"/>
                        <a:pt x="193838" y="71420"/>
                      </a:cubicBezTo>
                      <a:cubicBezTo>
                        <a:pt x="192081" y="92037"/>
                        <a:pt x="185165" y="111884"/>
                        <a:pt x="173729" y="129127"/>
                      </a:cubicBezTo>
                      <a:close/>
                    </a:path>
                  </a:pathLst>
                </a:custGeom>
                <a:solidFill>
                  <a:srgbClr val="FBFBFC"/>
                </a:solidFill>
                <a:ln w="87213" cap="flat">
                  <a:noFill/>
                  <a:prstDash val="solid"/>
                  <a:miter/>
                </a:ln>
              </p:spPr>
              <p:txBody>
                <a:bodyPr rtlCol="0" anchor="ctr"/>
                <a:lstStyle/>
                <a:p>
                  <a:endParaRPr lang="en-IN" dirty="0"/>
                </a:p>
              </p:txBody>
            </p:sp>
            <p:sp>
              <p:nvSpPr>
                <p:cNvPr id="2419" name="Freeform: Shape 2418">
                  <a:extLst>
                    <a:ext uri="{FF2B5EF4-FFF2-40B4-BE49-F238E27FC236}">
                      <a16:creationId xmlns:a16="http://schemas.microsoft.com/office/drawing/2014/main" id="{D69E2AE1-6CAA-F2AB-C693-33EE8F657017}"/>
                    </a:ext>
                  </a:extLst>
                </p:cNvPr>
                <p:cNvSpPr/>
                <p:nvPr/>
              </p:nvSpPr>
              <p:spPr>
                <a:xfrm>
                  <a:off x="2988056" y="4353025"/>
                  <a:ext cx="93473" cy="175743"/>
                </a:xfrm>
                <a:custGeom>
                  <a:avLst/>
                  <a:gdLst>
                    <a:gd name="connsiteX0" fmla="*/ 74275 w 93473"/>
                    <a:gd name="connsiteY0" fmla="*/ -70 h 175743"/>
                    <a:gd name="connsiteX1" fmla="*/ 92636 w 93473"/>
                    <a:gd name="connsiteY1" fmla="*/ 52391 h 175743"/>
                    <a:gd name="connsiteX2" fmla="*/ 45422 w 93473"/>
                    <a:gd name="connsiteY2" fmla="*/ 139826 h 175743"/>
                    <a:gd name="connsiteX3" fmla="*/ 20065 w 93473"/>
                    <a:gd name="connsiteY3" fmla="*/ 166056 h 175743"/>
                    <a:gd name="connsiteX4" fmla="*/ -44 w 93473"/>
                    <a:gd name="connsiteY4" fmla="*/ 175674 h 175743"/>
                    <a:gd name="connsiteX5" fmla="*/ 14820 w 93473"/>
                    <a:gd name="connsiteY5" fmla="*/ 165182 h 175743"/>
                    <a:gd name="connsiteX6" fmla="*/ 49794 w 93473"/>
                    <a:gd name="connsiteY6" fmla="*/ 126711 h 175743"/>
                    <a:gd name="connsiteX7" fmla="*/ 64657 w 93473"/>
                    <a:gd name="connsiteY7" fmla="*/ 103977 h 175743"/>
                    <a:gd name="connsiteX8" fmla="*/ 85641 w 93473"/>
                    <a:gd name="connsiteY8" fmla="*/ 55889 h 175743"/>
                    <a:gd name="connsiteX9" fmla="*/ 76898 w 93473"/>
                    <a:gd name="connsiteY9" fmla="*/ 14794 h 175743"/>
                    <a:gd name="connsiteX10" fmla="*/ 71652 w 93473"/>
                    <a:gd name="connsiteY10" fmla="*/ 3427 h 175743"/>
                    <a:gd name="connsiteX11" fmla="*/ 74275 w 93473"/>
                    <a:gd name="connsiteY11" fmla="*/ -70 h 17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473" h="175743">
                      <a:moveTo>
                        <a:pt x="74275" y="-70"/>
                      </a:moveTo>
                      <a:cubicBezTo>
                        <a:pt x="88973" y="13124"/>
                        <a:pt x="95898" y="32911"/>
                        <a:pt x="92636" y="52391"/>
                      </a:cubicBezTo>
                      <a:cubicBezTo>
                        <a:pt x="82616" y="84279"/>
                        <a:pt x="66590" y="113953"/>
                        <a:pt x="45422" y="139826"/>
                      </a:cubicBezTo>
                      <a:cubicBezTo>
                        <a:pt x="39065" y="150379"/>
                        <a:pt x="30392" y="159350"/>
                        <a:pt x="20065" y="166056"/>
                      </a:cubicBezTo>
                      <a:cubicBezTo>
                        <a:pt x="14006" y="170462"/>
                        <a:pt x="7186" y="173724"/>
                        <a:pt x="-44" y="175674"/>
                      </a:cubicBezTo>
                      <a:cubicBezTo>
                        <a:pt x="4476" y="171599"/>
                        <a:pt x="9468" y="168076"/>
                        <a:pt x="14820" y="165182"/>
                      </a:cubicBezTo>
                      <a:cubicBezTo>
                        <a:pt x="28879" y="154768"/>
                        <a:pt x="40761" y="141697"/>
                        <a:pt x="49794" y="126711"/>
                      </a:cubicBezTo>
                      <a:cubicBezTo>
                        <a:pt x="55546" y="119690"/>
                        <a:pt x="60531" y="112065"/>
                        <a:pt x="64657" y="103977"/>
                      </a:cubicBezTo>
                      <a:cubicBezTo>
                        <a:pt x="72902" y="88519"/>
                        <a:pt x="79915" y="72439"/>
                        <a:pt x="85641" y="55889"/>
                      </a:cubicBezTo>
                      <a:cubicBezTo>
                        <a:pt x="88579" y="41567"/>
                        <a:pt x="85406" y="26676"/>
                        <a:pt x="76898" y="14794"/>
                      </a:cubicBezTo>
                      <a:cubicBezTo>
                        <a:pt x="74633" y="11262"/>
                        <a:pt x="72868" y="7441"/>
                        <a:pt x="71652" y="3427"/>
                      </a:cubicBezTo>
                      <a:lnTo>
                        <a:pt x="74275" y="-70"/>
                      </a:lnTo>
                      <a:close/>
                    </a:path>
                  </a:pathLst>
                </a:custGeom>
                <a:solidFill>
                  <a:srgbClr val="F9F9FA"/>
                </a:solidFill>
                <a:ln w="87213" cap="flat">
                  <a:noFill/>
                  <a:prstDash val="solid"/>
                  <a:miter/>
                </a:ln>
              </p:spPr>
              <p:txBody>
                <a:bodyPr rtlCol="0" anchor="ctr"/>
                <a:lstStyle/>
                <a:p>
                  <a:endParaRPr lang="en-IN" dirty="0"/>
                </a:p>
              </p:txBody>
            </p:sp>
            <p:sp>
              <p:nvSpPr>
                <p:cNvPr id="2420" name="Freeform: Shape 2419">
                  <a:extLst>
                    <a:ext uri="{FF2B5EF4-FFF2-40B4-BE49-F238E27FC236}">
                      <a16:creationId xmlns:a16="http://schemas.microsoft.com/office/drawing/2014/main" id="{2FC10377-8B62-FCC8-ADA8-903B93D25F12}"/>
                    </a:ext>
                  </a:extLst>
                </p:cNvPr>
                <p:cNvSpPr/>
                <p:nvPr/>
              </p:nvSpPr>
              <p:spPr>
                <a:xfrm>
                  <a:off x="2912245" y="4329746"/>
                  <a:ext cx="150129" cy="125578"/>
                </a:xfrm>
                <a:custGeom>
                  <a:avLst/>
                  <a:gdLst>
                    <a:gd name="connsiteX0" fmla="*/ 150085 w 150129"/>
                    <a:gd name="connsiteY0" fmla="*/ 23209 h 125578"/>
                    <a:gd name="connsiteX1" fmla="*/ 150085 w 150129"/>
                    <a:gd name="connsiteY1" fmla="*/ 23209 h 125578"/>
                    <a:gd name="connsiteX2" fmla="*/ 142217 w 150129"/>
                    <a:gd name="connsiteY2" fmla="*/ 23209 h 125578"/>
                    <a:gd name="connsiteX3" fmla="*/ 80137 w 150129"/>
                    <a:gd name="connsiteY3" fmla="*/ 12717 h 125578"/>
                    <a:gd name="connsiteX4" fmla="*/ 41667 w 150129"/>
                    <a:gd name="connsiteY4" fmla="*/ 46817 h 125578"/>
                    <a:gd name="connsiteX5" fmla="*/ 6693 w 150129"/>
                    <a:gd name="connsiteY5" fmla="*/ 102775 h 125578"/>
                    <a:gd name="connsiteX6" fmla="*/ 572 w 150129"/>
                    <a:gd name="connsiteY6" fmla="*/ 116764 h 125578"/>
                    <a:gd name="connsiteX7" fmla="*/ 572 w 150129"/>
                    <a:gd name="connsiteY7" fmla="*/ 125508 h 125578"/>
                    <a:gd name="connsiteX8" fmla="*/ 572 w 150129"/>
                    <a:gd name="connsiteY8" fmla="*/ 125508 h 125578"/>
                    <a:gd name="connsiteX9" fmla="*/ 572 w 150129"/>
                    <a:gd name="connsiteY9" fmla="*/ 125508 h 125578"/>
                    <a:gd name="connsiteX10" fmla="*/ 7567 w 150129"/>
                    <a:gd name="connsiteY10" fmla="*/ 99277 h 125578"/>
                    <a:gd name="connsiteX11" fmla="*/ 41667 w 150129"/>
                    <a:gd name="connsiteY11" fmla="*/ 42445 h 125578"/>
                    <a:gd name="connsiteX12" fmla="*/ 81012 w 150129"/>
                    <a:gd name="connsiteY12" fmla="*/ 4848 h 125578"/>
                    <a:gd name="connsiteX13" fmla="*/ 129101 w 150129"/>
                    <a:gd name="connsiteY13" fmla="*/ 4848 h 125578"/>
                    <a:gd name="connsiteX14" fmla="*/ 150085 w 150129"/>
                    <a:gd name="connsiteY14" fmla="*/ 23209 h 12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129" h="125577">
                      <a:moveTo>
                        <a:pt x="150085" y="23209"/>
                      </a:moveTo>
                      <a:lnTo>
                        <a:pt x="150085" y="23209"/>
                      </a:lnTo>
                      <a:cubicBezTo>
                        <a:pt x="150085" y="23209"/>
                        <a:pt x="143965" y="23209"/>
                        <a:pt x="142217" y="23209"/>
                      </a:cubicBezTo>
                      <a:cubicBezTo>
                        <a:pt x="124598" y="9508"/>
                        <a:pt x="101280" y="5565"/>
                        <a:pt x="80137" y="12717"/>
                      </a:cubicBezTo>
                      <a:cubicBezTo>
                        <a:pt x="64845" y="20945"/>
                        <a:pt x="51669" y="32618"/>
                        <a:pt x="41667" y="46817"/>
                      </a:cubicBezTo>
                      <a:cubicBezTo>
                        <a:pt x="28376" y="64400"/>
                        <a:pt x="16677" y="83128"/>
                        <a:pt x="6693" y="102775"/>
                      </a:cubicBezTo>
                      <a:cubicBezTo>
                        <a:pt x="4288" y="107269"/>
                        <a:pt x="2242" y="111947"/>
                        <a:pt x="572" y="116764"/>
                      </a:cubicBezTo>
                      <a:cubicBezTo>
                        <a:pt x="-250" y="119624"/>
                        <a:pt x="-250" y="122649"/>
                        <a:pt x="572" y="125508"/>
                      </a:cubicBezTo>
                      <a:cubicBezTo>
                        <a:pt x="572" y="125508"/>
                        <a:pt x="572" y="125508"/>
                        <a:pt x="572" y="125508"/>
                      </a:cubicBezTo>
                      <a:lnTo>
                        <a:pt x="572" y="125508"/>
                      </a:lnTo>
                      <a:cubicBezTo>
                        <a:pt x="572" y="115890"/>
                        <a:pt x="572" y="108021"/>
                        <a:pt x="7567" y="99277"/>
                      </a:cubicBezTo>
                      <a:cubicBezTo>
                        <a:pt x="16170" y="78809"/>
                        <a:pt x="27659" y="59669"/>
                        <a:pt x="41667" y="42445"/>
                      </a:cubicBezTo>
                      <a:cubicBezTo>
                        <a:pt x="51599" y="26951"/>
                        <a:pt x="65090" y="14064"/>
                        <a:pt x="81012" y="4848"/>
                      </a:cubicBezTo>
                      <a:cubicBezTo>
                        <a:pt x="96375" y="-1709"/>
                        <a:pt x="113738" y="-1709"/>
                        <a:pt x="129101" y="4848"/>
                      </a:cubicBezTo>
                      <a:cubicBezTo>
                        <a:pt x="137556" y="9071"/>
                        <a:pt x="144778" y="15393"/>
                        <a:pt x="150085" y="23209"/>
                      </a:cubicBezTo>
                      <a:close/>
                    </a:path>
                  </a:pathLst>
                </a:custGeom>
                <a:solidFill>
                  <a:srgbClr val="F9F9FA"/>
                </a:solidFill>
                <a:ln w="87213" cap="flat">
                  <a:noFill/>
                  <a:prstDash val="solid"/>
                  <a:miter/>
                </a:ln>
              </p:spPr>
              <p:txBody>
                <a:bodyPr rtlCol="0" anchor="ctr"/>
                <a:lstStyle/>
                <a:p>
                  <a:endParaRPr lang="en-IN" dirty="0"/>
                </a:p>
              </p:txBody>
            </p:sp>
            <p:sp>
              <p:nvSpPr>
                <p:cNvPr id="2421" name="Freeform: Shape 2420">
                  <a:extLst>
                    <a:ext uri="{FF2B5EF4-FFF2-40B4-BE49-F238E27FC236}">
                      <a16:creationId xmlns:a16="http://schemas.microsoft.com/office/drawing/2014/main" id="{8C684921-5A47-BF60-208B-061AE47F2647}"/>
                    </a:ext>
                  </a:extLst>
                </p:cNvPr>
                <p:cNvSpPr/>
                <p:nvPr/>
              </p:nvSpPr>
              <p:spPr>
                <a:xfrm>
                  <a:off x="2901496" y="4457073"/>
                  <a:ext cx="84810" cy="74077"/>
                </a:xfrm>
                <a:custGeom>
                  <a:avLst/>
                  <a:gdLst>
                    <a:gd name="connsiteX0" fmla="*/ 3453 w 84810"/>
                    <a:gd name="connsiteY0" fmla="*/ -70 h 74077"/>
                    <a:gd name="connsiteX1" fmla="*/ 3453 w 84810"/>
                    <a:gd name="connsiteY1" fmla="*/ -70 h 74077"/>
                    <a:gd name="connsiteX2" fmla="*/ 3453 w 84810"/>
                    <a:gd name="connsiteY2" fmla="*/ 7799 h 74077"/>
                    <a:gd name="connsiteX3" fmla="*/ 39301 w 84810"/>
                    <a:gd name="connsiteY3" fmla="*/ 67255 h 74077"/>
                    <a:gd name="connsiteX4" fmla="*/ 75149 w 84810"/>
                    <a:gd name="connsiteY4" fmla="*/ 72501 h 74077"/>
                    <a:gd name="connsiteX5" fmla="*/ 84767 w 84810"/>
                    <a:gd name="connsiteY5" fmla="*/ 72501 h 74077"/>
                    <a:gd name="connsiteX6" fmla="*/ 84767 w 84810"/>
                    <a:gd name="connsiteY6" fmla="*/ 72501 h 74077"/>
                    <a:gd name="connsiteX7" fmla="*/ 37553 w 84810"/>
                    <a:gd name="connsiteY7" fmla="*/ 67255 h 74077"/>
                    <a:gd name="connsiteX8" fmla="*/ 14820 w 84810"/>
                    <a:gd name="connsiteY8" fmla="*/ 48893 h 74077"/>
                    <a:gd name="connsiteX9" fmla="*/ -44 w 84810"/>
                    <a:gd name="connsiteY9" fmla="*/ 10422 h 74077"/>
                    <a:gd name="connsiteX10" fmla="*/ 3453 w 84810"/>
                    <a:gd name="connsiteY10" fmla="*/ -70 h 74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10" h="74077">
                      <a:moveTo>
                        <a:pt x="3453" y="-70"/>
                      </a:moveTo>
                      <a:lnTo>
                        <a:pt x="3453" y="-70"/>
                      </a:lnTo>
                      <a:cubicBezTo>
                        <a:pt x="3453" y="-70"/>
                        <a:pt x="3453" y="5176"/>
                        <a:pt x="3453" y="7799"/>
                      </a:cubicBezTo>
                      <a:cubicBezTo>
                        <a:pt x="1110" y="33330"/>
                        <a:pt x="15633" y="57418"/>
                        <a:pt x="39301" y="67255"/>
                      </a:cubicBezTo>
                      <a:cubicBezTo>
                        <a:pt x="50082" y="73699"/>
                        <a:pt x="62978" y="75587"/>
                        <a:pt x="75149" y="72501"/>
                      </a:cubicBezTo>
                      <a:cubicBezTo>
                        <a:pt x="75149" y="72501"/>
                        <a:pt x="82144" y="72501"/>
                        <a:pt x="84767" y="72501"/>
                      </a:cubicBezTo>
                      <a:lnTo>
                        <a:pt x="84767" y="72501"/>
                      </a:lnTo>
                      <a:cubicBezTo>
                        <a:pt x="68862" y="75657"/>
                        <a:pt x="52372" y="73830"/>
                        <a:pt x="37553" y="67255"/>
                      </a:cubicBezTo>
                      <a:cubicBezTo>
                        <a:pt x="28057" y="63984"/>
                        <a:pt x="20013" y="57488"/>
                        <a:pt x="14820" y="48893"/>
                      </a:cubicBezTo>
                      <a:cubicBezTo>
                        <a:pt x="5744" y="38069"/>
                        <a:pt x="515" y="24534"/>
                        <a:pt x="-44" y="10422"/>
                      </a:cubicBezTo>
                      <a:cubicBezTo>
                        <a:pt x="795" y="6820"/>
                        <a:pt x="1966" y="3314"/>
                        <a:pt x="3453" y="-70"/>
                      </a:cubicBezTo>
                      <a:close/>
                    </a:path>
                  </a:pathLst>
                </a:custGeom>
                <a:solidFill>
                  <a:srgbClr val="F9F9FA"/>
                </a:solidFill>
                <a:ln w="87213" cap="flat">
                  <a:noFill/>
                  <a:prstDash val="solid"/>
                  <a:miter/>
                </a:ln>
              </p:spPr>
              <p:txBody>
                <a:bodyPr rtlCol="0" anchor="ctr"/>
                <a:lstStyle/>
                <a:p>
                  <a:endParaRPr lang="en-IN" dirty="0"/>
                </a:p>
              </p:txBody>
            </p:sp>
            <p:sp>
              <p:nvSpPr>
                <p:cNvPr id="2422" name="Freeform: Shape 2421">
                  <a:extLst>
                    <a:ext uri="{FF2B5EF4-FFF2-40B4-BE49-F238E27FC236}">
                      <a16:creationId xmlns:a16="http://schemas.microsoft.com/office/drawing/2014/main" id="{7476ECAF-F890-5600-4B1D-306595D14D37}"/>
                    </a:ext>
                  </a:extLst>
                </p:cNvPr>
                <p:cNvSpPr/>
                <p:nvPr/>
              </p:nvSpPr>
              <p:spPr>
                <a:xfrm>
                  <a:off x="2906261" y="4332331"/>
                  <a:ext cx="165731" cy="195643"/>
                </a:xfrm>
                <a:custGeom>
                  <a:avLst/>
                  <a:gdLst>
                    <a:gd name="connsiteX0" fmla="*/ 84373 w 165731"/>
                    <a:gd name="connsiteY0" fmla="*/ 195494 h 195643"/>
                    <a:gd name="connsiteX1" fmla="*/ 67761 w 165731"/>
                    <a:gd name="connsiteY1" fmla="*/ 195494 h 195643"/>
                    <a:gd name="connsiteX2" fmla="*/ 24918 w 165731"/>
                    <a:gd name="connsiteY2" fmla="*/ 180630 h 195643"/>
                    <a:gd name="connsiteX3" fmla="*/ 7431 w 165731"/>
                    <a:gd name="connsiteY3" fmla="*/ 161394 h 195643"/>
                    <a:gd name="connsiteX4" fmla="*/ 436 w 165731"/>
                    <a:gd name="connsiteY4" fmla="*/ 126421 h 195643"/>
                    <a:gd name="connsiteX5" fmla="*/ 436 w 165731"/>
                    <a:gd name="connsiteY5" fmla="*/ 119426 h 195643"/>
                    <a:gd name="connsiteX6" fmla="*/ 436 w 165731"/>
                    <a:gd name="connsiteY6" fmla="*/ 119426 h 195643"/>
                    <a:gd name="connsiteX7" fmla="*/ 436 w 165731"/>
                    <a:gd name="connsiteY7" fmla="*/ 110683 h 195643"/>
                    <a:gd name="connsiteX8" fmla="*/ 33661 w 165731"/>
                    <a:gd name="connsiteY8" fmla="*/ 52101 h 195643"/>
                    <a:gd name="connsiteX9" fmla="*/ 64263 w 165731"/>
                    <a:gd name="connsiteY9" fmla="*/ 14504 h 195643"/>
                    <a:gd name="connsiteX10" fmla="*/ 117598 w 165731"/>
                    <a:gd name="connsiteY10" fmla="*/ 1389 h 195643"/>
                    <a:gd name="connsiteX11" fmla="*/ 149075 w 165731"/>
                    <a:gd name="connsiteY11" fmla="*/ 18002 h 195643"/>
                    <a:gd name="connsiteX12" fmla="*/ 149075 w 165731"/>
                    <a:gd name="connsiteY12" fmla="*/ 18002 h 195643"/>
                    <a:gd name="connsiteX13" fmla="*/ 165688 w 165731"/>
                    <a:gd name="connsiteY13" fmla="*/ 64342 h 195643"/>
                    <a:gd name="connsiteX14" fmla="*/ 156070 w 165731"/>
                    <a:gd name="connsiteY14" fmla="*/ 94070 h 195643"/>
                    <a:gd name="connsiteX15" fmla="*/ 131588 w 165731"/>
                    <a:gd name="connsiteY15" fmla="*/ 138662 h 195643"/>
                    <a:gd name="connsiteX16" fmla="*/ 105358 w 165731"/>
                    <a:gd name="connsiteY16" fmla="*/ 171887 h 195643"/>
                    <a:gd name="connsiteX17" fmla="*/ 84373 w 165731"/>
                    <a:gd name="connsiteY17" fmla="*/ 187625 h 195643"/>
                    <a:gd name="connsiteX18" fmla="*/ 84373 w 165731"/>
                    <a:gd name="connsiteY18" fmla="*/ 195494 h 19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5731" h="195643">
                      <a:moveTo>
                        <a:pt x="84373" y="195494"/>
                      </a:moveTo>
                      <a:cubicBezTo>
                        <a:pt x="78865" y="194680"/>
                        <a:pt x="73269" y="194680"/>
                        <a:pt x="67761" y="195494"/>
                      </a:cubicBezTo>
                      <a:cubicBezTo>
                        <a:pt x="52092" y="196298"/>
                        <a:pt x="36722" y="190965"/>
                        <a:pt x="24918" y="180630"/>
                      </a:cubicBezTo>
                      <a:cubicBezTo>
                        <a:pt x="17774" y="175541"/>
                        <a:pt x="11811" y="168983"/>
                        <a:pt x="7431" y="161394"/>
                      </a:cubicBezTo>
                      <a:cubicBezTo>
                        <a:pt x="1284" y="150832"/>
                        <a:pt x="-1173" y="138530"/>
                        <a:pt x="436" y="126421"/>
                      </a:cubicBezTo>
                      <a:cubicBezTo>
                        <a:pt x="812" y="124103"/>
                        <a:pt x="812" y="121743"/>
                        <a:pt x="436" y="119426"/>
                      </a:cubicBezTo>
                      <a:lnTo>
                        <a:pt x="436" y="119426"/>
                      </a:lnTo>
                      <a:cubicBezTo>
                        <a:pt x="436" y="119426"/>
                        <a:pt x="436" y="114179"/>
                        <a:pt x="436" y="110683"/>
                      </a:cubicBezTo>
                      <a:cubicBezTo>
                        <a:pt x="9258" y="89961"/>
                        <a:pt x="20407" y="70305"/>
                        <a:pt x="33661" y="52101"/>
                      </a:cubicBezTo>
                      <a:cubicBezTo>
                        <a:pt x="42125" y="38252"/>
                        <a:pt x="52416" y="25599"/>
                        <a:pt x="64263" y="14504"/>
                      </a:cubicBezTo>
                      <a:cubicBezTo>
                        <a:pt x="79032" y="2080"/>
                        <a:pt x="98748" y="-2772"/>
                        <a:pt x="117598" y="1389"/>
                      </a:cubicBezTo>
                      <a:cubicBezTo>
                        <a:pt x="129804" y="2780"/>
                        <a:pt x="141040" y="8716"/>
                        <a:pt x="149075" y="18002"/>
                      </a:cubicBezTo>
                      <a:lnTo>
                        <a:pt x="149075" y="18002"/>
                      </a:lnTo>
                      <a:cubicBezTo>
                        <a:pt x="159655" y="31143"/>
                        <a:pt x="165504" y="47467"/>
                        <a:pt x="165688" y="64342"/>
                      </a:cubicBezTo>
                      <a:cubicBezTo>
                        <a:pt x="165032" y="74904"/>
                        <a:pt x="161727" y="85125"/>
                        <a:pt x="156070" y="94070"/>
                      </a:cubicBezTo>
                      <a:cubicBezTo>
                        <a:pt x="148769" y="109388"/>
                        <a:pt x="140602" y="124278"/>
                        <a:pt x="131588" y="138662"/>
                      </a:cubicBezTo>
                      <a:cubicBezTo>
                        <a:pt x="123824" y="150474"/>
                        <a:pt x="115045" y="161596"/>
                        <a:pt x="105358" y="171887"/>
                      </a:cubicBezTo>
                      <a:cubicBezTo>
                        <a:pt x="99071" y="178016"/>
                        <a:pt x="92024" y="183306"/>
                        <a:pt x="84373" y="187625"/>
                      </a:cubicBezTo>
                      <a:cubicBezTo>
                        <a:pt x="84373" y="187625"/>
                        <a:pt x="86122" y="192871"/>
                        <a:pt x="84373" y="195494"/>
                      </a:cubicBezTo>
                      <a:close/>
                    </a:path>
                  </a:pathLst>
                </a:custGeom>
                <a:solidFill>
                  <a:srgbClr val="F6F6F7"/>
                </a:solidFill>
                <a:ln w="87213" cap="flat">
                  <a:noFill/>
                  <a:prstDash val="solid"/>
                  <a:miter/>
                </a:ln>
              </p:spPr>
              <p:txBody>
                <a:bodyPr rtlCol="0" anchor="ctr"/>
                <a:lstStyle/>
                <a:p>
                  <a:endParaRPr lang="en-IN" dirty="0"/>
                </a:p>
              </p:txBody>
            </p:sp>
            <p:sp>
              <p:nvSpPr>
                <p:cNvPr id="2423" name="Freeform: Shape 2422">
                  <a:extLst>
                    <a:ext uri="{FF2B5EF4-FFF2-40B4-BE49-F238E27FC236}">
                      <a16:creationId xmlns:a16="http://schemas.microsoft.com/office/drawing/2014/main" id="{DD9744B6-0DB0-4A8D-3303-4EFC528D2D9A}"/>
                    </a:ext>
                  </a:extLst>
                </p:cNvPr>
                <p:cNvSpPr/>
                <p:nvPr/>
              </p:nvSpPr>
              <p:spPr>
                <a:xfrm>
                  <a:off x="2907165" y="4444832"/>
                  <a:ext cx="1324" cy="8743"/>
                </a:xfrm>
                <a:custGeom>
                  <a:avLst/>
                  <a:gdLst>
                    <a:gd name="connsiteX0" fmla="*/ 1280 w 1324"/>
                    <a:gd name="connsiteY0" fmla="*/ -70 h 8743"/>
                    <a:gd name="connsiteX1" fmla="*/ 1280 w 1324"/>
                    <a:gd name="connsiteY1" fmla="*/ 8673 h 8743"/>
                    <a:gd name="connsiteX2" fmla="*/ 1280 w 1324"/>
                    <a:gd name="connsiteY2" fmla="*/ -70 h 8743"/>
                  </a:gdLst>
                  <a:ahLst/>
                  <a:cxnLst>
                    <a:cxn ang="0">
                      <a:pos x="connsiteX0" y="connsiteY0"/>
                    </a:cxn>
                    <a:cxn ang="0">
                      <a:pos x="connsiteX1" y="connsiteY1"/>
                    </a:cxn>
                    <a:cxn ang="0">
                      <a:pos x="connsiteX2" y="connsiteY2"/>
                    </a:cxn>
                  </a:cxnLst>
                  <a:rect l="l" t="t" r="r" b="b"/>
                  <a:pathLst>
                    <a:path w="1324" h="8743">
                      <a:moveTo>
                        <a:pt x="1280" y="-70"/>
                      </a:moveTo>
                      <a:cubicBezTo>
                        <a:pt x="1280" y="-70"/>
                        <a:pt x="1280" y="6050"/>
                        <a:pt x="1280" y="8673"/>
                      </a:cubicBezTo>
                      <a:cubicBezTo>
                        <a:pt x="-486" y="6024"/>
                        <a:pt x="-486" y="2580"/>
                        <a:pt x="1280" y="-70"/>
                      </a:cubicBezTo>
                      <a:close/>
                    </a:path>
                  </a:pathLst>
                </a:custGeom>
                <a:solidFill>
                  <a:srgbClr val="F9F9FA"/>
                </a:solidFill>
                <a:ln w="87213" cap="flat">
                  <a:noFill/>
                  <a:prstDash val="solid"/>
                  <a:miter/>
                </a:ln>
              </p:spPr>
              <p:txBody>
                <a:bodyPr rtlCol="0" anchor="ctr"/>
                <a:lstStyle/>
                <a:p>
                  <a:endParaRPr lang="en-IN" dirty="0"/>
                </a:p>
              </p:txBody>
            </p:sp>
            <p:sp>
              <p:nvSpPr>
                <p:cNvPr id="2424" name="Freeform: Shape 2423">
                  <a:extLst>
                    <a:ext uri="{FF2B5EF4-FFF2-40B4-BE49-F238E27FC236}">
                      <a16:creationId xmlns:a16="http://schemas.microsoft.com/office/drawing/2014/main" id="{4B981AEC-6B28-BE96-3F61-1F8565B99B9F}"/>
                    </a:ext>
                  </a:extLst>
                </p:cNvPr>
                <p:cNvSpPr/>
                <p:nvPr/>
              </p:nvSpPr>
              <p:spPr>
                <a:xfrm>
                  <a:off x="2910690" y="4339036"/>
                  <a:ext cx="162715" cy="186567"/>
                </a:xfrm>
                <a:custGeom>
                  <a:avLst/>
                  <a:gdLst>
                    <a:gd name="connsiteX0" fmla="*/ 114919 w 162715"/>
                    <a:gd name="connsiteY0" fmla="*/ 805 h 186567"/>
                    <a:gd name="connsiteX1" fmla="*/ 150767 w 162715"/>
                    <a:gd name="connsiteY1" fmla="*/ 23537 h 186567"/>
                    <a:gd name="connsiteX2" fmla="*/ 161259 w 162715"/>
                    <a:gd name="connsiteY2" fmla="*/ 72501 h 186567"/>
                    <a:gd name="connsiteX3" fmla="*/ 154264 w 162715"/>
                    <a:gd name="connsiteY3" fmla="*/ 90862 h 186567"/>
                    <a:gd name="connsiteX4" fmla="*/ 127159 w 162715"/>
                    <a:gd name="connsiteY4" fmla="*/ 136328 h 186567"/>
                    <a:gd name="connsiteX5" fmla="*/ 92185 w 162715"/>
                    <a:gd name="connsiteY5" fmla="*/ 176548 h 186567"/>
                    <a:gd name="connsiteX6" fmla="*/ 63332 w 162715"/>
                    <a:gd name="connsiteY6" fmla="*/ 186165 h 186567"/>
                    <a:gd name="connsiteX7" fmla="*/ 13494 w 162715"/>
                    <a:gd name="connsiteY7" fmla="*/ 163433 h 186567"/>
                    <a:gd name="connsiteX8" fmla="*/ 5625 w 162715"/>
                    <a:gd name="connsiteY8" fmla="*/ 101354 h 186567"/>
                    <a:gd name="connsiteX9" fmla="*/ 30982 w 162715"/>
                    <a:gd name="connsiteY9" fmla="*/ 52391 h 186567"/>
                    <a:gd name="connsiteX10" fmla="*/ 59834 w 162715"/>
                    <a:gd name="connsiteY10" fmla="*/ 15668 h 186567"/>
                    <a:gd name="connsiteX11" fmla="*/ 67704 w 162715"/>
                    <a:gd name="connsiteY11" fmla="*/ 15668 h 186567"/>
                    <a:gd name="connsiteX12" fmla="*/ 67704 w 162715"/>
                    <a:gd name="connsiteY12" fmla="*/ 15668 h 186567"/>
                    <a:gd name="connsiteX13" fmla="*/ 67704 w 162715"/>
                    <a:gd name="connsiteY13" fmla="*/ 15668 h 186567"/>
                    <a:gd name="connsiteX14" fmla="*/ 67704 w 162715"/>
                    <a:gd name="connsiteY14" fmla="*/ 15668 h 186567"/>
                    <a:gd name="connsiteX15" fmla="*/ 62458 w 162715"/>
                    <a:gd name="connsiteY15" fmla="*/ 15668 h 186567"/>
                    <a:gd name="connsiteX16" fmla="*/ 54589 w 162715"/>
                    <a:gd name="connsiteY16" fmla="*/ 24412 h 186567"/>
                    <a:gd name="connsiteX17" fmla="*/ 46720 w 162715"/>
                    <a:gd name="connsiteY17" fmla="*/ 35778 h 186567"/>
                    <a:gd name="connsiteX18" fmla="*/ 32730 w 162715"/>
                    <a:gd name="connsiteY18" fmla="*/ 57636 h 186567"/>
                    <a:gd name="connsiteX19" fmla="*/ 10871 w 162715"/>
                    <a:gd name="connsiteY19" fmla="*/ 105726 h 186567"/>
                    <a:gd name="connsiteX20" fmla="*/ 10871 w 162715"/>
                    <a:gd name="connsiteY20" fmla="*/ 117092 h 186567"/>
                    <a:gd name="connsiteX21" fmla="*/ 23112 w 162715"/>
                    <a:gd name="connsiteY21" fmla="*/ 156438 h 186567"/>
                    <a:gd name="connsiteX22" fmla="*/ 23112 w 162715"/>
                    <a:gd name="connsiteY22" fmla="*/ 156438 h 186567"/>
                    <a:gd name="connsiteX23" fmla="*/ 45845 w 162715"/>
                    <a:gd name="connsiteY23" fmla="*/ 170427 h 186567"/>
                    <a:gd name="connsiteX24" fmla="*/ 108798 w 162715"/>
                    <a:gd name="connsiteY24" fmla="*/ 146820 h 186567"/>
                    <a:gd name="connsiteX25" fmla="*/ 138526 w 162715"/>
                    <a:gd name="connsiteY25" fmla="*/ 104851 h 186567"/>
                    <a:gd name="connsiteX26" fmla="*/ 158636 w 162715"/>
                    <a:gd name="connsiteY26" fmla="*/ 52391 h 186567"/>
                    <a:gd name="connsiteX27" fmla="*/ 151641 w 162715"/>
                    <a:gd name="connsiteY27" fmla="*/ 21789 h 186567"/>
                    <a:gd name="connsiteX28" fmla="*/ 143772 w 162715"/>
                    <a:gd name="connsiteY28" fmla="*/ 12171 h 186567"/>
                    <a:gd name="connsiteX29" fmla="*/ 125410 w 162715"/>
                    <a:gd name="connsiteY29" fmla="*/ -70 h 186567"/>
                    <a:gd name="connsiteX30" fmla="*/ 125410 w 162715"/>
                    <a:gd name="connsiteY30" fmla="*/ -70 h 186567"/>
                    <a:gd name="connsiteX31" fmla="*/ 119290 w 162715"/>
                    <a:gd name="connsiteY31" fmla="*/ -70 h 18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2715" h="186567">
                      <a:moveTo>
                        <a:pt x="114919" y="805"/>
                      </a:moveTo>
                      <a:cubicBezTo>
                        <a:pt x="129503" y="3095"/>
                        <a:pt x="142478" y="11323"/>
                        <a:pt x="150767" y="23537"/>
                      </a:cubicBezTo>
                      <a:cubicBezTo>
                        <a:pt x="161189" y="37570"/>
                        <a:pt x="165019" y="55433"/>
                        <a:pt x="161259" y="72501"/>
                      </a:cubicBezTo>
                      <a:cubicBezTo>
                        <a:pt x="159991" y="78979"/>
                        <a:pt x="157630" y="85187"/>
                        <a:pt x="154264" y="90862"/>
                      </a:cubicBezTo>
                      <a:cubicBezTo>
                        <a:pt x="144646" y="105726"/>
                        <a:pt x="137652" y="122339"/>
                        <a:pt x="127159" y="136328"/>
                      </a:cubicBezTo>
                      <a:cubicBezTo>
                        <a:pt x="116965" y="150938"/>
                        <a:pt x="105239" y="164421"/>
                        <a:pt x="92185" y="176548"/>
                      </a:cubicBezTo>
                      <a:cubicBezTo>
                        <a:pt x="83757" y="182581"/>
                        <a:pt x="73702" y="185929"/>
                        <a:pt x="63332" y="186165"/>
                      </a:cubicBezTo>
                      <a:cubicBezTo>
                        <a:pt x="43799" y="188351"/>
                        <a:pt x="24651" y="179617"/>
                        <a:pt x="13494" y="163433"/>
                      </a:cubicBezTo>
                      <a:cubicBezTo>
                        <a:pt x="-1090" y="146077"/>
                        <a:pt x="-4176" y="121796"/>
                        <a:pt x="5625" y="101354"/>
                      </a:cubicBezTo>
                      <a:cubicBezTo>
                        <a:pt x="11431" y="83797"/>
                        <a:pt x="19991" y="67263"/>
                        <a:pt x="30982" y="52391"/>
                      </a:cubicBezTo>
                      <a:cubicBezTo>
                        <a:pt x="39620" y="39407"/>
                        <a:pt x="49264" y="27131"/>
                        <a:pt x="59834" y="15668"/>
                      </a:cubicBezTo>
                      <a:cubicBezTo>
                        <a:pt x="59834" y="15668"/>
                        <a:pt x="59834" y="10422"/>
                        <a:pt x="67704" y="15668"/>
                      </a:cubicBezTo>
                      <a:lnTo>
                        <a:pt x="67704" y="15668"/>
                      </a:lnTo>
                      <a:lnTo>
                        <a:pt x="67704" y="15668"/>
                      </a:lnTo>
                      <a:lnTo>
                        <a:pt x="67704" y="15668"/>
                      </a:lnTo>
                      <a:cubicBezTo>
                        <a:pt x="65982" y="15257"/>
                        <a:pt x="64180" y="15257"/>
                        <a:pt x="62458" y="15668"/>
                      </a:cubicBezTo>
                      <a:lnTo>
                        <a:pt x="54589" y="24412"/>
                      </a:lnTo>
                      <a:cubicBezTo>
                        <a:pt x="51668" y="27988"/>
                        <a:pt x="49037" y="31791"/>
                        <a:pt x="46720" y="35778"/>
                      </a:cubicBezTo>
                      <a:cubicBezTo>
                        <a:pt x="46720" y="43647"/>
                        <a:pt x="37102" y="50642"/>
                        <a:pt x="32730" y="57636"/>
                      </a:cubicBezTo>
                      <a:cubicBezTo>
                        <a:pt x="23331" y="72623"/>
                        <a:pt x="15986" y="88789"/>
                        <a:pt x="10871" y="105726"/>
                      </a:cubicBezTo>
                      <a:cubicBezTo>
                        <a:pt x="10871" y="105726"/>
                        <a:pt x="10871" y="112721"/>
                        <a:pt x="10871" y="117092"/>
                      </a:cubicBezTo>
                      <a:cubicBezTo>
                        <a:pt x="9516" y="131318"/>
                        <a:pt x="13923" y="145491"/>
                        <a:pt x="23112" y="156438"/>
                      </a:cubicBezTo>
                      <a:lnTo>
                        <a:pt x="23112" y="156438"/>
                      </a:lnTo>
                      <a:cubicBezTo>
                        <a:pt x="30020" y="162112"/>
                        <a:pt x="37670" y="166816"/>
                        <a:pt x="45845" y="170427"/>
                      </a:cubicBezTo>
                      <a:cubicBezTo>
                        <a:pt x="69732" y="177143"/>
                        <a:pt x="95219" y="167585"/>
                        <a:pt x="108798" y="146820"/>
                      </a:cubicBezTo>
                      <a:cubicBezTo>
                        <a:pt x="119491" y="133399"/>
                        <a:pt x="129416" y="119392"/>
                        <a:pt x="138526" y="104851"/>
                      </a:cubicBezTo>
                      <a:cubicBezTo>
                        <a:pt x="149385" y="89253"/>
                        <a:pt x="156284" y="71250"/>
                        <a:pt x="158636" y="52391"/>
                      </a:cubicBezTo>
                      <a:cubicBezTo>
                        <a:pt x="159790" y="41697"/>
                        <a:pt x="157333" y="30917"/>
                        <a:pt x="151641" y="21789"/>
                      </a:cubicBezTo>
                      <a:cubicBezTo>
                        <a:pt x="148756" y="18807"/>
                        <a:pt x="146133" y="15590"/>
                        <a:pt x="143772" y="12171"/>
                      </a:cubicBezTo>
                      <a:cubicBezTo>
                        <a:pt x="138587" y="6838"/>
                        <a:pt x="132327" y="2666"/>
                        <a:pt x="125410" y="-70"/>
                      </a:cubicBezTo>
                      <a:lnTo>
                        <a:pt x="125410" y="-70"/>
                      </a:lnTo>
                      <a:cubicBezTo>
                        <a:pt x="123409" y="490"/>
                        <a:pt x="121293" y="490"/>
                        <a:pt x="119290" y="-70"/>
                      </a:cubicBezTo>
                      <a:close/>
                    </a:path>
                  </a:pathLst>
                </a:custGeom>
                <a:solidFill>
                  <a:srgbClr val="F1F1F3"/>
                </a:solidFill>
                <a:ln w="87213" cap="flat">
                  <a:noFill/>
                  <a:prstDash val="solid"/>
                  <a:miter/>
                </a:ln>
              </p:spPr>
              <p:txBody>
                <a:bodyPr rtlCol="0" anchor="ctr"/>
                <a:lstStyle/>
                <a:p>
                  <a:endParaRPr lang="en-IN" dirty="0"/>
                </a:p>
              </p:txBody>
            </p:sp>
            <p:sp>
              <p:nvSpPr>
                <p:cNvPr id="2425" name="Freeform: Shape 2424">
                  <a:extLst>
                    <a:ext uri="{FF2B5EF4-FFF2-40B4-BE49-F238E27FC236}">
                      <a16:creationId xmlns:a16="http://schemas.microsoft.com/office/drawing/2014/main" id="{2B687329-2439-0B32-8554-555EAA4CBAC6}"/>
                    </a:ext>
                  </a:extLst>
                </p:cNvPr>
                <p:cNvSpPr/>
                <p:nvPr/>
              </p:nvSpPr>
              <p:spPr>
                <a:xfrm>
                  <a:off x="2998547" y="4338387"/>
                  <a:ext cx="27105" cy="3271"/>
                </a:xfrm>
                <a:custGeom>
                  <a:avLst/>
                  <a:gdLst>
                    <a:gd name="connsiteX0" fmla="*/ -44 w 27105"/>
                    <a:gd name="connsiteY0" fmla="*/ 3202 h 3271"/>
                    <a:gd name="connsiteX1" fmla="*/ 27061 w 27105"/>
                    <a:gd name="connsiteY1" fmla="*/ 3202 h 3271"/>
                    <a:gd name="connsiteX2" fmla="*/ 27061 w 27105"/>
                    <a:gd name="connsiteY2" fmla="*/ 3202 h 3271"/>
                    <a:gd name="connsiteX3" fmla="*/ 27061 w 27105"/>
                    <a:gd name="connsiteY3" fmla="*/ 3202 h 3271"/>
                    <a:gd name="connsiteX4" fmla="*/ 5202 w 27105"/>
                    <a:gd name="connsiteY4" fmla="*/ 3202 h 3271"/>
                    <a:gd name="connsiteX5" fmla="*/ -44 w 27105"/>
                    <a:gd name="connsiteY5" fmla="*/ 3202 h 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05" h="3271">
                      <a:moveTo>
                        <a:pt x="-44" y="3202"/>
                      </a:moveTo>
                      <a:cubicBezTo>
                        <a:pt x="8464" y="-1161"/>
                        <a:pt x="18553" y="-1161"/>
                        <a:pt x="27061" y="3202"/>
                      </a:cubicBezTo>
                      <a:lnTo>
                        <a:pt x="27061" y="3202"/>
                      </a:lnTo>
                      <a:cubicBezTo>
                        <a:pt x="27061" y="3202"/>
                        <a:pt x="27061" y="3202"/>
                        <a:pt x="27061" y="3202"/>
                      </a:cubicBezTo>
                      <a:lnTo>
                        <a:pt x="5202" y="3202"/>
                      </a:lnTo>
                      <a:lnTo>
                        <a:pt x="-44" y="3202"/>
                      </a:lnTo>
                      <a:close/>
                    </a:path>
                  </a:pathLst>
                </a:custGeom>
                <a:solidFill>
                  <a:srgbClr val="F1F1F3"/>
                </a:solidFill>
                <a:ln w="87213" cap="flat">
                  <a:noFill/>
                  <a:prstDash val="solid"/>
                  <a:miter/>
                </a:ln>
              </p:spPr>
              <p:txBody>
                <a:bodyPr rtlCol="0" anchor="ctr"/>
                <a:lstStyle/>
                <a:p>
                  <a:endParaRPr lang="en-IN" dirty="0"/>
                </a:p>
              </p:txBody>
            </p:sp>
            <p:sp>
              <p:nvSpPr>
                <p:cNvPr id="2426" name="Freeform: Shape 2425">
                  <a:extLst>
                    <a:ext uri="{FF2B5EF4-FFF2-40B4-BE49-F238E27FC236}">
                      <a16:creationId xmlns:a16="http://schemas.microsoft.com/office/drawing/2014/main" id="{75A710D0-5570-A329-EC2A-A816305343DC}"/>
                    </a:ext>
                  </a:extLst>
                </p:cNvPr>
                <p:cNvSpPr/>
                <p:nvPr/>
              </p:nvSpPr>
              <p:spPr>
                <a:xfrm>
                  <a:off x="2988056" y="4341583"/>
                  <a:ext cx="10491" cy="6196"/>
                </a:xfrm>
                <a:custGeom>
                  <a:avLst/>
                  <a:gdLst>
                    <a:gd name="connsiteX0" fmla="*/ 10448 w 10491"/>
                    <a:gd name="connsiteY0" fmla="*/ 6 h 6196"/>
                    <a:gd name="connsiteX1" fmla="*/ 10448 w 10491"/>
                    <a:gd name="connsiteY1" fmla="*/ 6 h 6196"/>
                    <a:gd name="connsiteX2" fmla="*/ -44 w 10491"/>
                    <a:gd name="connsiteY2" fmla="*/ 6126 h 6196"/>
                    <a:gd name="connsiteX3" fmla="*/ -44 w 10491"/>
                    <a:gd name="connsiteY3" fmla="*/ 6126 h 6196"/>
                    <a:gd name="connsiteX4" fmla="*/ -44 w 10491"/>
                    <a:gd name="connsiteY4" fmla="*/ 6126 h 6196"/>
                    <a:gd name="connsiteX5" fmla="*/ -44 w 10491"/>
                    <a:gd name="connsiteY5" fmla="*/ 6126 h 6196"/>
                    <a:gd name="connsiteX6" fmla="*/ 10448 w 10491"/>
                    <a:gd name="connsiteY6" fmla="*/ 6 h 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91" h="6196">
                      <a:moveTo>
                        <a:pt x="10448" y="6"/>
                      </a:moveTo>
                      <a:lnTo>
                        <a:pt x="10448" y="6"/>
                      </a:lnTo>
                      <a:cubicBezTo>
                        <a:pt x="10448" y="6"/>
                        <a:pt x="2579" y="6"/>
                        <a:pt x="-44" y="6126"/>
                      </a:cubicBezTo>
                      <a:lnTo>
                        <a:pt x="-44" y="6126"/>
                      </a:lnTo>
                      <a:cubicBezTo>
                        <a:pt x="-44" y="6126"/>
                        <a:pt x="-44" y="6126"/>
                        <a:pt x="-44" y="6126"/>
                      </a:cubicBezTo>
                      <a:cubicBezTo>
                        <a:pt x="-44" y="6126"/>
                        <a:pt x="-44" y="6126"/>
                        <a:pt x="-44" y="6126"/>
                      </a:cubicBezTo>
                      <a:cubicBezTo>
                        <a:pt x="-44" y="6126"/>
                        <a:pt x="6076" y="-869"/>
                        <a:pt x="10448" y="6"/>
                      </a:cubicBezTo>
                      <a:close/>
                    </a:path>
                  </a:pathLst>
                </a:custGeom>
                <a:solidFill>
                  <a:srgbClr val="F1F1F3"/>
                </a:solidFill>
                <a:ln w="87213" cap="flat">
                  <a:noFill/>
                  <a:prstDash val="solid"/>
                  <a:miter/>
                </a:ln>
              </p:spPr>
              <p:txBody>
                <a:bodyPr rtlCol="0" anchor="ctr"/>
                <a:lstStyle/>
                <a:p>
                  <a:endParaRPr lang="en-IN" dirty="0"/>
                </a:p>
              </p:txBody>
            </p:sp>
            <p:sp>
              <p:nvSpPr>
                <p:cNvPr id="2427" name="Freeform: Shape 2426">
                  <a:extLst>
                    <a:ext uri="{FF2B5EF4-FFF2-40B4-BE49-F238E27FC236}">
                      <a16:creationId xmlns:a16="http://schemas.microsoft.com/office/drawing/2014/main" id="{8BCEEBC3-1EE3-5CB3-8E4A-CDBCF209400F}"/>
                    </a:ext>
                  </a:extLst>
                </p:cNvPr>
                <p:cNvSpPr/>
                <p:nvPr/>
              </p:nvSpPr>
              <p:spPr>
                <a:xfrm>
                  <a:off x="2981061" y="4345156"/>
                  <a:ext cx="5245" cy="777"/>
                </a:xfrm>
                <a:custGeom>
                  <a:avLst/>
                  <a:gdLst>
                    <a:gd name="connsiteX0" fmla="*/ 5202 w 5245"/>
                    <a:gd name="connsiteY0" fmla="*/ -70 h 777"/>
                    <a:gd name="connsiteX1" fmla="*/ 5202 w 5245"/>
                    <a:gd name="connsiteY1" fmla="*/ -70 h 777"/>
                    <a:gd name="connsiteX2" fmla="*/ 5202 w 5245"/>
                    <a:gd name="connsiteY2" fmla="*/ -70 h 777"/>
                    <a:gd name="connsiteX3" fmla="*/ -44 w 5245"/>
                    <a:gd name="connsiteY3" fmla="*/ -70 h 777"/>
                    <a:gd name="connsiteX4" fmla="*/ -44 w 5245"/>
                    <a:gd name="connsiteY4" fmla="*/ -70 h 777"/>
                    <a:gd name="connsiteX5" fmla="*/ 5202 w 5245"/>
                    <a:gd name="connsiteY5" fmla="*/ -70 h 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5" h="777">
                      <a:moveTo>
                        <a:pt x="5202" y="-70"/>
                      </a:moveTo>
                      <a:lnTo>
                        <a:pt x="5202" y="-70"/>
                      </a:lnTo>
                      <a:cubicBezTo>
                        <a:pt x="5202" y="-70"/>
                        <a:pt x="5202" y="-70"/>
                        <a:pt x="5202" y="-70"/>
                      </a:cubicBezTo>
                      <a:cubicBezTo>
                        <a:pt x="5202" y="-70"/>
                        <a:pt x="5202" y="-70"/>
                        <a:pt x="-44" y="-70"/>
                      </a:cubicBezTo>
                      <a:lnTo>
                        <a:pt x="-44" y="-70"/>
                      </a:lnTo>
                      <a:cubicBezTo>
                        <a:pt x="-44" y="-70"/>
                        <a:pt x="2579" y="1678"/>
                        <a:pt x="5202" y="-70"/>
                      </a:cubicBezTo>
                      <a:close/>
                    </a:path>
                  </a:pathLst>
                </a:custGeom>
                <a:solidFill>
                  <a:srgbClr val="F1F1F3"/>
                </a:solidFill>
                <a:ln w="87213" cap="flat">
                  <a:noFill/>
                  <a:prstDash val="solid"/>
                  <a:miter/>
                </a:ln>
              </p:spPr>
              <p:txBody>
                <a:bodyPr rtlCol="0" anchor="ctr"/>
                <a:lstStyle/>
                <a:p>
                  <a:endParaRPr lang="en-IN" dirty="0"/>
                </a:p>
              </p:txBody>
            </p:sp>
            <p:sp>
              <p:nvSpPr>
                <p:cNvPr id="2428" name="Freeform: Shape 2427">
                  <a:extLst>
                    <a:ext uri="{FF2B5EF4-FFF2-40B4-BE49-F238E27FC236}">
                      <a16:creationId xmlns:a16="http://schemas.microsoft.com/office/drawing/2014/main" id="{32324528-4066-4524-F1F5-B478ABEB2B0B}"/>
                    </a:ext>
                  </a:extLst>
                </p:cNvPr>
                <p:cNvSpPr/>
                <p:nvPr/>
              </p:nvSpPr>
              <p:spPr>
                <a:xfrm>
                  <a:off x="2951333" y="4341795"/>
                  <a:ext cx="116287" cy="178153"/>
                </a:xfrm>
                <a:custGeom>
                  <a:avLst/>
                  <a:gdLst>
                    <a:gd name="connsiteX0" fmla="*/ 38427 w 116287"/>
                    <a:gd name="connsiteY0" fmla="*/ 6789 h 178153"/>
                    <a:gd name="connsiteX1" fmla="*/ 49794 w 116287"/>
                    <a:gd name="connsiteY1" fmla="*/ 1543 h 178153"/>
                    <a:gd name="connsiteX2" fmla="*/ 70778 w 116287"/>
                    <a:gd name="connsiteY2" fmla="*/ 1543 h 178153"/>
                    <a:gd name="connsiteX3" fmla="*/ 80396 w 116287"/>
                    <a:gd name="connsiteY3" fmla="*/ 1543 h 178153"/>
                    <a:gd name="connsiteX4" fmla="*/ 80396 w 116287"/>
                    <a:gd name="connsiteY4" fmla="*/ 1543 h 178153"/>
                    <a:gd name="connsiteX5" fmla="*/ 99631 w 116287"/>
                    <a:gd name="connsiteY5" fmla="*/ 14658 h 178153"/>
                    <a:gd name="connsiteX6" fmla="*/ 116243 w 116287"/>
                    <a:gd name="connsiteY6" fmla="*/ 50507 h 178153"/>
                    <a:gd name="connsiteX7" fmla="*/ 116243 w 116287"/>
                    <a:gd name="connsiteY7" fmla="*/ 56627 h 178153"/>
                    <a:gd name="connsiteX8" fmla="*/ 100505 w 116287"/>
                    <a:gd name="connsiteY8" fmla="*/ 100344 h 178153"/>
                    <a:gd name="connsiteX9" fmla="*/ 71652 w 116287"/>
                    <a:gd name="connsiteY9" fmla="*/ 143187 h 178153"/>
                    <a:gd name="connsiteX10" fmla="*/ 54165 w 116287"/>
                    <a:gd name="connsiteY10" fmla="*/ 164171 h 178153"/>
                    <a:gd name="connsiteX11" fmla="*/ -44 w 116287"/>
                    <a:gd name="connsiteY11" fmla="*/ 174664 h 178153"/>
                    <a:gd name="connsiteX12" fmla="*/ -44 w 116287"/>
                    <a:gd name="connsiteY12" fmla="*/ 174664 h 178153"/>
                    <a:gd name="connsiteX13" fmla="*/ 7825 w 116287"/>
                    <a:gd name="connsiteY13" fmla="*/ 174664 h 178153"/>
                    <a:gd name="connsiteX14" fmla="*/ 53291 w 116287"/>
                    <a:gd name="connsiteY14" fmla="*/ 164171 h 178153"/>
                    <a:gd name="connsiteX15" fmla="*/ 97008 w 116287"/>
                    <a:gd name="connsiteY15" fmla="*/ 104716 h 178153"/>
                    <a:gd name="connsiteX16" fmla="*/ 113620 w 116287"/>
                    <a:gd name="connsiteY16" fmla="*/ 62747 h 178153"/>
                    <a:gd name="connsiteX17" fmla="*/ 103129 w 116287"/>
                    <a:gd name="connsiteY17" fmla="*/ 26025 h 178153"/>
                    <a:gd name="connsiteX18" fmla="*/ 78646 w 116287"/>
                    <a:gd name="connsiteY18" fmla="*/ 8538 h 178153"/>
                    <a:gd name="connsiteX19" fmla="*/ 78646 w 116287"/>
                    <a:gd name="connsiteY19" fmla="*/ 8538 h 178153"/>
                    <a:gd name="connsiteX20" fmla="*/ 63783 w 116287"/>
                    <a:gd name="connsiteY20" fmla="*/ 8538 h 178153"/>
                    <a:gd name="connsiteX21" fmla="*/ 46296 w 116287"/>
                    <a:gd name="connsiteY21" fmla="*/ 8538 h 178153"/>
                    <a:gd name="connsiteX22" fmla="*/ 38427 w 116287"/>
                    <a:gd name="connsiteY22" fmla="*/ 6789 h 17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6287" h="178153">
                      <a:moveTo>
                        <a:pt x="38427" y="6789"/>
                      </a:moveTo>
                      <a:cubicBezTo>
                        <a:pt x="40823" y="2924"/>
                        <a:pt x="45299" y="861"/>
                        <a:pt x="49794" y="1543"/>
                      </a:cubicBezTo>
                      <a:cubicBezTo>
                        <a:pt x="56622" y="-608"/>
                        <a:pt x="63949" y="-608"/>
                        <a:pt x="70778" y="1543"/>
                      </a:cubicBezTo>
                      <a:cubicBezTo>
                        <a:pt x="70778" y="1543"/>
                        <a:pt x="76898" y="1543"/>
                        <a:pt x="80396" y="1543"/>
                      </a:cubicBezTo>
                      <a:lnTo>
                        <a:pt x="80396" y="1543"/>
                      </a:lnTo>
                      <a:cubicBezTo>
                        <a:pt x="87451" y="4892"/>
                        <a:pt x="93939" y="9316"/>
                        <a:pt x="99631" y="14658"/>
                      </a:cubicBezTo>
                      <a:cubicBezTo>
                        <a:pt x="109869" y="23813"/>
                        <a:pt x="115885" y="36780"/>
                        <a:pt x="116243" y="50507"/>
                      </a:cubicBezTo>
                      <a:cubicBezTo>
                        <a:pt x="116243" y="50507"/>
                        <a:pt x="116243" y="50507"/>
                        <a:pt x="116243" y="56627"/>
                      </a:cubicBezTo>
                      <a:cubicBezTo>
                        <a:pt x="114189" y="72155"/>
                        <a:pt x="108820" y="87072"/>
                        <a:pt x="100505" y="100344"/>
                      </a:cubicBezTo>
                      <a:cubicBezTo>
                        <a:pt x="92217" y="115479"/>
                        <a:pt x="82555" y="129818"/>
                        <a:pt x="71652" y="143187"/>
                      </a:cubicBezTo>
                      <a:cubicBezTo>
                        <a:pt x="66572" y="150768"/>
                        <a:pt x="60705" y="157806"/>
                        <a:pt x="54165" y="164171"/>
                      </a:cubicBezTo>
                      <a:cubicBezTo>
                        <a:pt x="39546" y="177663"/>
                        <a:pt x="18553" y="181729"/>
                        <a:pt x="-44" y="174664"/>
                      </a:cubicBezTo>
                      <a:cubicBezTo>
                        <a:pt x="-44" y="174664"/>
                        <a:pt x="-44" y="174664"/>
                        <a:pt x="-44" y="174664"/>
                      </a:cubicBezTo>
                      <a:cubicBezTo>
                        <a:pt x="-44" y="174664"/>
                        <a:pt x="5202" y="174664"/>
                        <a:pt x="7825" y="174664"/>
                      </a:cubicBezTo>
                      <a:cubicBezTo>
                        <a:pt x="23738" y="180224"/>
                        <a:pt x="41426" y="176141"/>
                        <a:pt x="53291" y="164171"/>
                      </a:cubicBezTo>
                      <a:cubicBezTo>
                        <a:pt x="70341" y="146300"/>
                        <a:pt x="85030" y="126321"/>
                        <a:pt x="97008" y="104716"/>
                      </a:cubicBezTo>
                      <a:cubicBezTo>
                        <a:pt x="105428" y="92047"/>
                        <a:pt x="111085" y="77751"/>
                        <a:pt x="113620" y="62747"/>
                      </a:cubicBezTo>
                      <a:cubicBezTo>
                        <a:pt x="115343" y="49579"/>
                        <a:pt x="111548" y="36290"/>
                        <a:pt x="103129" y="26025"/>
                      </a:cubicBezTo>
                      <a:cubicBezTo>
                        <a:pt x="97471" y="17308"/>
                        <a:pt x="88728" y="11065"/>
                        <a:pt x="78646" y="8538"/>
                      </a:cubicBezTo>
                      <a:lnTo>
                        <a:pt x="78646" y="8538"/>
                      </a:lnTo>
                      <a:cubicBezTo>
                        <a:pt x="74275" y="8538"/>
                        <a:pt x="69029" y="8538"/>
                        <a:pt x="63783" y="8538"/>
                      </a:cubicBezTo>
                      <a:cubicBezTo>
                        <a:pt x="58021" y="7314"/>
                        <a:pt x="52058" y="7314"/>
                        <a:pt x="46296" y="8538"/>
                      </a:cubicBezTo>
                      <a:lnTo>
                        <a:pt x="38427" y="6789"/>
                      </a:lnTo>
                      <a:close/>
                    </a:path>
                  </a:pathLst>
                </a:custGeom>
                <a:solidFill>
                  <a:srgbClr val="ECECEF"/>
                </a:solidFill>
                <a:ln w="87213" cap="flat">
                  <a:noFill/>
                  <a:prstDash val="solid"/>
                  <a:miter/>
                </a:ln>
              </p:spPr>
              <p:txBody>
                <a:bodyPr rtlCol="0" anchor="ctr"/>
                <a:lstStyle/>
                <a:p>
                  <a:endParaRPr lang="en-IN" dirty="0"/>
                </a:p>
              </p:txBody>
            </p:sp>
            <p:sp>
              <p:nvSpPr>
                <p:cNvPr id="2429" name="Freeform: Shape 2428">
                  <a:extLst>
                    <a:ext uri="{FF2B5EF4-FFF2-40B4-BE49-F238E27FC236}">
                      <a16:creationId xmlns:a16="http://schemas.microsoft.com/office/drawing/2014/main" id="{86614B0D-49C4-F713-57BD-5B5962947EC5}"/>
                    </a:ext>
                  </a:extLst>
                </p:cNvPr>
                <p:cNvSpPr/>
                <p:nvPr/>
              </p:nvSpPr>
              <p:spPr>
                <a:xfrm>
                  <a:off x="2914610" y="4356523"/>
                  <a:ext cx="60330" cy="94429"/>
                </a:xfrm>
                <a:custGeom>
                  <a:avLst/>
                  <a:gdLst>
                    <a:gd name="connsiteX0" fmla="*/ 60286 w 60330"/>
                    <a:gd name="connsiteY0" fmla="*/ -70 h 94429"/>
                    <a:gd name="connsiteX1" fmla="*/ 60286 w 60330"/>
                    <a:gd name="connsiteY1" fmla="*/ -70 h 94429"/>
                    <a:gd name="connsiteX2" fmla="*/ 60286 w 60330"/>
                    <a:gd name="connsiteY2" fmla="*/ -70 h 94429"/>
                    <a:gd name="connsiteX3" fmla="*/ 13071 w 60330"/>
                    <a:gd name="connsiteY3" fmla="*/ 67255 h 94429"/>
                    <a:gd name="connsiteX4" fmla="*/ -44 w 60330"/>
                    <a:gd name="connsiteY4" fmla="*/ 94359 h 94429"/>
                    <a:gd name="connsiteX5" fmla="*/ -44 w 60330"/>
                    <a:gd name="connsiteY5" fmla="*/ 94359 h 94429"/>
                    <a:gd name="connsiteX6" fmla="*/ 6076 w 60330"/>
                    <a:gd name="connsiteY6" fmla="*/ 73375 h 94429"/>
                    <a:gd name="connsiteX7" fmla="*/ 35804 w 60330"/>
                    <a:gd name="connsiteY7" fmla="*/ 20915 h 94429"/>
                    <a:gd name="connsiteX8" fmla="*/ 44548 w 60330"/>
                    <a:gd name="connsiteY8" fmla="*/ 10422 h 94429"/>
                    <a:gd name="connsiteX9" fmla="*/ 52417 w 60330"/>
                    <a:gd name="connsiteY9" fmla="*/ 805 h 94429"/>
                    <a:gd name="connsiteX10" fmla="*/ 60286 w 60330"/>
                    <a:gd name="connsiteY10" fmla="*/ -70 h 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330" h="94429">
                      <a:moveTo>
                        <a:pt x="60286" y="-70"/>
                      </a:moveTo>
                      <a:lnTo>
                        <a:pt x="60286" y="-70"/>
                      </a:lnTo>
                      <a:cubicBezTo>
                        <a:pt x="60286" y="-70"/>
                        <a:pt x="60286" y="-70"/>
                        <a:pt x="60286" y="-70"/>
                      </a:cubicBezTo>
                      <a:cubicBezTo>
                        <a:pt x="42781" y="21081"/>
                        <a:pt x="27000" y="43595"/>
                        <a:pt x="13071" y="67255"/>
                      </a:cubicBezTo>
                      <a:cubicBezTo>
                        <a:pt x="6951" y="75998"/>
                        <a:pt x="5202" y="85616"/>
                        <a:pt x="-44" y="94359"/>
                      </a:cubicBezTo>
                      <a:lnTo>
                        <a:pt x="-44" y="94359"/>
                      </a:lnTo>
                      <a:cubicBezTo>
                        <a:pt x="-44" y="85616"/>
                        <a:pt x="-44" y="80370"/>
                        <a:pt x="6076" y="73375"/>
                      </a:cubicBezTo>
                      <a:cubicBezTo>
                        <a:pt x="14261" y="54970"/>
                        <a:pt x="24219" y="37396"/>
                        <a:pt x="35804" y="20915"/>
                      </a:cubicBezTo>
                      <a:cubicBezTo>
                        <a:pt x="40176" y="20915"/>
                        <a:pt x="40176" y="13045"/>
                        <a:pt x="44548" y="10422"/>
                      </a:cubicBezTo>
                      <a:cubicBezTo>
                        <a:pt x="46445" y="6680"/>
                        <a:pt x="49129" y="3401"/>
                        <a:pt x="52417" y="805"/>
                      </a:cubicBezTo>
                      <a:cubicBezTo>
                        <a:pt x="52417" y="805"/>
                        <a:pt x="58538" y="-70"/>
                        <a:pt x="60286" y="-70"/>
                      </a:cubicBezTo>
                      <a:close/>
                    </a:path>
                  </a:pathLst>
                </a:custGeom>
                <a:solidFill>
                  <a:srgbClr val="EDEDF0"/>
                </a:solidFill>
                <a:ln w="87213" cap="flat">
                  <a:noFill/>
                  <a:prstDash val="solid"/>
                  <a:miter/>
                </a:ln>
              </p:spPr>
              <p:txBody>
                <a:bodyPr rtlCol="0" anchor="ctr"/>
                <a:lstStyle/>
                <a:p>
                  <a:endParaRPr lang="en-IN" dirty="0"/>
                </a:p>
              </p:txBody>
            </p:sp>
            <p:sp>
              <p:nvSpPr>
                <p:cNvPr id="2430" name="Freeform: Shape 2429">
                  <a:extLst>
                    <a:ext uri="{FF2B5EF4-FFF2-40B4-BE49-F238E27FC236}">
                      <a16:creationId xmlns:a16="http://schemas.microsoft.com/office/drawing/2014/main" id="{5E80028B-60B1-78AD-4184-FB05D383ACC9}"/>
                    </a:ext>
                  </a:extLst>
                </p:cNvPr>
                <p:cNvSpPr/>
                <p:nvPr/>
              </p:nvSpPr>
              <p:spPr>
                <a:xfrm>
                  <a:off x="2911840" y="4463193"/>
                  <a:ext cx="13262" cy="39345"/>
                </a:xfrm>
                <a:custGeom>
                  <a:avLst/>
                  <a:gdLst>
                    <a:gd name="connsiteX0" fmla="*/ 13218 w 13262"/>
                    <a:gd name="connsiteY0" fmla="*/ 39276 h 39345"/>
                    <a:gd name="connsiteX1" fmla="*/ 978 w 13262"/>
                    <a:gd name="connsiteY1" fmla="*/ -70 h 39345"/>
                    <a:gd name="connsiteX2" fmla="*/ 978 w 13262"/>
                    <a:gd name="connsiteY2" fmla="*/ -70 h 39345"/>
                    <a:gd name="connsiteX3" fmla="*/ 978 w 13262"/>
                    <a:gd name="connsiteY3" fmla="*/ 11297 h 39345"/>
                    <a:gd name="connsiteX4" fmla="*/ 8846 w 13262"/>
                    <a:gd name="connsiteY4" fmla="*/ 29658 h 39345"/>
                    <a:gd name="connsiteX5" fmla="*/ 8846 w 13262"/>
                    <a:gd name="connsiteY5" fmla="*/ 37527 h 39345"/>
                    <a:gd name="connsiteX6" fmla="*/ 13218 w 13262"/>
                    <a:gd name="connsiteY6" fmla="*/ 39276 h 3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2" h="39345">
                      <a:moveTo>
                        <a:pt x="13218" y="39276"/>
                      </a:moveTo>
                      <a:cubicBezTo>
                        <a:pt x="2385" y="29299"/>
                        <a:pt x="-2284" y="14295"/>
                        <a:pt x="978" y="-70"/>
                      </a:cubicBezTo>
                      <a:lnTo>
                        <a:pt x="978" y="-70"/>
                      </a:lnTo>
                      <a:cubicBezTo>
                        <a:pt x="978" y="-70"/>
                        <a:pt x="978" y="7799"/>
                        <a:pt x="978" y="11297"/>
                      </a:cubicBezTo>
                      <a:cubicBezTo>
                        <a:pt x="2534" y="17819"/>
                        <a:pt x="5192" y="24036"/>
                        <a:pt x="8846" y="29658"/>
                      </a:cubicBezTo>
                      <a:cubicBezTo>
                        <a:pt x="8846" y="29658"/>
                        <a:pt x="8846" y="34904"/>
                        <a:pt x="8846" y="37527"/>
                      </a:cubicBezTo>
                      <a:lnTo>
                        <a:pt x="13218" y="39276"/>
                      </a:lnTo>
                      <a:close/>
                    </a:path>
                  </a:pathLst>
                </a:custGeom>
                <a:solidFill>
                  <a:srgbClr val="EDEDF0"/>
                </a:solidFill>
                <a:ln w="87213" cap="flat">
                  <a:noFill/>
                  <a:prstDash val="solid"/>
                  <a:miter/>
                </a:ln>
              </p:spPr>
              <p:txBody>
                <a:bodyPr rtlCol="0" anchor="ctr"/>
                <a:lstStyle/>
                <a:p>
                  <a:endParaRPr lang="en-IN" dirty="0"/>
                </a:p>
              </p:txBody>
            </p:sp>
            <p:sp>
              <p:nvSpPr>
                <p:cNvPr id="2431" name="Freeform: Shape 2430">
                  <a:extLst>
                    <a:ext uri="{FF2B5EF4-FFF2-40B4-BE49-F238E27FC236}">
                      <a16:creationId xmlns:a16="http://schemas.microsoft.com/office/drawing/2014/main" id="{A7790F65-0159-9038-E6B5-CC0EB8066C9B}"/>
                    </a:ext>
                  </a:extLst>
                </p:cNvPr>
                <p:cNvSpPr/>
                <p:nvPr/>
              </p:nvSpPr>
              <p:spPr>
                <a:xfrm>
                  <a:off x="2925977" y="4501664"/>
                  <a:ext cx="23607" cy="14863"/>
                </a:xfrm>
                <a:custGeom>
                  <a:avLst/>
                  <a:gdLst>
                    <a:gd name="connsiteX0" fmla="*/ 23563 w 23607"/>
                    <a:gd name="connsiteY0" fmla="*/ 14794 h 14863"/>
                    <a:gd name="connsiteX1" fmla="*/ 23563 w 23607"/>
                    <a:gd name="connsiteY1" fmla="*/ 14794 h 14863"/>
                    <a:gd name="connsiteX2" fmla="*/ -44 w 23607"/>
                    <a:gd name="connsiteY2" fmla="*/ -70 h 14863"/>
                    <a:gd name="connsiteX3" fmla="*/ 6950 w 23607"/>
                    <a:gd name="connsiteY3" fmla="*/ -70 h 14863"/>
                    <a:gd name="connsiteX4" fmla="*/ 23563 w 23607"/>
                    <a:gd name="connsiteY4" fmla="*/ 14794 h 14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7" h="14863">
                      <a:moveTo>
                        <a:pt x="23563" y="14794"/>
                      </a:moveTo>
                      <a:lnTo>
                        <a:pt x="23563" y="14794"/>
                      </a:lnTo>
                      <a:cubicBezTo>
                        <a:pt x="14583" y="11873"/>
                        <a:pt x="6470" y="6767"/>
                        <a:pt x="-44" y="-70"/>
                      </a:cubicBezTo>
                      <a:cubicBezTo>
                        <a:pt x="-44" y="-70"/>
                        <a:pt x="-44" y="-70"/>
                        <a:pt x="6950" y="-70"/>
                      </a:cubicBezTo>
                      <a:cubicBezTo>
                        <a:pt x="13945" y="-70"/>
                        <a:pt x="20940" y="8673"/>
                        <a:pt x="23563" y="14794"/>
                      </a:cubicBezTo>
                      <a:close/>
                    </a:path>
                  </a:pathLst>
                </a:custGeom>
                <a:solidFill>
                  <a:srgbClr val="EDEDF0"/>
                </a:solidFill>
                <a:ln w="87213" cap="flat">
                  <a:noFill/>
                  <a:prstDash val="solid"/>
                  <a:miter/>
                </a:ln>
              </p:spPr>
              <p:txBody>
                <a:bodyPr rtlCol="0" anchor="ctr"/>
                <a:lstStyle/>
                <a:p>
                  <a:endParaRPr lang="en-IN" dirty="0"/>
                </a:p>
              </p:txBody>
            </p:sp>
            <p:sp>
              <p:nvSpPr>
                <p:cNvPr id="2432" name="Freeform: Shape 2431">
                  <a:extLst>
                    <a:ext uri="{FF2B5EF4-FFF2-40B4-BE49-F238E27FC236}">
                      <a16:creationId xmlns:a16="http://schemas.microsoft.com/office/drawing/2014/main" id="{81A11C40-BA4F-2702-4A31-72230B03A3BE}"/>
                    </a:ext>
                  </a:extLst>
                </p:cNvPr>
                <p:cNvSpPr/>
                <p:nvPr/>
              </p:nvSpPr>
              <p:spPr>
                <a:xfrm>
                  <a:off x="3033521" y="4345156"/>
                  <a:ext cx="19235" cy="13115"/>
                </a:xfrm>
                <a:custGeom>
                  <a:avLst/>
                  <a:gdLst>
                    <a:gd name="connsiteX0" fmla="*/ 19192 w 19235"/>
                    <a:gd name="connsiteY0" fmla="*/ 13045 h 13115"/>
                    <a:gd name="connsiteX1" fmla="*/ -44 w 19235"/>
                    <a:gd name="connsiteY1" fmla="*/ -70 h 13115"/>
                    <a:gd name="connsiteX2" fmla="*/ 19192 w 19235"/>
                    <a:gd name="connsiteY2" fmla="*/ 13045 h 13115"/>
                  </a:gdLst>
                  <a:ahLst/>
                  <a:cxnLst>
                    <a:cxn ang="0">
                      <a:pos x="connsiteX0" y="connsiteY0"/>
                    </a:cxn>
                    <a:cxn ang="0">
                      <a:pos x="connsiteX1" y="connsiteY1"/>
                    </a:cxn>
                    <a:cxn ang="0">
                      <a:pos x="connsiteX2" y="connsiteY2"/>
                    </a:cxn>
                  </a:cxnLst>
                  <a:rect l="l" t="t" r="r" b="b"/>
                  <a:pathLst>
                    <a:path w="19235" h="13115">
                      <a:moveTo>
                        <a:pt x="19192" y="13045"/>
                      </a:moveTo>
                      <a:lnTo>
                        <a:pt x="-44" y="-70"/>
                      </a:lnTo>
                      <a:cubicBezTo>
                        <a:pt x="7887" y="1504"/>
                        <a:pt x="14829" y="6242"/>
                        <a:pt x="19192" y="13045"/>
                      </a:cubicBezTo>
                      <a:close/>
                    </a:path>
                  </a:pathLst>
                </a:custGeom>
                <a:solidFill>
                  <a:srgbClr val="F1F1F3"/>
                </a:solidFill>
                <a:ln w="87213" cap="flat">
                  <a:noFill/>
                  <a:prstDash val="solid"/>
                  <a:miter/>
                </a:ln>
              </p:spPr>
              <p:txBody>
                <a:bodyPr rtlCol="0" anchor="ctr"/>
                <a:lstStyle/>
                <a:p>
                  <a:endParaRPr lang="en-IN" dirty="0"/>
                </a:p>
              </p:txBody>
            </p:sp>
            <p:sp>
              <p:nvSpPr>
                <p:cNvPr id="2433" name="Freeform: Shape 2432">
                  <a:extLst>
                    <a:ext uri="{FF2B5EF4-FFF2-40B4-BE49-F238E27FC236}">
                      <a16:creationId xmlns:a16="http://schemas.microsoft.com/office/drawing/2014/main" id="{8B2C2083-F167-33D7-59E8-20D566BED807}"/>
                    </a:ext>
                  </a:extLst>
                </p:cNvPr>
                <p:cNvSpPr/>
                <p:nvPr/>
              </p:nvSpPr>
              <p:spPr>
                <a:xfrm>
                  <a:off x="2914027" y="4452701"/>
                  <a:ext cx="4698" cy="10491"/>
                </a:xfrm>
                <a:custGeom>
                  <a:avLst/>
                  <a:gdLst>
                    <a:gd name="connsiteX0" fmla="*/ 2288 w 4698"/>
                    <a:gd name="connsiteY0" fmla="*/ 10422 h 10491"/>
                    <a:gd name="connsiteX1" fmla="*/ 2288 w 4698"/>
                    <a:gd name="connsiteY1" fmla="*/ -70 h 10491"/>
                    <a:gd name="connsiteX2" fmla="*/ 2288 w 4698"/>
                    <a:gd name="connsiteY2" fmla="*/ -70 h 10491"/>
                    <a:gd name="connsiteX3" fmla="*/ 2908 w 4698"/>
                    <a:gd name="connsiteY3" fmla="*/ 9801 h 10491"/>
                    <a:gd name="connsiteX4" fmla="*/ 2288 w 4698"/>
                    <a:gd name="connsiteY4" fmla="*/ 10422 h 10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8" h="10491">
                      <a:moveTo>
                        <a:pt x="2288" y="10422"/>
                      </a:moveTo>
                      <a:cubicBezTo>
                        <a:pt x="-2959" y="10422"/>
                        <a:pt x="2288" y="2553"/>
                        <a:pt x="2288" y="-70"/>
                      </a:cubicBezTo>
                      <a:lnTo>
                        <a:pt x="2288" y="-70"/>
                      </a:lnTo>
                      <a:cubicBezTo>
                        <a:pt x="5181" y="2483"/>
                        <a:pt x="5462" y="6907"/>
                        <a:pt x="2908" y="9801"/>
                      </a:cubicBezTo>
                      <a:cubicBezTo>
                        <a:pt x="2716" y="10019"/>
                        <a:pt x="2506" y="10230"/>
                        <a:pt x="2288" y="10422"/>
                      </a:cubicBezTo>
                      <a:close/>
                    </a:path>
                  </a:pathLst>
                </a:custGeom>
                <a:solidFill>
                  <a:srgbClr val="EDEDF0"/>
                </a:solidFill>
                <a:ln w="87213" cap="flat">
                  <a:noFill/>
                  <a:prstDash val="solid"/>
                  <a:miter/>
                </a:ln>
              </p:spPr>
              <p:txBody>
                <a:bodyPr rtlCol="0" anchor="ctr"/>
                <a:lstStyle/>
                <a:p>
                  <a:endParaRPr lang="en-IN" dirty="0"/>
                </a:p>
              </p:txBody>
            </p:sp>
            <p:sp>
              <p:nvSpPr>
                <p:cNvPr id="2434" name="Freeform: Shape 2433">
                  <a:extLst>
                    <a:ext uri="{FF2B5EF4-FFF2-40B4-BE49-F238E27FC236}">
                      <a16:creationId xmlns:a16="http://schemas.microsoft.com/office/drawing/2014/main" id="{AA2B7D7E-25C7-618B-E6A8-F8544AD7AE53}"/>
                    </a:ext>
                  </a:extLst>
                </p:cNvPr>
                <p:cNvSpPr/>
                <p:nvPr/>
              </p:nvSpPr>
              <p:spPr>
                <a:xfrm>
                  <a:off x="2950021" y="4368763"/>
                  <a:ext cx="11803" cy="10688"/>
                </a:xfrm>
                <a:custGeom>
                  <a:avLst/>
                  <a:gdLst>
                    <a:gd name="connsiteX0" fmla="*/ 11759 w 11803"/>
                    <a:gd name="connsiteY0" fmla="*/ -70 h 10688"/>
                    <a:gd name="connsiteX1" fmla="*/ 3016 w 11803"/>
                    <a:gd name="connsiteY1" fmla="*/ 10422 h 10688"/>
                    <a:gd name="connsiteX2" fmla="*/ 11759 w 11803"/>
                    <a:gd name="connsiteY2" fmla="*/ -70 h 10688"/>
                  </a:gdLst>
                  <a:ahLst/>
                  <a:cxnLst>
                    <a:cxn ang="0">
                      <a:pos x="connsiteX0" y="connsiteY0"/>
                    </a:cxn>
                    <a:cxn ang="0">
                      <a:pos x="connsiteX1" y="connsiteY1"/>
                    </a:cxn>
                    <a:cxn ang="0">
                      <a:pos x="connsiteX2" y="connsiteY2"/>
                    </a:cxn>
                  </a:cxnLst>
                  <a:rect l="l" t="t" r="r" b="b"/>
                  <a:pathLst>
                    <a:path w="11803" h="10688">
                      <a:moveTo>
                        <a:pt x="11759" y="-70"/>
                      </a:moveTo>
                      <a:cubicBezTo>
                        <a:pt x="11759" y="-70"/>
                        <a:pt x="11759" y="8674"/>
                        <a:pt x="3016" y="10422"/>
                      </a:cubicBezTo>
                      <a:cubicBezTo>
                        <a:pt x="-5727" y="12171"/>
                        <a:pt x="6513" y="1679"/>
                        <a:pt x="11759" y="-70"/>
                      </a:cubicBezTo>
                      <a:close/>
                    </a:path>
                  </a:pathLst>
                </a:custGeom>
                <a:solidFill>
                  <a:srgbClr val="F1F1F3"/>
                </a:solidFill>
                <a:ln w="87213" cap="flat">
                  <a:noFill/>
                  <a:prstDash val="solid"/>
                  <a:miter/>
                </a:ln>
              </p:spPr>
              <p:txBody>
                <a:bodyPr rtlCol="0" anchor="ctr"/>
                <a:lstStyle/>
                <a:p>
                  <a:endParaRPr lang="en-IN" dirty="0"/>
                </a:p>
              </p:txBody>
            </p:sp>
            <p:sp>
              <p:nvSpPr>
                <p:cNvPr id="2435" name="Freeform: Shape 2434">
                  <a:extLst>
                    <a:ext uri="{FF2B5EF4-FFF2-40B4-BE49-F238E27FC236}">
                      <a16:creationId xmlns:a16="http://schemas.microsoft.com/office/drawing/2014/main" id="{9E786CBB-45FF-3767-AAB4-2DD5A662A23E}"/>
                    </a:ext>
                  </a:extLst>
                </p:cNvPr>
                <p:cNvSpPr/>
                <p:nvPr/>
              </p:nvSpPr>
              <p:spPr>
                <a:xfrm>
                  <a:off x="2979312" y="4355649"/>
                  <a:ext cx="87434" cy="5245"/>
                </a:xfrm>
                <a:custGeom>
                  <a:avLst/>
                  <a:gdLst>
                    <a:gd name="connsiteX0" fmla="*/ -44 w 87434"/>
                    <a:gd name="connsiteY0" fmla="*/ -70 h 5245"/>
                    <a:gd name="connsiteX1" fmla="*/ -44 w 87434"/>
                    <a:gd name="connsiteY1" fmla="*/ -70 h 5245"/>
                    <a:gd name="connsiteX2" fmla="*/ -44 w 87434"/>
                    <a:gd name="connsiteY2" fmla="*/ -70 h 5245"/>
                    <a:gd name="connsiteX3" fmla="*/ -44 w 87434"/>
                    <a:gd name="connsiteY3" fmla="*/ -70 h 5245"/>
                    <a:gd name="connsiteX4" fmla="*/ -44 w 87434"/>
                    <a:gd name="connsiteY4" fmla="*/ 5176 h 5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4" h="5245">
                      <a:moveTo>
                        <a:pt x="-44" y="-70"/>
                      </a:moveTo>
                      <a:lnTo>
                        <a:pt x="-44" y="-70"/>
                      </a:lnTo>
                      <a:lnTo>
                        <a:pt x="-44" y="-70"/>
                      </a:lnTo>
                      <a:lnTo>
                        <a:pt x="-44" y="-70"/>
                      </a:lnTo>
                      <a:cubicBezTo>
                        <a:pt x="-44" y="-70"/>
                        <a:pt x="-44" y="-70"/>
                        <a:pt x="-44" y="5176"/>
                      </a:cubicBezTo>
                      <a:close/>
                    </a:path>
                  </a:pathLst>
                </a:custGeom>
                <a:solidFill>
                  <a:srgbClr val="F1F1F3"/>
                </a:solidFill>
                <a:ln w="87213" cap="flat">
                  <a:noFill/>
                  <a:prstDash val="solid"/>
                  <a:miter/>
                </a:ln>
              </p:spPr>
              <p:txBody>
                <a:bodyPr rtlCol="0" anchor="ctr"/>
                <a:lstStyle/>
                <a:p>
                  <a:endParaRPr lang="en-IN" dirty="0"/>
                </a:p>
              </p:txBody>
            </p:sp>
            <p:sp>
              <p:nvSpPr>
                <p:cNvPr id="2436" name="Freeform: Shape 2435">
                  <a:extLst>
                    <a:ext uri="{FF2B5EF4-FFF2-40B4-BE49-F238E27FC236}">
                      <a16:creationId xmlns:a16="http://schemas.microsoft.com/office/drawing/2014/main" id="{34B25426-8727-25B0-F58A-6242A4405CD7}"/>
                    </a:ext>
                  </a:extLst>
                </p:cNvPr>
                <p:cNvSpPr/>
                <p:nvPr/>
              </p:nvSpPr>
              <p:spPr>
                <a:xfrm>
                  <a:off x="3022155" y="4344282"/>
                  <a:ext cx="9617" cy="87434"/>
                </a:xfrm>
                <a:custGeom>
                  <a:avLst/>
                  <a:gdLst>
                    <a:gd name="connsiteX0" fmla="*/ 9574 w 9617"/>
                    <a:gd name="connsiteY0" fmla="*/ -70 h 87434"/>
                    <a:gd name="connsiteX1" fmla="*/ -44 w 9617"/>
                    <a:gd name="connsiteY1" fmla="*/ -70 h 87434"/>
                    <a:gd name="connsiteX2" fmla="*/ -44 w 9617"/>
                    <a:gd name="connsiteY2" fmla="*/ -70 h 87434"/>
                  </a:gdLst>
                  <a:ahLst/>
                  <a:cxnLst>
                    <a:cxn ang="0">
                      <a:pos x="connsiteX0" y="connsiteY0"/>
                    </a:cxn>
                    <a:cxn ang="0">
                      <a:pos x="connsiteX1" y="connsiteY1"/>
                    </a:cxn>
                    <a:cxn ang="0">
                      <a:pos x="connsiteX2" y="connsiteY2"/>
                    </a:cxn>
                  </a:cxnLst>
                  <a:rect l="l" t="t" r="r" b="b"/>
                  <a:pathLst>
                    <a:path w="9617" h="87434">
                      <a:moveTo>
                        <a:pt x="9574" y="-70"/>
                      </a:moveTo>
                      <a:cubicBezTo>
                        <a:pt x="9574" y="-70"/>
                        <a:pt x="3453" y="-70"/>
                        <a:pt x="-44" y="-70"/>
                      </a:cubicBezTo>
                      <a:lnTo>
                        <a:pt x="-44" y="-70"/>
                      </a:lnTo>
                      <a:close/>
                    </a:path>
                  </a:pathLst>
                </a:custGeom>
                <a:solidFill>
                  <a:srgbClr val="F1F1F3"/>
                </a:solidFill>
                <a:ln w="87213" cap="flat">
                  <a:noFill/>
                  <a:prstDash val="solid"/>
                  <a:miter/>
                </a:ln>
              </p:spPr>
              <p:txBody>
                <a:bodyPr rtlCol="0" anchor="ctr"/>
                <a:lstStyle/>
                <a:p>
                  <a:endParaRPr lang="en-IN" dirty="0"/>
                </a:p>
              </p:txBody>
            </p:sp>
            <p:sp>
              <p:nvSpPr>
                <p:cNvPr id="2437" name="Freeform: Shape 2436">
                  <a:extLst>
                    <a:ext uri="{FF2B5EF4-FFF2-40B4-BE49-F238E27FC236}">
                      <a16:creationId xmlns:a16="http://schemas.microsoft.com/office/drawing/2014/main" id="{2AEC2D02-4DBF-44B3-7786-F10489AD468B}"/>
                    </a:ext>
                  </a:extLst>
                </p:cNvPr>
                <p:cNvSpPr/>
                <p:nvPr/>
              </p:nvSpPr>
              <p:spPr>
                <a:xfrm>
                  <a:off x="2967929" y="4355746"/>
                  <a:ext cx="7010" cy="777"/>
                </a:xfrm>
                <a:custGeom>
                  <a:avLst/>
                  <a:gdLst>
                    <a:gd name="connsiteX0" fmla="*/ 6967 w 7010"/>
                    <a:gd name="connsiteY0" fmla="*/ 707 h 777"/>
                    <a:gd name="connsiteX1" fmla="*/ 1721 w 7010"/>
                    <a:gd name="connsiteY1" fmla="*/ 707 h 777"/>
                    <a:gd name="connsiteX2" fmla="*/ 6967 w 7010"/>
                    <a:gd name="connsiteY2" fmla="*/ 707 h 777"/>
                  </a:gdLst>
                  <a:ahLst/>
                  <a:cxnLst>
                    <a:cxn ang="0">
                      <a:pos x="connsiteX0" y="connsiteY0"/>
                    </a:cxn>
                    <a:cxn ang="0">
                      <a:pos x="connsiteX1" y="connsiteY1"/>
                    </a:cxn>
                    <a:cxn ang="0">
                      <a:pos x="connsiteX2" y="connsiteY2"/>
                    </a:cxn>
                  </a:cxnLst>
                  <a:rect l="l" t="t" r="r" b="b"/>
                  <a:pathLst>
                    <a:path w="7010" h="777">
                      <a:moveTo>
                        <a:pt x="6967" y="707"/>
                      </a:moveTo>
                      <a:cubicBezTo>
                        <a:pt x="6967" y="707"/>
                        <a:pt x="6967" y="707"/>
                        <a:pt x="1721" y="707"/>
                      </a:cubicBezTo>
                      <a:cubicBezTo>
                        <a:pt x="-3526" y="707"/>
                        <a:pt x="4344" y="-1041"/>
                        <a:pt x="6967" y="707"/>
                      </a:cubicBezTo>
                      <a:close/>
                    </a:path>
                  </a:pathLst>
                </a:custGeom>
                <a:solidFill>
                  <a:srgbClr val="F1F1F3"/>
                </a:solidFill>
                <a:ln w="87213" cap="flat">
                  <a:noFill/>
                  <a:prstDash val="solid"/>
                  <a:miter/>
                </a:ln>
              </p:spPr>
              <p:txBody>
                <a:bodyPr rtlCol="0" anchor="ctr"/>
                <a:lstStyle/>
                <a:p>
                  <a:endParaRPr lang="en-IN" dirty="0"/>
                </a:p>
              </p:txBody>
            </p:sp>
            <p:sp>
              <p:nvSpPr>
                <p:cNvPr id="2438" name="Freeform: Shape 2437">
                  <a:extLst>
                    <a:ext uri="{FF2B5EF4-FFF2-40B4-BE49-F238E27FC236}">
                      <a16:creationId xmlns:a16="http://schemas.microsoft.com/office/drawing/2014/main" id="{0A47DB4C-B49D-5117-3C94-BDE77B13C0CF}"/>
                    </a:ext>
                  </a:extLst>
                </p:cNvPr>
                <p:cNvSpPr/>
                <p:nvPr/>
              </p:nvSpPr>
              <p:spPr>
                <a:xfrm>
                  <a:off x="2929475" y="4504579"/>
                  <a:ext cx="5526" cy="2331"/>
                </a:xfrm>
                <a:custGeom>
                  <a:avLst/>
                  <a:gdLst>
                    <a:gd name="connsiteX0" fmla="*/ 5202 w 5526"/>
                    <a:gd name="connsiteY0" fmla="*/ 2261 h 2331"/>
                    <a:gd name="connsiteX1" fmla="*/ -44 w 5526"/>
                    <a:gd name="connsiteY1" fmla="*/ 2261 h 2331"/>
                    <a:gd name="connsiteX2" fmla="*/ -44 w 5526"/>
                    <a:gd name="connsiteY2" fmla="*/ 2261 h 2331"/>
                    <a:gd name="connsiteX3" fmla="*/ -44 w 5526"/>
                    <a:gd name="connsiteY3" fmla="*/ 2261 h 2331"/>
                    <a:gd name="connsiteX4" fmla="*/ 5202 w 5526"/>
                    <a:gd name="connsiteY4" fmla="*/ 2261 h 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6" h="2331">
                      <a:moveTo>
                        <a:pt x="5202" y="2261"/>
                      </a:moveTo>
                      <a:lnTo>
                        <a:pt x="-44" y="2261"/>
                      </a:lnTo>
                      <a:lnTo>
                        <a:pt x="-44" y="2261"/>
                      </a:lnTo>
                      <a:lnTo>
                        <a:pt x="-44" y="2261"/>
                      </a:lnTo>
                      <a:cubicBezTo>
                        <a:pt x="-44" y="2261"/>
                        <a:pt x="6950" y="-2984"/>
                        <a:pt x="5202" y="2261"/>
                      </a:cubicBezTo>
                      <a:close/>
                    </a:path>
                  </a:pathLst>
                </a:custGeom>
                <a:solidFill>
                  <a:srgbClr val="ECECEF"/>
                </a:solidFill>
                <a:ln w="87213" cap="flat">
                  <a:noFill/>
                  <a:prstDash val="solid"/>
                  <a:miter/>
                </a:ln>
              </p:spPr>
              <p:txBody>
                <a:bodyPr rtlCol="0" anchor="ctr"/>
                <a:lstStyle/>
                <a:p>
                  <a:endParaRPr lang="en-IN" dirty="0"/>
                </a:p>
              </p:txBody>
            </p:sp>
            <p:sp>
              <p:nvSpPr>
                <p:cNvPr id="2439" name="Freeform: Shape 2438">
                  <a:extLst>
                    <a:ext uri="{FF2B5EF4-FFF2-40B4-BE49-F238E27FC236}">
                      <a16:creationId xmlns:a16="http://schemas.microsoft.com/office/drawing/2014/main" id="{164A5480-2ABE-AFAC-53CB-5BDDD15F465B}"/>
                    </a:ext>
                  </a:extLst>
                </p:cNvPr>
                <p:cNvSpPr/>
                <p:nvPr/>
              </p:nvSpPr>
              <p:spPr>
                <a:xfrm>
                  <a:off x="2916359" y="4349528"/>
                  <a:ext cx="87434" cy="168162"/>
                </a:xfrm>
                <a:custGeom>
                  <a:avLst/>
                  <a:gdLst>
                    <a:gd name="connsiteX0" fmla="*/ 18317 w 87434"/>
                    <a:gd name="connsiteY0" fmla="*/ 157312 h 168162"/>
                    <a:gd name="connsiteX1" fmla="*/ 12197 w 87434"/>
                    <a:gd name="connsiteY1" fmla="*/ 151191 h 168162"/>
                    <a:gd name="connsiteX2" fmla="*/ 6076 w 87434"/>
                    <a:gd name="connsiteY2" fmla="*/ 140699 h 168162"/>
                    <a:gd name="connsiteX3" fmla="*/ -44 w 87434"/>
                    <a:gd name="connsiteY3" fmla="*/ 113595 h 168162"/>
                    <a:gd name="connsiteX4" fmla="*/ -44 w 87434"/>
                    <a:gd name="connsiteY4" fmla="*/ 103103 h 168162"/>
                    <a:gd name="connsiteX5" fmla="*/ 15694 w 87434"/>
                    <a:gd name="connsiteY5" fmla="*/ 69003 h 168162"/>
                    <a:gd name="connsiteX6" fmla="*/ 57662 w 87434"/>
                    <a:gd name="connsiteY6" fmla="*/ 11296 h 168162"/>
                    <a:gd name="connsiteX7" fmla="*/ 62034 w 87434"/>
                    <a:gd name="connsiteY7" fmla="*/ 6050 h 168162"/>
                    <a:gd name="connsiteX8" fmla="*/ 62034 w 87434"/>
                    <a:gd name="connsiteY8" fmla="*/ 6050 h 168162"/>
                    <a:gd name="connsiteX9" fmla="*/ 69903 w 87434"/>
                    <a:gd name="connsiteY9" fmla="*/ -70 h 168162"/>
                    <a:gd name="connsiteX10" fmla="*/ 76024 w 87434"/>
                    <a:gd name="connsiteY10" fmla="*/ -70 h 168162"/>
                    <a:gd name="connsiteX11" fmla="*/ 76024 w 87434"/>
                    <a:gd name="connsiteY11" fmla="*/ -70 h 168162"/>
                    <a:gd name="connsiteX12" fmla="*/ 43673 w 87434"/>
                    <a:gd name="connsiteY12" fmla="*/ 33155 h 168162"/>
                    <a:gd name="connsiteX13" fmla="*/ 13945 w 87434"/>
                    <a:gd name="connsiteY13" fmla="*/ 82118 h 168162"/>
                    <a:gd name="connsiteX14" fmla="*/ 9574 w 87434"/>
                    <a:gd name="connsiteY14" fmla="*/ 96982 h 168162"/>
                    <a:gd name="connsiteX15" fmla="*/ 9574 w 87434"/>
                    <a:gd name="connsiteY15" fmla="*/ 115344 h 168162"/>
                    <a:gd name="connsiteX16" fmla="*/ 51542 w 87434"/>
                    <a:gd name="connsiteY16" fmla="*/ 159935 h 168162"/>
                    <a:gd name="connsiteX17" fmla="*/ 63783 w 87434"/>
                    <a:gd name="connsiteY17" fmla="*/ 159935 h 168162"/>
                    <a:gd name="connsiteX18" fmla="*/ 78647 w 87434"/>
                    <a:gd name="connsiteY18" fmla="*/ 159935 h 168162"/>
                    <a:gd name="connsiteX19" fmla="*/ 87390 w 87434"/>
                    <a:gd name="connsiteY19" fmla="*/ 155563 h 168162"/>
                    <a:gd name="connsiteX20" fmla="*/ 87390 w 87434"/>
                    <a:gd name="connsiteY20" fmla="*/ 155563 h 168162"/>
                    <a:gd name="connsiteX21" fmla="*/ 87390 w 87434"/>
                    <a:gd name="connsiteY21" fmla="*/ 155563 h 168162"/>
                    <a:gd name="connsiteX22" fmla="*/ 49794 w 87434"/>
                    <a:gd name="connsiteY22" fmla="*/ 167804 h 168162"/>
                    <a:gd name="connsiteX23" fmla="*/ 37553 w 87434"/>
                    <a:gd name="connsiteY23" fmla="*/ 167804 h 168162"/>
                    <a:gd name="connsiteX24" fmla="*/ 32306 w 87434"/>
                    <a:gd name="connsiteY24" fmla="*/ 167804 h 16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434" h="168162">
                      <a:moveTo>
                        <a:pt x="18317" y="157312"/>
                      </a:moveTo>
                      <a:cubicBezTo>
                        <a:pt x="18317" y="157312"/>
                        <a:pt x="18317" y="157312"/>
                        <a:pt x="12197" y="151191"/>
                      </a:cubicBezTo>
                      <a:cubicBezTo>
                        <a:pt x="6076" y="145071"/>
                        <a:pt x="7825" y="144196"/>
                        <a:pt x="6076" y="140699"/>
                      </a:cubicBezTo>
                      <a:cubicBezTo>
                        <a:pt x="2387" y="132113"/>
                        <a:pt x="314" y="122924"/>
                        <a:pt x="-44" y="113595"/>
                      </a:cubicBezTo>
                      <a:lnTo>
                        <a:pt x="-44" y="103103"/>
                      </a:lnTo>
                      <a:cubicBezTo>
                        <a:pt x="3768" y="91124"/>
                        <a:pt x="9049" y="79670"/>
                        <a:pt x="15694" y="69003"/>
                      </a:cubicBezTo>
                      <a:cubicBezTo>
                        <a:pt x="27891" y="48526"/>
                        <a:pt x="41933" y="29202"/>
                        <a:pt x="57662" y="11296"/>
                      </a:cubicBezTo>
                      <a:lnTo>
                        <a:pt x="62034" y="6050"/>
                      </a:lnTo>
                      <a:lnTo>
                        <a:pt x="62034" y="6050"/>
                      </a:lnTo>
                      <a:cubicBezTo>
                        <a:pt x="62034" y="6050"/>
                        <a:pt x="62034" y="-70"/>
                        <a:pt x="69903" y="-70"/>
                      </a:cubicBezTo>
                      <a:lnTo>
                        <a:pt x="76024" y="-70"/>
                      </a:lnTo>
                      <a:lnTo>
                        <a:pt x="76024" y="-70"/>
                      </a:lnTo>
                      <a:cubicBezTo>
                        <a:pt x="62935" y="8499"/>
                        <a:pt x="51892" y="19839"/>
                        <a:pt x="43673" y="33155"/>
                      </a:cubicBezTo>
                      <a:cubicBezTo>
                        <a:pt x="32744" y="48840"/>
                        <a:pt x="22820" y="65191"/>
                        <a:pt x="13945" y="82118"/>
                      </a:cubicBezTo>
                      <a:cubicBezTo>
                        <a:pt x="10920" y="86473"/>
                        <a:pt x="9381" y="91684"/>
                        <a:pt x="9574" y="96982"/>
                      </a:cubicBezTo>
                      <a:cubicBezTo>
                        <a:pt x="9574" y="103103"/>
                        <a:pt x="9574" y="109223"/>
                        <a:pt x="9574" y="115344"/>
                      </a:cubicBezTo>
                      <a:cubicBezTo>
                        <a:pt x="11995" y="137927"/>
                        <a:pt x="29142" y="156149"/>
                        <a:pt x="51542" y="159935"/>
                      </a:cubicBezTo>
                      <a:cubicBezTo>
                        <a:pt x="55433" y="161692"/>
                        <a:pt x="59892" y="161692"/>
                        <a:pt x="63783" y="159935"/>
                      </a:cubicBezTo>
                      <a:lnTo>
                        <a:pt x="78647" y="159935"/>
                      </a:lnTo>
                      <a:lnTo>
                        <a:pt x="87390" y="155563"/>
                      </a:lnTo>
                      <a:lnTo>
                        <a:pt x="87390" y="155563"/>
                      </a:lnTo>
                      <a:lnTo>
                        <a:pt x="87390" y="155563"/>
                      </a:lnTo>
                      <a:cubicBezTo>
                        <a:pt x="76653" y="163878"/>
                        <a:pt x="63363" y="168206"/>
                        <a:pt x="49794" y="167804"/>
                      </a:cubicBezTo>
                      <a:cubicBezTo>
                        <a:pt x="45719" y="168189"/>
                        <a:pt x="41627" y="168189"/>
                        <a:pt x="37553" y="167804"/>
                      </a:cubicBezTo>
                      <a:cubicBezTo>
                        <a:pt x="37553" y="167804"/>
                        <a:pt x="37553" y="167804"/>
                        <a:pt x="32306" y="167804"/>
                      </a:cubicBezTo>
                      <a:close/>
                    </a:path>
                  </a:pathLst>
                </a:custGeom>
                <a:solidFill>
                  <a:srgbClr val="E8E8ED"/>
                </a:solidFill>
                <a:ln w="87213" cap="flat">
                  <a:noFill/>
                  <a:prstDash val="solid"/>
                  <a:miter/>
                </a:ln>
              </p:spPr>
              <p:txBody>
                <a:bodyPr rtlCol="0" anchor="ctr"/>
                <a:lstStyle/>
                <a:p>
                  <a:endParaRPr lang="en-IN" dirty="0"/>
                </a:p>
              </p:txBody>
            </p:sp>
            <p:sp>
              <p:nvSpPr>
                <p:cNvPr id="2440" name="Freeform: Shape 2439">
                  <a:extLst>
                    <a:ext uri="{FF2B5EF4-FFF2-40B4-BE49-F238E27FC236}">
                      <a16:creationId xmlns:a16="http://schemas.microsoft.com/office/drawing/2014/main" id="{7951A244-2363-8DC8-7121-206FD8C21607}"/>
                    </a:ext>
                  </a:extLst>
                </p:cNvPr>
                <p:cNvSpPr/>
                <p:nvPr/>
              </p:nvSpPr>
              <p:spPr>
                <a:xfrm>
                  <a:off x="2979312" y="4349528"/>
                  <a:ext cx="7868" cy="6120"/>
                </a:xfrm>
                <a:custGeom>
                  <a:avLst/>
                  <a:gdLst>
                    <a:gd name="connsiteX0" fmla="*/ 7825 w 7868"/>
                    <a:gd name="connsiteY0" fmla="*/ -70 h 6120"/>
                    <a:gd name="connsiteX1" fmla="*/ -44 w 7868"/>
                    <a:gd name="connsiteY1" fmla="*/ 6050 h 6120"/>
                    <a:gd name="connsiteX2" fmla="*/ -44 w 7868"/>
                    <a:gd name="connsiteY2" fmla="*/ 804 h 6120"/>
                    <a:gd name="connsiteX3" fmla="*/ -44 w 7868"/>
                    <a:gd name="connsiteY3" fmla="*/ 804 h 6120"/>
                  </a:gdLst>
                  <a:ahLst/>
                  <a:cxnLst>
                    <a:cxn ang="0">
                      <a:pos x="connsiteX0" y="connsiteY0"/>
                    </a:cxn>
                    <a:cxn ang="0">
                      <a:pos x="connsiteX1" y="connsiteY1"/>
                    </a:cxn>
                    <a:cxn ang="0">
                      <a:pos x="connsiteX2" y="connsiteY2"/>
                    </a:cxn>
                    <a:cxn ang="0">
                      <a:pos x="connsiteX3" y="connsiteY3"/>
                    </a:cxn>
                  </a:cxnLst>
                  <a:rect l="l" t="t" r="r" b="b"/>
                  <a:pathLst>
                    <a:path w="7868" h="6120">
                      <a:moveTo>
                        <a:pt x="7825" y="-70"/>
                      </a:moveTo>
                      <a:cubicBezTo>
                        <a:pt x="7825" y="-70"/>
                        <a:pt x="7825" y="5176"/>
                        <a:pt x="-44" y="6050"/>
                      </a:cubicBezTo>
                      <a:lnTo>
                        <a:pt x="-44" y="804"/>
                      </a:lnTo>
                      <a:lnTo>
                        <a:pt x="-44" y="804"/>
                      </a:lnTo>
                      <a:close/>
                    </a:path>
                  </a:pathLst>
                </a:custGeom>
                <a:solidFill>
                  <a:srgbClr val="EDEDF0"/>
                </a:solidFill>
                <a:ln w="87213" cap="flat">
                  <a:noFill/>
                  <a:prstDash val="solid"/>
                  <a:miter/>
                </a:ln>
              </p:spPr>
              <p:txBody>
                <a:bodyPr rtlCol="0" anchor="ctr"/>
                <a:lstStyle/>
                <a:p>
                  <a:endParaRPr lang="en-IN" dirty="0"/>
                </a:p>
              </p:txBody>
            </p:sp>
            <p:sp>
              <p:nvSpPr>
                <p:cNvPr id="2441" name="Freeform: Shape 2440">
                  <a:extLst>
                    <a:ext uri="{FF2B5EF4-FFF2-40B4-BE49-F238E27FC236}">
                      <a16:creationId xmlns:a16="http://schemas.microsoft.com/office/drawing/2014/main" id="{62AA9AAE-3307-B6B1-CA06-A2886E44646B}"/>
                    </a:ext>
                  </a:extLst>
                </p:cNvPr>
                <p:cNvSpPr/>
                <p:nvPr/>
              </p:nvSpPr>
              <p:spPr>
                <a:xfrm>
                  <a:off x="3004294" y="4350694"/>
                  <a:ext cx="59064" cy="156216"/>
                </a:xfrm>
                <a:custGeom>
                  <a:avLst/>
                  <a:gdLst>
                    <a:gd name="connsiteX0" fmla="*/ 330 w 59064"/>
                    <a:gd name="connsiteY0" fmla="*/ 156147 h 156216"/>
                    <a:gd name="connsiteX1" fmla="*/ 330 w 59064"/>
                    <a:gd name="connsiteY1" fmla="*/ 156147 h 156216"/>
                    <a:gd name="connsiteX2" fmla="*/ 330 w 59064"/>
                    <a:gd name="connsiteY2" fmla="*/ 149152 h 156216"/>
                    <a:gd name="connsiteX3" fmla="*/ 9073 w 59064"/>
                    <a:gd name="connsiteY3" fmla="*/ 139534 h 156216"/>
                    <a:gd name="connsiteX4" fmla="*/ 20440 w 59064"/>
                    <a:gd name="connsiteY4" fmla="*/ 124670 h 156216"/>
                    <a:gd name="connsiteX5" fmla="*/ 25686 w 59064"/>
                    <a:gd name="connsiteY5" fmla="*/ 115052 h 156216"/>
                    <a:gd name="connsiteX6" fmla="*/ 34430 w 59064"/>
                    <a:gd name="connsiteY6" fmla="*/ 102811 h 156216"/>
                    <a:gd name="connsiteX7" fmla="*/ 40550 w 59064"/>
                    <a:gd name="connsiteY7" fmla="*/ 90571 h 156216"/>
                    <a:gd name="connsiteX8" fmla="*/ 48419 w 59064"/>
                    <a:gd name="connsiteY8" fmla="*/ 76581 h 156216"/>
                    <a:gd name="connsiteX9" fmla="*/ 48419 w 59064"/>
                    <a:gd name="connsiteY9" fmla="*/ 65214 h 156216"/>
                    <a:gd name="connsiteX10" fmla="*/ 23998 w 59064"/>
                    <a:gd name="connsiteY10" fmla="*/ 4404 h 156216"/>
                    <a:gd name="connsiteX11" fmla="*/ 17817 w 59064"/>
                    <a:gd name="connsiteY11" fmla="*/ 2261 h 156216"/>
                    <a:gd name="connsiteX12" fmla="*/ 13445 w 59064"/>
                    <a:gd name="connsiteY12" fmla="*/ 2261 h 156216"/>
                    <a:gd name="connsiteX13" fmla="*/ 18691 w 59064"/>
                    <a:gd name="connsiteY13" fmla="*/ 2261 h 156216"/>
                    <a:gd name="connsiteX14" fmla="*/ 46670 w 59064"/>
                    <a:gd name="connsiteY14" fmla="*/ 19749 h 156216"/>
                    <a:gd name="connsiteX15" fmla="*/ 58037 w 59064"/>
                    <a:gd name="connsiteY15" fmla="*/ 53848 h 156216"/>
                    <a:gd name="connsiteX16" fmla="*/ 58037 w 59064"/>
                    <a:gd name="connsiteY16" fmla="*/ 67837 h 156216"/>
                    <a:gd name="connsiteX17" fmla="*/ 18691 w 59064"/>
                    <a:gd name="connsiteY17" fmla="*/ 138660 h 156216"/>
                    <a:gd name="connsiteX18" fmla="*/ 330 w 59064"/>
                    <a:gd name="connsiteY18" fmla="*/ 156147 h 15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063" h="156216">
                      <a:moveTo>
                        <a:pt x="330" y="156147"/>
                      </a:moveTo>
                      <a:lnTo>
                        <a:pt x="330" y="156147"/>
                      </a:lnTo>
                      <a:cubicBezTo>
                        <a:pt x="-169" y="153838"/>
                        <a:pt x="-169" y="151460"/>
                        <a:pt x="330" y="149152"/>
                      </a:cubicBezTo>
                      <a:cubicBezTo>
                        <a:pt x="2524" y="145357"/>
                        <a:pt x="5506" y="142079"/>
                        <a:pt x="9073" y="139534"/>
                      </a:cubicBezTo>
                      <a:cubicBezTo>
                        <a:pt x="14319" y="139534"/>
                        <a:pt x="16068" y="129042"/>
                        <a:pt x="20440" y="124670"/>
                      </a:cubicBezTo>
                      <a:lnTo>
                        <a:pt x="25686" y="115052"/>
                      </a:lnTo>
                      <a:lnTo>
                        <a:pt x="34430" y="102811"/>
                      </a:lnTo>
                      <a:cubicBezTo>
                        <a:pt x="36816" y="98912"/>
                        <a:pt x="38862" y="94820"/>
                        <a:pt x="40550" y="90571"/>
                      </a:cubicBezTo>
                      <a:cubicBezTo>
                        <a:pt x="40550" y="85325"/>
                        <a:pt x="46670" y="81827"/>
                        <a:pt x="48419" y="76581"/>
                      </a:cubicBezTo>
                      <a:cubicBezTo>
                        <a:pt x="47920" y="72812"/>
                        <a:pt x="47920" y="68983"/>
                        <a:pt x="48419" y="65214"/>
                      </a:cubicBezTo>
                      <a:cubicBezTo>
                        <a:pt x="58465" y="41677"/>
                        <a:pt x="47536" y="14450"/>
                        <a:pt x="23998" y="4404"/>
                      </a:cubicBezTo>
                      <a:cubicBezTo>
                        <a:pt x="21987" y="3547"/>
                        <a:pt x="19924" y="2830"/>
                        <a:pt x="17817" y="2261"/>
                      </a:cubicBezTo>
                      <a:cubicBezTo>
                        <a:pt x="16461" y="3040"/>
                        <a:pt x="14800" y="3040"/>
                        <a:pt x="13445" y="2261"/>
                      </a:cubicBezTo>
                      <a:cubicBezTo>
                        <a:pt x="13445" y="-2984"/>
                        <a:pt x="13445" y="2261"/>
                        <a:pt x="18691" y="2261"/>
                      </a:cubicBezTo>
                      <a:cubicBezTo>
                        <a:pt x="29655" y="4928"/>
                        <a:pt x="39465" y="11066"/>
                        <a:pt x="46670" y="19749"/>
                      </a:cubicBezTo>
                      <a:cubicBezTo>
                        <a:pt x="53883" y="29673"/>
                        <a:pt x="57853" y="41581"/>
                        <a:pt x="58037" y="53848"/>
                      </a:cubicBezTo>
                      <a:cubicBezTo>
                        <a:pt x="59348" y="58421"/>
                        <a:pt x="59348" y="63265"/>
                        <a:pt x="58037" y="67837"/>
                      </a:cubicBezTo>
                      <a:cubicBezTo>
                        <a:pt x="50202" y="94015"/>
                        <a:pt x="36772" y="118174"/>
                        <a:pt x="18691" y="138660"/>
                      </a:cubicBezTo>
                      <a:cubicBezTo>
                        <a:pt x="12876" y="144806"/>
                        <a:pt x="6747" y="150638"/>
                        <a:pt x="330" y="156147"/>
                      </a:cubicBezTo>
                      <a:close/>
                    </a:path>
                  </a:pathLst>
                </a:custGeom>
                <a:solidFill>
                  <a:srgbClr val="E4E4E9"/>
                </a:solidFill>
                <a:ln w="87213" cap="flat">
                  <a:noFill/>
                  <a:prstDash val="solid"/>
                  <a:miter/>
                </a:ln>
              </p:spPr>
              <p:txBody>
                <a:bodyPr rtlCol="0" anchor="ctr"/>
                <a:lstStyle/>
                <a:p>
                  <a:endParaRPr lang="en-IN" dirty="0"/>
                </a:p>
              </p:txBody>
            </p:sp>
            <p:sp>
              <p:nvSpPr>
                <p:cNvPr id="2442" name="Freeform: Shape 2441">
                  <a:extLst>
                    <a:ext uri="{FF2B5EF4-FFF2-40B4-BE49-F238E27FC236}">
                      <a16:creationId xmlns:a16="http://schemas.microsoft.com/office/drawing/2014/main" id="{9480E7E2-A577-4B5C-B7F9-263D43D9730F}"/>
                    </a:ext>
                  </a:extLst>
                </p:cNvPr>
                <p:cNvSpPr/>
                <p:nvPr/>
              </p:nvSpPr>
              <p:spPr>
                <a:xfrm>
                  <a:off x="3026527" y="4346905"/>
                  <a:ext cx="27979" cy="17487"/>
                </a:xfrm>
                <a:custGeom>
                  <a:avLst/>
                  <a:gdLst>
                    <a:gd name="connsiteX0" fmla="*/ 27935 w 27979"/>
                    <a:gd name="connsiteY0" fmla="*/ 17417 h 17487"/>
                    <a:gd name="connsiteX1" fmla="*/ -44 w 27979"/>
                    <a:gd name="connsiteY1" fmla="*/ -70 h 17487"/>
                    <a:gd name="connsiteX2" fmla="*/ 27935 w 27979"/>
                    <a:gd name="connsiteY2" fmla="*/ 17417 h 17487"/>
                  </a:gdLst>
                  <a:ahLst/>
                  <a:cxnLst>
                    <a:cxn ang="0">
                      <a:pos x="connsiteX0" y="connsiteY0"/>
                    </a:cxn>
                    <a:cxn ang="0">
                      <a:pos x="connsiteX1" y="connsiteY1"/>
                    </a:cxn>
                    <a:cxn ang="0">
                      <a:pos x="connsiteX2" y="connsiteY2"/>
                    </a:cxn>
                  </a:cxnLst>
                  <a:rect l="l" t="t" r="r" b="b"/>
                  <a:pathLst>
                    <a:path w="27979" h="17487">
                      <a:moveTo>
                        <a:pt x="27935" y="17417"/>
                      </a:moveTo>
                      <a:cubicBezTo>
                        <a:pt x="19497" y="10282"/>
                        <a:pt x="10072" y="4389"/>
                        <a:pt x="-44" y="-70"/>
                      </a:cubicBezTo>
                      <a:cubicBezTo>
                        <a:pt x="11357" y="1486"/>
                        <a:pt x="21543" y="7852"/>
                        <a:pt x="27935" y="17417"/>
                      </a:cubicBezTo>
                      <a:close/>
                    </a:path>
                  </a:pathLst>
                </a:custGeom>
                <a:solidFill>
                  <a:srgbClr val="E8E8ED"/>
                </a:solidFill>
                <a:ln w="87213" cap="flat">
                  <a:noFill/>
                  <a:prstDash val="solid"/>
                  <a:miter/>
                </a:ln>
              </p:spPr>
              <p:txBody>
                <a:bodyPr rtlCol="0" anchor="ctr"/>
                <a:lstStyle/>
                <a:p>
                  <a:endParaRPr lang="en-IN" dirty="0"/>
                </a:p>
              </p:txBody>
            </p:sp>
            <p:sp>
              <p:nvSpPr>
                <p:cNvPr id="2443" name="Freeform: Shape 2442">
                  <a:extLst>
                    <a:ext uri="{FF2B5EF4-FFF2-40B4-BE49-F238E27FC236}">
                      <a16:creationId xmlns:a16="http://schemas.microsoft.com/office/drawing/2014/main" id="{7E7F1E88-322C-D1FD-D3C4-1F4A34E0CF24}"/>
                    </a:ext>
                  </a:extLst>
                </p:cNvPr>
                <p:cNvSpPr/>
                <p:nvPr/>
              </p:nvSpPr>
              <p:spPr>
                <a:xfrm>
                  <a:off x="3012537" y="4344242"/>
                  <a:ext cx="13989" cy="2662"/>
                </a:xfrm>
                <a:custGeom>
                  <a:avLst/>
                  <a:gdLst>
                    <a:gd name="connsiteX0" fmla="*/ 13946 w 13989"/>
                    <a:gd name="connsiteY0" fmla="*/ 2593 h 2662"/>
                    <a:gd name="connsiteX1" fmla="*/ 8699 w 13989"/>
                    <a:gd name="connsiteY1" fmla="*/ 2593 h 2662"/>
                    <a:gd name="connsiteX2" fmla="*/ -44 w 13989"/>
                    <a:gd name="connsiteY2" fmla="*/ 2593 h 2662"/>
                    <a:gd name="connsiteX3" fmla="*/ -44 w 13989"/>
                    <a:gd name="connsiteY3" fmla="*/ 2593 h 2662"/>
                    <a:gd name="connsiteX4" fmla="*/ -44 w 13989"/>
                    <a:gd name="connsiteY4" fmla="*/ 2593 h 2662"/>
                    <a:gd name="connsiteX5" fmla="*/ 13946 w 13989"/>
                    <a:gd name="connsiteY5" fmla="*/ 2593 h 2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89" h="2662">
                      <a:moveTo>
                        <a:pt x="13946" y="2593"/>
                      </a:moveTo>
                      <a:cubicBezTo>
                        <a:pt x="13946" y="2593"/>
                        <a:pt x="13946" y="2593"/>
                        <a:pt x="8699" y="2593"/>
                      </a:cubicBezTo>
                      <a:lnTo>
                        <a:pt x="-44" y="2593"/>
                      </a:lnTo>
                      <a:lnTo>
                        <a:pt x="-44" y="2593"/>
                      </a:lnTo>
                      <a:lnTo>
                        <a:pt x="-44" y="2593"/>
                      </a:lnTo>
                      <a:cubicBezTo>
                        <a:pt x="-44" y="-30"/>
                        <a:pt x="8699" y="-1779"/>
                        <a:pt x="13946" y="2593"/>
                      </a:cubicBezTo>
                      <a:close/>
                    </a:path>
                  </a:pathLst>
                </a:custGeom>
                <a:solidFill>
                  <a:srgbClr val="E8E8ED"/>
                </a:solidFill>
                <a:ln w="87213" cap="flat">
                  <a:noFill/>
                  <a:prstDash val="solid"/>
                  <a:miter/>
                </a:ln>
              </p:spPr>
              <p:txBody>
                <a:bodyPr rtlCol="0" anchor="ctr"/>
                <a:lstStyle/>
                <a:p>
                  <a:endParaRPr lang="en-IN" dirty="0"/>
                </a:p>
              </p:txBody>
            </p:sp>
            <p:sp>
              <p:nvSpPr>
                <p:cNvPr id="2444" name="Freeform: Shape 2443">
                  <a:extLst>
                    <a:ext uri="{FF2B5EF4-FFF2-40B4-BE49-F238E27FC236}">
                      <a16:creationId xmlns:a16="http://schemas.microsoft.com/office/drawing/2014/main" id="{40BE6F71-7EF1-553F-AA9F-99A1EFAB87EC}"/>
                    </a:ext>
                  </a:extLst>
                </p:cNvPr>
                <p:cNvSpPr/>
                <p:nvPr/>
              </p:nvSpPr>
              <p:spPr>
                <a:xfrm>
                  <a:off x="2993301" y="4347915"/>
                  <a:ext cx="17487" cy="1613"/>
                </a:xfrm>
                <a:custGeom>
                  <a:avLst/>
                  <a:gdLst>
                    <a:gd name="connsiteX0" fmla="*/ -44 w 17487"/>
                    <a:gd name="connsiteY0" fmla="*/ 1543 h 1613"/>
                    <a:gd name="connsiteX1" fmla="*/ 17443 w 17487"/>
                    <a:gd name="connsiteY1" fmla="*/ 1543 h 1613"/>
                    <a:gd name="connsiteX2" fmla="*/ 17443 w 17487"/>
                    <a:gd name="connsiteY2" fmla="*/ 1543 h 1613"/>
                    <a:gd name="connsiteX3" fmla="*/ 12197 w 17487"/>
                    <a:gd name="connsiteY3" fmla="*/ 1543 h 1613"/>
                    <a:gd name="connsiteX4" fmla="*/ 12197 w 17487"/>
                    <a:gd name="connsiteY4" fmla="*/ 1543 h 1613"/>
                    <a:gd name="connsiteX5" fmla="*/ 2579 w 17487"/>
                    <a:gd name="connsiteY5" fmla="*/ 1543 h 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87" h="1613">
                      <a:moveTo>
                        <a:pt x="-44" y="1543"/>
                      </a:moveTo>
                      <a:cubicBezTo>
                        <a:pt x="5587" y="-608"/>
                        <a:pt x="11812" y="-608"/>
                        <a:pt x="17443" y="1543"/>
                      </a:cubicBezTo>
                      <a:lnTo>
                        <a:pt x="17443" y="1543"/>
                      </a:lnTo>
                      <a:cubicBezTo>
                        <a:pt x="17443" y="1543"/>
                        <a:pt x="17443" y="1543"/>
                        <a:pt x="12197" y="1543"/>
                      </a:cubicBezTo>
                      <a:lnTo>
                        <a:pt x="12197" y="1543"/>
                      </a:lnTo>
                      <a:cubicBezTo>
                        <a:pt x="12197" y="1543"/>
                        <a:pt x="5202" y="1543"/>
                        <a:pt x="2579" y="1543"/>
                      </a:cubicBezTo>
                      <a:close/>
                    </a:path>
                  </a:pathLst>
                </a:custGeom>
                <a:solidFill>
                  <a:srgbClr val="E8E8ED"/>
                </a:solidFill>
                <a:ln w="87213" cap="flat">
                  <a:noFill/>
                  <a:prstDash val="solid"/>
                  <a:miter/>
                </a:ln>
              </p:spPr>
              <p:txBody>
                <a:bodyPr rtlCol="0" anchor="ctr"/>
                <a:lstStyle/>
                <a:p>
                  <a:endParaRPr lang="en-IN" dirty="0"/>
                </a:p>
              </p:txBody>
            </p:sp>
            <p:sp>
              <p:nvSpPr>
                <p:cNvPr id="2445" name="Freeform: Shape 2444">
                  <a:extLst>
                    <a:ext uri="{FF2B5EF4-FFF2-40B4-BE49-F238E27FC236}">
                      <a16:creationId xmlns:a16="http://schemas.microsoft.com/office/drawing/2014/main" id="{1740D32D-D9D7-1D02-F64C-94CFDD5D4E60}"/>
                    </a:ext>
                  </a:extLst>
                </p:cNvPr>
                <p:cNvSpPr/>
                <p:nvPr/>
              </p:nvSpPr>
              <p:spPr>
                <a:xfrm>
                  <a:off x="2921218" y="4441334"/>
                  <a:ext cx="44132" cy="73445"/>
                </a:xfrm>
                <a:custGeom>
                  <a:avLst/>
                  <a:gdLst>
                    <a:gd name="connsiteX0" fmla="*/ 44060 w 44132"/>
                    <a:gd name="connsiteY0" fmla="*/ 73375 h 73445"/>
                    <a:gd name="connsiteX1" fmla="*/ 124 w 44132"/>
                    <a:gd name="connsiteY1" fmla="*/ 21465 h 73445"/>
                    <a:gd name="connsiteX2" fmla="*/ 2092 w 44132"/>
                    <a:gd name="connsiteY2" fmla="*/ 11297 h 73445"/>
                    <a:gd name="connsiteX3" fmla="*/ 2092 w 44132"/>
                    <a:gd name="connsiteY3" fmla="*/ -70 h 73445"/>
                    <a:gd name="connsiteX4" fmla="*/ 2092 w 44132"/>
                    <a:gd name="connsiteY4" fmla="*/ -70 h 73445"/>
                    <a:gd name="connsiteX5" fmla="*/ 2092 w 44132"/>
                    <a:gd name="connsiteY5" fmla="*/ 17417 h 73445"/>
                    <a:gd name="connsiteX6" fmla="*/ 2092 w 44132"/>
                    <a:gd name="connsiteY6" fmla="*/ 30532 h 73445"/>
                    <a:gd name="connsiteX7" fmla="*/ 3841 w 44132"/>
                    <a:gd name="connsiteY7" fmla="*/ 41024 h 73445"/>
                    <a:gd name="connsiteX8" fmla="*/ 3841 w 44132"/>
                    <a:gd name="connsiteY8" fmla="*/ 47145 h 73445"/>
                    <a:gd name="connsiteX9" fmla="*/ 3841 w 44132"/>
                    <a:gd name="connsiteY9" fmla="*/ 47145 h 73445"/>
                    <a:gd name="connsiteX10" fmla="*/ 3841 w 44132"/>
                    <a:gd name="connsiteY10" fmla="*/ 52391 h 73445"/>
                    <a:gd name="connsiteX11" fmla="*/ 3841 w 44132"/>
                    <a:gd name="connsiteY11" fmla="*/ 52391 h 73445"/>
                    <a:gd name="connsiteX12" fmla="*/ 24825 w 44132"/>
                    <a:gd name="connsiteY12" fmla="*/ 63758 h 73445"/>
                    <a:gd name="connsiteX13" fmla="*/ 24825 w 44132"/>
                    <a:gd name="connsiteY13" fmla="*/ 63758 h 73445"/>
                    <a:gd name="connsiteX14" fmla="*/ 44060 w 44132"/>
                    <a:gd name="connsiteY14" fmla="*/ 73375 h 7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2" h="73445">
                      <a:moveTo>
                        <a:pt x="44060" y="73375"/>
                      </a:moveTo>
                      <a:cubicBezTo>
                        <a:pt x="17594" y="71172"/>
                        <a:pt x="-2079" y="47932"/>
                        <a:pt x="124" y="21465"/>
                      </a:cubicBezTo>
                      <a:cubicBezTo>
                        <a:pt x="413" y="18012"/>
                        <a:pt x="1069" y="14602"/>
                        <a:pt x="2092" y="11297"/>
                      </a:cubicBezTo>
                      <a:cubicBezTo>
                        <a:pt x="64" y="7781"/>
                        <a:pt x="64" y="3445"/>
                        <a:pt x="2092" y="-70"/>
                      </a:cubicBezTo>
                      <a:lnTo>
                        <a:pt x="2092" y="-70"/>
                      </a:lnTo>
                      <a:cubicBezTo>
                        <a:pt x="2092" y="6050"/>
                        <a:pt x="2092" y="12171"/>
                        <a:pt x="2092" y="17417"/>
                      </a:cubicBezTo>
                      <a:cubicBezTo>
                        <a:pt x="754" y="21684"/>
                        <a:pt x="754" y="26265"/>
                        <a:pt x="2092" y="30532"/>
                      </a:cubicBezTo>
                      <a:cubicBezTo>
                        <a:pt x="3106" y="33942"/>
                        <a:pt x="3692" y="37465"/>
                        <a:pt x="3841" y="41024"/>
                      </a:cubicBezTo>
                      <a:cubicBezTo>
                        <a:pt x="3106" y="43000"/>
                        <a:pt x="3106" y="45169"/>
                        <a:pt x="3841" y="47145"/>
                      </a:cubicBezTo>
                      <a:lnTo>
                        <a:pt x="3841" y="47145"/>
                      </a:lnTo>
                      <a:cubicBezTo>
                        <a:pt x="3430" y="48867"/>
                        <a:pt x="3430" y="50668"/>
                        <a:pt x="3841" y="52391"/>
                      </a:cubicBezTo>
                      <a:lnTo>
                        <a:pt x="3841" y="52391"/>
                      </a:lnTo>
                      <a:cubicBezTo>
                        <a:pt x="9795" y="57855"/>
                        <a:pt x="16999" y="61755"/>
                        <a:pt x="24825" y="63758"/>
                      </a:cubicBezTo>
                      <a:lnTo>
                        <a:pt x="24825" y="63758"/>
                      </a:lnTo>
                      <a:cubicBezTo>
                        <a:pt x="24825" y="63758"/>
                        <a:pt x="44935" y="73375"/>
                        <a:pt x="44060" y="73375"/>
                      </a:cubicBezTo>
                      <a:close/>
                    </a:path>
                  </a:pathLst>
                </a:custGeom>
                <a:solidFill>
                  <a:srgbClr val="DFDFE5"/>
                </a:solidFill>
                <a:ln w="87213" cap="flat">
                  <a:noFill/>
                  <a:prstDash val="solid"/>
                  <a:miter/>
                </a:ln>
              </p:spPr>
              <p:txBody>
                <a:bodyPr rtlCol="0" anchor="ctr"/>
                <a:lstStyle/>
                <a:p>
                  <a:endParaRPr lang="en-IN" dirty="0"/>
                </a:p>
              </p:txBody>
            </p:sp>
            <p:sp>
              <p:nvSpPr>
                <p:cNvPr id="2446" name="Freeform: Shape 2445">
                  <a:extLst>
                    <a:ext uri="{FF2B5EF4-FFF2-40B4-BE49-F238E27FC236}">
                      <a16:creationId xmlns:a16="http://schemas.microsoft.com/office/drawing/2014/main" id="{16B98896-0563-7A46-B842-CD47241BE3B9}"/>
                    </a:ext>
                  </a:extLst>
                </p:cNvPr>
                <p:cNvSpPr/>
                <p:nvPr/>
              </p:nvSpPr>
              <p:spPr>
                <a:xfrm>
                  <a:off x="2925103" y="4352151"/>
                  <a:ext cx="69073" cy="101306"/>
                </a:xfrm>
                <a:custGeom>
                  <a:avLst/>
                  <a:gdLst>
                    <a:gd name="connsiteX0" fmla="*/ -44 w 69073"/>
                    <a:gd name="connsiteY0" fmla="*/ 89113 h 101306"/>
                    <a:gd name="connsiteX1" fmla="*/ -44 w 69073"/>
                    <a:gd name="connsiteY1" fmla="*/ 100480 h 101306"/>
                    <a:gd name="connsiteX2" fmla="*/ -44 w 69073"/>
                    <a:gd name="connsiteY2" fmla="*/ 91736 h 101306"/>
                    <a:gd name="connsiteX3" fmla="*/ 20066 w 69073"/>
                    <a:gd name="connsiteY3" fmla="*/ 55014 h 101306"/>
                    <a:gd name="connsiteX4" fmla="*/ 51542 w 69073"/>
                    <a:gd name="connsiteY4" fmla="*/ 12171 h 101306"/>
                    <a:gd name="connsiteX5" fmla="*/ 69029 w 69073"/>
                    <a:gd name="connsiteY5" fmla="*/ -70 h 101306"/>
                    <a:gd name="connsiteX6" fmla="*/ 69029 w 69073"/>
                    <a:gd name="connsiteY6" fmla="*/ -70 h 101306"/>
                    <a:gd name="connsiteX7" fmla="*/ 69029 w 69073"/>
                    <a:gd name="connsiteY7" fmla="*/ 5176 h 101306"/>
                    <a:gd name="connsiteX8" fmla="*/ 60286 w 69073"/>
                    <a:gd name="connsiteY8" fmla="*/ 11296 h 101306"/>
                    <a:gd name="connsiteX9" fmla="*/ 37553 w 69073"/>
                    <a:gd name="connsiteY9" fmla="*/ 38401 h 101306"/>
                    <a:gd name="connsiteX10" fmla="*/ 10448 w 69073"/>
                    <a:gd name="connsiteY10" fmla="*/ 83867 h 101306"/>
                    <a:gd name="connsiteX11" fmla="*/ 2710 w 69073"/>
                    <a:gd name="connsiteY11" fmla="*/ 90031 h 101306"/>
                    <a:gd name="connsiteX12" fmla="*/ -44 w 69073"/>
                    <a:gd name="connsiteY12" fmla="*/ 89113 h 10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73" h="101306">
                      <a:moveTo>
                        <a:pt x="-44" y="89113"/>
                      </a:moveTo>
                      <a:cubicBezTo>
                        <a:pt x="-44" y="89113"/>
                        <a:pt x="-44" y="96982"/>
                        <a:pt x="-44" y="100480"/>
                      </a:cubicBezTo>
                      <a:cubicBezTo>
                        <a:pt x="-44" y="103977"/>
                        <a:pt x="-44" y="94359"/>
                        <a:pt x="-44" y="91736"/>
                      </a:cubicBezTo>
                      <a:cubicBezTo>
                        <a:pt x="5254" y="78778"/>
                        <a:pt x="12005" y="66458"/>
                        <a:pt x="20066" y="55014"/>
                      </a:cubicBezTo>
                      <a:cubicBezTo>
                        <a:pt x="28757" y="39494"/>
                        <a:pt x="39328" y="25102"/>
                        <a:pt x="51542" y="12171"/>
                      </a:cubicBezTo>
                      <a:cubicBezTo>
                        <a:pt x="56220" y="6653"/>
                        <a:pt x="62244" y="2439"/>
                        <a:pt x="69029" y="-70"/>
                      </a:cubicBezTo>
                      <a:lnTo>
                        <a:pt x="69029" y="-70"/>
                      </a:lnTo>
                      <a:cubicBezTo>
                        <a:pt x="69029" y="-70"/>
                        <a:pt x="69029" y="-70"/>
                        <a:pt x="69029" y="5176"/>
                      </a:cubicBezTo>
                      <a:lnTo>
                        <a:pt x="60286" y="11296"/>
                      </a:lnTo>
                      <a:cubicBezTo>
                        <a:pt x="51787" y="19515"/>
                        <a:pt x="44163" y="28599"/>
                        <a:pt x="37553" y="38401"/>
                      </a:cubicBezTo>
                      <a:cubicBezTo>
                        <a:pt x="27384" y="52845"/>
                        <a:pt x="18326" y="68050"/>
                        <a:pt x="10448" y="83867"/>
                      </a:cubicBezTo>
                      <a:cubicBezTo>
                        <a:pt x="10011" y="87705"/>
                        <a:pt x="6549" y="90468"/>
                        <a:pt x="2710" y="90031"/>
                      </a:cubicBezTo>
                      <a:cubicBezTo>
                        <a:pt x="1740" y="89917"/>
                        <a:pt x="804" y="89611"/>
                        <a:pt x="-44" y="89113"/>
                      </a:cubicBezTo>
                      <a:close/>
                    </a:path>
                  </a:pathLst>
                </a:custGeom>
                <a:solidFill>
                  <a:srgbClr val="E3E3E8"/>
                </a:solidFill>
                <a:ln w="87213" cap="flat">
                  <a:noFill/>
                  <a:prstDash val="solid"/>
                  <a:miter/>
                </a:ln>
              </p:spPr>
              <p:txBody>
                <a:bodyPr rtlCol="0" anchor="ctr"/>
                <a:lstStyle/>
                <a:p>
                  <a:endParaRPr lang="en-IN" dirty="0"/>
                </a:p>
              </p:txBody>
            </p:sp>
            <p:sp>
              <p:nvSpPr>
                <p:cNvPr id="2447" name="Freeform: Shape 2446">
                  <a:extLst>
                    <a:ext uri="{FF2B5EF4-FFF2-40B4-BE49-F238E27FC236}">
                      <a16:creationId xmlns:a16="http://schemas.microsoft.com/office/drawing/2014/main" id="{B99EC7A0-AEDD-4772-83B4-751F8B75B551}"/>
                    </a:ext>
                  </a:extLst>
                </p:cNvPr>
                <p:cNvSpPr/>
                <p:nvPr/>
              </p:nvSpPr>
              <p:spPr>
                <a:xfrm>
                  <a:off x="2977563" y="4507785"/>
                  <a:ext cx="14863" cy="6428"/>
                </a:xfrm>
                <a:custGeom>
                  <a:avLst/>
                  <a:gdLst>
                    <a:gd name="connsiteX0" fmla="*/ 14820 w 14863"/>
                    <a:gd name="connsiteY0" fmla="*/ -70 h 6428"/>
                    <a:gd name="connsiteX1" fmla="*/ -44 w 14863"/>
                    <a:gd name="connsiteY1" fmla="*/ 6050 h 6428"/>
                    <a:gd name="connsiteX2" fmla="*/ -44 w 14863"/>
                    <a:gd name="connsiteY2" fmla="*/ 6050 h 6428"/>
                    <a:gd name="connsiteX3" fmla="*/ -44 w 14863"/>
                    <a:gd name="connsiteY3" fmla="*/ 6050 h 6428"/>
                    <a:gd name="connsiteX4" fmla="*/ 12197 w 14863"/>
                    <a:gd name="connsiteY4" fmla="*/ 6050 h 6428"/>
                    <a:gd name="connsiteX5" fmla="*/ 12197 w 14863"/>
                    <a:gd name="connsiteY5" fmla="*/ 6050 h 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63" h="6428">
                      <a:moveTo>
                        <a:pt x="14820" y="-70"/>
                      </a:moveTo>
                      <a:cubicBezTo>
                        <a:pt x="10693" y="3585"/>
                        <a:pt x="5456" y="5744"/>
                        <a:pt x="-44" y="6050"/>
                      </a:cubicBezTo>
                      <a:cubicBezTo>
                        <a:pt x="-44" y="6050"/>
                        <a:pt x="-44" y="6050"/>
                        <a:pt x="-44" y="6050"/>
                      </a:cubicBezTo>
                      <a:cubicBezTo>
                        <a:pt x="-44" y="6050"/>
                        <a:pt x="-44" y="6050"/>
                        <a:pt x="-44" y="6050"/>
                      </a:cubicBezTo>
                      <a:cubicBezTo>
                        <a:pt x="4022" y="6461"/>
                        <a:pt x="8131" y="6461"/>
                        <a:pt x="12197" y="6050"/>
                      </a:cubicBezTo>
                      <a:lnTo>
                        <a:pt x="12197" y="6050"/>
                      </a:lnTo>
                      <a:close/>
                    </a:path>
                  </a:pathLst>
                </a:custGeom>
                <a:solidFill>
                  <a:srgbClr val="DFDFE5"/>
                </a:solidFill>
                <a:ln w="87213" cap="flat">
                  <a:noFill/>
                  <a:prstDash val="solid"/>
                  <a:miter/>
                </a:ln>
              </p:spPr>
              <p:txBody>
                <a:bodyPr rtlCol="0" anchor="ctr"/>
                <a:lstStyle/>
                <a:p>
                  <a:endParaRPr lang="en-IN" dirty="0"/>
                </a:p>
              </p:txBody>
            </p:sp>
            <p:sp>
              <p:nvSpPr>
                <p:cNvPr id="2448" name="Freeform: Shape 2447">
                  <a:extLst>
                    <a:ext uri="{FF2B5EF4-FFF2-40B4-BE49-F238E27FC236}">
                      <a16:creationId xmlns:a16="http://schemas.microsoft.com/office/drawing/2014/main" id="{8D2530CF-6860-4D83-61A4-BF9985B1FF78}"/>
                    </a:ext>
                  </a:extLst>
                </p:cNvPr>
                <p:cNvSpPr/>
                <p:nvPr/>
              </p:nvSpPr>
              <p:spPr>
                <a:xfrm>
                  <a:off x="2962699" y="4510602"/>
                  <a:ext cx="12240" cy="1554"/>
                </a:xfrm>
                <a:custGeom>
                  <a:avLst/>
                  <a:gdLst>
                    <a:gd name="connsiteX0" fmla="*/ 12197 w 12240"/>
                    <a:gd name="connsiteY0" fmla="*/ 1484 h 1554"/>
                    <a:gd name="connsiteX1" fmla="*/ 12197 w 12240"/>
                    <a:gd name="connsiteY1" fmla="*/ 1484 h 1554"/>
                    <a:gd name="connsiteX2" fmla="*/ -44 w 12240"/>
                    <a:gd name="connsiteY2" fmla="*/ 1484 h 1554"/>
                    <a:gd name="connsiteX3" fmla="*/ -44 w 12240"/>
                    <a:gd name="connsiteY3" fmla="*/ 1484 h 1554"/>
                    <a:gd name="connsiteX4" fmla="*/ 12197 w 12240"/>
                    <a:gd name="connsiteY4" fmla="*/ 1484 h 1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 h="1554">
                      <a:moveTo>
                        <a:pt x="12197" y="1484"/>
                      </a:moveTo>
                      <a:lnTo>
                        <a:pt x="12197" y="1484"/>
                      </a:lnTo>
                      <a:cubicBezTo>
                        <a:pt x="12197" y="1484"/>
                        <a:pt x="4328" y="1484"/>
                        <a:pt x="-44" y="1484"/>
                      </a:cubicBezTo>
                      <a:lnTo>
                        <a:pt x="-44" y="1484"/>
                      </a:lnTo>
                      <a:cubicBezTo>
                        <a:pt x="-44" y="1484"/>
                        <a:pt x="8699" y="-2013"/>
                        <a:pt x="12197" y="1484"/>
                      </a:cubicBezTo>
                      <a:close/>
                    </a:path>
                  </a:pathLst>
                </a:custGeom>
                <a:solidFill>
                  <a:srgbClr val="DFDFE5"/>
                </a:solidFill>
                <a:ln w="87213" cap="flat">
                  <a:noFill/>
                  <a:prstDash val="solid"/>
                  <a:miter/>
                </a:ln>
              </p:spPr>
              <p:txBody>
                <a:bodyPr rtlCol="0" anchor="ctr"/>
                <a:lstStyle/>
                <a:p>
                  <a:endParaRPr lang="en-IN" dirty="0"/>
                </a:p>
              </p:txBody>
            </p:sp>
            <p:sp>
              <p:nvSpPr>
                <p:cNvPr id="2449" name="Freeform: Shape 2448">
                  <a:extLst>
                    <a:ext uri="{FF2B5EF4-FFF2-40B4-BE49-F238E27FC236}">
                      <a16:creationId xmlns:a16="http://schemas.microsoft.com/office/drawing/2014/main" id="{C3168102-83BF-F90A-56EB-10D5053A5231}"/>
                    </a:ext>
                  </a:extLst>
                </p:cNvPr>
                <p:cNvSpPr/>
                <p:nvPr/>
              </p:nvSpPr>
              <p:spPr>
                <a:xfrm>
                  <a:off x="2991553" y="4349528"/>
                  <a:ext cx="12165" cy="3108"/>
                </a:xfrm>
                <a:custGeom>
                  <a:avLst/>
                  <a:gdLst>
                    <a:gd name="connsiteX0" fmla="*/ 1704 w 12165"/>
                    <a:gd name="connsiteY0" fmla="*/ -70 h 3108"/>
                    <a:gd name="connsiteX1" fmla="*/ 11322 w 12165"/>
                    <a:gd name="connsiteY1" fmla="*/ -70 h 3108"/>
                    <a:gd name="connsiteX2" fmla="*/ -44 w 12165"/>
                    <a:gd name="connsiteY2" fmla="*/ -70 h 3108"/>
                    <a:gd name="connsiteX3" fmla="*/ -44 w 12165"/>
                    <a:gd name="connsiteY3" fmla="*/ -70 h 3108"/>
                  </a:gdLst>
                  <a:ahLst/>
                  <a:cxnLst>
                    <a:cxn ang="0">
                      <a:pos x="connsiteX0" y="connsiteY0"/>
                    </a:cxn>
                    <a:cxn ang="0">
                      <a:pos x="connsiteX1" y="connsiteY1"/>
                    </a:cxn>
                    <a:cxn ang="0">
                      <a:pos x="connsiteX2" y="connsiteY2"/>
                    </a:cxn>
                    <a:cxn ang="0">
                      <a:pos x="connsiteX3" y="connsiteY3"/>
                    </a:cxn>
                  </a:cxnLst>
                  <a:rect l="l" t="t" r="r" b="b"/>
                  <a:pathLst>
                    <a:path w="12165" h="3108">
                      <a:moveTo>
                        <a:pt x="1704" y="-70"/>
                      </a:moveTo>
                      <a:cubicBezTo>
                        <a:pt x="1704" y="-70"/>
                        <a:pt x="7825" y="-70"/>
                        <a:pt x="11322" y="-70"/>
                      </a:cubicBezTo>
                      <a:cubicBezTo>
                        <a:pt x="14820" y="-70"/>
                        <a:pt x="6076" y="6924"/>
                        <a:pt x="-44" y="-70"/>
                      </a:cubicBezTo>
                      <a:lnTo>
                        <a:pt x="-44" y="-70"/>
                      </a:lnTo>
                      <a:close/>
                    </a:path>
                  </a:pathLst>
                </a:custGeom>
                <a:solidFill>
                  <a:srgbClr val="E4E4E9"/>
                </a:solidFill>
                <a:ln w="87213" cap="flat">
                  <a:noFill/>
                  <a:prstDash val="solid"/>
                  <a:miter/>
                </a:ln>
              </p:spPr>
              <p:txBody>
                <a:bodyPr rtlCol="0" anchor="ctr"/>
                <a:lstStyle/>
                <a:p>
                  <a:endParaRPr lang="en-IN" dirty="0"/>
                </a:p>
              </p:txBody>
            </p:sp>
            <p:sp>
              <p:nvSpPr>
                <p:cNvPr id="2450" name="Freeform: Shape 2449">
                  <a:extLst>
                    <a:ext uri="{FF2B5EF4-FFF2-40B4-BE49-F238E27FC236}">
                      <a16:creationId xmlns:a16="http://schemas.microsoft.com/office/drawing/2014/main" id="{DD6C121F-684D-8BB4-6B9D-DCDCEF72ACA3}"/>
                    </a:ext>
                  </a:extLst>
                </p:cNvPr>
                <p:cNvSpPr/>
                <p:nvPr/>
              </p:nvSpPr>
              <p:spPr>
                <a:xfrm>
                  <a:off x="3004862" y="4499651"/>
                  <a:ext cx="1554" cy="6385"/>
                </a:xfrm>
                <a:custGeom>
                  <a:avLst/>
                  <a:gdLst>
                    <a:gd name="connsiteX0" fmla="*/ 1510 w 1554"/>
                    <a:gd name="connsiteY0" fmla="*/ 1069 h 6385"/>
                    <a:gd name="connsiteX1" fmla="*/ 1510 w 1554"/>
                    <a:gd name="connsiteY1" fmla="*/ 6315 h 6385"/>
                    <a:gd name="connsiteX2" fmla="*/ 1510 w 1554"/>
                    <a:gd name="connsiteY2" fmla="*/ 6315 h 6385"/>
                    <a:gd name="connsiteX3" fmla="*/ 1510 w 1554"/>
                    <a:gd name="connsiteY3" fmla="*/ 6315 h 6385"/>
                    <a:gd name="connsiteX4" fmla="*/ 1510 w 1554"/>
                    <a:gd name="connsiteY4" fmla="*/ 1069 h 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 h="6385">
                      <a:moveTo>
                        <a:pt x="1510" y="1069"/>
                      </a:moveTo>
                      <a:lnTo>
                        <a:pt x="1510" y="6315"/>
                      </a:lnTo>
                      <a:lnTo>
                        <a:pt x="1510" y="6315"/>
                      </a:lnTo>
                      <a:lnTo>
                        <a:pt x="1510" y="6315"/>
                      </a:lnTo>
                      <a:cubicBezTo>
                        <a:pt x="1510" y="6315"/>
                        <a:pt x="-1987" y="-3302"/>
                        <a:pt x="1510" y="1069"/>
                      </a:cubicBezTo>
                      <a:close/>
                    </a:path>
                  </a:pathLst>
                </a:custGeom>
                <a:solidFill>
                  <a:srgbClr val="DFDFE5"/>
                </a:solidFill>
                <a:ln w="87213" cap="flat">
                  <a:noFill/>
                  <a:prstDash val="solid"/>
                  <a:miter/>
                </a:ln>
              </p:spPr>
              <p:txBody>
                <a:bodyPr rtlCol="0" anchor="ctr"/>
                <a:lstStyle/>
                <a:p>
                  <a:endParaRPr lang="en-IN" dirty="0"/>
                </a:p>
              </p:txBody>
            </p:sp>
            <p:sp>
              <p:nvSpPr>
                <p:cNvPr id="2451" name="Freeform: Shape 2450">
                  <a:extLst>
                    <a:ext uri="{FF2B5EF4-FFF2-40B4-BE49-F238E27FC236}">
                      <a16:creationId xmlns:a16="http://schemas.microsoft.com/office/drawing/2014/main" id="{C9704379-5860-847F-0460-7BE7534F33CD}"/>
                    </a:ext>
                  </a:extLst>
                </p:cNvPr>
                <p:cNvSpPr/>
                <p:nvPr/>
              </p:nvSpPr>
              <p:spPr>
                <a:xfrm>
                  <a:off x="2992427" y="4501567"/>
                  <a:ext cx="7869" cy="5051"/>
                </a:xfrm>
                <a:custGeom>
                  <a:avLst/>
                  <a:gdLst>
                    <a:gd name="connsiteX0" fmla="*/ 7825 w 7869"/>
                    <a:gd name="connsiteY0" fmla="*/ 2650 h 5051"/>
                    <a:gd name="connsiteX1" fmla="*/ -44 w 7869"/>
                    <a:gd name="connsiteY1" fmla="*/ 2650 h 5051"/>
                    <a:gd name="connsiteX2" fmla="*/ -44 w 7869"/>
                    <a:gd name="connsiteY2" fmla="*/ 2650 h 5051"/>
                    <a:gd name="connsiteX3" fmla="*/ 7825 w 7869"/>
                    <a:gd name="connsiteY3" fmla="*/ 2650 h 5051"/>
                  </a:gdLst>
                  <a:ahLst/>
                  <a:cxnLst>
                    <a:cxn ang="0">
                      <a:pos x="connsiteX0" y="connsiteY0"/>
                    </a:cxn>
                    <a:cxn ang="0">
                      <a:pos x="connsiteX1" y="connsiteY1"/>
                    </a:cxn>
                    <a:cxn ang="0">
                      <a:pos x="connsiteX2" y="connsiteY2"/>
                    </a:cxn>
                    <a:cxn ang="0">
                      <a:pos x="connsiteX3" y="connsiteY3"/>
                    </a:cxn>
                  </a:cxnLst>
                  <a:rect l="l" t="t" r="r" b="b"/>
                  <a:pathLst>
                    <a:path w="7869" h="5051">
                      <a:moveTo>
                        <a:pt x="7825" y="2650"/>
                      </a:moveTo>
                      <a:cubicBezTo>
                        <a:pt x="7825" y="2650"/>
                        <a:pt x="7825" y="7896"/>
                        <a:pt x="-44" y="2650"/>
                      </a:cubicBezTo>
                      <a:lnTo>
                        <a:pt x="-44" y="2650"/>
                      </a:lnTo>
                      <a:cubicBezTo>
                        <a:pt x="-44" y="2650"/>
                        <a:pt x="-44" y="-3470"/>
                        <a:pt x="7825" y="2650"/>
                      </a:cubicBezTo>
                      <a:close/>
                    </a:path>
                  </a:pathLst>
                </a:custGeom>
                <a:solidFill>
                  <a:srgbClr val="DFDFE5"/>
                </a:solidFill>
                <a:ln w="87213" cap="flat">
                  <a:noFill/>
                  <a:prstDash val="solid"/>
                  <a:miter/>
                </a:ln>
              </p:spPr>
              <p:txBody>
                <a:bodyPr rtlCol="0" anchor="ctr"/>
                <a:lstStyle/>
                <a:p>
                  <a:endParaRPr lang="en-IN" dirty="0"/>
                </a:p>
              </p:txBody>
            </p:sp>
            <p:sp>
              <p:nvSpPr>
                <p:cNvPr id="2452" name="Freeform: Shape 2451">
                  <a:extLst>
                    <a:ext uri="{FF2B5EF4-FFF2-40B4-BE49-F238E27FC236}">
                      <a16:creationId xmlns:a16="http://schemas.microsoft.com/office/drawing/2014/main" id="{B5497F8C-33C9-18B6-24C7-B8F1A0CEC8B5}"/>
                    </a:ext>
                  </a:extLst>
                </p:cNvPr>
                <p:cNvSpPr/>
                <p:nvPr/>
              </p:nvSpPr>
              <p:spPr>
                <a:xfrm>
                  <a:off x="2988056" y="4346031"/>
                  <a:ext cx="70353" cy="158256"/>
                </a:xfrm>
                <a:custGeom>
                  <a:avLst/>
                  <a:gdLst>
                    <a:gd name="connsiteX0" fmla="*/ 12197 w 70353"/>
                    <a:gd name="connsiteY0" fmla="*/ 158186 h 158256"/>
                    <a:gd name="connsiteX1" fmla="*/ 4327 w 70353"/>
                    <a:gd name="connsiteY1" fmla="*/ 158186 h 158256"/>
                    <a:gd name="connsiteX2" fmla="*/ 4327 w 70353"/>
                    <a:gd name="connsiteY2" fmla="*/ 158186 h 158256"/>
                    <a:gd name="connsiteX3" fmla="*/ 15694 w 70353"/>
                    <a:gd name="connsiteY3" fmla="*/ 146820 h 158256"/>
                    <a:gd name="connsiteX4" fmla="*/ 21814 w 70353"/>
                    <a:gd name="connsiteY4" fmla="*/ 140700 h 158256"/>
                    <a:gd name="connsiteX5" fmla="*/ 55914 w 70353"/>
                    <a:gd name="connsiteY5" fmla="*/ 89987 h 158256"/>
                    <a:gd name="connsiteX6" fmla="*/ 67280 w 70353"/>
                    <a:gd name="connsiteY6" fmla="*/ 68129 h 158256"/>
                    <a:gd name="connsiteX7" fmla="*/ 67280 w 70353"/>
                    <a:gd name="connsiteY7" fmla="*/ 35778 h 158256"/>
                    <a:gd name="connsiteX8" fmla="*/ 27060 w 70353"/>
                    <a:gd name="connsiteY8" fmla="*/ 5176 h 158256"/>
                    <a:gd name="connsiteX9" fmla="*/ 7825 w 70353"/>
                    <a:gd name="connsiteY9" fmla="*/ 5176 h 158256"/>
                    <a:gd name="connsiteX10" fmla="*/ -44 w 70353"/>
                    <a:gd name="connsiteY10" fmla="*/ 5176 h 158256"/>
                    <a:gd name="connsiteX11" fmla="*/ -44 w 70353"/>
                    <a:gd name="connsiteY11" fmla="*/ -70 h 158256"/>
                    <a:gd name="connsiteX12" fmla="*/ 11322 w 70353"/>
                    <a:gd name="connsiteY12" fmla="*/ -70 h 158256"/>
                    <a:gd name="connsiteX13" fmla="*/ 29683 w 70353"/>
                    <a:gd name="connsiteY13" fmla="*/ -70 h 158256"/>
                    <a:gd name="connsiteX14" fmla="*/ 54165 w 70353"/>
                    <a:gd name="connsiteY14" fmla="*/ 11296 h 158256"/>
                    <a:gd name="connsiteX15" fmla="*/ 66406 w 70353"/>
                    <a:gd name="connsiteY15" fmla="*/ 69003 h 158256"/>
                    <a:gd name="connsiteX16" fmla="*/ 66406 w 70353"/>
                    <a:gd name="connsiteY16" fmla="*/ 77747 h 158256"/>
                    <a:gd name="connsiteX17" fmla="*/ 58537 w 70353"/>
                    <a:gd name="connsiteY17" fmla="*/ 92610 h 158256"/>
                    <a:gd name="connsiteX18" fmla="*/ 52416 w 70353"/>
                    <a:gd name="connsiteY18" fmla="*/ 103977 h 158256"/>
                    <a:gd name="connsiteX19" fmla="*/ 43673 w 70353"/>
                    <a:gd name="connsiteY19" fmla="*/ 117967 h 158256"/>
                    <a:gd name="connsiteX20" fmla="*/ 38427 w 70353"/>
                    <a:gd name="connsiteY20" fmla="*/ 126710 h 158256"/>
                    <a:gd name="connsiteX21" fmla="*/ 26186 w 70353"/>
                    <a:gd name="connsiteY21" fmla="*/ 141574 h 158256"/>
                    <a:gd name="connsiteX22" fmla="*/ 18317 w 70353"/>
                    <a:gd name="connsiteY22" fmla="*/ 152066 h 158256"/>
                    <a:gd name="connsiteX23" fmla="*/ 12197 w 70353"/>
                    <a:gd name="connsiteY23" fmla="*/ 158186 h 15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353" h="158256">
                      <a:moveTo>
                        <a:pt x="12197" y="158186"/>
                      </a:moveTo>
                      <a:cubicBezTo>
                        <a:pt x="12197" y="158186"/>
                        <a:pt x="6951" y="158186"/>
                        <a:pt x="4327" y="158186"/>
                      </a:cubicBezTo>
                      <a:lnTo>
                        <a:pt x="4327" y="158186"/>
                      </a:lnTo>
                      <a:cubicBezTo>
                        <a:pt x="4327" y="152066"/>
                        <a:pt x="12197" y="150318"/>
                        <a:pt x="15694" y="146820"/>
                      </a:cubicBezTo>
                      <a:lnTo>
                        <a:pt x="21814" y="140700"/>
                      </a:lnTo>
                      <a:cubicBezTo>
                        <a:pt x="34055" y="124087"/>
                        <a:pt x="44548" y="106600"/>
                        <a:pt x="55914" y="89987"/>
                      </a:cubicBezTo>
                      <a:cubicBezTo>
                        <a:pt x="60557" y="83176"/>
                        <a:pt x="64369" y="75840"/>
                        <a:pt x="67280" y="68129"/>
                      </a:cubicBezTo>
                      <a:cubicBezTo>
                        <a:pt x="71163" y="57698"/>
                        <a:pt x="71163" y="46209"/>
                        <a:pt x="67280" y="35778"/>
                      </a:cubicBezTo>
                      <a:cubicBezTo>
                        <a:pt x="61510" y="18230"/>
                        <a:pt x="45509" y="6059"/>
                        <a:pt x="27060" y="5176"/>
                      </a:cubicBezTo>
                      <a:cubicBezTo>
                        <a:pt x="20678" y="4275"/>
                        <a:pt x="14208" y="4275"/>
                        <a:pt x="7825" y="5176"/>
                      </a:cubicBezTo>
                      <a:cubicBezTo>
                        <a:pt x="7825" y="5176"/>
                        <a:pt x="2579" y="5176"/>
                        <a:pt x="-44" y="5176"/>
                      </a:cubicBezTo>
                      <a:lnTo>
                        <a:pt x="-44" y="-70"/>
                      </a:lnTo>
                      <a:cubicBezTo>
                        <a:pt x="-44" y="-70"/>
                        <a:pt x="9574" y="-70"/>
                        <a:pt x="11322" y="-70"/>
                      </a:cubicBezTo>
                      <a:lnTo>
                        <a:pt x="29683" y="-70"/>
                      </a:lnTo>
                      <a:cubicBezTo>
                        <a:pt x="38567" y="1906"/>
                        <a:pt x="46926" y="5779"/>
                        <a:pt x="54165" y="11296"/>
                      </a:cubicBezTo>
                      <a:cubicBezTo>
                        <a:pt x="69694" y="26195"/>
                        <a:pt x="74555" y="49077"/>
                        <a:pt x="66406" y="69003"/>
                      </a:cubicBezTo>
                      <a:cubicBezTo>
                        <a:pt x="65917" y="71897"/>
                        <a:pt x="65917" y="74852"/>
                        <a:pt x="66406" y="77747"/>
                      </a:cubicBezTo>
                      <a:cubicBezTo>
                        <a:pt x="66406" y="82993"/>
                        <a:pt x="59411" y="87365"/>
                        <a:pt x="58537" y="92610"/>
                      </a:cubicBezTo>
                      <a:cubicBezTo>
                        <a:pt x="57662" y="97856"/>
                        <a:pt x="58537" y="100479"/>
                        <a:pt x="52416" y="103977"/>
                      </a:cubicBezTo>
                      <a:cubicBezTo>
                        <a:pt x="47782" y="107317"/>
                        <a:pt x="44652" y="112336"/>
                        <a:pt x="43673" y="117967"/>
                      </a:cubicBezTo>
                      <a:lnTo>
                        <a:pt x="38427" y="126710"/>
                      </a:lnTo>
                      <a:cubicBezTo>
                        <a:pt x="33181" y="126710"/>
                        <a:pt x="31432" y="138076"/>
                        <a:pt x="26186" y="141574"/>
                      </a:cubicBezTo>
                      <a:cubicBezTo>
                        <a:pt x="20940" y="145071"/>
                        <a:pt x="20065" y="147694"/>
                        <a:pt x="18317" y="152066"/>
                      </a:cubicBezTo>
                      <a:cubicBezTo>
                        <a:pt x="16569" y="156438"/>
                        <a:pt x="13945" y="155563"/>
                        <a:pt x="12197" y="158186"/>
                      </a:cubicBezTo>
                      <a:close/>
                    </a:path>
                  </a:pathLst>
                </a:custGeom>
                <a:solidFill>
                  <a:srgbClr val="DDDDE4"/>
                </a:solidFill>
                <a:ln w="87213" cap="flat">
                  <a:noFill/>
                  <a:prstDash val="solid"/>
                  <a:miter/>
                </a:ln>
              </p:spPr>
              <p:txBody>
                <a:bodyPr rtlCol="0" anchor="ctr"/>
                <a:lstStyle/>
                <a:p>
                  <a:endParaRPr lang="en-IN" dirty="0"/>
                </a:p>
              </p:txBody>
            </p:sp>
            <p:sp>
              <p:nvSpPr>
                <p:cNvPr id="2453" name="Freeform: Shape 2452">
                  <a:extLst>
                    <a:ext uri="{FF2B5EF4-FFF2-40B4-BE49-F238E27FC236}">
                      <a16:creationId xmlns:a16="http://schemas.microsoft.com/office/drawing/2014/main" id="{537D5E5A-3672-4094-F764-887CB514B473}"/>
                    </a:ext>
                  </a:extLst>
                </p:cNvPr>
                <p:cNvSpPr/>
                <p:nvPr/>
              </p:nvSpPr>
              <p:spPr>
                <a:xfrm>
                  <a:off x="3031572" y="4452701"/>
                  <a:ext cx="8944" cy="13989"/>
                </a:xfrm>
                <a:custGeom>
                  <a:avLst/>
                  <a:gdLst>
                    <a:gd name="connsiteX0" fmla="*/ 157 w 8944"/>
                    <a:gd name="connsiteY0" fmla="*/ 13919 h 13989"/>
                    <a:gd name="connsiteX1" fmla="*/ 8900 w 8944"/>
                    <a:gd name="connsiteY1" fmla="*/ -70 h 13989"/>
                  </a:gdLst>
                  <a:ahLst/>
                  <a:cxnLst>
                    <a:cxn ang="0">
                      <a:pos x="connsiteX0" y="connsiteY0"/>
                    </a:cxn>
                    <a:cxn ang="0">
                      <a:pos x="connsiteX1" y="connsiteY1"/>
                    </a:cxn>
                  </a:cxnLst>
                  <a:rect l="l" t="t" r="r" b="b"/>
                  <a:pathLst>
                    <a:path w="8944" h="13989">
                      <a:moveTo>
                        <a:pt x="157" y="13919"/>
                      </a:moveTo>
                      <a:cubicBezTo>
                        <a:pt x="-980" y="7694"/>
                        <a:pt x="2806" y="1634"/>
                        <a:pt x="8900" y="-70"/>
                      </a:cubicBezTo>
                      <a:close/>
                    </a:path>
                  </a:pathLst>
                </a:custGeom>
                <a:solidFill>
                  <a:srgbClr val="DFDFE5"/>
                </a:solidFill>
                <a:ln w="87213" cap="flat">
                  <a:noFill/>
                  <a:prstDash val="solid"/>
                  <a:miter/>
                </a:ln>
              </p:spPr>
              <p:txBody>
                <a:bodyPr rtlCol="0" anchor="ctr"/>
                <a:lstStyle/>
                <a:p>
                  <a:endParaRPr lang="en-IN" dirty="0"/>
                </a:p>
              </p:txBody>
            </p:sp>
            <p:sp>
              <p:nvSpPr>
                <p:cNvPr id="2454" name="Freeform: Shape 2453">
                  <a:extLst>
                    <a:ext uri="{FF2B5EF4-FFF2-40B4-BE49-F238E27FC236}">
                      <a16:creationId xmlns:a16="http://schemas.microsoft.com/office/drawing/2014/main" id="{D2372165-A6A8-CD66-C58C-DFBC601468AF}"/>
                    </a:ext>
                  </a:extLst>
                </p:cNvPr>
                <p:cNvSpPr/>
                <p:nvPr/>
              </p:nvSpPr>
              <p:spPr>
                <a:xfrm>
                  <a:off x="3012537" y="4474929"/>
                  <a:ext cx="14076" cy="15368"/>
                </a:xfrm>
                <a:custGeom>
                  <a:avLst/>
                  <a:gdLst>
                    <a:gd name="connsiteX0" fmla="*/ -44 w 14076"/>
                    <a:gd name="connsiteY0" fmla="*/ 15298 h 15368"/>
                    <a:gd name="connsiteX1" fmla="*/ 12197 w 14076"/>
                    <a:gd name="connsiteY1" fmla="*/ 435 h 15368"/>
                    <a:gd name="connsiteX2" fmla="*/ -44 w 14076"/>
                    <a:gd name="connsiteY2" fmla="*/ 15298 h 15368"/>
                  </a:gdLst>
                  <a:ahLst/>
                  <a:cxnLst>
                    <a:cxn ang="0">
                      <a:pos x="connsiteX0" y="connsiteY0"/>
                    </a:cxn>
                    <a:cxn ang="0">
                      <a:pos x="connsiteX1" y="connsiteY1"/>
                    </a:cxn>
                    <a:cxn ang="0">
                      <a:pos x="connsiteX2" y="connsiteY2"/>
                    </a:cxn>
                  </a:cxnLst>
                  <a:rect l="l" t="t" r="r" b="b"/>
                  <a:pathLst>
                    <a:path w="14076" h="15368">
                      <a:moveTo>
                        <a:pt x="-44" y="15298"/>
                      </a:moveTo>
                      <a:cubicBezTo>
                        <a:pt x="-44" y="15298"/>
                        <a:pt x="6076" y="3932"/>
                        <a:pt x="12197" y="435"/>
                      </a:cubicBezTo>
                      <a:cubicBezTo>
                        <a:pt x="18317" y="-3063"/>
                        <a:pt x="7825" y="12675"/>
                        <a:pt x="-44" y="15298"/>
                      </a:cubicBezTo>
                      <a:close/>
                    </a:path>
                  </a:pathLst>
                </a:custGeom>
                <a:solidFill>
                  <a:srgbClr val="DFDFE5"/>
                </a:solidFill>
                <a:ln w="87213" cap="flat">
                  <a:noFill/>
                  <a:prstDash val="solid"/>
                  <a:miter/>
                </a:ln>
              </p:spPr>
              <p:txBody>
                <a:bodyPr rtlCol="0" anchor="ctr"/>
                <a:lstStyle/>
                <a:p>
                  <a:endParaRPr lang="en-IN" dirty="0"/>
                </a:p>
              </p:txBody>
            </p:sp>
            <p:sp>
              <p:nvSpPr>
                <p:cNvPr id="2455" name="Freeform: Shape 2454">
                  <a:extLst>
                    <a:ext uri="{FF2B5EF4-FFF2-40B4-BE49-F238E27FC236}">
                      <a16:creationId xmlns:a16="http://schemas.microsoft.com/office/drawing/2014/main" id="{C622E113-C18E-CEB5-7D19-3ED229EA618A}"/>
                    </a:ext>
                  </a:extLst>
                </p:cNvPr>
                <p:cNvSpPr/>
                <p:nvPr/>
              </p:nvSpPr>
              <p:spPr>
                <a:xfrm>
                  <a:off x="3046637" y="4425366"/>
                  <a:ext cx="8356" cy="15967"/>
                </a:xfrm>
                <a:custGeom>
                  <a:avLst/>
                  <a:gdLst>
                    <a:gd name="connsiteX0" fmla="*/ -44 w 8356"/>
                    <a:gd name="connsiteY0" fmla="*/ 15898 h 15967"/>
                    <a:gd name="connsiteX1" fmla="*/ 7825 w 8356"/>
                    <a:gd name="connsiteY1" fmla="*/ 1034 h 15967"/>
                    <a:gd name="connsiteX2" fmla="*/ -44 w 8356"/>
                    <a:gd name="connsiteY2" fmla="*/ 15898 h 15967"/>
                  </a:gdLst>
                  <a:ahLst/>
                  <a:cxnLst>
                    <a:cxn ang="0">
                      <a:pos x="connsiteX0" y="connsiteY0"/>
                    </a:cxn>
                    <a:cxn ang="0">
                      <a:pos x="connsiteX1" y="connsiteY1"/>
                    </a:cxn>
                    <a:cxn ang="0">
                      <a:pos x="connsiteX2" y="connsiteY2"/>
                    </a:cxn>
                  </a:cxnLst>
                  <a:rect l="l" t="t" r="r" b="b"/>
                  <a:pathLst>
                    <a:path w="8356" h="15967">
                      <a:moveTo>
                        <a:pt x="-44" y="15898"/>
                      </a:moveTo>
                      <a:cubicBezTo>
                        <a:pt x="-44" y="9778"/>
                        <a:pt x="5202" y="6280"/>
                        <a:pt x="7825" y="1034"/>
                      </a:cubicBezTo>
                      <a:cubicBezTo>
                        <a:pt x="10448" y="-4212"/>
                        <a:pt x="1705" y="10652"/>
                        <a:pt x="-44" y="15898"/>
                      </a:cubicBezTo>
                      <a:close/>
                    </a:path>
                  </a:pathLst>
                </a:custGeom>
                <a:solidFill>
                  <a:srgbClr val="DFDFE5"/>
                </a:solidFill>
                <a:ln w="87213" cap="flat">
                  <a:noFill/>
                  <a:prstDash val="solid"/>
                  <a:miter/>
                </a:ln>
              </p:spPr>
              <p:txBody>
                <a:bodyPr rtlCol="0" anchor="ctr"/>
                <a:lstStyle/>
                <a:p>
                  <a:endParaRPr lang="en-IN" dirty="0"/>
                </a:p>
              </p:txBody>
            </p:sp>
            <p:sp>
              <p:nvSpPr>
                <p:cNvPr id="2456" name="Freeform: Shape 2455">
                  <a:extLst>
                    <a:ext uri="{FF2B5EF4-FFF2-40B4-BE49-F238E27FC236}">
                      <a16:creationId xmlns:a16="http://schemas.microsoft.com/office/drawing/2014/main" id="{27DA3E52-C2E7-7986-543D-E554A24E9245}"/>
                    </a:ext>
                  </a:extLst>
                </p:cNvPr>
                <p:cNvSpPr/>
                <p:nvPr/>
              </p:nvSpPr>
              <p:spPr>
                <a:xfrm>
                  <a:off x="3003794" y="4347779"/>
                  <a:ext cx="8743" cy="951"/>
                </a:xfrm>
                <a:custGeom>
                  <a:avLst/>
                  <a:gdLst>
                    <a:gd name="connsiteX0" fmla="*/ 8699 w 8743"/>
                    <a:gd name="connsiteY0" fmla="*/ -70 h 951"/>
                    <a:gd name="connsiteX1" fmla="*/ -44 w 8743"/>
                    <a:gd name="connsiteY1" fmla="*/ -70 h 951"/>
                    <a:gd name="connsiteX2" fmla="*/ 5202 w 8743"/>
                    <a:gd name="connsiteY2" fmla="*/ -70 h 951"/>
                  </a:gdLst>
                  <a:ahLst/>
                  <a:cxnLst>
                    <a:cxn ang="0">
                      <a:pos x="connsiteX0" y="connsiteY0"/>
                    </a:cxn>
                    <a:cxn ang="0">
                      <a:pos x="connsiteX1" y="connsiteY1"/>
                    </a:cxn>
                    <a:cxn ang="0">
                      <a:pos x="connsiteX2" y="connsiteY2"/>
                    </a:cxn>
                  </a:cxnLst>
                  <a:rect l="l" t="t" r="r" b="b"/>
                  <a:pathLst>
                    <a:path w="8743" h="951">
                      <a:moveTo>
                        <a:pt x="8699" y="-70"/>
                      </a:moveTo>
                      <a:cubicBezTo>
                        <a:pt x="5927" y="1198"/>
                        <a:pt x="2728" y="1198"/>
                        <a:pt x="-44" y="-70"/>
                      </a:cubicBezTo>
                      <a:lnTo>
                        <a:pt x="5202" y="-70"/>
                      </a:lnTo>
                      <a:close/>
                    </a:path>
                  </a:pathLst>
                </a:custGeom>
                <a:solidFill>
                  <a:srgbClr val="E4E4E9"/>
                </a:solidFill>
                <a:ln w="87213" cap="flat">
                  <a:noFill/>
                  <a:prstDash val="solid"/>
                  <a:miter/>
                </a:ln>
              </p:spPr>
              <p:txBody>
                <a:bodyPr rtlCol="0" anchor="ctr"/>
                <a:lstStyle/>
                <a:p>
                  <a:endParaRPr lang="en-IN" dirty="0"/>
                </a:p>
              </p:txBody>
            </p:sp>
            <p:sp>
              <p:nvSpPr>
                <p:cNvPr id="2457" name="Freeform: Shape 2456">
                  <a:extLst>
                    <a:ext uri="{FF2B5EF4-FFF2-40B4-BE49-F238E27FC236}">
                      <a16:creationId xmlns:a16="http://schemas.microsoft.com/office/drawing/2014/main" id="{36AAEA8B-A4AF-B834-8C58-FEE0638A80C0}"/>
                    </a:ext>
                  </a:extLst>
                </p:cNvPr>
                <p:cNvSpPr/>
                <p:nvPr/>
              </p:nvSpPr>
              <p:spPr>
                <a:xfrm>
                  <a:off x="3014286" y="4347316"/>
                  <a:ext cx="6994" cy="2275"/>
                </a:xfrm>
                <a:custGeom>
                  <a:avLst/>
                  <a:gdLst>
                    <a:gd name="connsiteX0" fmla="*/ 6951 w 6994"/>
                    <a:gd name="connsiteY0" fmla="*/ 1268 h 2275"/>
                    <a:gd name="connsiteX1" fmla="*/ -44 w 6994"/>
                    <a:gd name="connsiteY1" fmla="*/ 1268 h 2275"/>
                    <a:gd name="connsiteX2" fmla="*/ 6951 w 6994"/>
                    <a:gd name="connsiteY2" fmla="*/ 1268 h 2275"/>
                  </a:gdLst>
                  <a:ahLst/>
                  <a:cxnLst>
                    <a:cxn ang="0">
                      <a:pos x="connsiteX0" y="connsiteY0"/>
                    </a:cxn>
                    <a:cxn ang="0">
                      <a:pos x="connsiteX1" y="connsiteY1"/>
                    </a:cxn>
                    <a:cxn ang="0">
                      <a:pos x="connsiteX2" y="connsiteY2"/>
                    </a:cxn>
                  </a:cxnLst>
                  <a:rect l="l" t="t" r="r" b="b"/>
                  <a:pathLst>
                    <a:path w="6994" h="2275">
                      <a:moveTo>
                        <a:pt x="6951" y="1268"/>
                      </a:moveTo>
                      <a:cubicBezTo>
                        <a:pt x="4783" y="2518"/>
                        <a:pt x="2125" y="2518"/>
                        <a:pt x="-44" y="1268"/>
                      </a:cubicBezTo>
                      <a:cubicBezTo>
                        <a:pt x="1950" y="-516"/>
                        <a:pt x="4958" y="-516"/>
                        <a:pt x="6951" y="1268"/>
                      </a:cubicBezTo>
                      <a:close/>
                    </a:path>
                  </a:pathLst>
                </a:custGeom>
                <a:solidFill>
                  <a:srgbClr val="E4E4E9"/>
                </a:solidFill>
                <a:ln w="87213" cap="flat">
                  <a:noFill/>
                  <a:prstDash val="solid"/>
                  <a:miter/>
                </a:ln>
              </p:spPr>
              <p:txBody>
                <a:bodyPr rtlCol="0" anchor="ctr"/>
                <a:lstStyle/>
                <a:p>
                  <a:endParaRPr lang="en-IN" dirty="0"/>
                </a:p>
              </p:txBody>
            </p:sp>
            <p:sp>
              <p:nvSpPr>
                <p:cNvPr id="2458" name="Freeform: Shape 2457">
                  <a:extLst>
                    <a:ext uri="{FF2B5EF4-FFF2-40B4-BE49-F238E27FC236}">
                      <a16:creationId xmlns:a16="http://schemas.microsoft.com/office/drawing/2014/main" id="{594C5DE1-E1E8-8758-050D-E1598508DE06}"/>
                    </a:ext>
                  </a:extLst>
                </p:cNvPr>
                <p:cNvSpPr/>
                <p:nvPr/>
              </p:nvSpPr>
              <p:spPr>
                <a:xfrm>
                  <a:off x="2925103" y="4361769"/>
                  <a:ext cx="56139" cy="79565"/>
                </a:xfrm>
                <a:custGeom>
                  <a:avLst/>
                  <a:gdLst>
                    <a:gd name="connsiteX0" fmla="*/ -44 w 56139"/>
                    <a:gd name="connsiteY0" fmla="*/ 79495 h 79565"/>
                    <a:gd name="connsiteX1" fmla="*/ 35804 w 56139"/>
                    <a:gd name="connsiteY1" fmla="*/ 20040 h 79565"/>
                    <a:gd name="connsiteX2" fmla="*/ 48045 w 56139"/>
                    <a:gd name="connsiteY2" fmla="*/ 5176 h 79565"/>
                    <a:gd name="connsiteX3" fmla="*/ 55039 w 56139"/>
                    <a:gd name="connsiteY3" fmla="*/ -70 h 79565"/>
                    <a:gd name="connsiteX4" fmla="*/ 55039 w 56139"/>
                    <a:gd name="connsiteY4" fmla="*/ 7799 h 79565"/>
                    <a:gd name="connsiteX5" fmla="*/ 55039 w 56139"/>
                    <a:gd name="connsiteY5" fmla="*/ 7799 h 79565"/>
                    <a:gd name="connsiteX6" fmla="*/ 12197 w 56139"/>
                    <a:gd name="connsiteY6" fmla="*/ 70752 h 79565"/>
                    <a:gd name="connsiteX7" fmla="*/ 6076 w 56139"/>
                    <a:gd name="connsiteY7" fmla="*/ 77747 h 7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8" h="79565">
                      <a:moveTo>
                        <a:pt x="-44" y="79495"/>
                      </a:moveTo>
                      <a:cubicBezTo>
                        <a:pt x="9687" y="58424"/>
                        <a:pt x="21710" y="38479"/>
                        <a:pt x="35804" y="20040"/>
                      </a:cubicBezTo>
                      <a:cubicBezTo>
                        <a:pt x="40350" y="15484"/>
                        <a:pt x="44452" y="10509"/>
                        <a:pt x="48045" y="5176"/>
                      </a:cubicBezTo>
                      <a:cubicBezTo>
                        <a:pt x="49505" y="2492"/>
                        <a:pt x="52058" y="577"/>
                        <a:pt x="55039" y="-70"/>
                      </a:cubicBezTo>
                      <a:cubicBezTo>
                        <a:pt x="56448" y="2369"/>
                        <a:pt x="56448" y="5368"/>
                        <a:pt x="55039" y="7799"/>
                      </a:cubicBezTo>
                      <a:lnTo>
                        <a:pt x="55039" y="7799"/>
                      </a:lnTo>
                      <a:cubicBezTo>
                        <a:pt x="38689" y="27297"/>
                        <a:pt x="24333" y="48386"/>
                        <a:pt x="12197" y="70752"/>
                      </a:cubicBezTo>
                      <a:cubicBezTo>
                        <a:pt x="12197" y="70752"/>
                        <a:pt x="12197" y="76872"/>
                        <a:pt x="6076" y="77747"/>
                      </a:cubicBezTo>
                      <a:close/>
                    </a:path>
                  </a:pathLst>
                </a:custGeom>
                <a:solidFill>
                  <a:srgbClr val="DCDCE2"/>
                </a:solidFill>
                <a:ln w="87213" cap="flat">
                  <a:noFill/>
                  <a:prstDash val="solid"/>
                  <a:miter/>
                </a:ln>
              </p:spPr>
              <p:txBody>
                <a:bodyPr rtlCol="0" anchor="ctr"/>
                <a:lstStyle/>
                <a:p>
                  <a:endParaRPr lang="en-IN" dirty="0"/>
                </a:p>
              </p:txBody>
            </p:sp>
            <p:sp>
              <p:nvSpPr>
                <p:cNvPr id="2459" name="Freeform: Shape 2458">
                  <a:extLst>
                    <a:ext uri="{FF2B5EF4-FFF2-40B4-BE49-F238E27FC236}">
                      <a16:creationId xmlns:a16="http://schemas.microsoft.com/office/drawing/2014/main" id="{F2654F85-0508-54C4-DAA5-E25A6A67CC74}"/>
                    </a:ext>
                  </a:extLst>
                </p:cNvPr>
                <p:cNvSpPr/>
                <p:nvPr/>
              </p:nvSpPr>
              <p:spPr>
                <a:xfrm>
                  <a:off x="2925103" y="4370513"/>
                  <a:ext cx="48679" cy="101423"/>
                </a:xfrm>
                <a:custGeom>
                  <a:avLst/>
                  <a:gdLst>
                    <a:gd name="connsiteX0" fmla="*/ -44 w 48679"/>
                    <a:gd name="connsiteY0" fmla="*/ 71626 h 101423"/>
                    <a:gd name="connsiteX1" fmla="*/ 35804 w 48679"/>
                    <a:gd name="connsiteY1" fmla="*/ 12171 h 101423"/>
                    <a:gd name="connsiteX2" fmla="*/ 48045 w 48679"/>
                    <a:gd name="connsiteY2" fmla="*/ -70 h 101423"/>
                    <a:gd name="connsiteX3" fmla="*/ 48045 w 48679"/>
                    <a:gd name="connsiteY3" fmla="*/ 5176 h 101423"/>
                    <a:gd name="connsiteX4" fmla="*/ 13946 w 48679"/>
                    <a:gd name="connsiteY4" fmla="*/ 55888 h 101423"/>
                    <a:gd name="connsiteX5" fmla="*/ 3453 w 48679"/>
                    <a:gd name="connsiteY5" fmla="*/ 83867 h 101423"/>
                    <a:gd name="connsiteX6" fmla="*/ 3453 w 48679"/>
                    <a:gd name="connsiteY6" fmla="*/ 101354 h 101423"/>
                    <a:gd name="connsiteX7" fmla="*/ 3453 w 48679"/>
                    <a:gd name="connsiteY7" fmla="*/ 101354 h 101423"/>
                    <a:gd name="connsiteX8" fmla="*/ 3453 w 48679"/>
                    <a:gd name="connsiteY8" fmla="*/ 80370 h 101423"/>
                    <a:gd name="connsiteX9" fmla="*/ -44 w 48679"/>
                    <a:gd name="connsiteY9" fmla="*/ 71626 h 10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679" h="101423">
                      <a:moveTo>
                        <a:pt x="-44" y="71626"/>
                      </a:moveTo>
                      <a:cubicBezTo>
                        <a:pt x="10448" y="50642"/>
                        <a:pt x="23563" y="32280"/>
                        <a:pt x="35804" y="12171"/>
                      </a:cubicBezTo>
                      <a:cubicBezTo>
                        <a:pt x="39205" y="7458"/>
                        <a:pt x="43332" y="3331"/>
                        <a:pt x="48045" y="-70"/>
                      </a:cubicBezTo>
                      <a:cubicBezTo>
                        <a:pt x="48832" y="1591"/>
                        <a:pt x="48832" y="3515"/>
                        <a:pt x="48045" y="5176"/>
                      </a:cubicBezTo>
                      <a:cubicBezTo>
                        <a:pt x="35384" y="21176"/>
                        <a:pt x="23983" y="38130"/>
                        <a:pt x="13946" y="55888"/>
                      </a:cubicBezTo>
                      <a:cubicBezTo>
                        <a:pt x="9171" y="64684"/>
                        <a:pt x="5639" y="74100"/>
                        <a:pt x="3453" y="83867"/>
                      </a:cubicBezTo>
                      <a:cubicBezTo>
                        <a:pt x="2115" y="89620"/>
                        <a:pt x="2115" y="95601"/>
                        <a:pt x="3453" y="101354"/>
                      </a:cubicBezTo>
                      <a:lnTo>
                        <a:pt x="3453" y="101354"/>
                      </a:lnTo>
                      <a:cubicBezTo>
                        <a:pt x="-2667" y="95233"/>
                        <a:pt x="3453" y="87365"/>
                        <a:pt x="3453" y="80370"/>
                      </a:cubicBezTo>
                      <a:cubicBezTo>
                        <a:pt x="1853" y="77651"/>
                        <a:pt x="673" y="74696"/>
                        <a:pt x="-44" y="71626"/>
                      </a:cubicBezTo>
                      <a:close/>
                    </a:path>
                  </a:pathLst>
                </a:custGeom>
                <a:solidFill>
                  <a:srgbClr val="D5D5DD"/>
                </a:solidFill>
                <a:ln w="87213" cap="flat">
                  <a:noFill/>
                  <a:prstDash val="solid"/>
                  <a:miter/>
                </a:ln>
              </p:spPr>
              <p:txBody>
                <a:bodyPr rtlCol="0" anchor="ctr"/>
                <a:lstStyle/>
                <a:p>
                  <a:endParaRPr lang="en-IN" dirty="0"/>
                </a:p>
              </p:txBody>
            </p:sp>
            <p:sp>
              <p:nvSpPr>
                <p:cNvPr id="2460" name="Freeform: Shape 2459">
                  <a:extLst>
                    <a:ext uri="{FF2B5EF4-FFF2-40B4-BE49-F238E27FC236}">
                      <a16:creationId xmlns:a16="http://schemas.microsoft.com/office/drawing/2014/main" id="{25A197A8-3268-ADF2-CB99-B9F41FC5FA5C}"/>
                    </a:ext>
                  </a:extLst>
                </p:cNvPr>
                <p:cNvSpPr/>
                <p:nvPr/>
              </p:nvSpPr>
              <p:spPr>
                <a:xfrm>
                  <a:off x="2925103" y="4472811"/>
                  <a:ext cx="43717" cy="36333"/>
                </a:xfrm>
                <a:custGeom>
                  <a:avLst/>
                  <a:gdLst>
                    <a:gd name="connsiteX0" fmla="*/ -44 w 43717"/>
                    <a:gd name="connsiteY0" fmla="*/ -70 h 36333"/>
                    <a:gd name="connsiteX1" fmla="*/ -44 w 43717"/>
                    <a:gd name="connsiteY1" fmla="*/ -70 h 36333"/>
                    <a:gd name="connsiteX2" fmla="*/ 14820 w 43717"/>
                    <a:gd name="connsiteY2" fmla="*/ 24412 h 36333"/>
                    <a:gd name="connsiteX3" fmla="*/ 34930 w 43717"/>
                    <a:gd name="connsiteY3" fmla="*/ 33155 h 36333"/>
                    <a:gd name="connsiteX4" fmla="*/ 43673 w 43717"/>
                    <a:gd name="connsiteY4" fmla="*/ 33155 h 36333"/>
                    <a:gd name="connsiteX5" fmla="*/ 31432 w 43717"/>
                    <a:gd name="connsiteY5" fmla="*/ 33155 h 36333"/>
                    <a:gd name="connsiteX6" fmla="*/ 31432 w 43717"/>
                    <a:gd name="connsiteY6" fmla="*/ 33155 h 36333"/>
                    <a:gd name="connsiteX7" fmla="*/ 7825 w 43717"/>
                    <a:gd name="connsiteY7" fmla="*/ 20040 h 36333"/>
                    <a:gd name="connsiteX8" fmla="*/ 7825 w 43717"/>
                    <a:gd name="connsiteY8" fmla="*/ 20040 h 36333"/>
                    <a:gd name="connsiteX9" fmla="*/ 2579 w 43717"/>
                    <a:gd name="connsiteY9" fmla="*/ 13045 h 36333"/>
                    <a:gd name="connsiteX10" fmla="*/ 2579 w 43717"/>
                    <a:gd name="connsiteY10" fmla="*/ 13045 h 36333"/>
                    <a:gd name="connsiteX11" fmla="*/ 2579 w 43717"/>
                    <a:gd name="connsiteY11" fmla="*/ 6050 h 36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17" h="36333">
                      <a:moveTo>
                        <a:pt x="-44" y="-70"/>
                      </a:moveTo>
                      <a:lnTo>
                        <a:pt x="-44" y="-70"/>
                      </a:lnTo>
                      <a:cubicBezTo>
                        <a:pt x="5202" y="7799"/>
                        <a:pt x="6951" y="17417"/>
                        <a:pt x="14820" y="24412"/>
                      </a:cubicBezTo>
                      <a:cubicBezTo>
                        <a:pt x="20416" y="29404"/>
                        <a:pt x="27463" y="32473"/>
                        <a:pt x="34930" y="33155"/>
                      </a:cubicBezTo>
                      <a:cubicBezTo>
                        <a:pt x="37631" y="31590"/>
                        <a:pt x="40972" y="31590"/>
                        <a:pt x="43673" y="33155"/>
                      </a:cubicBezTo>
                      <a:cubicBezTo>
                        <a:pt x="43673" y="40150"/>
                        <a:pt x="35804" y="33155"/>
                        <a:pt x="31432" y="33155"/>
                      </a:cubicBezTo>
                      <a:lnTo>
                        <a:pt x="31432" y="33155"/>
                      </a:lnTo>
                      <a:cubicBezTo>
                        <a:pt x="22706" y="30541"/>
                        <a:pt x="14653" y="26065"/>
                        <a:pt x="7825" y="20040"/>
                      </a:cubicBezTo>
                      <a:lnTo>
                        <a:pt x="7825" y="20040"/>
                      </a:lnTo>
                      <a:cubicBezTo>
                        <a:pt x="7825" y="20040"/>
                        <a:pt x="7825" y="20040"/>
                        <a:pt x="2579" y="13045"/>
                      </a:cubicBezTo>
                      <a:lnTo>
                        <a:pt x="2579" y="13045"/>
                      </a:lnTo>
                      <a:cubicBezTo>
                        <a:pt x="2579" y="13045"/>
                        <a:pt x="2579" y="13045"/>
                        <a:pt x="2579" y="6050"/>
                      </a:cubicBezTo>
                      <a:close/>
                    </a:path>
                  </a:pathLst>
                </a:custGeom>
                <a:solidFill>
                  <a:srgbClr val="D3D3DC"/>
                </a:solidFill>
                <a:ln w="87213" cap="flat">
                  <a:noFill/>
                  <a:prstDash val="solid"/>
                  <a:miter/>
                </a:ln>
              </p:spPr>
              <p:txBody>
                <a:bodyPr rtlCol="0" anchor="ctr"/>
                <a:lstStyle/>
                <a:p>
                  <a:endParaRPr lang="en-IN" dirty="0"/>
                </a:p>
              </p:txBody>
            </p:sp>
            <p:sp>
              <p:nvSpPr>
                <p:cNvPr id="2461" name="Freeform: Shape 2460">
                  <a:extLst>
                    <a:ext uri="{FF2B5EF4-FFF2-40B4-BE49-F238E27FC236}">
                      <a16:creationId xmlns:a16="http://schemas.microsoft.com/office/drawing/2014/main" id="{AB4ECF1E-589B-A8A8-8009-31CF99C7C8BE}"/>
                    </a:ext>
                  </a:extLst>
                </p:cNvPr>
                <p:cNvSpPr/>
                <p:nvPr/>
              </p:nvSpPr>
              <p:spPr>
                <a:xfrm>
                  <a:off x="2937343" y="4497292"/>
                  <a:ext cx="23607" cy="13115"/>
                </a:xfrm>
                <a:custGeom>
                  <a:avLst/>
                  <a:gdLst>
                    <a:gd name="connsiteX0" fmla="*/ -44 w 23607"/>
                    <a:gd name="connsiteY0" fmla="*/ -70 h 13115"/>
                    <a:gd name="connsiteX1" fmla="*/ 23564 w 23607"/>
                    <a:gd name="connsiteY1" fmla="*/ 13045 h 13115"/>
                    <a:gd name="connsiteX2" fmla="*/ -44 w 23607"/>
                    <a:gd name="connsiteY2" fmla="*/ -70 h 13115"/>
                  </a:gdLst>
                  <a:ahLst/>
                  <a:cxnLst>
                    <a:cxn ang="0">
                      <a:pos x="connsiteX0" y="connsiteY0"/>
                    </a:cxn>
                    <a:cxn ang="0">
                      <a:pos x="connsiteX1" y="connsiteY1"/>
                    </a:cxn>
                    <a:cxn ang="0">
                      <a:pos x="connsiteX2" y="connsiteY2"/>
                    </a:cxn>
                  </a:cxnLst>
                  <a:rect l="l" t="t" r="r" b="b"/>
                  <a:pathLst>
                    <a:path w="23607" h="13115">
                      <a:moveTo>
                        <a:pt x="-44" y="-70"/>
                      </a:moveTo>
                      <a:cubicBezTo>
                        <a:pt x="7414" y="5001"/>
                        <a:pt x="15318" y="9382"/>
                        <a:pt x="23564" y="13045"/>
                      </a:cubicBezTo>
                      <a:cubicBezTo>
                        <a:pt x="14417" y="11524"/>
                        <a:pt x="6076" y="6890"/>
                        <a:pt x="-44" y="-70"/>
                      </a:cubicBezTo>
                      <a:close/>
                    </a:path>
                  </a:pathLst>
                </a:custGeom>
                <a:solidFill>
                  <a:srgbClr val="D5D5DD"/>
                </a:solidFill>
                <a:ln w="87213" cap="flat">
                  <a:noFill/>
                  <a:prstDash val="solid"/>
                  <a:miter/>
                </a:ln>
              </p:spPr>
              <p:txBody>
                <a:bodyPr rtlCol="0" anchor="ctr"/>
                <a:lstStyle/>
                <a:p>
                  <a:endParaRPr lang="en-IN" dirty="0"/>
                </a:p>
              </p:txBody>
            </p:sp>
            <p:sp>
              <p:nvSpPr>
                <p:cNvPr id="2462" name="Freeform: Shape 2461">
                  <a:extLst>
                    <a:ext uri="{FF2B5EF4-FFF2-40B4-BE49-F238E27FC236}">
                      <a16:creationId xmlns:a16="http://schemas.microsoft.com/office/drawing/2014/main" id="{E8F06C87-B3E2-3EFF-D31B-52233F0B316A}"/>
                    </a:ext>
                  </a:extLst>
                </p:cNvPr>
                <p:cNvSpPr/>
                <p:nvPr/>
              </p:nvSpPr>
              <p:spPr>
                <a:xfrm>
                  <a:off x="2960951" y="4510408"/>
                  <a:ext cx="14183" cy="87434"/>
                </a:xfrm>
                <a:custGeom>
                  <a:avLst/>
                  <a:gdLst>
                    <a:gd name="connsiteX0" fmla="*/ -44 w 14183"/>
                    <a:gd name="connsiteY0" fmla="*/ -70 h 87434"/>
                    <a:gd name="connsiteX1" fmla="*/ 12197 w 14183"/>
                    <a:gd name="connsiteY1" fmla="*/ -70 h 87434"/>
                    <a:gd name="connsiteX2" fmla="*/ 12197 w 14183"/>
                    <a:gd name="connsiteY2" fmla="*/ -70 h 87434"/>
                    <a:gd name="connsiteX3" fmla="*/ 12197 w 14183"/>
                    <a:gd name="connsiteY3" fmla="*/ -70 h 87434"/>
                    <a:gd name="connsiteX4" fmla="*/ 12197 w 14183"/>
                    <a:gd name="connsiteY4" fmla="*/ -70 h 87434"/>
                    <a:gd name="connsiteX5" fmla="*/ 3453 w 14183"/>
                    <a:gd name="connsiteY5" fmla="*/ -70 h 8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2" h="87434">
                      <a:moveTo>
                        <a:pt x="-44" y="-70"/>
                      </a:moveTo>
                      <a:cubicBezTo>
                        <a:pt x="-44" y="-70"/>
                        <a:pt x="7825" y="-70"/>
                        <a:pt x="12197" y="-70"/>
                      </a:cubicBezTo>
                      <a:cubicBezTo>
                        <a:pt x="16568" y="-70"/>
                        <a:pt x="12197" y="-70"/>
                        <a:pt x="12197" y="-70"/>
                      </a:cubicBezTo>
                      <a:cubicBezTo>
                        <a:pt x="12197" y="-70"/>
                        <a:pt x="12197" y="-70"/>
                        <a:pt x="12197" y="-70"/>
                      </a:cubicBezTo>
                      <a:lnTo>
                        <a:pt x="12197" y="-70"/>
                      </a:lnTo>
                      <a:lnTo>
                        <a:pt x="3453" y="-70"/>
                      </a:lnTo>
                      <a:close/>
                    </a:path>
                  </a:pathLst>
                </a:custGeom>
                <a:solidFill>
                  <a:srgbClr val="D5D5DD"/>
                </a:solidFill>
                <a:ln w="87213" cap="flat">
                  <a:noFill/>
                  <a:prstDash val="solid"/>
                  <a:miter/>
                </a:ln>
              </p:spPr>
              <p:txBody>
                <a:bodyPr rtlCol="0" anchor="ctr"/>
                <a:lstStyle/>
                <a:p>
                  <a:endParaRPr lang="en-IN" dirty="0"/>
                </a:p>
              </p:txBody>
            </p:sp>
            <p:sp>
              <p:nvSpPr>
                <p:cNvPr id="2463" name="Freeform: Shape 2462">
                  <a:extLst>
                    <a:ext uri="{FF2B5EF4-FFF2-40B4-BE49-F238E27FC236}">
                      <a16:creationId xmlns:a16="http://schemas.microsoft.com/office/drawing/2014/main" id="{F234EC57-63EA-A429-FCCA-F7D5748307E8}"/>
                    </a:ext>
                  </a:extLst>
                </p:cNvPr>
                <p:cNvSpPr/>
                <p:nvPr/>
              </p:nvSpPr>
              <p:spPr>
                <a:xfrm>
                  <a:off x="2925103" y="4482429"/>
                  <a:ext cx="87434" cy="9467"/>
                </a:xfrm>
                <a:custGeom>
                  <a:avLst/>
                  <a:gdLst>
                    <a:gd name="connsiteX0" fmla="*/ -44 w 87434"/>
                    <a:gd name="connsiteY0" fmla="*/ -70 h 9467"/>
                    <a:gd name="connsiteX1" fmla="*/ -44 w 87434"/>
                    <a:gd name="connsiteY1" fmla="*/ 6925 h 9467"/>
                    <a:gd name="connsiteX2" fmla="*/ -44 w 87434"/>
                    <a:gd name="connsiteY2" fmla="*/ -70 h 9467"/>
                  </a:gdLst>
                  <a:ahLst/>
                  <a:cxnLst>
                    <a:cxn ang="0">
                      <a:pos x="connsiteX0" y="connsiteY0"/>
                    </a:cxn>
                    <a:cxn ang="0">
                      <a:pos x="connsiteX1" y="connsiteY1"/>
                    </a:cxn>
                    <a:cxn ang="0">
                      <a:pos x="connsiteX2" y="connsiteY2"/>
                    </a:cxn>
                  </a:cxnLst>
                  <a:rect l="l" t="t" r="r" b="b"/>
                  <a:pathLst>
                    <a:path w="87434" h="9467">
                      <a:moveTo>
                        <a:pt x="-44" y="-70"/>
                      </a:moveTo>
                      <a:cubicBezTo>
                        <a:pt x="-44" y="-70"/>
                        <a:pt x="-44" y="-70"/>
                        <a:pt x="-44" y="6925"/>
                      </a:cubicBezTo>
                      <a:cubicBezTo>
                        <a:pt x="-44" y="13920"/>
                        <a:pt x="-44" y="4302"/>
                        <a:pt x="-44" y="-70"/>
                      </a:cubicBezTo>
                      <a:close/>
                    </a:path>
                  </a:pathLst>
                </a:custGeom>
                <a:solidFill>
                  <a:srgbClr val="D5D5DD"/>
                </a:solidFill>
                <a:ln w="87213" cap="flat">
                  <a:noFill/>
                  <a:prstDash val="solid"/>
                  <a:miter/>
                </a:ln>
              </p:spPr>
              <p:txBody>
                <a:bodyPr rtlCol="0" anchor="ctr"/>
                <a:lstStyle/>
                <a:p>
                  <a:endParaRPr lang="en-IN" dirty="0"/>
                </a:p>
              </p:txBody>
            </p:sp>
            <p:sp>
              <p:nvSpPr>
                <p:cNvPr id="2464" name="Freeform: Shape 2463">
                  <a:extLst>
                    <a:ext uri="{FF2B5EF4-FFF2-40B4-BE49-F238E27FC236}">
                      <a16:creationId xmlns:a16="http://schemas.microsoft.com/office/drawing/2014/main" id="{3E4BDA74-86D0-ED12-DFF4-72D862DC1919}"/>
                    </a:ext>
                  </a:extLst>
                </p:cNvPr>
                <p:cNvSpPr/>
                <p:nvPr/>
              </p:nvSpPr>
              <p:spPr>
                <a:xfrm>
                  <a:off x="2932097" y="4490297"/>
                  <a:ext cx="5245" cy="6994"/>
                </a:xfrm>
                <a:custGeom>
                  <a:avLst/>
                  <a:gdLst>
                    <a:gd name="connsiteX0" fmla="*/ -44 w 5245"/>
                    <a:gd name="connsiteY0" fmla="*/ -70 h 6994"/>
                    <a:gd name="connsiteX1" fmla="*/ 5202 w 5245"/>
                    <a:gd name="connsiteY1" fmla="*/ 6925 h 6994"/>
                    <a:gd name="connsiteX2" fmla="*/ -44 w 5245"/>
                    <a:gd name="connsiteY2" fmla="*/ -70 h 6994"/>
                  </a:gdLst>
                  <a:ahLst/>
                  <a:cxnLst>
                    <a:cxn ang="0">
                      <a:pos x="connsiteX0" y="connsiteY0"/>
                    </a:cxn>
                    <a:cxn ang="0">
                      <a:pos x="connsiteX1" y="connsiteY1"/>
                    </a:cxn>
                    <a:cxn ang="0">
                      <a:pos x="connsiteX2" y="connsiteY2"/>
                    </a:cxn>
                  </a:cxnLst>
                  <a:rect l="l" t="t" r="r" b="b"/>
                  <a:pathLst>
                    <a:path w="5245" h="6994">
                      <a:moveTo>
                        <a:pt x="-44" y="-70"/>
                      </a:moveTo>
                      <a:cubicBezTo>
                        <a:pt x="2640" y="1390"/>
                        <a:pt x="4555" y="3944"/>
                        <a:pt x="5202" y="6925"/>
                      </a:cubicBezTo>
                      <a:cubicBezTo>
                        <a:pt x="5202" y="6925"/>
                        <a:pt x="-44" y="3427"/>
                        <a:pt x="-44" y="-70"/>
                      </a:cubicBezTo>
                      <a:close/>
                    </a:path>
                  </a:pathLst>
                </a:custGeom>
                <a:solidFill>
                  <a:srgbClr val="D5D5DD"/>
                </a:solidFill>
                <a:ln w="87213" cap="flat">
                  <a:noFill/>
                  <a:prstDash val="solid"/>
                  <a:miter/>
                </a:ln>
              </p:spPr>
              <p:txBody>
                <a:bodyPr rtlCol="0" anchor="ctr"/>
                <a:lstStyle/>
                <a:p>
                  <a:endParaRPr lang="en-IN" dirty="0"/>
                </a:p>
              </p:txBody>
            </p:sp>
            <p:sp>
              <p:nvSpPr>
                <p:cNvPr id="2465" name="Freeform: Shape 2464">
                  <a:extLst>
                    <a:ext uri="{FF2B5EF4-FFF2-40B4-BE49-F238E27FC236}">
                      <a16:creationId xmlns:a16="http://schemas.microsoft.com/office/drawing/2014/main" id="{7ADB3408-102D-9CB8-3DF4-73C7C27632C1}"/>
                    </a:ext>
                  </a:extLst>
                </p:cNvPr>
                <p:cNvSpPr/>
                <p:nvPr/>
              </p:nvSpPr>
              <p:spPr>
                <a:xfrm>
                  <a:off x="2976689" y="4357397"/>
                  <a:ext cx="16030" cy="11647"/>
                </a:xfrm>
                <a:custGeom>
                  <a:avLst/>
                  <a:gdLst>
                    <a:gd name="connsiteX0" fmla="*/ -44 w 16030"/>
                    <a:gd name="connsiteY0" fmla="*/ 11296 h 11647"/>
                    <a:gd name="connsiteX1" fmla="*/ -44 w 16030"/>
                    <a:gd name="connsiteY1" fmla="*/ 4302 h 11647"/>
                    <a:gd name="connsiteX2" fmla="*/ 6951 w 16030"/>
                    <a:gd name="connsiteY2" fmla="*/ -70 h 11647"/>
                    <a:gd name="connsiteX3" fmla="*/ 14820 w 16030"/>
                    <a:gd name="connsiteY3" fmla="*/ -70 h 11647"/>
                    <a:gd name="connsiteX4" fmla="*/ 14820 w 16030"/>
                    <a:gd name="connsiteY4" fmla="*/ 6050 h 11647"/>
                    <a:gd name="connsiteX5" fmla="*/ 10448 w 16030"/>
                    <a:gd name="connsiteY5" fmla="*/ 6050 h 11647"/>
                    <a:gd name="connsiteX6" fmla="*/ -44 w 16030"/>
                    <a:gd name="connsiteY6" fmla="*/ 11296 h 1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30" h="11647">
                      <a:moveTo>
                        <a:pt x="-44" y="11296"/>
                      </a:moveTo>
                      <a:lnTo>
                        <a:pt x="-44" y="4302"/>
                      </a:lnTo>
                      <a:lnTo>
                        <a:pt x="6951" y="-70"/>
                      </a:lnTo>
                      <a:cubicBezTo>
                        <a:pt x="6951" y="-70"/>
                        <a:pt x="12197" y="-70"/>
                        <a:pt x="14820" y="-70"/>
                      </a:cubicBezTo>
                      <a:cubicBezTo>
                        <a:pt x="17443" y="-70"/>
                        <a:pt x="14820" y="-70"/>
                        <a:pt x="14820" y="6050"/>
                      </a:cubicBezTo>
                      <a:lnTo>
                        <a:pt x="10448" y="6050"/>
                      </a:lnTo>
                      <a:cubicBezTo>
                        <a:pt x="10448" y="6050"/>
                        <a:pt x="5202" y="13045"/>
                        <a:pt x="-44" y="11296"/>
                      </a:cubicBezTo>
                      <a:close/>
                    </a:path>
                  </a:pathLst>
                </a:custGeom>
                <a:solidFill>
                  <a:srgbClr val="D5D5DD"/>
                </a:solidFill>
                <a:ln w="87213" cap="flat">
                  <a:noFill/>
                  <a:prstDash val="solid"/>
                  <a:miter/>
                </a:ln>
              </p:spPr>
              <p:txBody>
                <a:bodyPr rtlCol="0" anchor="ctr"/>
                <a:lstStyle/>
                <a:p>
                  <a:endParaRPr lang="en-IN" dirty="0"/>
                </a:p>
              </p:txBody>
            </p:sp>
            <p:sp>
              <p:nvSpPr>
                <p:cNvPr id="2466" name="Freeform: Shape 2465">
                  <a:extLst>
                    <a:ext uri="{FF2B5EF4-FFF2-40B4-BE49-F238E27FC236}">
                      <a16:creationId xmlns:a16="http://schemas.microsoft.com/office/drawing/2014/main" id="{24A1FFB8-8206-0337-92DB-672B053A5E5B}"/>
                    </a:ext>
                  </a:extLst>
                </p:cNvPr>
                <p:cNvSpPr/>
                <p:nvPr/>
              </p:nvSpPr>
              <p:spPr>
                <a:xfrm>
                  <a:off x="2977563" y="4501956"/>
                  <a:ext cx="34099" cy="12823"/>
                </a:xfrm>
                <a:custGeom>
                  <a:avLst/>
                  <a:gdLst>
                    <a:gd name="connsiteX0" fmla="*/ -44 w 34099"/>
                    <a:gd name="connsiteY0" fmla="*/ 8382 h 12823"/>
                    <a:gd name="connsiteX1" fmla="*/ -44 w 34099"/>
                    <a:gd name="connsiteY1" fmla="*/ 8382 h 12823"/>
                    <a:gd name="connsiteX2" fmla="*/ 8699 w 34099"/>
                    <a:gd name="connsiteY2" fmla="*/ 2261 h 12823"/>
                    <a:gd name="connsiteX3" fmla="*/ 13946 w 34099"/>
                    <a:gd name="connsiteY3" fmla="*/ 2261 h 12823"/>
                    <a:gd name="connsiteX4" fmla="*/ 22689 w 34099"/>
                    <a:gd name="connsiteY4" fmla="*/ 2261 h 12823"/>
                    <a:gd name="connsiteX5" fmla="*/ 30558 w 34099"/>
                    <a:gd name="connsiteY5" fmla="*/ 2261 h 12823"/>
                    <a:gd name="connsiteX6" fmla="*/ 30558 w 34099"/>
                    <a:gd name="connsiteY6" fmla="*/ 2261 h 12823"/>
                    <a:gd name="connsiteX7" fmla="*/ 18317 w 34099"/>
                    <a:gd name="connsiteY7" fmla="*/ 12754 h 12823"/>
                    <a:gd name="connsiteX8" fmla="*/ -44 w 34099"/>
                    <a:gd name="connsiteY8" fmla="*/ 8382 h 12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099" h="12823">
                      <a:moveTo>
                        <a:pt x="-44" y="8382"/>
                      </a:moveTo>
                      <a:lnTo>
                        <a:pt x="-44" y="8382"/>
                      </a:lnTo>
                      <a:cubicBezTo>
                        <a:pt x="-44" y="8382"/>
                        <a:pt x="6076" y="8382"/>
                        <a:pt x="8699" y="2261"/>
                      </a:cubicBezTo>
                      <a:lnTo>
                        <a:pt x="13946" y="2261"/>
                      </a:lnTo>
                      <a:cubicBezTo>
                        <a:pt x="13946" y="2261"/>
                        <a:pt x="20066" y="2261"/>
                        <a:pt x="22689" y="2261"/>
                      </a:cubicBezTo>
                      <a:cubicBezTo>
                        <a:pt x="25312" y="2261"/>
                        <a:pt x="22689" y="-2984"/>
                        <a:pt x="30558" y="2261"/>
                      </a:cubicBezTo>
                      <a:cubicBezTo>
                        <a:pt x="38427" y="7507"/>
                        <a:pt x="30558" y="2261"/>
                        <a:pt x="30558" y="2261"/>
                      </a:cubicBezTo>
                      <a:lnTo>
                        <a:pt x="18317" y="12754"/>
                      </a:lnTo>
                      <a:cubicBezTo>
                        <a:pt x="18317" y="12754"/>
                        <a:pt x="5202" y="10130"/>
                        <a:pt x="-44" y="8382"/>
                      </a:cubicBezTo>
                      <a:close/>
                    </a:path>
                  </a:pathLst>
                </a:custGeom>
                <a:solidFill>
                  <a:srgbClr val="D3D3DC"/>
                </a:solidFill>
                <a:ln w="87213" cap="flat">
                  <a:noFill/>
                  <a:prstDash val="solid"/>
                  <a:miter/>
                </a:ln>
              </p:spPr>
              <p:txBody>
                <a:bodyPr rtlCol="0" anchor="ctr"/>
                <a:lstStyle/>
                <a:p>
                  <a:endParaRPr lang="en-IN" dirty="0"/>
                </a:p>
              </p:txBody>
            </p:sp>
            <p:sp>
              <p:nvSpPr>
                <p:cNvPr id="2467" name="Freeform: Shape 2466">
                  <a:extLst>
                    <a:ext uri="{FF2B5EF4-FFF2-40B4-BE49-F238E27FC236}">
                      <a16:creationId xmlns:a16="http://schemas.microsoft.com/office/drawing/2014/main" id="{D5C7D5E2-1A51-EF45-0666-DF5ED4F1AD9F}"/>
                    </a:ext>
                  </a:extLst>
                </p:cNvPr>
                <p:cNvSpPr/>
                <p:nvPr/>
              </p:nvSpPr>
              <p:spPr>
                <a:xfrm>
                  <a:off x="3012537" y="4352656"/>
                  <a:ext cx="47413" cy="135018"/>
                </a:xfrm>
                <a:custGeom>
                  <a:avLst/>
                  <a:gdLst>
                    <a:gd name="connsiteX0" fmla="*/ -44 w 47413"/>
                    <a:gd name="connsiteY0" fmla="*/ 299 h 135018"/>
                    <a:gd name="connsiteX1" fmla="*/ 31432 w 47413"/>
                    <a:gd name="connsiteY1" fmla="*/ 12540 h 135018"/>
                    <a:gd name="connsiteX2" fmla="*/ 40176 w 47413"/>
                    <a:gd name="connsiteY2" fmla="*/ 23032 h 135018"/>
                    <a:gd name="connsiteX3" fmla="*/ 40176 w 47413"/>
                    <a:gd name="connsiteY3" fmla="*/ 74619 h 135018"/>
                    <a:gd name="connsiteX4" fmla="*/ 1704 w 47413"/>
                    <a:gd name="connsiteY4" fmla="*/ 134948 h 135018"/>
                    <a:gd name="connsiteX5" fmla="*/ 1704 w 47413"/>
                    <a:gd name="connsiteY5" fmla="*/ 134948 h 135018"/>
                    <a:gd name="connsiteX6" fmla="*/ 1704 w 47413"/>
                    <a:gd name="connsiteY6" fmla="*/ 134948 h 135018"/>
                    <a:gd name="connsiteX7" fmla="*/ -44 w 47413"/>
                    <a:gd name="connsiteY7" fmla="*/ 129702 h 135018"/>
                    <a:gd name="connsiteX8" fmla="*/ 31432 w 47413"/>
                    <a:gd name="connsiteY8" fmla="*/ 80739 h 135018"/>
                    <a:gd name="connsiteX9" fmla="*/ 41925 w 47413"/>
                    <a:gd name="connsiteY9" fmla="*/ 50137 h 135018"/>
                    <a:gd name="connsiteX10" fmla="*/ 36678 w 47413"/>
                    <a:gd name="connsiteY10" fmla="*/ 23907 h 135018"/>
                    <a:gd name="connsiteX11" fmla="*/ 8699 w 47413"/>
                    <a:gd name="connsiteY11" fmla="*/ 3796 h 135018"/>
                    <a:gd name="connsiteX12" fmla="*/ -44 w 47413"/>
                    <a:gd name="connsiteY12" fmla="*/ 299 h 13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13" h="135018">
                      <a:moveTo>
                        <a:pt x="-44" y="299"/>
                      </a:moveTo>
                      <a:cubicBezTo>
                        <a:pt x="11873" y="-1467"/>
                        <a:pt x="23843" y="3185"/>
                        <a:pt x="31432" y="12540"/>
                      </a:cubicBezTo>
                      <a:cubicBezTo>
                        <a:pt x="35043" y="15390"/>
                        <a:pt x="38016" y="18966"/>
                        <a:pt x="40176" y="23032"/>
                      </a:cubicBezTo>
                      <a:cubicBezTo>
                        <a:pt x="49768" y="38893"/>
                        <a:pt x="49768" y="58758"/>
                        <a:pt x="40176" y="74619"/>
                      </a:cubicBezTo>
                      <a:cubicBezTo>
                        <a:pt x="27935" y="95603"/>
                        <a:pt x="14820" y="114839"/>
                        <a:pt x="1704" y="134948"/>
                      </a:cubicBezTo>
                      <a:cubicBezTo>
                        <a:pt x="1704" y="134948"/>
                        <a:pt x="1704" y="134948"/>
                        <a:pt x="1704" y="134948"/>
                      </a:cubicBezTo>
                      <a:lnTo>
                        <a:pt x="1704" y="134948"/>
                      </a:lnTo>
                      <a:cubicBezTo>
                        <a:pt x="830" y="133313"/>
                        <a:pt x="245" y="131539"/>
                        <a:pt x="-44" y="129702"/>
                      </a:cubicBezTo>
                      <a:cubicBezTo>
                        <a:pt x="10448" y="113090"/>
                        <a:pt x="21814" y="97351"/>
                        <a:pt x="31432" y="80739"/>
                      </a:cubicBezTo>
                      <a:cubicBezTo>
                        <a:pt x="37868" y="71794"/>
                        <a:pt x="41514" y="61145"/>
                        <a:pt x="41925" y="50137"/>
                      </a:cubicBezTo>
                      <a:cubicBezTo>
                        <a:pt x="43367" y="41044"/>
                        <a:pt x="41504" y="31741"/>
                        <a:pt x="36678" y="23907"/>
                      </a:cubicBezTo>
                      <a:cubicBezTo>
                        <a:pt x="30496" y="13659"/>
                        <a:pt x="20390" y="6385"/>
                        <a:pt x="8699" y="3796"/>
                      </a:cubicBezTo>
                      <a:cubicBezTo>
                        <a:pt x="8699" y="3796"/>
                        <a:pt x="-44" y="3796"/>
                        <a:pt x="-44" y="299"/>
                      </a:cubicBezTo>
                      <a:close/>
                    </a:path>
                  </a:pathLst>
                </a:custGeom>
                <a:solidFill>
                  <a:srgbClr val="D5D5DD"/>
                </a:solidFill>
                <a:ln w="87213" cap="flat">
                  <a:noFill/>
                  <a:prstDash val="solid"/>
                  <a:miter/>
                </a:ln>
              </p:spPr>
              <p:txBody>
                <a:bodyPr rtlCol="0" anchor="ctr"/>
                <a:lstStyle/>
                <a:p>
                  <a:endParaRPr lang="en-IN" dirty="0"/>
                </a:p>
              </p:txBody>
            </p:sp>
            <p:sp>
              <p:nvSpPr>
                <p:cNvPr id="2468" name="Freeform: Shape 2467">
                  <a:extLst>
                    <a:ext uri="{FF2B5EF4-FFF2-40B4-BE49-F238E27FC236}">
                      <a16:creationId xmlns:a16="http://schemas.microsoft.com/office/drawing/2014/main" id="{E3A69501-96F5-1C95-F640-DD64EA8E3E08}"/>
                    </a:ext>
                  </a:extLst>
                </p:cNvPr>
                <p:cNvSpPr/>
                <p:nvPr/>
              </p:nvSpPr>
              <p:spPr>
                <a:xfrm>
                  <a:off x="2992427" y="4353025"/>
                  <a:ext cx="56832" cy="21858"/>
                </a:xfrm>
                <a:custGeom>
                  <a:avLst/>
                  <a:gdLst>
                    <a:gd name="connsiteX0" fmla="*/ 20066 w 56832"/>
                    <a:gd name="connsiteY0" fmla="*/ -70 h 21858"/>
                    <a:gd name="connsiteX1" fmla="*/ 56788 w 56832"/>
                    <a:gd name="connsiteY1" fmla="*/ 21789 h 21858"/>
                    <a:gd name="connsiteX2" fmla="*/ 56788 w 56832"/>
                    <a:gd name="connsiteY2" fmla="*/ 21789 h 21858"/>
                    <a:gd name="connsiteX3" fmla="*/ 51543 w 56832"/>
                    <a:gd name="connsiteY3" fmla="*/ 21789 h 21858"/>
                    <a:gd name="connsiteX4" fmla="*/ 35804 w 56832"/>
                    <a:gd name="connsiteY4" fmla="*/ 11297 h 21858"/>
                    <a:gd name="connsiteX5" fmla="*/ 6951 w 56832"/>
                    <a:gd name="connsiteY5" fmla="*/ 11297 h 21858"/>
                    <a:gd name="connsiteX6" fmla="*/ -44 w 56832"/>
                    <a:gd name="connsiteY6" fmla="*/ 11297 h 21858"/>
                    <a:gd name="connsiteX7" fmla="*/ 5202 w 56832"/>
                    <a:gd name="connsiteY7" fmla="*/ 5176 h 21858"/>
                    <a:gd name="connsiteX8" fmla="*/ 20066 w 56832"/>
                    <a:gd name="connsiteY8" fmla="*/ -70 h 2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31" h="21858">
                      <a:moveTo>
                        <a:pt x="20066" y="-70"/>
                      </a:moveTo>
                      <a:cubicBezTo>
                        <a:pt x="34851" y="1670"/>
                        <a:pt x="48203" y="9618"/>
                        <a:pt x="56788" y="21789"/>
                      </a:cubicBezTo>
                      <a:lnTo>
                        <a:pt x="56788" y="21789"/>
                      </a:lnTo>
                      <a:lnTo>
                        <a:pt x="51543" y="21789"/>
                      </a:lnTo>
                      <a:cubicBezTo>
                        <a:pt x="46865" y="17505"/>
                        <a:pt x="41557" y="13973"/>
                        <a:pt x="35804" y="11297"/>
                      </a:cubicBezTo>
                      <a:cubicBezTo>
                        <a:pt x="26501" y="7808"/>
                        <a:pt x="16254" y="7808"/>
                        <a:pt x="6951" y="11297"/>
                      </a:cubicBezTo>
                      <a:cubicBezTo>
                        <a:pt x="6951" y="11297"/>
                        <a:pt x="6951" y="11297"/>
                        <a:pt x="-44" y="11297"/>
                      </a:cubicBezTo>
                      <a:lnTo>
                        <a:pt x="5202" y="5176"/>
                      </a:lnTo>
                      <a:cubicBezTo>
                        <a:pt x="9749" y="2439"/>
                        <a:pt x="14812" y="656"/>
                        <a:pt x="20066" y="-70"/>
                      </a:cubicBezTo>
                      <a:close/>
                    </a:path>
                  </a:pathLst>
                </a:custGeom>
                <a:solidFill>
                  <a:srgbClr val="CFCFD8"/>
                </a:solidFill>
                <a:ln w="87213" cap="flat">
                  <a:noFill/>
                  <a:prstDash val="solid"/>
                  <a:miter/>
                </a:ln>
              </p:spPr>
              <p:txBody>
                <a:bodyPr rtlCol="0" anchor="ctr"/>
                <a:lstStyle/>
                <a:p>
                  <a:endParaRPr lang="en-IN" dirty="0"/>
                </a:p>
              </p:txBody>
            </p:sp>
            <p:sp>
              <p:nvSpPr>
                <p:cNvPr id="2469" name="Freeform: Shape 2468">
                  <a:extLst>
                    <a:ext uri="{FF2B5EF4-FFF2-40B4-BE49-F238E27FC236}">
                      <a16:creationId xmlns:a16="http://schemas.microsoft.com/office/drawing/2014/main" id="{6ED62139-CBD5-CB90-9178-5CD2809C6A4D}"/>
                    </a:ext>
                  </a:extLst>
                </p:cNvPr>
                <p:cNvSpPr/>
                <p:nvPr/>
              </p:nvSpPr>
              <p:spPr>
                <a:xfrm>
                  <a:off x="3002919" y="4496419"/>
                  <a:ext cx="1554" cy="87434"/>
                </a:xfrm>
                <a:custGeom>
                  <a:avLst/>
                  <a:gdLst>
                    <a:gd name="connsiteX0" fmla="*/ -44 w 1554"/>
                    <a:gd name="connsiteY0" fmla="*/ -70 h 87434"/>
                    <a:gd name="connsiteX1" fmla="*/ -44 w 1554"/>
                    <a:gd name="connsiteY1" fmla="*/ -70 h 87434"/>
                    <a:gd name="connsiteX2" fmla="*/ -44 w 1554"/>
                    <a:gd name="connsiteY2" fmla="*/ -70 h 87434"/>
                    <a:gd name="connsiteX3" fmla="*/ -44 w 1554"/>
                    <a:gd name="connsiteY3" fmla="*/ -70 h 87434"/>
                  </a:gdLst>
                  <a:ahLst/>
                  <a:cxnLst>
                    <a:cxn ang="0">
                      <a:pos x="connsiteX0" y="connsiteY0"/>
                    </a:cxn>
                    <a:cxn ang="0">
                      <a:pos x="connsiteX1" y="connsiteY1"/>
                    </a:cxn>
                    <a:cxn ang="0">
                      <a:pos x="connsiteX2" y="connsiteY2"/>
                    </a:cxn>
                    <a:cxn ang="0">
                      <a:pos x="connsiteX3" y="connsiteY3"/>
                    </a:cxn>
                  </a:cxnLst>
                  <a:rect l="l" t="t" r="r" b="b"/>
                  <a:pathLst>
                    <a:path w="1554" h="87434">
                      <a:moveTo>
                        <a:pt x="-44" y="-70"/>
                      </a:moveTo>
                      <a:lnTo>
                        <a:pt x="-44" y="-70"/>
                      </a:lnTo>
                      <a:lnTo>
                        <a:pt x="-44" y="-70"/>
                      </a:lnTo>
                      <a:cubicBezTo>
                        <a:pt x="-44" y="-70"/>
                        <a:pt x="3453" y="-70"/>
                        <a:pt x="-44" y="-70"/>
                      </a:cubicBezTo>
                      <a:close/>
                    </a:path>
                  </a:pathLst>
                </a:custGeom>
                <a:solidFill>
                  <a:srgbClr val="D5D5DD"/>
                </a:solidFill>
                <a:ln w="87213" cap="flat">
                  <a:noFill/>
                  <a:prstDash val="solid"/>
                  <a:miter/>
                </a:ln>
              </p:spPr>
              <p:txBody>
                <a:bodyPr rtlCol="0" anchor="ctr"/>
                <a:lstStyle/>
                <a:p>
                  <a:endParaRPr lang="en-IN" dirty="0"/>
                </a:p>
              </p:txBody>
            </p:sp>
            <p:sp>
              <p:nvSpPr>
                <p:cNvPr id="2470" name="Freeform: Shape 2469">
                  <a:extLst>
                    <a:ext uri="{FF2B5EF4-FFF2-40B4-BE49-F238E27FC236}">
                      <a16:creationId xmlns:a16="http://schemas.microsoft.com/office/drawing/2014/main" id="{EE460EB9-B3F7-7D7F-BA06-97BE8605493C}"/>
                    </a:ext>
                  </a:extLst>
                </p:cNvPr>
                <p:cNvSpPr/>
                <p:nvPr/>
              </p:nvSpPr>
              <p:spPr>
                <a:xfrm>
                  <a:off x="2974940" y="4366043"/>
                  <a:ext cx="12240" cy="8916"/>
                </a:xfrm>
                <a:custGeom>
                  <a:avLst/>
                  <a:gdLst>
                    <a:gd name="connsiteX0" fmla="*/ 1704 w 12240"/>
                    <a:gd name="connsiteY0" fmla="*/ 2650 h 8916"/>
                    <a:gd name="connsiteX1" fmla="*/ 12197 w 12240"/>
                    <a:gd name="connsiteY1" fmla="*/ 2650 h 8916"/>
                    <a:gd name="connsiteX2" fmla="*/ 12197 w 12240"/>
                    <a:gd name="connsiteY2" fmla="*/ 2650 h 8916"/>
                    <a:gd name="connsiteX3" fmla="*/ -44 w 12240"/>
                    <a:gd name="connsiteY3" fmla="*/ 8771 h 8916"/>
                    <a:gd name="connsiteX4" fmla="*/ -44 w 12240"/>
                    <a:gd name="connsiteY4" fmla="*/ 8771 h 8916"/>
                    <a:gd name="connsiteX5" fmla="*/ -44 w 12240"/>
                    <a:gd name="connsiteY5" fmla="*/ 8771 h 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0" h="8916">
                      <a:moveTo>
                        <a:pt x="1704" y="2650"/>
                      </a:moveTo>
                      <a:cubicBezTo>
                        <a:pt x="1704" y="2650"/>
                        <a:pt x="6951" y="-3470"/>
                        <a:pt x="12197" y="2650"/>
                      </a:cubicBezTo>
                      <a:lnTo>
                        <a:pt x="12197" y="2650"/>
                      </a:lnTo>
                      <a:cubicBezTo>
                        <a:pt x="12197" y="2650"/>
                        <a:pt x="5202" y="9645"/>
                        <a:pt x="-44" y="8771"/>
                      </a:cubicBezTo>
                      <a:lnTo>
                        <a:pt x="-44" y="8771"/>
                      </a:lnTo>
                      <a:lnTo>
                        <a:pt x="-44" y="8771"/>
                      </a:lnTo>
                      <a:close/>
                    </a:path>
                  </a:pathLst>
                </a:custGeom>
                <a:solidFill>
                  <a:srgbClr val="CFCFD8"/>
                </a:solidFill>
                <a:ln w="87213" cap="flat">
                  <a:noFill/>
                  <a:prstDash val="solid"/>
                  <a:miter/>
                </a:ln>
              </p:spPr>
              <p:txBody>
                <a:bodyPr rtlCol="0" anchor="ctr"/>
                <a:lstStyle/>
                <a:p>
                  <a:endParaRPr lang="en-IN" dirty="0"/>
                </a:p>
              </p:txBody>
            </p:sp>
            <p:sp>
              <p:nvSpPr>
                <p:cNvPr id="2471" name="Freeform: Shape 2470">
                  <a:extLst>
                    <a:ext uri="{FF2B5EF4-FFF2-40B4-BE49-F238E27FC236}">
                      <a16:creationId xmlns:a16="http://schemas.microsoft.com/office/drawing/2014/main" id="{38D269E0-B4E3-E2D7-1D54-F76C0E66C92A}"/>
                    </a:ext>
                  </a:extLst>
                </p:cNvPr>
                <p:cNvSpPr/>
                <p:nvPr/>
              </p:nvSpPr>
              <p:spPr>
                <a:xfrm>
                  <a:off x="2934720" y="4374010"/>
                  <a:ext cx="39409" cy="80439"/>
                </a:xfrm>
                <a:custGeom>
                  <a:avLst/>
                  <a:gdLst>
                    <a:gd name="connsiteX0" fmla="*/ 38427 w 39409"/>
                    <a:gd name="connsiteY0" fmla="*/ -70 h 80439"/>
                    <a:gd name="connsiteX1" fmla="*/ 38427 w 39409"/>
                    <a:gd name="connsiteY1" fmla="*/ -70 h 80439"/>
                    <a:gd name="connsiteX2" fmla="*/ 38427 w 39409"/>
                    <a:gd name="connsiteY2" fmla="*/ 6924 h 80439"/>
                    <a:gd name="connsiteX3" fmla="*/ -44 w 39409"/>
                    <a:gd name="connsiteY3" fmla="*/ 74249 h 80439"/>
                    <a:gd name="connsiteX4" fmla="*/ -44 w 39409"/>
                    <a:gd name="connsiteY4" fmla="*/ 80370 h 80439"/>
                    <a:gd name="connsiteX5" fmla="*/ -44 w 39409"/>
                    <a:gd name="connsiteY5" fmla="*/ 80370 h 80439"/>
                    <a:gd name="connsiteX6" fmla="*/ 9574 w 39409"/>
                    <a:gd name="connsiteY6" fmla="*/ 51516 h 80439"/>
                    <a:gd name="connsiteX7" fmla="*/ 36678 w 39409"/>
                    <a:gd name="connsiteY7" fmla="*/ 9548 h 80439"/>
                    <a:gd name="connsiteX8" fmla="*/ 38427 w 39409"/>
                    <a:gd name="connsiteY8" fmla="*/ -70 h 8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09" h="80439">
                      <a:moveTo>
                        <a:pt x="38427" y="-70"/>
                      </a:moveTo>
                      <a:lnTo>
                        <a:pt x="38427" y="-70"/>
                      </a:lnTo>
                      <a:cubicBezTo>
                        <a:pt x="39677" y="2098"/>
                        <a:pt x="39677" y="4756"/>
                        <a:pt x="38427" y="6924"/>
                      </a:cubicBezTo>
                      <a:cubicBezTo>
                        <a:pt x="22112" y="27183"/>
                        <a:pt x="9119" y="49907"/>
                        <a:pt x="-44" y="74249"/>
                      </a:cubicBezTo>
                      <a:cubicBezTo>
                        <a:pt x="568" y="76242"/>
                        <a:pt x="568" y="78376"/>
                        <a:pt x="-44" y="80370"/>
                      </a:cubicBezTo>
                      <a:lnTo>
                        <a:pt x="-44" y="80370"/>
                      </a:lnTo>
                      <a:cubicBezTo>
                        <a:pt x="891" y="70140"/>
                        <a:pt x="4179" y="60259"/>
                        <a:pt x="9574" y="51516"/>
                      </a:cubicBezTo>
                      <a:cubicBezTo>
                        <a:pt x="17784" y="37011"/>
                        <a:pt x="26833" y="22995"/>
                        <a:pt x="36678" y="9548"/>
                      </a:cubicBezTo>
                      <a:cubicBezTo>
                        <a:pt x="37072" y="6313"/>
                        <a:pt x="37657" y="3095"/>
                        <a:pt x="38427" y="-70"/>
                      </a:cubicBezTo>
                      <a:close/>
                    </a:path>
                  </a:pathLst>
                </a:custGeom>
                <a:solidFill>
                  <a:srgbClr val="CFCFD8"/>
                </a:solidFill>
                <a:ln w="87213" cap="flat">
                  <a:noFill/>
                  <a:prstDash val="solid"/>
                  <a:miter/>
                </a:ln>
              </p:spPr>
              <p:txBody>
                <a:bodyPr rtlCol="0" anchor="ctr"/>
                <a:lstStyle/>
                <a:p>
                  <a:endParaRPr lang="en-IN" dirty="0"/>
                </a:p>
              </p:txBody>
            </p:sp>
            <p:sp>
              <p:nvSpPr>
                <p:cNvPr id="2472" name="Freeform: Shape 2471">
                  <a:extLst>
                    <a:ext uri="{FF2B5EF4-FFF2-40B4-BE49-F238E27FC236}">
                      <a16:creationId xmlns:a16="http://schemas.microsoft.com/office/drawing/2014/main" id="{B61BC7AC-9BDA-AC6C-7BA8-CA9AC5BEA26E}"/>
                    </a:ext>
                  </a:extLst>
                </p:cNvPr>
                <p:cNvSpPr/>
                <p:nvPr/>
              </p:nvSpPr>
              <p:spPr>
                <a:xfrm>
                  <a:off x="2923843" y="4456198"/>
                  <a:ext cx="4756" cy="16612"/>
                </a:xfrm>
                <a:custGeom>
                  <a:avLst/>
                  <a:gdLst>
                    <a:gd name="connsiteX0" fmla="*/ 1215 w 4756"/>
                    <a:gd name="connsiteY0" fmla="*/ 16543 h 16612"/>
                    <a:gd name="connsiteX1" fmla="*/ 1215 w 4756"/>
                    <a:gd name="connsiteY1" fmla="*/ 16543 h 16612"/>
                    <a:gd name="connsiteX2" fmla="*/ 1215 w 4756"/>
                    <a:gd name="connsiteY2" fmla="*/ -70 h 16612"/>
                    <a:gd name="connsiteX3" fmla="*/ 1215 w 4756"/>
                    <a:gd name="connsiteY3" fmla="*/ -70 h 16612"/>
                    <a:gd name="connsiteX4" fmla="*/ 1215 w 4756"/>
                    <a:gd name="connsiteY4" fmla="*/ 5176 h 16612"/>
                    <a:gd name="connsiteX5" fmla="*/ 1215 w 4756"/>
                    <a:gd name="connsiteY5" fmla="*/ 16543 h 16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6" h="16612">
                      <a:moveTo>
                        <a:pt x="1215" y="16543"/>
                      </a:moveTo>
                      <a:lnTo>
                        <a:pt x="1215" y="16543"/>
                      </a:lnTo>
                      <a:cubicBezTo>
                        <a:pt x="-464" y="11131"/>
                        <a:pt x="-464" y="5343"/>
                        <a:pt x="1215" y="-70"/>
                      </a:cubicBezTo>
                      <a:lnTo>
                        <a:pt x="1215" y="-70"/>
                      </a:lnTo>
                      <a:cubicBezTo>
                        <a:pt x="1215" y="-70"/>
                        <a:pt x="1215" y="-70"/>
                        <a:pt x="1215" y="5176"/>
                      </a:cubicBezTo>
                      <a:cubicBezTo>
                        <a:pt x="1215" y="10422"/>
                        <a:pt x="9084" y="13045"/>
                        <a:pt x="1215" y="16543"/>
                      </a:cubicBezTo>
                      <a:close/>
                    </a:path>
                  </a:pathLst>
                </a:custGeom>
                <a:solidFill>
                  <a:srgbClr val="CFCFD8"/>
                </a:solidFill>
                <a:ln w="87213" cap="flat">
                  <a:noFill/>
                  <a:prstDash val="solid"/>
                  <a:miter/>
                </a:ln>
              </p:spPr>
              <p:txBody>
                <a:bodyPr rtlCol="0" anchor="ctr"/>
                <a:lstStyle/>
                <a:p>
                  <a:endParaRPr lang="en-IN" dirty="0"/>
                </a:p>
              </p:txBody>
            </p:sp>
            <p:sp>
              <p:nvSpPr>
                <p:cNvPr id="2473" name="Freeform: Shape 2472">
                  <a:extLst>
                    <a:ext uri="{FF2B5EF4-FFF2-40B4-BE49-F238E27FC236}">
                      <a16:creationId xmlns:a16="http://schemas.microsoft.com/office/drawing/2014/main" id="{E1086A12-41F4-3A50-9636-8A3CF023508C}"/>
                    </a:ext>
                  </a:extLst>
                </p:cNvPr>
                <p:cNvSpPr/>
                <p:nvPr/>
              </p:nvSpPr>
              <p:spPr>
                <a:xfrm>
                  <a:off x="2922480" y="4457753"/>
                  <a:ext cx="53821" cy="43911"/>
                </a:xfrm>
                <a:custGeom>
                  <a:avLst/>
                  <a:gdLst>
                    <a:gd name="connsiteX0" fmla="*/ 2579 w 53821"/>
                    <a:gd name="connsiteY0" fmla="*/ 14988 h 43911"/>
                    <a:gd name="connsiteX1" fmla="*/ 2579 w 53821"/>
                    <a:gd name="connsiteY1" fmla="*/ 1873 h 43911"/>
                    <a:gd name="connsiteX2" fmla="*/ 2579 w 53821"/>
                    <a:gd name="connsiteY2" fmla="*/ 1873 h 43911"/>
                    <a:gd name="connsiteX3" fmla="*/ 33181 w 53821"/>
                    <a:gd name="connsiteY3" fmla="*/ 37721 h 43911"/>
                    <a:gd name="connsiteX4" fmla="*/ 37553 w 53821"/>
                    <a:gd name="connsiteY4" fmla="*/ 37721 h 43911"/>
                    <a:gd name="connsiteX5" fmla="*/ 52416 w 53821"/>
                    <a:gd name="connsiteY5" fmla="*/ 37721 h 43911"/>
                    <a:gd name="connsiteX6" fmla="*/ 42799 w 53821"/>
                    <a:gd name="connsiteY6" fmla="*/ 43842 h 43911"/>
                    <a:gd name="connsiteX7" fmla="*/ 42799 w 53821"/>
                    <a:gd name="connsiteY7" fmla="*/ 43842 h 43911"/>
                    <a:gd name="connsiteX8" fmla="*/ 27935 w 53821"/>
                    <a:gd name="connsiteY8" fmla="*/ 43842 h 43911"/>
                    <a:gd name="connsiteX9" fmla="*/ -44 w 53821"/>
                    <a:gd name="connsiteY9" fmla="*/ 15863 h 43911"/>
                    <a:gd name="connsiteX10" fmla="*/ 2579 w 53821"/>
                    <a:gd name="connsiteY10" fmla="*/ 14988 h 4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821" h="43911">
                      <a:moveTo>
                        <a:pt x="2579" y="14988"/>
                      </a:moveTo>
                      <a:cubicBezTo>
                        <a:pt x="2579" y="14988"/>
                        <a:pt x="2579" y="6245"/>
                        <a:pt x="2579" y="1873"/>
                      </a:cubicBezTo>
                      <a:cubicBezTo>
                        <a:pt x="2579" y="-2499"/>
                        <a:pt x="2579" y="1873"/>
                        <a:pt x="2579" y="1873"/>
                      </a:cubicBezTo>
                      <a:cubicBezTo>
                        <a:pt x="2579" y="21983"/>
                        <a:pt x="15694" y="31601"/>
                        <a:pt x="33181" y="37721"/>
                      </a:cubicBezTo>
                      <a:lnTo>
                        <a:pt x="37553" y="37721"/>
                      </a:lnTo>
                      <a:cubicBezTo>
                        <a:pt x="37553" y="37721"/>
                        <a:pt x="47171" y="37721"/>
                        <a:pt x="52416" y="37721"/>
                      </a:cubicBezTo>
                      <a:cubicBezTo>
                        <a:pt x="57662" y="37721"/>
                        <a:pt x="46296" y="37721"/>
                        <a:pt x="42799" y="43842"/>
                      </a:cubicBezTo>
                      <a:lnTo>
                        <a:pt x="42799" y="43842"/>
                      </a:lnTo>
                      <a:cubicBezTo>
                        <a:pt x="37553" y="43842"/>
                        <a:pt x="33181" y="43842"/>
                        <a:pt x="27935" y="43842"/>
                      </a:cubicBezTo>
                      <a:cubicBezTo>
                        <a:pt x="14260" y="40221"/>
                        <a:pt x="3575" y="29537"/>
                        <a:pt x="-44" y="15863"/>
                      </a:cubicBezTo>
                      <a:cubicBezTo>
                        <a:pt x="-44" y="15863"/>
                        <a:pt x="6951" y="16737"/>
                        <a:pt x="2579" y="14988"/>
                      </a:cubicBezTo>
                      <a:close/>
                    </a:path>
                  </a:pathLst>
                </a:custGeom>
                <a:solidFill>
                  <a:srgbClr val="C7C7D2"/>
                </a:solidFill>
                <a:ln w="87213" cap="flat">
                  <a:noFill/>
                  <a:prstDash val="solid"/>
                  <a:miter/>
                </a:ln>
              </p:spPr>
              <p:txBody>
                <a:bodyPr rtlCol="0" anchor="ctr"/>
                <a:lstStyle/>
                <a:p>
                  <a:endParaRPr lang="en-IN" dirty="0"/>
                </a:p>
              </p:txBody>
            </p:sp>
            <p:sp>
              <p:nvSpPr>
                <p:cNvPr id="2474" name="Freeform: Shape 2473">
                  <a:extLst>
                    <a:ext uri="{FF2B5EF4-FFF2-40B4-BE49-F238E27FC236}">
                      <a16:creationId xmlns:a16="http://schemas.microsoft.com/office/drawing/2014/main" id="{EFC5655A-CEAC-4731-7808-150F714EB21F}"/>
                    </a:ext>
                  </a:extLst>
                </p:cNvPr>
                <p:cNvSpPr/>
                <p:nvPr/>
              </p:nvSpPr>
              <p:spPr>
                <a:xfrm>
                  <a:off x="2988018" y="4357900"/>
                  <a:ext cx="36759" cy="10767"/>
                </a:xfrm>
                <a:custGeom>
                  <a:avLst/>
                  <a:gdLst>
                    <a:gd name="connsiteX0" fmla="*/ 868 w 36759"/>
                    <a:gd name="connsiteY0" fmla="*/ 7297 h 10767"/>
                    <a:gd name="connsiteX1" fmla="*/ 868 w 36759"/>
                    <a:gd name="connsiteY1" fmla="*/ 7297 h 10767"/>
                    <a:gd name="connsiteX2" fmla="*/ 21852 w 36759"/>
                    <a:gd name="connsiteY2" fmla="*/ 1176 h 10767"/>
                    <a:gd name="connsiteX3" fmla="*/ 36716 w 36759"/>
                    <a:gd name="connsiteY3" fmla="*/ 1176 h 10767"/>
                    <a:gd name="connsiteX4" fmla="*/ 36716 w 36759"/>
                    <a:gd name="connsiteY4" fmla="*/ 1176 h 10767"/>
                    <a:gd name="connsiteX5" fmla="*/ 30595 w 36759"/>
                    <a:gd name="connsiteY5" fmla="*/ 1176 h 10767"/>
                    <a:gd name="connsiteX6" fmla="*/ 4365 w 36759"/>
                    <a:gd name="connsiteY6" fmla="*/ 7297 h 10767"/>
                    <a:gd name="connsiteX7" fmla="*/ 868 w 36759"/>
                    <a:gd name="connsiteY7" fmla="*/ 7297 h 1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59" h="10767">
                      <a:moveTo>
                        <a:pt x="868" y="7297"/>
                      </a:moveTo>
                      <a:lnTo>
                        <a:pt x="868" y="7297"/>
                      </a:lnTo>
                      <a:cubicBezTo>
                        <a:pt x="7521" y="4219"/>
                        <a:pt x="14595" y="2155"/>
                        <a:pt x="21852" y="1176"/>
                      </a:cubicBezTo>
                      <a:cubicBezTo>
                        <a:pt x="26669" y="-485"/>
                        <a:pt x="31898" y="-485"/>
                        <a:pt x="36716" y="1176"/>
                      </a:cubicBezTo>
                      <a:lnTo>
                        <a:pt x="36716" y="1176"/>
                      </a:lnTo>
                      <a:cubicBezTo>
                        <a:pt x="36716" y="1176"/>
                        <a:pt x="32344" y="1176"/>
                        <a:pt x="30595" y="1176"/>
                      </a:cubicBezTo>
                      <a:cubicBezTo>
                        <a:pt x="28847" y="1176"/>
                        <a:pt x="12234" y="1176"/>
                        <a:pt x="4365" y="7297"/>
                      </a:cubicBezTo>
                      <a:cubicBezTo>
                        <a:pt x="-3504" y="13417"/>
                        <a:pt x="1742" y="9920"/>
                        <a:pt x="868" y="7297"/>
                      </a:cubicBezTo>
                      <a:close/>
                    </a:path>
                  </a:pathLst>
                </a:custGeom>
                <a:solidFill>
                  <a:srgbClr val="C5C5D1"/>
                </a:solidFill>
                <a:ln w="87213" cap="flat">
                  <a:noFill/>
                  <a:prstDash val="solid"/>
                  <a:miter/>
                </a:ln>
              </p:spPr>
              <p:txBody>
                <a:bodyPr rtlCol="0" anchor="ctr"/>
                <a:lstStyle/>
                <a:p>
                  <a:endParaRPr lang="en-IN" dirty="0"/>
                </a:p>
              </p:txBody>
            </p:sp>
            <p:sp>
              <p:nvSpPr>
                <p:cNvPr id="2475" name="Freeform: Shape 2474">
                  <a:extLst>
                    <a:ext uri="{FF2B5EF4-FFF2-40B4-BE49-F238E27FC236}">
                      <a16:creationId xmlns:a16="http://schemas.microsoft.com/office/drawing/2014/main" id="{AFBF7589-2E41-BDF4-24F0-7B224D57B51D}"/>
                    </a:ext>
                  </a:extLst>
                </p:cNvPr>
                <p:cNvSpPr/>
                <p:nvPr/>
              </p:nvSpPr>
              <p:spPr>
                <a:xfrm>
                  <a:off x="2968587" y="4406360"/>
                  <a:ext cx="78923" cy="96178"/>
                </a:xfrm>
                <a:custGeom>
                  <a:avLst/>
                  <a:gdLst>
                    <a:gd name="connsiteX0" fmla="*/ 15927 w 78923"/>
                    <a:gd name="connsiteY0" fmla="*/ 96109 h 96178"/>
                    <a:gd name="connsiteX1" fmla="*/ 1063 w 78923"/>
                    <a:gd name="connsiteY1" fmla="*/ 96109 h 96178"/>
                    <a:gd name="connsiteX2" fmla="*/ 15052 w 78923"/>
                    <a:gd name="connsiteY2" fmla="*/ 89114 h 96178"/>
                    <a:gd name="connsiteX3" fmla="*/ 41283 w 78923"/>
                    <a:gd name="connsiteY3" fmla="*/ 67255 h 96178"/>
                    <a:gd name="connsiteX4" fmla="*/ 71885 w 78923"/>
                    <a:gd name="connsiteY4" fmla="*/ 19166 h 96178"/>
                    <a:gd name="connsiteX5" fmla="*/ 78880 w 78923"/>
                    <a:gd name="connsiteY5" fmla="*/ -70 h 96178"/>
                    <a:gd name="connsiteX6" fmla="*/ 78880 w 78923"/>
                    <a:gd name="connsiteY6" fmla="*/ -70 h 96178"/>
                    <a:gd name="connsiteX7" fmla="*/ 78880 w 78923"/>
                    <a:gd name="connsiteY7" fmla="*/ 11297 h 96178"/>
                    <a:gd name="connsiteX8" fmla="*/ 67513 w 78923"/>
                    <a:gd name="connsiteY8" fmla="*/ 33156 h 96178"/>
                    <a:gd name="connsiteX9" fmla="*/ 36911 w 78923"/>
                    <a:gd name="connsiteY9" fmla="*/ 79496 h 96178"/>
                    <a:gd name="connsiteX10" fmla="*/ 15052 w 78923"/>
                    <a:gd name="connsiteY10" fmla="*/ 96109 h 9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23" h="96178">
                      <a:moveTo>
                        <a:pt x="15927" y="96109"/>
                      </a:moveTo>
                      <a:cubicBezTo>
                        <a:pt x="10681" y="96109"/>
                        <a:pt x="6309" y="96109"/>
                        <a:pt x="1063" y="96109"/>
                      </a:cubicBezTo>
                      <a:cubicBezTo>
                        <a:pt x="-4183" y="96109"/>
                        <a:pt x="10681" y="91737"/>
                        <a:pt x="15052" y="89114"/>
                      </a:cubicBezTo>
                      <a:cubicBezTo>
                        <a:pt x="26096" y="85144"/>
                        <a:pt x="35390" y="77406"/>
                        <a:pt x="41283" y="67255"/>
                      </a:cubicBezTo>
                      <a:lnTo>
                        <a:pt x="71885" y="19166"/>
                      </a:lnTo>
                      <a:cubicBezTo>
                        <a:pt x="74963" y="13054"/>
                        <a:pt x="77306" y="6593"/>
                        <a:pt x="78880" y="-70"/>
                      </a:cubicBezTo>
                      <a:lnTo>
                        <a:pt x="78880" y="-70"/>
                      </a:lnTo>
                      <a:cubicBezTo>
                        <a:pt x="78880" y="-70"/>
                        <a:pt x="78880" y="7799"/>
                        <a:pt x="78880" y="11297"/>
                      </a:cubicBezTo>
                      <a:cubicBezTo>
                        <a:pt x="78880" y="14794"/>
                        <a:pt x="71885" y="26161"/>
                        <a:pt x="67513" y="33156"/>
                      </a:cubicBezTo>
                      <a:cubicBezTo>
                        <a:pt x="63142" y="40150"/>
                        <a:pt x="48278" y="64632"/>
                        <a:pt x="36911" y="79496"/>
                      </a:cubicBezTo>
                      <a:cubicBezTo>
                        <a:pt x="31473" y="87111"/>
                        <a:pt x="23848" y="92908"/>
                        <a:pt x="15052" y="96109"/>
                      </a:cubicBezTo>
                      <a:close/>
                    </a:path>
                  </a:pathLst>
                </a:custGeom>
                <a:solidFill>
                  <a:srgbClr val="C4C4D0"/>
                </a:solidFill>
                <a:ln w="87213" cap="flat">
                  <a:noFill/>
                  <a:prstDash val="solid"/>
                  <a:miter/>
                </a:ln>
              </p:spPr>
              <p:txBody>
                <a:bodyPr rtlCol="0" anchor="ctr"/>
                <a:lstStyle/>
                <a:p>
                  <a:endParaRPr lang="en-IN" dirty="0"/>
                </a:p>
              </p:txBody>
            </p:sp>
            <p:sp>
              <p:nvSpPr>
                <p:cNvPr id="2476" name="Freeform: Shape 2475">
                  <a:extLst>
                    <a:ext uri="{FF2B5EF4-FFF2-40B4-BE49-F238E27FC236}">
                      <a16:creationId xmlns:a16="http://schemas.microsoft.com/office/drawing/2014/main" id="{71D7F44D-41C9-505A-829A-5EAB35BD2ADC}"/>
                    </a:ext>
                  </a:extLst>
                </p:cNvPr>
                <p:cNvSpPr/>
                <p:nvPr/>
              </p:nvSpPr>
              <p:spPr>
                <a:xfrm>
                  <a:off x="2988930" y="4383628"/>
                  <a:ext cx="69136" cy="121751"/>
                </a:xfrm>
                <a:custGeom>
                  <a:avLst/>
                  <a:gdLst>
                    <a:gd name="connsiteX0" fmla="*/ -44 w 69136"/>
                    <a:gd name="connsiteY0" fmla="*/ 117967 h 121751"/>
                    <a:gd name="connsiteX1" fmla="*/ 27060 w 69136"/>
                    <a:gd name="connsiteY1" fmla="*/ 92610 h 121751"/>
                    <a:gd name="connsiteX2" fmla="*/ 56788 w 69136"/>
                    <a:gd name="connsiteY2" fmla="*/ 44521 h 121751"/>
                    <a:gd name="connsiteX3" fmla="*/ 62908 w 69136"/>
                    <a:gd name="connsiteY3" fmla="*/ 22662 h 121751"/>
                    <a:gd name="connsiteX4" fmla="*/ 62908 w 69136"/>
                    <a:gd name="connsiteY4" fmla="*/ 22662 h 121751"/>
                    <a:gd name="connsiteX5" fmla="*/ 62908 w 69136"/>
                    <a:gd name="connsiteY5" fmla="*/ -70 h 121751"/>
                    <a:gd name="connsiteX6" fmla="*/ 62908 w 69136"/>
                    <a:gd name="connsiteY6" fmla="*/ -70 h 121751"/>
                    <a:gd name="connsiteX7" fmla="*/ 62908 w 69136"/>
                    <a:gd name="connsiteY7" fmla="*/ -70 h 121751"/>
                    <a:gd name="connsiteX8" fmla="*/ 62908 w 69136"/>
                    <a:gd name="connsiteY8" fmla="*/ -70 h 121751"/>
                    <a:gd name="connsiteX9" fmla="*/ 62908 w 69136"/>
                    <a:gd name="connsiteY9" fmla="*/ -70 h 121751"/>
                    <a:gd name="connsiteX10" fmla="*/ 62908 w 69136"/>
                    <a:gd name="connsiteY10" fmla="*/ 48019 h 121751"/>
                    <a:gd name="connsiteX11" fmla="*/ 25311 w 69136"/>
                    <a:gd name="connsiteY11" fmla="*/ 109223 h 121751"/>
                    <a:gd name="connsiteX12" fmla="*/ 19191 w 69136"/>
                    <a:gd name="connsiteY12" fmla="*/ 114469 h 121751"/>
                    <a:gd name="connsiteX13" fmla="*/ 19191 w 69136"/>
                    <a:gd name="connsiteY13" fmla="*/ 114469 h 121751"/>
                    <a:gd name="connsiteX14" fmla="*/ 11322 w 69136"/>
                    <a:gd name="connsiteY14" fmla="*/ 120589 h 121751"/>
                    <a:gd name="connsiteX15" fmla="*/ -44 w 69136"/>
                    <a:gd name="connsiteY15" fmla="*/ 117967 h 1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136" h="121751">
                      <a:moveTo>
                        <a:pt x="-44" y="117967"/>
                      </a:moveTo>
                      <a:cubicBezTo>
                        <a:pt x="11165" y="112187"/>
                        <a:pt x="20546" y="103408"/>
                        <a:pt x="27060" y="92610"/>
                      </a:cubicBezTo>
                      <a:cubicBezTo>
                        <a:pt x="38296" y="77441"/>
                        <a:pt x="48237" y="61353"/>
                        <a:pt x="56788" y="44521"/>
                      </a:cubicBezTo>
                      <a:cubicBezTo>
                        <a:pt x="61335" y="38183"/>
                        <a:pt x="63495" y="30445"/>
                        <a:pt x="62908" y="22662"/>
                      </a:cubicBezTo>
                      <a:cubicBezTo>
                        <a:pt x="62908" y="22662"/>
                        <a:pt x="62908" y="22662"/>
                        <a:pt x="62908" y="22662"/>
                      </a:cubicBezTo>
                      <a:cubicBezTo>
                        <a:pt x="65444" y="15292"/>
                        <a:pt x="65444" y="7292"/>
                        <a:pt x="62908" y="-70"/>
                      </a:cubicBezTo>
                      <a:cubicBezTo>
                        <a:pt x="62908" y="-70"/>
                        <a:pt x="62908" y="-70"/>
                        <a:pt x="62908" y="-70"/>
                      </a:cubicBezTo>
                      <a:lnTo>
                        <a:pt x="62908" y="-70"/>
                      </a:lnTo>
                      <a:cubicBezTo>
                        <a:pt x="62908" y="-70"/>
                        <a:pt x="62908" y="-70"/>
                        <a:pt x="62908" y="-70"/>
                      </a:cubicBezTo>
                      <a:lnTo>
                        <a:pt x="62908" y="-70"/>
                      </a:lnTo>
                      <a:cubicBezTo>
                        <a:pt x="71153" y="14898"/>
                        <a:pt x="71153" y="33050"/>
                        <a:pt x="62908" y="48019"/>
                      </a:cubicBezTo>
                      <a:cubicBezTo>
                        <a:pt x="52416" y="69877"/>
                        <a:pt x="37553" y="88238"/>
                        <a:pt x="25311" y="109223"/>
                      </a:cubicBezTo>
                      <a:cubicBezTo>
                        <a:pt x="25311" y="109223"/>
                        <a:pt x="25311" y="109223"/>
                        <a:pt x="19191" y="114469"/>
                      </a:cubicBezTo>
                      <a:lnTo>
                        <a:pt x="19191" y="114469"/>
                      </a:lnTo>
                      <a:cubicBezTo>
                        <a:pt x="19191" y="114469"/>
                        <a:pt x="13945" y="118841"/>
                        <a:pt x="11322" y="120589"/>
                      </a:cubicBezTo>
                      <a:cubicBezTo>
                        <a:pt x="8699" y="122338"/>
                        <a:pt x="3453" y="122338"/>
                        <a:pt x="-44" y="117967"/>
                      </a:cubicBezTo>
                      <a:close/>
                    </a:path>
                  </a:pathLst>
                </a:custGeom>
                <a:solidFill>
                  <a:srgbClr val="CDCDD7"/>
                </a:solidFill>
                <a:ln w="87213" cap="flat">
                  <a:noFill/>
                  <a:prstDash val="solid"/>
                  <a:miter/>
                </a:ln>
              </p:spPr>
              <p:txBody>
                <a:bodyPr rtlCol="0" anchor="ctr"/>
                <a:lstStyle/>
                <a:p>
                  <a:endParaRPr lang="en-IN" dirty="0"/>
                </a:p>
              </p:txBody>
            </p:sp>
            <p:sp>
              <p:nvSpPr>
                <p:cNvPr id="2477" name="Freeform: Shape 2476">
                  <a:extLst>
                    <a:ext uri="{FF2B5EF4-FFF2-40B4-BE49-F238E27FC236}">
                      <a16:creationId xmlns:a16="http://schemas.microsoft.com/office/drawing/2014/main" id="{EE3FEFD0-7DFD-7950-D2EB-0A7B20A34B2A}"/>
                    </a:ext>
                  </a:extLst>
                </p:cNvPr>
                <p:cNvSpPr/>
                <p:nvPr/>
              </p:nvSpPr>
              <p:spPr>
                <a:xfrm>
                  <a:off x="3007291" y="4482429"/>
                  <a:ext cx="5245" cy="6994"/>
                </a:xfrm>
                <a:custGeom>
                  <a:avLst/>
                  <a:gdLst>
                    <a:gd name="connsiteX0" fmla="*/ -44 w 5245"/>
                    <a:gd name="connsiteY0" fmla="*/ 6925 h 6994"/>
                    <a:gd name="connsiteX1" fmla="*/ 5202 w 5245"/>
                    <a:gd name="connsiteY1" fmla="*/ -70 h 6994"/>
                    <a:gd name="connsiteX2" fmla="*/ 830 w 5245"/>
                    <a:gd name="connsiteY2" fmla="*/ 6050 h 6994"/>
                  </a:gdLst>
                  <a:ahLst/>
                  <a:cxnLst>
                    <a:cxn ang="0">
                      <a:pos x="connsiteX0" y="connsiteY0"/>
                    </a:cxn>
                    <a:cxn ang="0">
                      <a:pos x="connsiteX1" y="connsiteY1"/>
                    </a:cxn>
                    <a:cxn ang="0">
                      <a:pos x="connsiteX2" y="connsiteY2"/>
                    </a:cxn>
                  </a:cxnLst>
                  <a:rect l="l" t="t" r="r" b="b"/>
                  <a:pathLst>
                    <a:path w="5245" h="6994">
                      <a:moveTo>
                        <a:pt x="-44" y="6925"/>
                      </a:moveTo>
                      <a:cubicBezTo>
                        <a:pt x="-44" y="6925"/>
                        <a:pt x="5202" y="-70"/>
                        <a:pt x="5202" y="-70"/>
                      </a:cubicBezTo>
                      <a:lnTo>
                        <a:pt x="830" y="6050"/>
                      </a:lnTo>
                      <a:close/>
                    </a:path>
                  </a:pathLst>
                </a:custGeom>
                <a:solidFill>
                  <a:srgbClr val="D3D3DC"/>
                </a:solidFill>
                <a:ln w="87213" cap="flat">
                  <a:noFill/>
                  <a:prstDash val="solid"/>
                  <a:miter/>
                </a:ln>
              </p:spPr>
              <p:txBody>
                <a:bodyPr rtlCol="0" anchor="ctr"/>
                <a:lstStyle/>
                <a:p>
                  <a:endParaRPr lang="en-IN" dirty="0"/>
                </a:p>
              </p:txBody>
            </p:sp>
            <p:sp>
              <p:nvSpPr>
                <p:cNvPr id="2478" name="Freeform: Shape 2477">
                  <a:extLst>
                    <a:ext uri="{FF2B5EF4-FFF2-40B4-BE49-F238E27FC236}">
                      <a16:creationId xmlns:a16="http://schemas.microsoft.com/office/drawing/2014/main" id="{9AE4F040-B069-7D54-0303-06215A0CFA3E}"/>
                    </a:ext>
                  </a:extLst>
                </p:cNvPr>
                <p:cNvSpPr/>
                <p:nvPr/>
              </p:nvSpPr>
              <p:spPr>
                <a:xfrm>
                  <a:off x="3026527" y="4359146"/>
                  <a:ext cx="16612" cy="11366"/>
                </a:xfrm>
                <a:custGeom>
                  <a:avLst/>
                  <a:gdLst>
                    <a:gd name="connsiteX0" fmla="*/ -44 w 16612"/>
                    <a:gd name="connsiteY0" fmla="*/ -70 h 11366"/>
                    <a:gd name="connsiteX1" fmla="*/ 16568 w 16612"/>
                    <a:gd name="connsiteY1" fmla="*/ 11297 h 11366"/>
                    <a:gd name="connsiteX2" fmla="*/ 16568 w 16612"/>
                    <a:gd name="connsiteY2" fmla="*/ 11297 h 11366"/>
                    <a:gd name="connsiteX3" fmla="*/ 830 w 16612"/>
                    <a:gd name="connsiteY3" fmla="*/ -70 h 11366"/>
                  </a:gdLst>
                  <a:ahLst/>
                  <a:cxnLst>
                    <a:cxn ang="0">
                      <a:pos x="connsiteX0" y="connsiteY0"/>
                    </a:cxn>
                    <a:cxn ang="0">
                      <a:pos x="connsiteX1" y="connsiteY1"/>
                    </a:cxn>
                    <a:cxn ang="0">
                      <a:pos x="connsiteX2" y="connsiteY2"/>
                    </a:cxn>
                    <a:cxn ang="0">
                      <a:pos x="connsiteX3" y="connsiteY3"/>
                    </a:cxn>
                  </a:cxnLst>
                  <a:rect l="l" t="t" r="r" b="b"/>
                  <a:pathLst>
                    <a:path w="16612" h="11366">
                      <a:moveTo>
                        <a:pt x="-44" y="-70"/>
                      </a:moveTo>
                      <a:cubicBezTo>
                        <a:pt x="6749" y="1443"/>
                        <a:pt x="12695" y="5517"/>
                        <a:pt x="16568" y="11297"/>
                      </a:cubicBezTo>
                      <a:lnTo>
                        <a:pt x="16568" y="11297"/>
                      </a:lnTo>
                      <a:cubicBezTo>
                        <a:pt x="9722" y="10458"/>
                        <a:pt x="3776" y="6164"/>
                        <a:pt x="830" y="-70"/>
                      </a:cubicBezTo>
                      <a:close/>
                    </a:path>
                  </a:pathLst>
                </a:custGeom>
                <a:solidFill>
                  <a:srgbClr val="C5C5D1"/>
                </a:solidFill>
                <a:ln w="87213" cap="flat">
                  <a:noFill/>
                  <a:prstDash val="solid"/>
                  <a:miter/>
                </a:ln>
              </p:spPr>
              <p:txBody>
                <a:bodyPr rtlCol="0" anchor="ctr"/>
                <a:lstStyle/>
                <a:p>
                  <a:endParaRPr lang="en-IN" dirty="0"/>
                </a:p>
              </p:txBody>
            </p:sp>
            <p:sp>
              <p:nvSpPr>
                <p:cNvPr id="2479" name="Freeform: Shape 2478">
                  <a:extLst>
                    <a:ext uri="{FF2B5EF4-FFF2-40B4-BE49-F238E27FC236}">
                      <a16:creationId xmlns:a16="http://schemas.microsoft.com/office/drawing/2014/main" id="{5D380089-FE58-6EBE-6245-39E9EF3199AD}"/>
                    </a:ext>
                  </a:extLst>
                </p:cNvPr>
                <p:cNvSpPr/>
                <p:nvPr/>
              </p:nvSpPr>
              <p:spPr>
                <a:xfrm>
                  <a:off x="3043054" y="4367015"/>
                  <a:ext cx="5332" cy="6994"/>
                </a:xfrm>
                <a:custGeom>
                  <a:avLst/>
                  <a:gdLst>
                    <a:gd name="connsiteX0" fmla="*/ 5288 w 5332"/>
                    <a:gd name="connsiteY0" fmla="*/ 6925 h 6994"/>
                    <a:gd name="connsiteX1" fmla="*/ 5288 w 5332"/>
                    <a:gd name="connsiteY1" fmla="*/ 6925 h 6994"/>
                    <a:gd name="connsiteX2" fmla="*/ 41 w 5332"/>
                    <a:gd name="connsiteY2" fmla="*/ -70 h 6994"/>
                    <a:gd name="connsiteX3" fmla="*/ 41 w 5332"/>
                    <a:gd name="connsiteY3" fmla="*/ -70 h 6994"/>
                  </a:gdLst>
                  <a:ahLst/>
                  <a:cxnLst>
                    <a:cxn ang="0">
                      <a:pos x="connsiteX0" y="connsiteY0"/>
                    </a:cxn>
                    <a:cxn ang="0">
                      <a:pos x="connsiteX1" y="connsiteY1"/>
                    </a:cxn>
                    <a:cxn ang="0">
                      <a:pos x="connsiteX2" y="connsiteY2"/>
                    </a:cxn>
                    <a:cxn ang="0">
                      <a:pos x="connsiteX3" y="connsiteY3"/>
                    </a:cxn>
                  </a:cxnLst>
                  <a:rect l="l" t="t" r="r" b="b"/>
                  <a:pathLst>
                    <a:path w="5332" h="6994">
                      <a:moveTo>
                        <a:pt x="5288" y="6925"/>
                      </a:moveTo>
                      <a:lnTo>
                        <a:pt x="5288" y="6925"/>
                      </a:lnTo>
                      <a:cubicBezTo>
                        <a:pt x="5288" y="6925"/>
                        <a:pt x="-833" y="6925"/>
                        <a:pt x="41" y="-70"/>
                      </a:cubicBezTo>
                      <a:lnTo>
                        <a:pt x="41" y="-70"/>
                      </a:lnTo>
                      <a:close/>
                    </a:path>
                  </a:pathLst>
                </a:custGeom>
                <a:solidFill>
                  <a:srgbClr val="C5C5D1"/>
                </a:solidFill>
                <a:ln w="87213" cap="flat">
                  <a:noFill/>
                  <a:prstDash val="solid"/>
                  <a:miter/>
                </a:ln>
              </p:spPr>
              <p:txBody>
                <a:bodyPr rtlCol="0" anchor="ctr"/>
                <a:lstStyle/>
                <a:p>
                  <a:endParaRPr lang="en-IN" dirty="0"/>
                </a:p>
              </p:txBody>
            </p:sp>
            <p:sp>
              <p:nvSpPr>
                <p:cNvPr id="2480" name="Freeform: Shape 2479">
                  <a:extLst>
                    <a:ext uri="{FF2B5EF4-FFF2-40B4-BE49-F238E27FC236}">
                      <a16:creationId xmlns:a16="http://schemas.microsoft.com/office/drawing/2014/main" id="{EBFABDC5-EFE6-B117-B192-4E183A5F00F2}"/>
                    </a:ext>
                  </a:extLst>
                </p:cNvPr>
                <p:cNvSpPr/>
                <p:nvPr/>
              </p:nvSpPr>
              <p:spPr>
                <a:xfrm>
                  <a:off x="2932931" y="4362634"/>
                  <a:ext cx="83977" cy="142527"/>
                </a:xfrm>
                <a:custGeom>
                  <a:avLst/>
                  <a:gdLst>
                    <a:gd name="connsiteX0" fmla="*/ 49834 w 83977"/>
                    <a:gd name="connsiteY0" fmla="*/ 137211 h 142527"/>
                    <a:gd name="connsiteX1" fmla="*/ 36719 w 83977"/>
                    <a:gd name="connsiteY1" fmla="*/ 142458 h 142527"/>
                    <a:gd name="connsiteX2" fmla="*/ 14860 w 83977"/>
                    <a:gd name="connsiteY2" fmla="*/ 131966 h 142527"/>
                    <a:gd name="connsiteX3" fmla="*/ -4 w 83977"/>
                    <a:gd name="connsiteY3" fmla="*/ 103112 h 142527"/>
                    <a:gd name="connsiteX4" fmla="*/ -4 w 83977"/>
                    <a:gd name="connsiteY4" fmla="*/ 97866 h 142527"/>
                    <a:gd name="connsiteX5" fmla="*/ 9614 w 83977"/>
                    <a:gd name="connsiteY5" fmla="*/ 70762 h 142527"/>
                    <a:gd name="connsiteX6" fmla="*/ 41965 w 83977"/>
                    <a:gd name="connsiteY6" fmla="*/ 19175 h 142527"/>
                    <a:gd name="connsiteX7" fmla="*/ 55955 w 83977"/>
                    <a:gd name="connsiteY7" fmla="*/ 6060 h 142527"/>
                    <a:gd name="connsiteX8" fmla="*/ 55955 w 83977"/>
                    <a:gd name="connsiteY8" fmla="*/ 6060 h 142527"/>
                    <a:gd name="connsiteX9" fmla="*/ 55955 w 83977"/>
                    <a:gd name="connsiteY9" fmla="*/ 6060 h 142527"/>
                    <a:gd name="connsiteX10" fmla="*/ 83934 w 83977"/>
                    <a:gd name="connsiteY10" fmla="*/ -61 h 142527"/>
                    <a:gd name="connsiteX11" fmla="*/ 83934 w 83977"/>
                    <a:gd name="connsiteY11" fmla="*/ -61 h 142527"/>
                    <a:gd name="connsiteX12" fmla="*/ 83934 w 83977"/>
                    <a:gd name="connsiteY12" fmla="*/ -61 h 142527"/>
                    <a:gd name="connsiteX13" fmla="*/ 76064 w 83977"/>
                    <a:gd name="connsiteY13" fmla="*/ -61 h 142527"/>
                    <a:gd name="connsiteX14" fmla="*/ 76064 w 83977"/>
                    <a:gd name="connsiteY14" fmla="*/ -61 h 142527"/>
                    <a:gd name="connsiteX15" fmla="*/ 45462 w 83977"/>
                    <a:gd name="connsiteY15" fmla="*/ 16552 h 142527"/>
                    <a:gd name="connsiteX16" fmla="*/ 6117 w 83977"/>
                    <a:gd name="connsiteY16" fmla="*/ 78630 h 142527"/>
                    <a:gd name="connsiteX17" fmla="*/ 6117 w 83977"/>
                    <a:gd name="connsiteY17" fmla="*/ 110107 h 142527"/>
                    <a:gd name="connsiteX18" fmla="*/ 44588 w 83977"/>
                    <a:gd name="connsiteY18" fmla="*/ 132840 h 142527"/>
                    <a:gd name="connsiteX19" fmla="*/ 44588 w 83977"/>
                    <a:gd name="connsiteY19" fmla="*/ 132840 h 142527"/>
                    <a:gd name="connsiteX20" fmla="*/ 49834 w 83977"/>
                    <a:gd name="connsiteY20" fmla="*/ 137211 h 14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3977" h="142527">
                      <a:moveTo>
                        <a:pt x="49834" y="137211"/>
                      </a:moveTo>
                      <a:cubicBezTo>
                        <a:pt x="49834" y="137211"/>
                        <a:pt x="41090" y="137211"/>
                        <a:pt x="36719" y="142458"/>
                      </a:cubicBezTo>
                      <a:cubicBezTo>
                        <a:pt x="29112" y="139686"/>
                        <a:pt x="21785" y="136171"/>
                        <a:pt x="14860" y="131966"/>
                      </a:cubicBezTo>
                      <a:cubicBezTo>
                        <a:pt x="5094" y="125705"/>
                        <a:pt x="-581" y="114697"/>
                        <a:pt x="-4" y="103112"/>
                      </a:cubicBezTo>
                      <a:cubicBezTo>
                        <a:pt x="783" y="101451"/>
                        <a:pt x="783" y="99527"/>
                        <a:pt x="-4" y="97866"/>
                      </a:cubicBezTo>
                      <a:cubicBezTo>
                        <a:pt x="1072" y="88214"/>
                        <a:pt x="4359" y="78937"/>
                        <a:pt x="9614" y="70762"/>
                      </a:cubicBezTo>
                      <a:cubicBezTo>
                        <a:pt x="18725" y="52575"/>
                        <a:pt x="29558" y="35298"/>
                        <a:pt x="41965" y="19175"/>
                      </a:cubicBezTo>
                      <a:cubicBezTo>
                        <a:pt x="45978" y="14156"/>
                        <a:pt x="50691" y="9741"/>
                        <a:pt x="55955" y="6060"/>
                      </a:cubicBezTo>
                      <a:lnTo>
                        <a:pt x="55955" y="6060"/>
                      </a:lnTo>
                      <a:lnTo>
                        <a:pt x="55955" y="6060"/>
                      </a:lnTo>
                      <a:cubicBezTo>
                        <a:pt x="64681" y="1863"/>
                        <a:pt x="74255" y="-227"/>
                        <a:pt x="83934" y="-61"/>
                      </a:cubicBezTo>
                      <a:lnTo>
                        <a:pt x="83934" y="-61"/>
                      </a:lnTo>
                      <a:lnTo>
                        <a:pt x="83934" y="-61"/>
                      </a:lnTo>
                      <a:cubicBezTo>
                        <a:pt x="81372" y="744"/>
                        <a:pt x="78627" y="744"/>
                        <a:pt x="76064" y="-61"/>
                      </a:cubicBezTo>
                      <a:lnTo>
                        <a:pt x="76064" y="-61"/>
                      </a:lnTo>
                      <a:cubicBezTo>
                        <a:pt x="63719" y="-17"/>
                        <a:pt x="52221" y="6226"/>
                        <a:pt x="45462" y="16552"/>
                      </a:cubicBezTo>
                      <a:cubicBezTo>
                        <a:pt x="30039" y="35692"/>
                        <a:pt x="16836" y="56510"/>
                        <a:pt x="6117" y="78630"/>
                      </a:cubicBezTo>
                      <a:cubicBezTo>
                        <a:pt x="2654" y="88834"/>
                        <a:pt x="2654" y="99903"/>
                        <a:pt x="6117" y="110107"/>
                      </a:cubicBezTo>
                      <a:cubicBezTo>
                        <a:pt x="11494" y="126203"/>
                        <a:pt x="27897" y="135891"/>
                        <a:pt x="44588" y="132840"/>
                      </a:cubicBezTo>
                      <a:lnTo>
                        <a:pt x="44588" y="132840"/>
                      </a:lnTo>
                      <a:cubicBezTo>
                        <a:pt x="44588" y="132840"/>
                        <a:pt x="48960" y="136338"/>
                        <a:pt x="49834" y="137211"/>
                      </a:cubicBezTo>
                      <a:close/>
                    </a:path>
                  </a:pathLst>
                </a:custGeom>
                <a:solidFill>
                  <a:srgbClr val="B8B8C6"/>
                </a:solidFill>
                <a:ln w="87213" cap="flat">
                  <a:noFill/>
                  <a:prstDash val="solid"/>
                  <a:miter/>
                </a:ln>
              </p:spPr>
              <p:txBody>
                <a:bodyPr rtlCol="0" anchor="ctr"/>
                <a:lstStyle/>
                <a:p>
                  <a:endParaRPr lang="en-IN" dirty="0"/>
                </a:p>
              </p:txBody>
            </p:sp>
            <p:sp>
              <p:nvSpPr>
                <p:cNvPr id="2481" name="Freeform: Shape 2480">
                  <a:extLst>
                    <a:ext uri="{FF2B5EF4-FFF2-40B4-BE49-F238E27FC236}">
                      <a16:creationId xmlns:a16="http://schemas.microsoft.com/office/drawing/2014/main" id="{AE0DB100-5A24-74E3-77D0-B2D979A7EBAD}"/>
                    </a:ext>
                  </a:extLst>
                </p:cNvPr>
                <p:cNvSpPr/>
                <p:nvPr/>
              </p:nvSpPr>
              <p:spPr>
                <a:xfrm>
                  <a:off x="2930348" y="4368763"/>
                  <a:ext cx="55958" cy="91806"/>
                </a:xfrm>
                <a:custGeom>
                  <a:avLst/>
                  <a:gdLst>
                    <a:gd name="connsiteX0" fmla="*/ 55914 w 55958"/>
                    <a:gd name="connsiteY0" fmla="*/ -70 h 91806"/>
                    <a:gd name="connsiteX1" fmla="*/ 18317 w 55958"/>
                    <a:gd name="connsiteY1" fmla="*/ 51517 h 91806"/>
                    <a:gd name="connsiteX2" fmla="*/ -44 w 55958"/>
                    <a:gd name="connsiteY2" fmla="*/ 91737 h 91806"/>
                    <a:gd name="connsiteX3" fmla="*/ -44 w 55958"/>
                    <a:gd name="connsiteY3" fmla="*/ 91737 h 91806"/>
                    <a:gd name="connsiteX4" fmla="*/ 15694 w 55958"/>
                    <a:gd name="connsiteY4" fmla="*/ 58512 h 91806"/>
                    <a:gd name="connsiteX5" fmla="*/ 41925 w 55958"/>
                    <a:gd name="connsiteY5" fmla="*/ 17417 h 91806"/>
                    <a:gd name="connsiteX6" fmla="*/ 41925 w 55958"/>
                    <a:gd name="connsiteY6" fmla="*/ 11297 h 91806"/>
                    <a:gd name="connsiteX7" fmla="*/ 55914 w 55958"/>
                    <a:gd name="connsiteY7" fmla="*/ -70 h 9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958" h="91806">
                      <a:moveTo>
                        <a:pt x="55914" y="-70"/>
                      </a:moveTo>
                      <a:cubicBezTo>
                        <a:pt x="41837" y="15940"/>
                        <a:pt x="29246" y="33208"/>
                        <a:pt x="18317" y="51517"/>
                      </a:cubicBezTo>
                      <a:cubicBezTo>
                        <a:pt x="9757" y="63670"/>
                        <a:pt x="3523" y="77310"/>
                        <a:pt x="-44" y="91737"/>
                      </a:cubicBezTo>
                      <a:lnTo>
                        <a:pt x="-44" y="91737"/>
                      </a:lnTo>
                      <a:cubicBezTo>
                        <a:pt x="6076" y="81244"/>
                        <a:pt x="9574" y="69003"/>
                        <a:pt x="15694" y="58512"/>
                      </a:cubicBezTo>
                      <a:cubicBezTo>
                        <a:pt x="22881" y="43883"/>
                        <a:pt x="31686" y="30095"/>
                        <a:pt x="41925" y="17417"/>
                      </a:cubicBezTo>
                      <a:lnTo>
                        <a:pt x="41925" y="11297"/>
                      </a:lnTo>
                      <a:cubicBezTo>
                        <a:pt x="48920" y="6050"/>
                        <a:pt x="50668" y="805"/>
                        <a:pt x="55914" y="-70"/>
                      </a:cubicBezTo>
                      <a:close/>
                    </a:path>
                  </a:pathLst>
                </a:custGeom>
                <a:solidFill>
                  <a:srgbClr val="C5C5D0"/>
                </a:solidFill>
                <a:ln w="87213" cap="flat">
                  <a:noFill/>
                  <a:prstDash val="solid"/>
                  <a:miter/>
                </a:ln>
              </p:spPr>
              <p:txBody>
                <a:bodyPr rtlCol="0" anchor="ctr"/>
                <a:lstStyle/>
                <a:p>
                  <a:endParaRPr lang="en-IN" dirty="0"/>
                </a:p>
              </p:txBody>
            </p:sp>
            <p:sp>
              <p:nvSpPr>
                <p:cNvPr id="2482" name="Freeform: Shape 2481">
                  <a:extLst>
                    <a:ext uri="{FF2B5EF4-FFF2-40B4-BE49-F238E27FC236}">
                      <a16:creationId xmlns:a16="http://schemas.microsoft.com/office/drawing/2014/main" id="{C192BBE2-4BBB-C73E-727A-41E7E222B9FD}"/>
                    </a:ext>
                  </a:extLst>
                </p:cNvPr>
                <p:cNvSpPr/>
                <p:nvPr/>
              </p:nvSpPr>
              <p:spPr>
                <a:xfrm>
                  <a:off x="3024778" y="4361769"/>
                  <a:ext cx="27979" cy="18361"/>
                </a:xfrm>
                <a:custGeom>
                  <a:avLst/>
                  <a:gdLst>
                    <a:gd name="connsiteX0" fmla="*/ -44 w 27979"/>
                    <a:gd name="connsiteY0" fmla="*/ -70 h 18361"/>
                    <a:gd name="connsiteX1" fmla="*/ -44 w 27979"/>
                    <a:gd name="connsiteY1" fmla="*/ -70 h 18361"/>
                    <a:gd name="connsiteX2" fmla="*/ 6076 w 27979"/>
                    <a:gd name="connsiteY2" fmla="*/ -70 h 18361"/>
                    <a:gd name="connsiteX3" fmla="*/ 22689 w 27979"/>
                    <a:gd name="connsiteY3" fmla="*/ 11296 h 18361"/>
                    <a:gd name="connsiteX4" fmla="*/ 27935 w 27979"/>
                    <a:gd name="connsiteY4" fmla="*/ 18291 h 18361"/>
                    <a:gd name="connsiteX5" fmla="*/ 27935 w 27979"/>
                    <a:gd name="connsiteY5" fmla="*/ 18291 h 18361"/>
                    <a:gd name="connsiteX6" fmla="*/ 23564 w 27979"/>
                    <a:gd name="connsiteY6" fmla="*/ 18291 h 18361"/>
                    <a:gd name="connsiteX7" fmla="*/ -44 w 27979"/>
                    <a:gd name="connsiteY7" fmla="*/ -70 h 18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79" h="18361">
                      <a:moveTo>
                        <a:pt x="-44" y="-70"/>
                      </a:moveTo>
                      <a:lnTo>
                        <a:pt x="-44" y="-70"/>
                      </a:lnTo>
                      <a:lnTo>
                        <a:pt x="6076" y="-70"/>
                      </a:lnTo>
                      <a:lnTo>
                        <a:pt x="22689" y="11296"/>
                      </a:lnTo>
                      <a:cubicBezTo>
                        <a:pt x="22689" y="11296"/>
                        <a:pt x="22689" y="11296"/>
                        <a:pt x="27935" y="18291"/>
                      </a:cubicBezTo>
                      <a:lnTo>
                        <a:pt x="27935" y="18291"/>
                      </a:lnTo>
                      <a:lnTo>
                        <a:pt x="23564" y="18291"/>
                      </a:lnTo>
                      <a:cubicBezTo>
                        <a:pt x="13946" y="8673"/>
                        <a:pt x="5202" y="5176"/>
                        <a:pt x="-44" y="-70"/>
                      </a:cubicBezTo>
                      <a:close/>
                    </a:path>
                  </a:pathLst>
                </a:custGeom>
                <a:solidFill>
                  <a:srgbClr val="C1C1CD"/>
                </a:solidFill>
                <a:ln w="87213" cap="flat">
                  <a:noFill/>
                  <a:prstDash val="solid"/>
                  <a:miter/>
                </a:ln>
              </p:spPr>
              <p:txBody>
                <a:bodyPr rtlCol="0" anchor="ctr"/>
                <a:lstStyle/>
                <a:p>
                  <a:endParaRPr lang="en-IN" dirty="0"/>
                </a:p>
              </p:txBody>
            </p:sp>
            <p:sp>
              <p:nvSpPr>
                <p:cNvPr id="2483" name="Freeform: Shape 2482">
                  <a:extLst>
                    <a:ext uri="{FF2B5EF4-FFF2-40B4-BE49-F238E27FC236}">
                      <a16:creationId xmlns:a16="http://schemas.microsoft.com/office/drawing/2014/main" id="{1F03759D-ABF0-6DEC-A052-D46878BB6A11}"/>
                    </a:ext>
                  </a:extLst>
                </p:cNvPr>
                <p:cNvSpPr/>
                <p:nvPr/>
              </p:nvSpPr>
              <p:spPr>
                <a:xfrm>
                  <a:off x="2985433" y="4361769"/>
                  <a:ext cx="65363" cy="141643"/>
                </a:xfrm>
                <a:custGeom>
                  <a:avLst/>
                  <a:gdLst>
                    <a:gd name="connsiteX0" fmla="*/ 39301 w 65363"/>
                    <a:gd name="connsiteY0" fmla="*/ -70 h 141643"/>
                    <a:gd name="connsiteX1" fmla="*/ 56788 w 65363"/>
                    <a:gd name="connsiteY1" fmla="*/ 11296 h 141643"/>
                    <a:gd name="connsiteX2" fmla="*/ 62034 w 65363"/>
                    <a:gd name="connsiteY2" fmla="*/ 16542 h 141643"/>
                    <a:gd name="connsiteX3" fmla="*/ 62034 w 65363"/>
                    <a:gd name="connsiteY3" fmla="*/ 16542 h 141643"/>
                    <a:gd name="connsiteX4" fmla="*/ 62034 w 65363"/>
                    <a:gd name="connsiteY4" fmla="*/ 48019 h 141643"/>
                    <a:gd name="connsiteX5" fmla="*/ 27060 w 65363"/>
                    <a:gd name="connsiteY5" fmla="*/ 120589 h 141643"/>
                    <a:gd name="connsiteX6" fmla="*/ -44 w 65363"/>
                    <a:gd name="connsiteY6" fmla="*/ 141574 h 141643"/>
                    <a:gd name="connsiteX7" fmla="*/ -44 w 65363"/>
                    <a:gd name="connsiteY7" fmla="*/ 141574 h 141643"/>
                    <a:gd name="connsiteX8" fmla="*/ -44 w 65363"/>
                    <a:gd name="connsiteY8" fmla="*/ 135453 h 141643"/>
                    <a:gd name="connsiteX9" fmla="*/ 6076 w 65363"/>
                    <a:gd name="connsiteY9" fmla="*/ 131082 h 141643"/>
                    <a:gd name="connsiteX10" fmla="*/ 16568 w 65363"/>
                    <a:gd name="connsiteY10" fmla="*/ 124087 h 141643"/>
                    <a:gd name="connsiteX11" fmla="*/ 45422 w 65363"/>
                    <a:gd name="connsiteY11" fmla="*/ 82118 h 141643"/>
                    <a:gd name="connsiteX12" fmla="*/ 55914 w 65363"/>
                    <a:gd name="connsiteY12" fmla="*/ 60259 h 141643"/>
                    <a:gd name="connsiteX13" fmla="*/ 55914 w 65363"/>
                    <a:gd name="connsiteY13" fmla="*/ 40150 h 141643"/>
                    <a:gd name="connsiteX14" fmla="*/ 48044 w 65363"/>
                    <a:gd name="connsiteY14" fmla="*/ 19165 h 141643"/>
                    <a:gd name="connsiteX15" fmla="*/ 40176 w 65363"/>
                    <a:gd name="connsiteY15" fmla="*/ 10422 h 141643"/>
                    <a:gd name="connsiteX16" fmla="*/ 34929 w 65363"/>
                    <a:gd name="connsiteY16" fmla="*/ 10422 h 14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362" h="141643">
                      <a:moveTo>
                        <a:pt x="39301" y="-70"/>
                      </a:moveTo>
                      <a:cubicBezTo>
                        <a:pt x="46313" y="1486"/>
                        <a:pt x="52521" y="5517"/>
                        <a:pt x="56788" y="11296"/>
                      </a:cubicBezTo>
                      <a:cubicBezTo>
                        <a:pt x="57549" y="13814"/>
                        <a:pt x="59516" y="15782"/>
                        <a:pt x="62034" y="16542"/>
                      </a:cubicBezTo>
                      <a:lnTo>
                        <a:pt x="62034" y="16542"/>
                      </a:lnTo>
                      <a:cubicBezTo>
                        <a:pt x="66415" y="26580"/>
                        <a:pt x="66415" y="37981"/>
                        <a:pt x="62034" y="48019"/>
                      </a:cubicBezTo>
                      <a:cubicBezTo>
                        <a:pt x="55197" y="74249"/>
                        <a:pt x="43314" y="98897"/>
                        <a:pt x="27060" y="120589"/>
                      </a:cubicBezTo>
                      <a:cubicBezTo>
                        <a:pt x="22041" y="131632"/>
                        <a:pt x="11899" y="139484"/>
                        <a:pt x="-44" y="141574"/>
                      </a:cubicBezTo>
                      <a:lnTo>
                        <a:pt x="-44" y="141574"/>
                      </a:lnTo>
                      <a:cubicBezTo>
                        <a:pt x="-44" y="141574"/>
                        <a:pt x="-44" y="141574"/>
                        <a:pt x="-44" y="135453"/>
                      </a:cubicBezTo>
                      <a:cubicBezTo>
                        <a:pt x="1617" y="133521"/>
                        <a:pt x="3715" y="132026"/>
                        <a:pt x="6076" y="131082"/>
                      </a:cubicBezTo>
                      <a:cubicBezTo>
                        <a:pt x="10596" y="130872"/>
                        <a:pt x="14636" y="128179"/>
                        <a:pt x="16568" y="124087"/>
                      </a:cubicBezTo>
                      <a:cubicBezTo>
                        <a:pt x="27952" y="111391"/>
                        <a:pt x="37649" y="97288"/>
                        <a:pt x="45422" y="82118"/>
                      </a:cubicBezTo>
                      <a:cubicBezTo>
                        <a:pt x="45422" y="75124"/>
                        <a:pt x="51542" y="67254"/>
                        <a:pt x="55914" y="60259"/>
                      </a:cubicBezTo>
                      <a:cubicBezTo>
                        <a:pt x="56744" y="53579"/>
                        <a:pt x="56744" y="46830"/>
                        <a:pt x="55914" y="40150"/>
                      </a:cubicBezTo>
                      <a:cubicBezTo>
                        <a:pt x="55914" y="32280"/>
                        <a:pt x="51542" y="26160"/>
                        <a:pt x="48044" y="19165"/>
                      </a:cubicBezTo>
                      <a:cubicBezTo>
                        <a:pt x="46952" y="15169"/>
                        <a:pt x="44031" y="11935"/>
                        <a:pt x="40176" y="10422"/>
                      </a:cubicBezTo>
                      <a:cubicBezTo>
                        <a:pt x="40176" y="10422"/>
                        <a:pt x="34929" y="10422"/>
                        <a:pt x="34929" y="10422"/>
                      </a:cubicBezTo>
                      <a:close/>
                    </a:path>
                  </a:pathLst>
                </a:custGeom>
                <a:solidFill>
                  <a:srgbClr val="B5B5C3"/>
                </a:solidFill>
                <a:ln w="87213" cap="flat">
                  <a:noFill/>
                  <a:prstDash val="solid"/>
                  <a:miter/>
                </a:ln>
              </p:spPr>
              <p:txBody>
                <a:bodyPr rtlCol="0" anchor="ctr"/>
                <a:lstStyle/>
                <a:p>
                  <a:endParaRPr lang="en-IN" dirty="0"/>
                </a:p>
              </p:txBody>
            </p:sp>
            <p:sp>
              <p:nvSpPr>
                <p:cNvPr id="2484" name="Freeform: Shape 2483">
                  <a:extLst>
                    <a:ext uri="{FF2B5EF4-FFF2-40B4-BE49-F238E27FC236}">
                      <a16:creationId xmlns:a16="http://schemas.microsoft.com/office/drawing/2014/main" id="{49F8033D-BCE6-C57C-EBDE-CA7B8FF2AE46}"/>
                    </a:ext>
                  </a:extLst>
                </p:cNvPr>
                <p:cNvSpPr/>
                <p:nvPr/>
              </p:nvSpPr>
              <p:spPr>
                <a:xfrm>
                  <a:off x="3049260" y="4378381"/>
                  <a:ext cx="5729" cy="31476"/>
                </a:xfrm>
                <a:custGeom>
                  <a:avLst/>
                  <a:gdLst>
                    <a:gd name="connsiteX0" fmla="*/ -44 w 5729"/>
                    <a:gd name="connsiteY0" fmla="*/ 31406 h 31476"/>
                    <a:gd name="connsiteX1" fmla="*/ -44 w 5729"/>
                    <a:gd name="connsiteY1" fmla="*/ -70 h 31476"/>
                    <a:gd name="connsiteX2" fmla="*/ 5202 w 5729"/>
                    <a:gd name="connsiteY2" fmla="*/ 23538 h 31476"/>
                    <a:gd name="connsiteX3" fmla="*/ 5202 w 5729"/>
                    <a:gd name="connsiteY3" fmla="*/ 23538 h 31476"/>
                  </a:gdLst>
                  <a:ahLst/>
                  <a:cxnLst>
                    <a:cxn ang="0">
                      <a:pos x="connsiteX0" y="connsiteY0"/>
                    </a:cxn>
                    <a:cxn ang="0">
                      <a:pos x="connsiteX1" y="connsiteY1"/>
                    </a:cxn>
                    <a:cxn ang="0">
                      <a:pos x="connsiteX2" y="connsiteY2"/>
                    </a:cxn>
                    <a:cxn ang="0">
                      <a:pos x="connsiteX3" y="connsiteY3"/>
                    </a:cxn>
                  </a:cxnLst>
                  <a:rect l="l" t="t" r="r" b="b"/>
                  <a:pathLst>
                    <a:path w="5729" h="31476">
                      <a:moveTo>
                        <a:pt x="-44" y="31406"/>
                      </a:moveTo>
                      <a:cubicBezTo>
                        <a:pt x="2125" y="21028"/>
                        <a:pt x="2125" y="10309"/>
                        <a:pt x="-44" y="-70"/>
                      </a:cubicBezTo>
                      <a:cubicBezTo>
                        <a:pt x="4782" y="6785"/>
                        <a:pt x="6662" y="15284"/>
                        <a:pt x="5202" y="23538"/>
                      </a:cubicBezTo>
                      <a:cubicBezTo>
                        <a:pt x="5202" y="23538"/>
                        <a:pt x="5202" y="23538"/>
                        <a:pt x="5202" y="23538"/>
                      </a:cubicBezTo>
                      <a:close/>
                    </a:path>
                  </a:pathLst>
                </a:custGeom>
                <a:solidFill>
                  <a:srgbClr val="C1C1CD"/>
                </a:solidFill>
                <a:ln w="87213" cap="flat">
                  <a:noFill/>
                  <a:prstDash val="solid"/>
                  <a:miter/>
                </a:ln>
              </p:spPr>
              <p:txBody>
                <a:bodyPr rtlCol="0" anchor="ctr"/>
                <a:lstStyle/>
                <a:p>
                  <a:endParaRPr lang="en-IN" dirty="0"/>
                </a:p>
              </p:txBody>
            </p:sp>
            <p:sp>
              <p:nvSpPr>
                <p:cNvPr id="2485" name="Freeform: Shape 2484">
                  <a:extLst>
                    <a:ext uri="{FF2B5EF4-FFF2-40B4-BE49-F238E27FC236}">
                      <a16:creationId xmlns:a16="http://schemas.microsoft.com/office/drawing/2014/main" id="{977EFEB8-F690-F147-1B7B-DB4713D219E4}"/>
                    </a:ext>
                  </a:extLst>
                </p:cNvPr>
                <p:cNvSpPr/>
                <p:nvPr/>
              </p:nvSpPr>
              <p:spPr>
                <a:xfrm>
                  <a:off x="2936761" y="4379256"/>
                  <a:ext cx="46922" cy="100258"/>
                </a:xfrm>
                <a:custGeom>
                  <a:avLst/>
                  <a:gdLst>
                    <a:gd name="connsiteX0" fmla="*/ 2288 w 46922"/>
                    <a:gd name="connsiteY0" fmla="*/ 97857 h 100258"/>
                    <a:gd name="connsiteX1" fmla="*/ 2288 w 46922"/>
                    <a:gd name="connsiteY1" fmla="*/ 85616 h 100258"/>
                    <a:gd name="connsiteX2" fmla="*/ 12779 w 46922"/>
                    <a:gd name="connsiteY2" fmla="*/ 50642 h 100258"/>
                    <a:gd name="connsiteX3" fmla="*/ 32890 w 46922"/>
                    <a:gd name="connsiteY3" fmla="*/ 19166 h 100258"/>
                    <a:gd name="connsiteX4" fmla="*/ 46879 w 46922"/>
                    <a:gd name="connsiteY4" fmla="*/ -70 h 100258"/>
                    <a:gd name="connsiteX5" fmla="*/ 46879 w 46922"/>
                    <a:gd name="connsiteY5" fmla="*/ -70 h 100258"/>
                    <a:gd name="connsiteX6" fmla="*/ 46879 w 46922"/>
                    <a:gd name="connsiteY6" fmla="*/ 7799 h 100258"/>
                    <a:gd name="connsiteX7" fmla="*/ 39884 w 46922"/>
                    <a:gd name="connsiteY7" fmla="*/ 18291 h 100258"/>
                    <a:gd name="connsiteX8" fmla="*/ 15402 w 46922"/>
                    <a:gd name="connsiteY8" fmla="*/ 59386 h 100258"/>
                    <a:gd name="connsiteX9" fmla="*/ 15402 w 46922"/>
                    <a:gd name="connsiteY9" fmla="*/ 89113 h 100258"/>
                    <a:gd name="connsiteX10" fmla="*/ 15402 w 46922"/>
                    <a:gd name="connsiteY10" fmla="*/ 97857 h 100258"/>
                    <a:gd name="connsiteX11" fmla="*/ 2288 w 46922"/>
                    <a:gd name="connsiteY11" fmla="*/ 97857 h 10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22" h="100258">
                      <a:moveTo>
                        <a:pt x="2288" y="97857"/>
                      </a:moveTo>
                      <a:cubicBezTo>
                        <a:pt x="-2959" y="97857"/>
                        <a:pt x="2288" y="89987"/>
                        <a:pt x="2288" y="85616"/>
                      </a:cubicBezTo>
                      <a:cubicBezTo>
                        <a:pt x="2148" y="73165"/>
                        <a:pt x="5802" y="60959"/>
                        <a:pt x="12779" y="50642"/>
                      </a:cubicBezTo>
                      <a:lnTo>
                        <a:pt x="32890" y="19166"/>
                      </a:lnTo>
                      <a:cubicBezTo>
                        <a:pt x="37051" y="12407"/>
                        <a:pt x="41729" y="5972"/>
                        <a:pt x="46879" y="-70"/>
                      </a:cubicBezTo>
                      <a:cubicBezTo>
                        <a:pt x="46879" y="-70"/>
                        <a:pt x="46879" y="-70"/>
                        <a:pt x="46879" y="-70"/>
                      </a:cubicBezTo>
                      <a:cubicBezTo>
                        <a:pt x="46879" y="-70"/>
                        <a:pt x="46879" y="5176"/>
                        <a:pt x="46879" y="7799"/>
                      </a:cubicBezTo>
                      <a:cubicBezTo>
                        <a:pt x="43775" y="10719"/>
                        <a:pt x="41388" y="14304"/>
                        <a:pt x="39884" y="18291"/>
                      </a:cubicBezTo>
                      <a:cubicBezTo>
                        <a:pt x="30083" y="30943"/>
                        <a:pt x="21864" y="44740"/>
                        <a:pt x="15402" y="59386"/>
                      </a:cubicBezTo>
                      <a:cubicBezTo>
                        <a:pt x="11932" y="68995"/>
                        <a:pt x="11932" y="79513"/>
                        <a:pt x="15402" y="89113"/>
                      </a:cubicBezTo>
                      <a:cubicBezTo>
                        <a:pt x="16670" y="91885"/>
                        <a:pt x="16670" y="95085"/>
                        <a:pt x="15402" y="97857"/>
                      </a:cubicBezTo>
                      <a:cubicBezTo>
                        <a:pt x="15402" y="97857"/>
                        <a:pt x="2288" y="103103"/>
                        <a:pt x="2288" y="97857"/>
                      </a:cubicBezTo>
                      <a:close/>
                    </a:path>
                  </a:pathLst>
                </a:custGeom>
                <a:solidFill>
                  <a:srgbClr val="A5A5B7"/>
                </a:solidFill>
                <a:ln w="87213" cap="flat">
                  <a:noFill/>
                  <a:prstDash val="solid"/>
                  <a:miter/>
                </a:ln>
              </p:spPr>
              <p:txBody>
                <a:bodyPr rtlCol="0" anchor="ctr"/>
                <a:lstStyle/>
                <a:p>
                  <a:endParaRPr lang="en-IN" dirty="0"/>
                </a:p>
              </p:txBody>
            </p:sp>
            <p:sp>
              <p:nvSpPr>
                <p:cNvPr id="2486" name="Freeform: Shape 2485">
                  <a:extLst>
                    <a:ext uri="{FF2B5EF4-FFF2-40B4-BE49-F238E27FC236}">
                      <a16:creationId xmlns:a16="http://schemas.microsoft.com/office/drawing/2014/main" id="{BCE8D73B-CF4A-16A9-5497-7E4F2483E42F}"/>
                    </a:ext>
                  </a:extLst>
                </p:cNvPr>
                <p:cNvSpPr/>
                <p:nvPr/>
              </p:nvSpPr>
              <p:spPr>
                <a:xfrm>
                  <a:off x="2939092" y="4474560"/>
                  <a:ext cx="43717" cy="19136"/>
                </a:xfrm>
                <a:custGeom>
                  <a:avLst/>
                  <a:gdLst>
                    <a:gd name="connsiteX0" fmla="*/ -44 w 43717"/>
                    <a:gd name="connsiteY0" fmla="*/ 2553 h 19136"/>
                    <a:gd name="connsiteX1" fmla="*/ -44 w 43717"/>
                    <a:gd name="connsiteY1" fmla="*/ 2553 h 19136"/>
                    <a:gd name="connsiteX2" fmla="*/ 6950 w 43717"/>
                    <a:gd name="connsiteY2" fmla="*/ 9547 h 19136"/>
                    <a:gd name="connsiteX3" fmla="*/ 35804 w 43717"/>
                    <a:gd name="connsiteY3" fmla="*/ 17417 h 19136"/>
                    <a:gd name="connsiteX4" fmla="*/ 43673 w 43717"/>
                    <a:gd name="connsiteY4" fmla="*/ 17417 h 19136"/>
                    <a:gd name="connsiteX5" fmla="*/ 2579 w 43717"/>
                    <a:gd name="connsiteY5" fmla="*/ -70 h 19136"/>
                    <a:gd name="connsiteX6" fmla="*/ -44 w 43717"/>
                    <a:gd name="connsiteY6" fmla="*/ 2553 h 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17" h="19136">
                      <a:moveTo>
                        <a:pt x="-44" y="2553"/>
                      </a:moveTo>
                      <a:lnTo>
                        <a:pt x="-44" y="2553"/>
                      </a:lnTo>
                      <a:cubicBezTo>
                        <a:pt x="-44" y="2553"/>
                        <a:pt x="-44" y="6924"/>
                        <a:pt x="6950" y="9547"/>
                      </a:cubicBezTo>
                      <a:cubicBezTo>
                        <a:pt x="13980" y="17932"/>
                        <a:pt x="25487" y="21072"/>
                        <a:pt x="35804" y="17417"/>
                      </a:cubicBezTo>
                      <a:cubicBezTo>
                        <a:pt x="35804" y="17417"/>
                        <a:pt x="41924" y="17417"/>
                        <a:pt x="43673" y="17417"/>
                      </a:cubicBezTo>
                      <a:cubicBezTo>
                        <a:pt x="27533" y="22619"/>
                        <a:pt x="10019" y="15169"/>
                        <a:pt x="2579" y="-70"/>
                      </a:cubicBezTo>
                      <a:cubicBezTo>
                        <a:pt x="1992" y="1057"/>
                        <a:pt x="1083" y="1967"/>
                        <a:pt x="-44" y="2553"/>
                      </a:cubicBezTo>
                      <a:close/>
                    </a:path>
                  </a:pathLst>
                </a:custGeom>
                <a:solidFill>
                  <a:srgbClr val="ADADBD"/>
                </a:solidFill>
                <a:ln w="87213" cap="flat">
                  <a:noFill/>
                  <a:prstDash val="solid"/>
                  <a:miter/>
                </a:ln>
              </p:spPr>
              <p:txBody>
                <a:bodyPr rtlCol="0" anchor="ctr"/>
                <a:lstStyle/>
                <a:p>
                  <a:endParaRPr lang="en-IN" dirty="0"/>
                </a:p>
              </p:txBody>
            </p:sp>
            <p:sp>
              <p:nvSpPr>
                <p:cNvPr id="2487" name="Freeform: Shape 2486">
                  <a:extLst>
                    <a:ext uri="{FF2B5EF4-FFF2-40B4-BE49-F238E27FC236}">
                      <a16:creationId xmlns:a16="http://schemas.microsoft.com/office/drawing/2014/main" id="{34A908E7-8C36-5017-F45D-FD7102B8488A}"/>
                    </a:ext>
                  </a:extLst>
                </p:cNvPr>
                <p:cNvSpPr/>
                <p:nvPr/>
              </p:nvSpPr>
              <p:spPr>
                <a:xfrm>
                  <a:off x="3014771" y="4369525"/>
                  <a:ext cx="31865" cy="27217"/>
                </a:xfrm>
                <a:custGeom>
                  <a:avLst/>
                  <a:gdLst>
                    <a:gd name="connsiteX0" fmla="*/ 23952 w 31865"/>
                    <a:gd name="connsiteY0" fmla="*/ 7038 h 27217"/>
                    <a:gd name="connsiteX1" fmla="*/ 31821 w 31865"/>
                    <a:gd name="connsiteY1" fmla="*/ 27147 h 27217"/>
                    <a:gd name="connsiteX2" fmla="*/ 31821 w 31865"/>
                    <a:gd name="connsiteY2" fmla="*/ 27147 h 27217"/>
                    <a:gd name="connsiteX3" fmla="*/ 31821 w 31865"/>
                    <a:gd name="connsiteY3" fmla="*/ 27147 h 27217"/>
                    <a:gd name="connsiteX4" fmla="*/ 5590 w 31865"/>
                    <a:gd name="connsiteY4" fmla="*/ 43 h 27217"/>
                    <a:gd name="connsiteX5" fmla="*/ 345 w 31865"/>
                    <a:gd name="connsiteY5" fmla="*/ 43 h 27217"/>
                    <a:gd name="connsiteX6" fmla="*/ 345 w 31865"/>
                    <a:gd name="connsiteY6" fmla="*/ 43 h 27217"/>
                    <a:gd name="connsiteX7" fmla="*/ 345 w 31865"/>
                    <a:gd name="connsiteY7" fmla="*/ 43 h 27217"/>
                    <a:gd name="connsiteX8" fmla="*/ 23952 w 31865"/>
                    <a:gd name="connsiteY8" fmla="*/ 7038 h 2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65" h="27217">
                      <a:moveTo>
                        <a:pt x="23952" y="7038"/>
                      </a:moveTo>
                      <a:cubicBezTo>
                        <a:pt x="28936" y="12564"/>
                        <a:pt x="31725" y="19707"/>
                        <a:pt x="31821" y="27147"/>
                      </a:cubicBezTo>
                      <a:cubicBezTo>
                        <a:pt x="31821" y="27147"/>
                        <a:pt x="31821" y="27147"/>
                        <a:pt x="31821" y="27147"/>
                      </a:cubicBezTo>
                      <a:cubicBezTo>
                        <a:pt x="31821" y="27147"/>
                        <a:pt x="31821" y="27147"/>
                        <a:pt x="31821" y="27147"/>
                      </a:cubicBezTo>
                      <a:cubicBezTo>
                        <a:pt x="30658" y="13010"/>
                        <a:pt x="19676" y="1661"/>
                        <a:pt x="5590" y="43"/>
                      </a:cubicBezTo>
                      <a:cubicBezTo>
                        <a:pt x="5590" y="43"/>
                        <a:pt x="1219" y="43"/>
                        <a:pt x="345" y="43"/>
                      </a:cubicBezTo>
                      <a:cubicBezTo>
                        <a:pt x="-530" y="43"/>
                        <a:pt x="345" y="43"/>
                        <a:pt x="345" y="43"/>
                      </a:cubicBezTo>
                      <a:lnTo>
                        <a:pt x="345" y="43"/>
                      </a:lnTo>
                      <a:cubicBezTo>
                        <a:pt x="8808" y="-647"/>
                        <a:pt x="17228" y="1844"/>
                        <a:pt x="23952" y="7038"/>
                      </a:cubicBezTo>
                      <a:close/>
                    </a:path>
                  </a:pathLst>
                </a:custGeom>
                <a:solidFill>
                  <a:srgbClr val="A2A2B4"/>
                </a:solidFill>
                <a:ln w="87213" cap="flat">
                  <a:noFill/>
                  <a:prstDash val="solid"/>
                  <a:miter/>
                </a:ln>
              </p:spPr>
              <p:txBody>
                <a:bodyPr rtlCol="0" anchor="ctr"/>
                <a:lstStyle/>
                <a:p>
                  <a:endParaRPr lang="en-IN" dirty="0"/>
                </a:p>
              </p:txBody>
            </p:sp>
            <p:sp>
              <p:nvSpPr>
                <p:cNvPr id="2488" name="Freeform: Shape 2487">
                  <a:extLst>
                    <a:ext uri="{FF2B5EF4-FFF2-40B4-BE49-F238E27FC236}">
                      <a16:creationId xmlns:a16="http://schemas.microsoft.com/office/drawing/2014/main" id="{87AC105A-E303-2538-1841-E681BA3294F2}"/>
                    </a:ext>
                  </a:extLst>
                </p:cNvPr>
                <p:cNvSpPr/>
                <p:nvPr/>
              </p:nvSpPr>
              <p:spPr>
                <a:xfrm>
                  <a:off x="3016035" y="4363518"/>
                  <a:ext cx="22733" cy="13115"/>
                </a:xfrm>
                <a:custGeom>
                  <a:avLst/>
                  <a:gdLst>
                    <a:gd name="connsiteX0" fmla="*/ 22689 w 22733"/>
                    <a:gd name="connsiteY0" fmla="*/ 13045 h 13115"/>
                    <a:gd name="connsiteX1" fmla="*/ -44 w 22733"/>
                    <a:gd name="connsiteY1" fmla="*/ -70 h 13115"/>
                    <a:gd name="connsiteX2" fmla="*/ 7825 w 22733"/>
                    <a:gd name="connsiteY2" fmla="*/ -70 h 13115"/>
                    <a:gd name="connsiteX3" fmla="*/ 22689 w 22733"/>
                    <a:gd name="connsiteY3" fmla="*/ 9548 h 13115"/>
                    <a:gd name="connsiteX4" fmla="*/ 22689 w 22733"/>
                    <a:gd name="connsiteY4" fmla="*/ 13045 h 13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33" h="13115">
                      <a:moveTo>
                        <a:pt x="22689" y="13045"/>
                      </a:moveTo>
                      <a:cubicBezTo>
                        <a:pt x="15423" y="8158"/>
                        <a:pt x="7825" y="3777"/>
                        <a:pt x="-44" y="-70"/>
                      </a:cubicBezTo>
                      <a:cubicBezTo>
                        <a:pt x="-44" y="-70"/>
                        <a:pt x="-44" y="-70"/>
                        <a:pt x="7825" y="-70"/>
                      </a:cubicBezTo>
                      <a:cubicBezTo>
                        <a:pt x="15694" y="-70"/>
                        <a:pt x="19192" y="-70"/>
                        <a:pt x="22689" y="9548"/>
                      </a:cubicBezTo>
                      <a:lnTo>
                        <a:pt x="22689" y="13045"/>
                      </a:lnTo>
                      <a:close/>
                    </a:path>
                  </a:pathLst>
                </a:custGeom>
                <a:solidFill>
                  <a:srgbClr val="AFAFBE"/>
                </a:solidFill>
                <a:ln w="87213" cap="flat">
                  <a:noFill/>
                  <a:prstDash val="solid"/>
                  <a:miter/>
                </a:ln>
              </p:spPr>
              <p:txBody>
                <a:bodyPr rtlCol="0" anchor="ctr"/>
                <a:lstStyle/>
                <a:p>
                  <a:endParaRPr lang="en-IN" dirty="0"/>
                </a:p>
              </p:txBody>
            </p:sp>
            <p:sp>
              <p:nvSpPr>
                <p:cNvPr id="2489" name="Freeform: Shape 2488">
                  <a:extLst>
                    <a:ext uri="{FF2B5EF4-FFF2-40B4-BE49-F238E27FC236}">
                      <a16:creationId xmlns:a16="http://schemas.microsoft.com/office/drawing/2014/main" id="{E8DEA28A-EBE3-4843-EEFD-83956F9FD2CB}"/>
                    </a:ext>
                  </a:extLst>
                </p:cNvPr>
                <p:cNvSpPr/>
                <p:nvPr/>
              </p:nvSpPr>
              <p:spPr>
                <a:xfrm>
                  <a:off x="2984558" y="4355649"/>
                  <a:ext cx="28472" cy="16612"/>
                </a:xfrm>
                <a:custGeom>
                  <a:avLst/>
                  <a:gdLst>
                    <a:gd name="connsiteX0" fmla="*/ 27935 w 28472"/>
                    <a:gd name="connsiteY0" fmla="*/ 8673 h 16612"/>
                    <a:gd name="connsiteX1" fmla="*/ 27935 w 28472"/>
                    <a:gd name="connsiteY1" fmla="*/ 8673 h 16612"/>
                    <a:gd name="connsiteX2" fmla="*/ 18317 w 28472"/>
                    <a:gd name="connsiteY2" fmla="*/ 8673 h 16612"/>
                    <a:gd name="connsiteX3" fmla="*/ 11322 w 28472"/>
                    <a:gd name="connsiteY3" fmla="*/ 8673 h 16612"/>
                    <a:gd name="connsiteX4" fmla="*/ -44 w 28472"/>
                    <a:gd name="connsiteY4" fmla="*/ 16542 h 16612"/>
                    <a:gd name="connsiteX5" fmla="*/ -44 w 28472"/>
                    <a:gd name="connsiteY5" fmla="*/ 16542 h 16612"/>
                    <a:gd name="connsiteX6" fmla="*/ 26186 w 28472"/>
                    <a:gd name="connsiteY6" fmla="*/ -70 h 16612"/>
                    <a:gd name="connsiteX7" fmla="*/ 27935 w 28472"/>
                    <a:gd name="connsiteY7" fmla="*/ 8673 h 16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72" h="16612">
                      <a:moveTo>
                        <a:pt x="27935" y="8673"/>
                      </a:moveTo>
                      <a:lnTo>
                        <a:pt x="27935" y="8673"/>
                      </a:lnTo>
                      <a:cubicBezTo>
                        <a:pt x="27935" y="8673"/>
                        <a:pt x="21814" y="8673"/>
                        <a:pt x="18317" y="8673"/>
                      </a:cubicBezTo>
                      <a:cubicBezTo>
                        <a:pt x="16052" y="7877"/>
                        <a:pt x="13587" y="7877"/>
                        <a:pt x="11322" y="8673"/>
                      </a:cubicBezTo>
                      <a:cubicBezTo>
                        <a:pt x="11322" y="8673"/>
                        <a:pt x="4328" y="15668"/>
                        <a:pt x="-44" y="16542"/>
                      </a:cubicBezTo>
                      <a:lnTo>
                        <a:pt x="-44" y="16542"/>
                      </a:lnTo>
                      <a:cubicBezTo>
                        <a:pt x="6120" y="7720"/>
                        <a:pt x="15571" y="1731"/>
                        <a:pt x="26186" y="-70"/>
                      </a:cubicBezTo>
                      <a:cubicBezTo>
                        <a:pt x="28320" y="2308"/>
                        <a:pt x="28993" y="5657"/>
                        <a:pt x="27935" y="8673"/>
                      </a:cubicBezTo>
                      <a:close/>
                    </a:path>
                  </a:pathLst>
                </a:custGeom>
                <a:solidFill>
                  <a:srgbClr val="AEAEBE"/>
                </a:solidFill>
                <a:ln w="87213" cap="flat">
                  <a:noFill/>
                  <a:prstDash val="solid"/>
                  <a:miter/>
                </a:ln>
              </p:spPr>
              <p:txBody>
                <a:bodyPr rtlCol="0" anchor="ctr"/>
                <a:lstStyle/>
                <a:p>
                  <a:endParaRPr lang="en-IN" dirty="0"/>
                </a:p>
              </p:txBody>
            </p:sp>
            <p:sp>
              <p:nvSpPr>
                <p:cNvPr id="2490" name="Freeform: Shape 2489">
                  <a:extLst>
                    <a:ext uri="{FF2B5EF4-FFF2-40B4-BE49-F238E27FC236}">
                      <a16:creationId xmlns:a16="http://schemas.microsoft.com/office/drawing/2014/main" id="{43DF9F9F-0D7E-4C77-6D4E-A19D395A5A2E}"/>
                    </a:ext>
                  </a:extLst>
                </p:cNvPr>
                <p:cNvSpPr/>
                <p:nvPr/>
              </p:nvSpPr>
              <p:spPr>
                <a:xfrm>
                  <a:off x="2944113" y="4369529"/>
                  <a:ext cx="100819" cy="125540"/>
                </a:xfrm>
                <a:custGeom>
                  <a:avLst/>
                  <a:gdLst>
                    <a:gd name="connsiteX0" fmla="*/ 38653 w 100819"/>
                    <a:gd name="connsiteY0" fmla="*/ 10531 h 125540"/>
                    <a:gd name="connsiteX1" fmla="*/ 50019 w 100819"/>
                    <a:gd name="connsiteY1" fmla="*/ 914 h 125540"/>
                    <a:gd name="connsiteX2" fmla="*/ 57014 w 100819"/>
                    <a:gd name="connsiteY2" fmla="*/ 914 h 125540"/>
                    <a:gd name="connsiteX3" fmla="*/ 66632 w 100819"/>
                    <a:gd name="connsiteY3" fmla="*/ 914 h 125540"/>
                    <a:gd name="connsiteX4" fmla="*/ 96359 w 100819"/>
                    <a:gd name="connsiteY4" fmla="*/ 18400 h 125540"/>
                    <a:gd name="connsiteX5" fmla="*/ 100731 w 100819"/>
                    <a:gd name="connsiteY5" fmla="*/ 34138 h 125540"/>
                    <a:gd name="connsiteX6" fmla="*/ 91113 w 100819"/>
                    <a:gd name="connsiteY6" fmla="*/ 63867 h 125540"/>
                    <a:gd name="connsiteX7" fmla="*/ 85867 w 100819"/>
                    <a:gd name="connsiteY7" fmla="*/ 76107 h 125540"/>
                    <a:gd name="connsiteX8" fmla="*/ 72752 w 100819"/>
                    <a:gd name="connsiteY8" fmla="*/ 97091 h 125540"/>
                    <a:gd name="connsiteX9" fmla="*/ 72752 w 100819"/>
                    <a:gd name="connsiteY9" fmla="*/ 102337 h 125540"/>
                    <a:gd name="connsiteX10" fmla="*/ 66632 w 100819"/>
                    <a:gd name="connsiteY10" fmla="*/ 109332 h 125540"/>
                    <a:gd name="connsiteX11" fmla="*/ 60511 w 100819"/>
                    <a:gd name="connsiteY11" fmla="*/ 117202 h 125540"/>
                    <a:gd name="connsiteX12" fmla="*/ 50893 w 100819"/>
                    <a:gd name="connsiteY12" fmla="*/ 125071 h 125540"/>
                    <a:gd name="connsiteX13" fmla="*/ 45647 w 100819"/>
                    <a:gd name="connsiteY13" fmla="*/ 125071 h 125540"/>
                    <a:gd name="connsiteX14" fmla="*/ 29909 w 100819"/>
                    <a:gd name="connsiteY14" fmla="*/ 125071 h 125540"/>
                    <a:gd name="connsiteX15" fmla="*/ 1930 w 100819"/>
                    <a:gd name="connsiteY15" fmla="*/ 105835 h 125540"/>
                    <a:gd name="connsiteX16" fmla="*/ 1930 w 100819"/>
                    <a:gd name="connsiteY16" fmla="*/ 72610 h 125540"/>
                    <a:gd name="connsiteX17" fmla="*/ 12422 w 100819"/>
                    <a:gd name="connsiteY17" fmla="*/ 51626 h 125540"/>
                    <a:gd name="connsiteX18" fmla="*/ 29909 w 100819"/>
                    <a:gd name="connsiteY18" fmla="*/ 24521 h 125540"/>
                    <a:gd name="connsiteX19" fmla="*/ 37778 w 100819"/>
                    <a:gd name="connsiteY19" fmla="*/ 14903 h 12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819" h="125540">
                      <a:moveTo>
                        <a:pt x="38653" y="10531"/>
                      </a:moveTo>
                      <a:cubicBezTo>
                        <a:pt x="38653" y="10531"/>
                        <a:pt x="46521" y="4411"/>
                        <a:pt x="50019" y="914"/>
                      </a:cubicBezTo>
                      <a:lnTo>
                        <a:pt x="57014" y="914"/>
                      </a:lnTo>
                      <a:cubicBezTo>
                        <a:pt x="60082" y="-398"/>
                        <a:pt x="63562" y="-398"/>
                        <a:pt x="66632" y="914"/>
                      </a:cubicBezTo>
                      <a:cubicBezTo>
                        <a:pt x="78628" y="2102"/>
                        <a:pt x="89496" y="8494"/>
                        <a:pt x="96359" y="18400"/>
                      </a:cubicBezTo>
                      <a:cubicBezTo>
                        <a:pt x="96359" y="23647"/>
                        <a:pt x="96359" y="28893"/>
                        <a:pt x="100731" y="34138"/>
                      </a:cubicBezTo>
                      <a:cubicBezTo>
                        <a:pt x="101212" y="44884"/>
                        <a:pt x="97802" y="55437"/>
                        <a:pt x="91113" y="63867"/>
                      </a:cubicBezTo>
                      <a:cubicBezTo>
                        <a:pt x="91113" y="63867"/>
                        <a:pt x="91113" y="72610"/>
                        <a:pt x="85867" y="76107"/>
                      </a:cubicBezTo>
                      <a:lnTo>
                        <a:pt x="72752" y="97091"/>
                      </a:lnTo>
                      <a:lnTo>
                        <a:pt x="72752" y="102337"/>
                      </a:lnTo>
                      <a:cubicBezTo>
                        <a:pt x="70269" y="104244"/>
                        <a:pt x="68188" y="106622"/>
                        <a:pt x="66632" y="109332"/>
                      </a:cubicBezTo>
                      <a:lnTo>
                        <a:pt x="60511" y="117202"/>
                      </a:lnTo>
                      <a:cubicBezTo>
                        <a:pt x="58176" y="120734"/>
                        <a:pt x="54819" y="123480"/>
                        <a:pt x="50893" y="125071"/>
                      </a:cubicBezTo>
                      <a:cubicBezTo>
                        <a:pt x="49188" y="125604"/>
                        <a:pt x="47352" y="125604"/>
                        <a:pt x="45647" y="125071"/>
                      </a:cubicBezTo>
                      <a:cubicBezTo>
                        <a:pt x="40401" y="125071"/>
                        <a:pt x="36029" y="125071"/>
                        <a:pt x="29909" y="125071"/>
                      </a:cubicBezTo>
                      <a:cubicBezTo>
                        <a:pt x="17887" y="123916"/>
                        <a:pt x="7307" y="116651"/>
                        <a:pt x="1930" y="105835"/>
                      </a:cubicBezTo>
                      <a:cubicBezTo>
                        <a:pt x="-702" y="94914"/>
                        <a:pt x="-702" y="83531"/>
                        <a:pt x="1930" y="72610"/>
                      </a:cubicBezTo>
                      <a:cubicBezTo>
                        <a:pt x="4894" y="65361"/>
                        <a:pt x="8400" y="58349"/>
                        <a:pt x="12422" y="51626"/>
                      </a:cubicBezTo>
                      <a:cubicBezTo>
                        <a:pt x="17738" y="42270"/>
                        <a:pt x="23579" y="33221"/>
                        <a:pt x="29909" y="24521"/>
                      </a:cubicBezTo>
                      <a:cubicBezTo>
                        <a:pt x="29909" y="24521"/>
                        <a:pt x="29909" y="17526"/>
                        <a:pt x="37778" y="14903"/>
                      </a:cubicBezTo>
                      <a:close/>
                    </a:path>
                  </a:pathLst>
                </a:custGeom>
                <a:solidFill>
                  <a:srgbClr val="9E9EB1"/>
                </a:solidFill>
                <a:ln w="87213" cap="flat">
                  <a:noFill/>
                  <a:prstDash val="solid"/>
                  <a:miter/>
                </a:ln>
              </p:spPr>
              <p:txBody>
                <a:bodyPr rtlCol="0" anchor="ctr"/>
                <a:lstStyle/>
                <a:p>
                  <a:endParaRPr lang="en-IN" dirty="0"/>
                </a:p>
              </p:txBody>
            </p:sp>
            <p:sp>
              <p:nvSpPr>
                <p:cNvPr id="2491" name="Freeform: Shape 2490">
                  <a:extLst>
                    <a:ext uri="{FF2B5EF4-FFF2-40B4-BE49-F238E27FC236}">
                      <a16:creationId xmlns:a16="http://schemas.microsoft.com/office/drawing/2014/main" id="{202ACA8B-FB80-8D36-C1D9-16C3D3270511}"/>
                    </a:ext>
                  </a:extLst>
                </p:cNvPr>
                <p:cNvSpPr/>
                <p:nvPr/>
              </p:nvSpPr>
              <p:spPr>
                <a:xfrm>
                  <a:off x="2990679" y="4415687"/>
                  <a:ext cx="56346" cy="70531"/>
                </a:xfrm>
                <a:custGeom>
                  <a:avLst/>
                  <a:gdLst>
                    <a:gd name="connsiteX0" fmla="*/ 37553 w 56346"/>
                    <a:gd name="connsiteY0" fmla="*/ 23829 h 70531"/>
                    <a:gd name="connsiteX1" fmla="*/ 43673 w 56346"/>
                    <a:gd name="connsiteY1" fmla="*/ 12462 h 70531"/>
                    <a:gd name="connsiteX2" fmla="*/ 52416 w 56346"/>
                    <a:gd name="connsiteY2" fmla="*/ 1096 h 70531"/>
                    <a:gd name="connsiteX3" fmla="*/ 52416 w 56346"/>
                    <a:gd name="connsiteY3" fmla="*/ 1096 h 70531"/>
                    <a:gd name="connsiteX4" fmla="*/ 20940 w 56346"/>
                    <a:gd name="connsiteY4" fmla="*/ 54431 h 70531"/>
                    <a:gd name="connsiteX5" fmla="*/ 9574 w 56346"/>
                    <a:gd name="connsiteY5" fmla="*/ 69295 h 70531"/>
                    <a:gd name="connsiteX6" fmla="*/ -44 w 56346"/>
                    <a:gd name="connsiteY6" fmla="*/ 69295 h 70531"/>
                    <a:gd name="connsiteX7" fmla="*/ 7825 w 56346"/>
                    <a:gd name="connsiteY7" fmla="*/ 59677 h 70531"/>
                    <a:gd name="connsiteX8" fmla="*/ 15694 w 56346"/>
                    <a:gd name="connsiteY8" fmla="*/ 53556 h 70531"/>
                    <a:gd name="connsiteX9" fmla="*/ 15694 w 56346"/>
                    <a:gd name="connsiteY9" fmla="*/ 46561 h 70531"/>
                    <a:gd name="connsiteX10" fmla="*/ 15694 w 56346"/>
                    <a:gd name="connsiteY10" fmla="*/ 41316 h 70531"/>
                    <a:gd name="connsiteX11" fmla="*/ 37553 w 56346"/>
                    <a:gd name="connsiteY11" fmla="*/ 23829 h 7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345" h="70531">
                      <a:moveTo>
                        <a:pt x="37553" y="23829"/>
                      </a:moveTo>
                      <a:cubicBezTo>
                        <a:pt x="37553" y="23829"/>
                        <a:pt x="37553" y="15959"/>
                        <a:pt x="43673" y="12462"/>
                      </a:cubicBezTo>
                      <a:cubicBezTo>
                        <a:pt x="49794" y="8965"/>
                        <a:pt x="43673" y="3719"/>
                        <a:pt x="52416" y="1096"/>
                      </a:cubicBezTo>
                      <a:cubicBezTo>
                        <a:pt x="61160" y="-1527"/>
                        <a:pt x="52416" y="1096"/>
                        <a:pt x="52416" y="1096"/>
                      </a:cubicBezTo>
                      <a:cubicBezTo>
                        <a:pt x="44836" y="20436"/>
                        <a:pt x="34204" y="38439"/>
                        <a:pt x="20940" y="54431"/>
                      </a:cubicBezTo>
                      <a:cubicBezTo>
                        <a:pt x="20940" y="58803"/>
                        <a:pt x="14820" y="65797"/>
                        <a:pt x="9574" y="69295"/>
                      </a:cubicBezTo>
                      <a:cubicBezTo>
                        <a:pt x="6557" y="70851"/>
                        <a:pt x="2972" y="70851"/>
                        <a:pt x="-44" y="69295"/>
                      </a:cubicBezTo>
                      <a:cubicBezTo>
                        <a:pt x="2841" y="66304"/>
                        <a:pt x="5465" y="63095"/>
                        <a:pt x="7825" y="59677"/>
                      </a:cubicBezTo>
                      <a:cubicBezTo>
                        <a:pt x="13071" y="59677"/>
                        <a:pt x="13946" y="59677"/>
                        <a:pt x="15694" y="53556"/>
                      </a:cubicBezTo>
                      <a:cubicBezTo>
                        <a:pt x="15528" y="51231"/>
                        <a:pt x="15528" y="48887"/>
                        <a:pt x="15694" y="46561"/>
                      </a:cubicBezTo>
                      <a:lnTo>
                        <a:pt x="15694" y="41316"/>
                      </a:lnTo>
                      <a:cubicBezTo>
                        <a:pt x="24578" y="37827"/>
                        <a:pt x="32201" y="31733"/>
                        <a:pt x="37553" y="23829"/>
                      </a:cubicBezTo>
                      <a:close/>
                    </a:path>
                  </a:pathLst>
                </a:custGeom>
                <a:solidFill>
                  <a:srgbClr val="ADADBD"/>
                </a:solidFill>
                <a:ln w="87213" cap="flat">
                  <a:noFill/>
                  <a:prstDash val="solid"/>
                  <a:miter/>
                </a:ln>
              </p:spPr>
              <p:txBody>
                <a:bodyPr rtlCol="0" anchor="ctr"/>
                <a:lstStyle/>
                <a:p>
                  <a:endParaRPr lang="en-IN" dirty="0"/>
                </a:p>
              </p:txBody>
            </p:sp>
            <p:sp>
              <p:nvSpPr>
                <p:cNvPr id="2492" name="Freeform: Shape 2491">
                  <a:extLst>
                    <a:ext uri="{FF2B5EF4-FFF2-40B4-BE49-F238E27FC236}">
                      <a16:creationId xmlns:a16="http://schemas.microsoft.com/office/drawing/2014/main" id="{140EF8FA-E7DF-A8FD-D866-3C033D69F67D}"/>
                    </a:ext>
                  </a:extLst>
                </p:cNvPr>
                <p:cNvSpPr/>
                <p:nvPr/>
              </p:nvSpPr>
              <p:spPr>
                <a:xfrm>
                  <a:off x="3034396" y="4399366"/>
                  <a:ext cx="10840" cy="28852"/>
                </a:xfrm>
                <a:custGeom>
                  <a:avLst/>
                  <a:gdLst>
                    <a:gd name="connsiteX0" fmla="*/ 8699 w 10840"/>
                    <a:gd name="connsiteY0" fmla="*/ 17417 h 28852"/>
                    <a:gd name="connsiteX1" fmla="*/ -44 w 10840"/>
                    <a:gd name="connsiteY1" fmla="*/ 28783 h 28852"/>
                    <a:gd name="connsiteX2" fmla="*/ 10448 w 10840"/>
                    <a:gd name="connsiteY2" fmla="*/ -70 h 28852"/>
                    <a:gd name="connsiteX3" fmla="*/ 10448 w 10840"/>
                    <a:gd name="connsiteY3" fmla="*/ -70 h 28852"/>
                    <a:gd name="connsiteX4" fmla="*/ 8699 w 10840"/>
                    <a:gd name="connsiteY4" fmla="*/ 17417 h 2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 h="28852">
                      <a:moveTo>
                        <a:pt x="8699" y="17417"/>
                      </a:moveTo>
                      <a:cubicBezTo>
                        <a:pt x="8699" y="17417"/>
                        <a:pt x="8699" y="27034"/>
                        <a:pt x="-44" y="28783"/>
                      </a:cubicBezTo>
                      <a:cubicBezTo>
                        <a:pt x="5631" y="20101"/>
                        <a:pt x="9215" y="10230"/>
                        <a:pt x="10448" y="-70"/>
                      </a:cubicBezTo>
                      <a:lnTo>
                        <a:pt x="10448" y="-70"/>
                      </a:lnTo>
                      <a:cubicBezTo>
                        <a:pt x="11253" y="5814"/>
                        <a:pt x="10658" y="11812"/>
                        <a:pt x="8699" y="17417"/>
                      </a:cubicBezTo>
                      <a:close/>
                    </a:path>
                  </a:pathLst>
                </a:custGeom>
                <a:solidFill>
                  <a:srgbClr val="A3A3B5"/>
                </a:solidFill>
                <a:ln w="87213" cap="flat">
                  <a:noFill/>
                  <a:prstDash val="solid"/>
                  <a:miter/>
                </a:ln>
              </p:spPr>
              <p:txBody>
                <a:bodyPr rtlCol="0" anchor="ctr"/>
                <a:lstStyle/>
                <a:p>
                  <a:endParaRPr lang="en-IN" dirty="0"/>
                </a:p>
              </p:txBody>
            </p:sp>
            <p:sp>
              <p:nvSpPr>
                <p:cNvPr id="2493" name="Freeform: Shape 2492">
                  <a:extLst>
                    <a:ext uri="{FF2B5EF4-FFF2-40B4-BE49-F238E27FC236}">
                      <a16:creationId xmlns:a16="http://schemas.microsoft.com/office/drawing/2014/main" id="{6A003B4D-3FCA-D1C9-9823-BF7E18288A40}"/>
                    </a:ext>
                  </a:extLst>
                </p:cNvPr>
                <p:cNvSpPr/>
                <p:nvPr/>
              </p:nvSpPr>
              <p:spPr>
                <a:xfrm>
                  <a:off x="2966989" y="4387999"/>
                  <a:ext cx="10574" cy="9829"/>
                </a:xfrm>
                <a:custGeom>
                  <a:avLst/>
                  <a:gdLst>
                    <a:gd name="connsiteX0" fmla="*/ 10530 w 10574"/>
                    <a:gd name="connsiteY0" fmla="*/ -70 h 9829"/>
                    <a:gd name="connsiteX1" fmla="*/ 2662 w 10574"/>
                    <a:gd name="connsiteY1" fmla="*/ 9548 h 9829"/>
                    <a:gd name="connsiteX2" fmla="*/ 10530 w 10574"/>
                    <a:gd name="connsiteY2" fmla="*/ -70 h 9829"/>
                  </a:gdLst>
                  <a:ahLst/>
                  <a:cxnLst>
                    <a:cxn ang="0">
                      <a:pos x="connsiteX0" y="connsiteY0"/>
                    </a:cxn>
                    <a:cxn ang="0">
                      <a:pos x="connsiteX1" y="connsiteY1"/>
                    </a:cxn>
                    <a:cxn ang="0">
                      <a:pos x="connsiteX2" y="connsiteY2"/>
                    </a:cxn>
                  </a:cxnLst>
                  <a:rect l="l" t="t" r="r" b="b"/>
                  <a:pathLst>
                    <a:path w="10574" h="9829">
                      <a:moveTo>
                        <a:pt x="10530" y="-70"/>
                      </a:moveTo>
                      <a:cubicBezTo>
                        <a:pt x="10530" y="-70"/>
                        <a:pt x="10530" y="7799"/>
                        <a:pt x="2662" y="9548"/>
                      </a:cubicBezTo>
                      <a:cubicBezTo>
                        <a:pt x="-5208" y="11297"/>
                        <a:pt x="6159" y="1679"/>
                        <a:pt x="10530" y="-70"/>
                      </a:cubicBezTo>
                      <a:close/>
                    </a:path>
                  </a:pathLst>
                </a:custGeom>
                <a:solidFill>
                  <a:srgbClr val="A2A2B4"/>
                </a:solidFill>
                <a:ln w="87213" cap="flat">
                  <a:noFill/>
                  <a:prstDash val="solid"/>
                  <a:miter/>
                </a:ln>
              </p:spPr>
              <p:txBody>
                <a:bodyPr rtlCol="0" anchor="ctr"/>
                <a:lstStyle/>
                <a:p>
                  <a:endParaRPr lang="en-IN" dirty="0"/>
                </a:p>
              </p:txBody>
            </p:sp>
            <p:sp>
              <p:nvSpPr>
                <p:cNvPr id="2494" name="Freeform: Shape 2493">
                  <a:extLst>
                    <a:ext uri="{FF2B5EF4-FFF2-40B4-BE49-F238E27FC236}">
                      <a16:creationId xmlns:a16="http://schemas.microsoft.com/office/drawing/2014/main" id="{6B2E7BE2-2255-1054-C736-C203B4B42803}"/>
                    </a:ext>
                  </a:extLst>
                </p:cNvPr>
                <p:cNvSpPr/>
                <p:nvPr/>
              </p:nvSpPr>
              <p:spPr>
                <a:xfrm>
                  <a:off x="2994176" y="4369249"/>
                  <a:ext cx="6994" cy="1726"/>
                </a:xfrm>
                <a:custGeom>
                  <a:avLst/>
                  <a:gdLst>
                    <a:gd name="connsiteX0" fmla="*/ 6951 w 6994"/>
                    <a:gd name="connsiteY0" fmla="*/ 319 h 1726"/>
                    <a:gd name="connsiteX1" fmla="*/ -44 w 6994"/>
                    <a:gd name="connsiteY1" fmla="*/ 319 h 1726"/>
                    <a:gd name="connsiteX2" fmla="*/ 6951 w 6994"/>
                    <a:gd name="connsiteY2" fmla="*/ 319 h 1726"/>
                  </a:gdLst>
                  <a:ahLst/>
                  <a:cxnLst>
                    <a:cxn ang="0">
                      <a:pos x="connsiteX0" y="connsiteY0"/>
                    </a:cxn>
                    <a:cxn ang="0">
                      <a:pos x="connsiteX1" y="connsiteY1"/>
                    </a:cxn>
                    <a:cxn ang="0">
                      <a:pos x="connsiteX2" y="connsiteY2"/>
                    </a:cxn>
                  </a:cxnLst>
                  <a:rect l="l" t="t" r="r" b="b"/>
                  <a:pathLst>
                    <a:path w="6994" h="1726">
                      <a:moveTo>
                        <a:pt x="6951" y="319"/>
                      </a:moveTo>
                      <a:cubicBezTo>
                        <a:pt x="4957" y="2102"/>
                        <a:pt x="1949" y="2102"/>
                        <a:pt x="-44" y="319"/>
                      </a:cubicBezTo>
                      <a:cubicBezTo>
                        <a:pt x="-44" y="319"/>
                        <a:pt x="4327" y="-556"/>
                        <a:pt x="6951" y="319"/>
                      </a:cubicBezTo>
                      <a:close/>
                    </a:path>
                  </a:pathLst>
                </a:custGeom>
                <a:solidFill>
                  <a:srgbClr val="A2A2B4"/>
                </a:solidFill>
                <a:ln w="87213" cap="flat">
                  <a:noFill/>
                  <a:prstDash val="solid"/>
                  <a:miter/>
                </a:ln>
              </p:spPr>
              <p:txBody>
                <a:bodyPr rtlCol="0" anchor="ctr"/>
                <a:lstStyle/>
                <a:p>
                  <a:endParaRPr lang="en-IN" dirty="0"/>
                </a:p>
              </p:txBody>
            </p:sp>
            <p:sp>
              <p:nvSpPr>
                <p:cNvPr id="2495" name="Freeform: Shape 2494">
                  <a:extLst>
                    <a:ext uri="{FF2B5EF4-FFF2-40B4-BE49-F238E27FC236}">
                      <a16:creationId xmlns:a16="http://schemas.microsoft.com/office/drawing/2014/main" id="{F8EF6E93-8EF7-C158-D456-0130B61DCD81}"/>
                    </a:ext>
                  </a:extLst>
                </p:cNvPr>
                <p:cNvSpPr/>
                <p:nvPr/>
              </p:nvSpPr>
              <p:spPr>
                <a:xfrm>
                  <a:off x="2941593" y="4371240"/>
                  <a:ext cx="99182" cy="121838"/>
                </a:xfrm>
                <a:custGeom>
                  <a:avLst/>
                  <a:gdLst>
                    <a:gd name="connsiteX0" fmla="*/ 59534 w 99182"/>
                    <a:gd name="connsiteY0" fmla="*/ 3574 h 121838"/>
                    <a:gd name="connsiteX1" fmla="*/ 95452 w 99182"/>
                    <a:gd name="connsiteY1" fmla="*/ 12834 h 121838"/>
                    <a:gd name="connsiteX2" fmla="*/ 98879 w 99182"/>
                    <a:gd name="connsiteY2" fmla="*/ 22810 h 121838"/>
                    <a:gd name="connsiteX3" fmla="*/ 89262 w 99182"/>
                    <a:gd name="connsiteY3" fmla="*/ 58658 h 121838"/>
                    <a:gd name="connsiteX4" fmla="*/ 66528 w 99182"/>
                    <a:gd name="connsiteY4" fmla="*/ 94506 h 121838"/>
                    <a:gd name="connsiteX5" fmla="*/ 52539 w 99182"/>
                    <a:gd name="connsiteY5" fmla="*/ 111119 h 121838"/>
                    <a:gd name="connsiteX6" fmla="*/ 23686 w 99182"/>
                    <a:gd name="connsiteY6" fmla="*/ 121611 h 121838"/>
                    <a:gd name="connsiteX7" fmla="*/ 3576 w 99182"/>
                    <a:gd name="connsiteY7" fmla="*/ 103250 h 121838"/>
                    <a:gd name="connsiteX8" fmla="*/ 3576 w 99182"/>
                    <a:gd name="connsiteY8" fmla="*/ 69150 h 121838"/>
                    <a:gd name="connsiteX9" fmla="*/ 39424 w 99182"/>
                    <a:gd name="connsiteY9" fmla="*/ 12318 h 121838"/>
                    <a:gd name="connsiteX10" fmla="*/ 56037 w 99182"/>
                    <a:gd name="connsiteY10" fmla="*/ 3574 h 121838"/>
                    <a:gd name="connsiteX11" fmla="*/ 43796 w 99182"/>
                    <a:gd name="connsiteY11" fmla="*/ 15815 h 121838"/>
                    <a:gd name="connsiteX12" fmla="*/ 38549 w 99182"/>
                    <a:gd name="connsiteY12" fmla="*/ 15815 h 121838"/>
                    <a:gd name="connsiteX13" fmla="*/ 38549 w 99182"/>
                    <a:gd name="connsiteY13" fmla="*/ 25433 h 121838"/>
                    <a:gd name="connsiteX14" fmla="*/ 38549 w 99182"/>
                    <a:gd name="connsiteY14" fmla="*/ 25433 h 121838"/>
                    <a:gd name="connsiteX15" fmla="*/ 22811 w 99182"/>
                    <a:gd name="connsiteY15" fmla="*/ 49915 h 121838"/>
                    <a:gd name="connsiteX16" fmla="*/ 22811 w 99182"/>
                    <a:gd name="connsiteY16" fmla="*/ 49915 h 121838"/>
                    <a:gd name="connsiteX17" fmla="*/ 17565 w 99182"/>
                    <a:gd name="connsiteY17" fmla="*/ 59533 h 121838"/>
                    <a:gd name="connsiteX18" fmla="*/ 17565 w 99182"/>
                    <a:gd name="connsiteY18" fmla="*/ 66527 h 121838"/>
                    <a:gd name="connsiteX19" fmla="*/ 17565 w 99182"/>
                    <a:gd name="connsiteY19" fmla="*/ 73522 h 121838"/>
                    <a:gd name="connsiteX20" fmla="*/ 17565 w 99182"/>
                    <a:gd name="connsiteY20" fmla="*/ 73522 h 121838"/>
                    <a:gd name="connsiteX21" fmla="*/ 17565 w 99182"/>
                    <a:gd name="connsiteY21" fmla="*/ 82265 h 121838"/>
                    <a:gd name="connsiteX22" fmla="*/ 17565 w 99182"/>
                    <a:gd name="connsiteY22" fmla="*/ 87512 h 121838"/>
                    <a:gd name="connsiteX23" fmla="*/ 17565 w 99182"/>
                    <a:gd name="connsiteY23" fmla="*/ 93632 h 121838"/>
                    <a:gd name="connsiteX24" fmla="*/ 51665 w 99182"/>
                    <a:gd name="connsiteY24" fmla="*/ 93632 h 121838"/>
                    <a:gd name="connsiteX25" fmla="*/ 56911 w 99182"/>
                    <a:gd name="connsiteY25" fmla="*/ 88386 h 121838"/>
                    <a:gd name="connsiteX26" fmla="*/ 56911 w 99182"/>
                    <a:gd name="connsiteY26" fmla="*/ 88386 h 121838"/>
                    <a:gd name="connsiteX27" fmla="*/ 64780 w 99182"/>
                    <a:gd name="connsiteY27" fmla="*/ 78768 h 121838"/>
                    <a:gd name="connsiteX28" fmla="*/ 84016 w 99182"/>
                    <a:gd name="connsiteY28" fmla="*/ 48166 h 121838"/>
                    <a:gd name="connsiteX29" fmla="*/ 90136 w 99182"/>
                    <a:gd name="connsiteY29" fmla="*/ 36800 h 121838"/>
                    <a:gd name="connsiteX30" fmla="*/ 90136 w 99182"/>
                    <a:gd name="connsiteY30" fmla="*/ 36800 h 121838"/>
                    <a:gd name="connsiteX31" fmla="*/ 90136 w 99182"/>
                    <a:gd name="connsiteY31" fmla="*/ 29805 h 121838"/>
                    <a:gd name="connsiteX32" fmla="*/ 90136 w 99182"/>
                    <a:gd name="connsiteY32" fmla="*/ 5323 h 121838"/>
                    <a:gd name="connsiteX33" fmla="*/ 84016 w 99182"/>
                    <a:gd name="connsiteY33" fmla="*/ 5323 h 121838"/>
                    <a:gd name="connsiteX34" fmla="*/ 70900 w 99182"/>
                    <a:gd name="connsiteY34" fmla="*/ 5323 h 121838"/>
                    <a:gd name="connsiteX35" fmla="*/ 59534 w 99182"/>
                    <a:gd name="connsiteY35" fmla="*/ 3574 h 12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9182" h="121838">
                      <a:moveTo>
                        <a:pt x="59534" y="3574"/>
                      </a:moveTo>
                      <a:cubicBezTo>
                        <a:pt x="72011" y="-3788"/>
                        <a:pt x="88090" y="357"/>
                        <a:pt x="95452" y="12834"/>
                      </a:cubicBezTo>
                      <a:cubicBezTo>
                        <a:pt x="97262" y="15894"/>
                        <a:pt x="98425" y="19286"/>
                        <a:pt x="98879" y="22810"/>
                      </a:cubicBezTo>
                      <a:cubicBezTo>
                        <a:pt x="100148" y="35531"/>
                        <a:pt x="96729" y="48280"/>
                        <a:pt x="89262" y="58658"/>
                      </a:cubicBezTo>
                      <a:cubicBezTo>
                        <a:pt x="82267" y="70899"/>
                        <a:pt x="74398" y="82265"/>
                        <a:pt x="66528" y="94506"/>
                      </a:cubicBezTo>
                      <a:cubicBezTo>
                        <a:pt x="62349" y="100434"/>
                        <a:pt x="57663" y="105986"/>
                        <a:pt x="52539" y="111119"/>
                      </a:cubicBezTo>
                      <a:cubicBezTo>
                        <a:pt x="44985" y="118770"/>
                        <a:pt x="34387" y="122617"/>
                        <a:pt x="23686" y="121611"/>
                      </a:cubicBezTo>
                      <a:cubicBezTo>
                        <a:pt x="15817" y="121611"/>
                        <a:pt x="6199" y="110244"/>
                        <a:pt x="3576" y="103250"/>
                      </a:cubicBezTo>
                      <a:cubicBezTo>
                        <a:pt x="-1251" y="92399"/>
                        <a:pt x="-1251" y="80001"/>
                        <a:pt x="3576" y="69150"/>
                      </a:cubicBezTo>
                      <a:cubicBezTo>
                        <a:pt x="12477" y="48446"/>
                        <a:pt x="24569" y="29272"/>
                        <a:pt x="39424" y="12318"/>
                      </a:cubicBezTo>
                      <a:cubicBezTo>
                        <a:pt x="43446" y="7150"/>
                        <a:pt x="49497" y="3959"/>
                        <a:pt x="56037" y="3574"/>
                      </a:cubicBezTo>
                      <a:cubicBezTo>
                        <a:pt x="56037" y="10569"/>
                        <a:pt x="47293" y="11443"/>
                        <a:pt x="43796" y="15815"/>
                      </a:cubicBezTo>
                      <a:cubicBezTo>
                        <a:pt x="40298" y="20187"/>
                        <a:pt x="43796" y="15815"/>
                        <a:pt x="38549" y="15815"/>
                      </a:cubicBezTo>
                      <a:cubicBezTo>
                        <a:pt x="38401" y="19015"/>
                        <a:pt x="38401" y="22233"/>
                        <a:pt x="38549" y="25433"/>
                      </a:cubicBezTo>
                      <a:lnTo>
                        <a:pt x="38549" y="25433"/>
                      </a:lnTo>
                      <a:cubicBezTo>
                        <a:pt x="29806" y="30679"/>
                        <a:pt x="27183" y="41171"/>
                        <a:pt x="22811" y="49915"/>
                      </a:cubicBezTo>
                      <a:cubicBezTo>
                        <a:pt x="18440" y="58658"/>
                        <a:pt x="22811" y="49915"/>
                        <a:pt x="22811" y="49915"/>
                      </a:cubicBezTo>
                      <a:cubicBezTo>
                        <a:pt x="20731" y="52931"/>
                        <a:pt x="18973" y="56149"/>
                        <a:pt x="17565" y="59533"/>
                      </a:cubicBezTo>
                      <a:cubicBezTo>
                        <a:pt x="17067" y="61841"/>
                        <a:pt x="17067" y="64219"/>
                        <a:pt x="17565" y="66527"/>
                      </a:cubicBezTo>
                      <a:cubicBezTo>
                        <a:pt x="17172" y="68844"/>
                        <a:pt x="17172" y="71205"/>
                        <a:pt x="17565" y="73522"/>
                      </a:cubicBezTo>
                      <a:lnTo>
                        <a:pt x="17565" y="73522"/>
                      </a:lnTo>
                      <a:cubicBezTo>
                        <a:pt x="15799" y="76172"/>
                        <a:pt x="15799" y="79616"/>
                        <a:pt x="17565" y="82265"/>
                      </a:cubicBezTo>
                      <a:cubicBezTo>
                        <a:pt x="17565" y="82265"/>
                        <a:pt x="17565" y="82265"/>
                        <a:pt x="17565" y="87512"/>
                      </a:cubicBezTo>
                      <a:cubicBezTo>
                        <a:pt x="17565" y="92758"/>
                        <a:pt x="17565" y="87512"/>
                        <a:pt x="17565" y="93632"/>
                      </a:cubicBezTo>
                      <a:cubicBezTo>
                        <a:pt x="17565" y="99753"/>
                        <a:pt x="36801" y="102376"/>
                        <a:pt x="51665" y="93632"/>
                      </a:cubicBezTo>
                      <a:cubicBezTo>
                        <a:pt x="66528" y="84888"/>
                        <a:pt x="51665" y="93632"/>
                        <a:pt x="56911" y="88386"/>
                      </a:cubicBezTo>
                      <a:lnTo>
                        <a:pt x="56911" y="88386"/>
                      </a:lnTo>
                      <a:cubicBezTo>
                        <a:pt x="56911" y="88386"/>
                        <a:pt x="56911" y="81391"/>
                        <a:pt x="64780" y="78768"/>
                      </a:cubicBezTo>
                      <a:cubicBezTo>
                        <a:pt x="72308" y="69316"/>
                        <a:pt x="78761" y="59052"/>
                        <a:pt x="84016" y="48166"/>
                      </a:cubicBezTo>
                      <a:cubicBezTo>
                        <a:pt x="84016" y="48166"/>
                        <a:pt x="84016" y="41171"/>
                        <a:pt x="90136" y="36800"/>
                      </a:cubicBezTo>
                      <a:cubicBezTo>
                        <a:pt x="96257" y="32428"/>
                        <a:pt x="90136" y="36800"/>
                        <a:pt x="90136" y="36800"/>
                      </a:cubicBezTo>
                      <a:cubicBezTo>
                        <a:pt x="90136" y="36800"/>
                        <a:pt x="90136" y="36800"/>
                        <a:pt x="90136" y="29805"/>
                      </a:cubicBezTo>
                      <a:cubicBezTo>
                        <a:pt x="92803" y="21866"/>
                        <a:pt x="92803" y="13262"/>
                        <a:pt x="90136" y="5323"/>
                      </a:cubicBezTo>
                      <a:cubicBezTo>
                        <a:pt x="88142" y="4711"/>
                        <a:pt x="86009" y="4711"/>
                        <a:pt x="84016" y="5323"/>
                      </a:cubicBezTo>
                      <a:lnTo>
                        <a:pt x="70900" y="5323"/>
                      </a:lnTo>
                      <a:cubicBezTo>
                        <a:pt x="70900" y="5323"/>
                        <a:pt x="62157" y="7071"/>
                        <a:pt x="59534" y="3574"/>
                      </a:cubicBezTo>
                      <a:close/>
                    </a:path>
                  </a:pathLst>
                </a:custGeom>
                <a:solidFill>
                  <a:srgbClr val="85859D"/>
                </a:solidFill>
                <a:ln w="87213" cap="flat">
                  <a:noFill/>
                  <a:prstDash val="solid"/>
                  <a:miter/>
                </a:ln>
              </p:spPr>
              <p:txBody>
                <a:bodyPr rtlCol="0" anchor="ctr"/>
                <a:lstStyle/>
                <a:p>
                  <a:endParaRPr lang="en-IN" dirty="0"/>
                </a:p>
              </p:txBody>
            </p:sp>
            <p:sp>
              <p:nvSpPr>
                <p:cNvPr id="2496" name="Freeform: Shape 2495">
                  <a:extLst>
                    <a:ext uri="{FF2B5EF4-FFF2-40B4-BE49-F238E27FC236}">
                      <a16:creationId xmlns:a16="http://schemas.microsoft.com/office/drawing/2014/main" id="{EE05D02D-28A5-6694-6E1E-3E76EDDF85B4}"/>
                    </a:ext>
                  </a:extLst>
                </p:cNvPr>
                <p:cNvSpPr/>
                <p:nvPr/>
              </p:nvSpPr>
              <p:spPr>
                <a:xfrm>
                  <a:off x="3014286" y="4439586"/>
                  <a:ext cx="13989" cy="22732"/>
                </a:xfrm>
                <a:custGeom>
                  <a:avLst/>
                  <a:gdLst>
                    <a:gd name="connsiteX0" fmla="*/ 13946 w 13989"/>
                    <a:gd name="connsiteY0" fmla="*/ -70 h 22732"/>
                    <a:gd name="connsiteX1" fmla="*/ -44 w 13989"/>
                    <a:gd name="connsiteY1" fmla="*/ 22662 h 22732"/>
                  </a:gdLst>
                  <a:ahLst/>
                  <a:cxnLst>
                    <a:cxn ang="0">
                      <a:pos x="connsiteX0" y="connsiteY0"/>
                    </a:cxn>
                    <a:cxn ang="0">
                      <a:pos x="connsiteX1" y="connsiteY1"/>
                    </a:cxn>
                  </a:cxnLst>
                  <a:rect l="l" t="t" r="r" b="b"/>
                  <a:pathLst>
                    <a:path w="13989" h="22732">
                      <a:moveTo>
                        <a:pt x="13946" y="-70"/>
                      </a:moveTo>
                      <a:cubicBezTo>
                        <a:pt x="13281" y="9338"/>
                        <a:pt x="8053" y="17828"/>
                        <a:pt x="-44" y="22662"/>
                      </a:cubicBezTo>
                      <a:close/>
                    </a:path>
                  </a:pathLst>
                </a:custGeom>
                <a:solidFill>
                  <a:srgbClr val="A3A3B5"/>
                </a:solidFill>
                <a:ln w="87213" cap="flat">
                  <a:noFill/>
                  <a:prstDash val="solid"/>
                  <a:miter/>
                </a:ln>
              </p:spPr>
              <p:txBody>
                <a:bodyPr rtlCol="0" anchor="ctr"/>
                <a:lstStyle/>
                <a:p>
                  <a:endParaRPr lang="en-IN" dirty="0"/>
                </a:p>
              </p:txBody>
            </p:sp>
            <p:sp>
              <p:nvSpPr>
                <p:cNvPr id="2497" name="Freeform: Shape 2496">
                  <a:extLst>
                    <a:ext uri="{FF2B5EF4-FFF2-40B4-BE49-F238E27FC236}">
                      <a16:creationId xmlns:a16="http://schemas.microsoft.com/office/drawing/2014/main" id="{27A3B78F-716D-81EA-7C10-555AFFED054E}"/>
                    </a:ext>
                  </a:extLst>
                </p:cNvPr>
                <p:cNvSpPr/>
                <p:nvPr/>
              </p:nvSpPr>
              <p:spPr>
                <a:xfrm>
                  <a:off x="3002919" y="4473685"/>
                  <a:ext cx="9617" cy="7760"/>
                </a:xfrm>
                <a:custGeom>
                  <a:avLst/>
                  <a:gdLst>
                    <a:gd name="connsiteX0" fmla="*/ 9574 w 9617"/>
                    <a:gd name="connsiteY0" fmla="*/ 805 h 7760"/>
                    <a:gd name="connsiteX1" fmla="*/ -44 w 9617"/>
                    <a:gd name="connsiteY1" fmla="*/ 6925 h 7760"/>
                    <a:gd name="connsiteX2" fmla="*/ 6951 w 9617"/>
                    <a:gd name="connsiteY2" fmla="*/ -70 h 7760"/>
                    <a:gd name="connsiteX3" fmla="*/ 9574 w 9617"/>
                    <a:gd name="connsiteY3" fmla="*/ 805 h 7760"/>
                  </a:gdLst>
                  <a:ahLst/>
                  <a:cxnLst>
                    <a:cxn ang="0">
                      <a:pos x="connsiteX0" y="connsiteY0"/>
                    </a:cxn>
                    <a:cxn ang="0">
                      <a:pos x="connsiteX1" y="connsiteY1"/>
                    </a:cxn>
                    <a:cxn ang="0">
                      <a:pos x="connsiteX2" y="connsiteY2"/>
                    </a:cxn>
                    <a:cxn ang="0">
                      <a:pos x="connsiteX3" y="connsiteY3"/>
                    </a:cxn>
                  </a:cxnLst>
                  <a:rect l="l" t="t" r="r" b="b"/>
                  <a:pathLst>
                    <a:path w="9617" h="7760">
                      <a:moveTo>
                        <a:pt x="9574" y="805"/>
                      </a:moveTo>
                      <a:cubicBezTo>
                        <a:pt x="9574" y="805"/>
                        <a:pt x="9574" y="10422"/>
                        <a:pt x="-44" y="6925"/>
                      </a:cubicBezTo>
                      <a:cubicBezTo>
                        <a:pt x="2911" y="5316"/>
                        <a:pt x="5342" y="2885"/>
                        <a:pt x="6951" y="-70"/>
                      </a:cubicBezTo>
                      <a:cubicBezTo>
                        <a:pt x="6951" y="-70"/>
                        <a:pt x="4328" y="-70"/>
                        <a:pt x="9574" y="805"/>
                      </a:cubicBezTo>
                      <a:close/>
                    </a:path>
                  </a:pathLst>
                </a:custGeom>
                <a:solidFill>
                  <a:srgbClr val="A3A3B5"/>
                </a:solidFill>
                <a:ln w="87213" cap="flat">
                  <a:noFill/>
                  <a:prstDash val="solid"/>
                  <a:miter/>
                </a:ln>
              </p:spPr>
              <p:txBody>
                <a:bodyPr rtlCol="0" anchor="ctr"/>
                <a:lstStyle/>
                <a:p>
                  <a:endParaRPr lang="en-IN" dirty="0"/>
                </a:p>
              </p:txBody>
            </p:sp>
            <p:sp>
              <p:nvSpPr>
                <p:cNvPr id="2498" name="Freeform: Shape 2497">
                  <a:extLst>
                    <a:ext uri="{FF2B5EF4-FFF2-40B4-BE49-F238E27FC236}">
                      <a16:creationId xmlns:a16="http://schemas.microsoft.com/office/drawing/2014/main" id="{B8EAEDFA-1B27-CFCD-62B5-DD4A3B81748D}"/>
                    </a:ext>
                  </a:extLst>
                </p:cNvPr>
                <p:cNvSpPr/>
                <p:nvPr/>
              </p:nvSpPr>
              <p:spPr>
                <a:xfrm>
                  <a:off x="3012537" y="4468439"/>
                  <a:ext cx="5245" cy="6121"/>
                </a:xfrm>
                <a:custGeom>
                  <a:avLst/>
                  <a:gdLst>
                    <a:gd name="connsiteX0" fmla="*/ -44 w 5245"/>
                    <a:gd name="connsiteY0" fmla="*/ 6051 h 6121"/>
                    <a:gd name="connsiteX1" fmla="*/ -44 w 5245"/>
                    <a:gd name="connsiteY1" fmla="*/ 6051 h 6121"/>
                    <a:gd name="connsiteX2" fmla="*/ 5202 w 5245"/>
                    <a:gd name="connsiteY2" fmla="*/ -70 h 6121"/>
                    <a:gd name="connsiteX3" fmla="*/ -44 w 5245"/>
                    <a:gd name="connsiteY3" fmla="*/ 6051 h 6121"/>
                  </a:gdLst>
                  <a:ahLst/>
                  <a:cxnLst>
                    <a:cxn ang="0">
                      <a:pos x="connsiteX0" y="connsiteY0"/>
                    </a:cxn>
                    <a:cxn ang="0">
                      <a:pos x="connsiteX1" y="connsiteY1"/>
                    </a:cxn>
                    <a:cxn ang="0">
                      <a:pos x="connsiteX2" y="connsiteY2"/>
                    </a:cxn>
                    <a:cxn ang="0">
                      <a:pos x="connsiteX3" y="connsiteY3"/>
                    </a:cxn>
                  </a:cxnLst>
                  <a:rect l="l" t="t" r="r" b="b"/>
                  <a:pathLst>
                    <a:path w="5245" h="6121">
                      <a:moveTo>
                        <a:pt x="-44" y="6051"/>
                      </a:moveTo>
                      <a:lnTo>
                        <a:pt x="-44" y="6051"/>
                      </a:lnTo>
                      <a:cubicBezTo>
                        <a:pt x="-44" y="6051"/>
                        <a:pt x="-44" y="-70"/>
                        <a:pt x="5202" y="-70"/>
                      </a:cubicBezTo>
                      <a:cubicBezTo>
                        <a:pt x="3986" y="2369"/>
                        <a:pt x="2177" y="4468"/>
                        <a:pt x="-44" y="6051"/>
                      </a:cubicBezTo>
                      <a:close/>
                    </a:path>
                  </a:pathLst>
                </a:custGeom>
                <a:solidFill>
                  <a:srgbClr val="A2A2B4"/>
                </a:solidFill>
                <a:ln w="87213" cap="flat">
                  <a:noFill/>
                  <a:prstDash val="solid"/>
                  <a:miter/>
                </a:ln>
              </p:spPr>
              <p:txBody>
                <a:bodyPr rtlCol="0" anchor="ctr"/>
                <a:lstStyle/>
                <a:p>
                  <a:endParaRPr lang="en-IN" dirty="0"/>
                </a:p>
              </p:txBody>
            </p:sp>
            <p:sp>
              <p:nvSpPr>
                <p:cNvPr id="2499" name="Freeform: Shape 2498">
                  <a:extLst>
                    <a:ext uri="{FF2B5EF4-FFF2-40B4-BE49-F238E27FC236}">
                      <a16:creationId xmlns:a16="http://schemas.microsoft.com/office/drawing/2014/main" id="{894FB96A-4F81-3A53-A166-8D25F6FE1B20}"/>
                    </a:ext>
                  </a:extLst>
                </p:cNvPr>
                <p:cNvSpPr/>
                <p:nvPr/>
              </p:nvSpPr>
              <p:spPr>
                <a:xfrm>
                  <a:off x="2945399" y="4387673"/>
                  <a:ext cx="86259" cy="110291"/>
                </a:xfrm>
                <a:custGeom>
                  <a:avLst/>
                  <a:gdLst>
                    <a:gd name="connsiteX0" fmla="*/ 4141 w 86259"/>
                    <a:gd name="connsiteY0" fmla="*/ 85067 h 110291"/>
                    <a:gd name="connsiteX1" fmla="*/ 4141 w 86259"/>
                    <a:gd name="connsiteY1" fmla="*/ 85067 h 110291"/>
                    <a:gd name="connsiteX2" fmla="*/ 4141 w 86259"/>
                    <a:gd name="connsiteY2" fmla="*/ 75449 h 110291"/>
                    <a:gd name="connsiteX3" fmla="*/ 4141 w 86259"/>
                    <a:gd name="connsiteY3" fmla="*/ 75449 h 110291"/>
                    <a:gd name="connsiteX4" fmla="*/ 4141 w 86259"/>
                    <a:gd name="connsiteY4" fmla="*/ 61460 h 110291"/>
                    <a:gd name="connsiteX5" fmla="*/ 4141 w 86259"/>
                    <a:gd name="connsiteY5" fmla="*/ 61460 h 110291"/>
                    <a:gd name="connsiteX6" fmla="*/ 34743 w 86259"/>
                    <a:gd name="connsiteY6" fmla="*/ 13371 h 110291"/>
                    <a:gd name="connsiteX7" fmla="*/ 47858 w 86259"/>
                    <a:gd name="connsiteY7" fmla="*/ 1130 h 110291"/>
                    <a:gd name="connsiteX8" fmla="*/ 62722 w 86259"/>
                    <a:gd name="connsiteY8" fmla="*/ 1130 h 110291"/>
                    <a:gd name="connsiteX9" fmla="*/ 85455 w 86259"/>
                    <a:gd name="connsiteY9" fmla="*/ 30858 h 110291"/>
                    <a:gd name="connsiteX10" fmla="*/ 57476 w 86259"/>
                    <a:gd name="connsiteY10" fmla="*/ 84193 h 110291"/>
                    <a:gd name="connsiteX11" fmla="*/ 45235 w 86259"/>
                    <a:gd name="connsiteY11" fmla="*/ 99931 h 110291"/>
                    <a:gd name="connsiteX12" fmla="*/ 5890 w 86259"/>
                    <a:gd name="connsiteY12" fmla="*/ 99931 h 110291"/>
                    <a:gd name="connsiteX13" fmla="*/ 4141 w 86259"/>
                    <a:gd name="connsiteY13" fmla="*/ 85067 h 110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259" h="110291">
                      <a:moveTo>
                        <a:pt x="4141" y="85067"/>
                      </a:moveTo>
                      <a:lnTo>
                        <a:pt x="4141" y="85067"/>
                      </a:lnTo>
                      <a:cubicBezTo>
                        <a:pt x="5041" y="81919"/>
                        <a:pt x="5041" y="78589"/>
                        <a:pt x="4141" y="75449"/>
                      </a:cubicBezTo>
                      <a:lnTo>
                        <a:pt x="4141" y="75449"/>
                      </a:lnTo>
                      <a:cubicBezTo>
                        <a:pt x="4141" y="70204"/>
                        <a:pt x="4141" y="65832"/>
                        <a:pt x="4141" y="61460"/>
                      </a:cubicBezTo>
                      <a:cubicBezTo>
                        <a:pt x="4141" y="57088"/>
                        <a:pt x="4141" y="61460"/>
                        <a:pt x="4141" y="61460"/>
                      </a:cubicBezTo>
                      <a:cubicBezTo>
                        <a:pt x="13759" y="44847"/>
                        <a:pt x="25125" y="29109"/>
                        <a:pt x="34743" y="13371"/>
                      </a:cubicBezTo>
                      <a:lnTo>
                        <a:pt x="47858" y="1130"/>
                      </a:lnTo>
                      <a:cubicBezTo>
                        <a:pt x="52684" y="-470"/>
                        <a:pt x="57896" y="-470"/>
                        <a:pt x="62722" y="1130"/>
                      </a:cubicBezTo>
                      <a:cubicBezTo>
                        <a:pt x="80209" y="1130"/>
                        <a:pt x="88952" y="12496"/>
                        <a:pt x="85455" y="30858"/>
                      </a:cubicBezTo>
                      <a:cubicBezTo>
                        <a:pt x="79868" y="50356"/>
                        <a:pt x="70346" y="68507"/>
                        <a:pt x="57476" y="84193"/>
                      </a:cubicBezTo>
                      <a:cubicBezTo>
                        <a:pt x="54407" y="90147"/>
                        <a:pt x="50254" y="95490"/>
                        <a:pt x="45235" y="99931"/>
                      </a:cubicBezTo>
                      <a:cubicBezTo>
                        <a:pt x="33869" y="110423"/>
                        <a:pt x="18131" y="116544"/>
                        <a:pt x="5890" y="99931"/>
                      </a:cubicBezTo>
                      <a:cubicBezTo>
                        <a:pt x="-6351" y="83319"/>
                        <a:pt x="4141" y="88565"/>
                        <a:pt x="4141" y="85067"/>
                      </a:cubicBezTo>
                      <a:close/>
                    </a:path>
                  </a:pathLst>
                </a:custGeom>
                <a:solidFill>
                  <a:srgbClr val="6B6B88"/>
                </a:solidFill>
                <a:ln w="87213" cap="flat">
                  <a:noFill/>
                  <a:prstDash val="solid"/>
                  <a:miter/>
                </a:ln>
              </p:spPr>
              <p:txBody>
                <a:bodyPr rtlCol="0" anchor="ctr"/>
                <a:lstStyle/>
                <a:p>
                  <a:endParaRPr lang="en-IN" dirty="0"/>
                </a:p>
              </p:txBody>
            </p:sp>
            <p:sp>
              <p:nvSpPr>
                <p:cNvPr id="2500" name="Freeform: Shape 2499">
                  <a:extLst>
                    <a:ext uri="{FF2B5EF4-FFF2-40B4-BE49-F238E27FC236}">
                      <a16:creationId xmlns:a16="http://schemas.microsoft.com/office/drawing/2014/main" id="{E2509215-E488-8D37-39A0-A6CAB604D38A}"/>
                    </a:ext>
                  </a:extLst>
                </p:cNvPr>
                <p:cNvSpPr/>
                <p:nvPr/>
              </p:nvSpPr>
              <p:spPr>
                <a:xfrm>
                  <a:off x="2954830" y="4382749"/>
                  <a:ext cx="80748" cy="107583"/>
                </a:xfrm>
                <a:custGeom>
                  <a:avLst/>
                  <a:gdLst>
                    <a:gd name="connsiteX0" fmla="*/ -44 w 80748"/>
                    <a:gd name="connsiteY0" fmla="*/ 99609 h 107583"/>
                    <a:gd name="connsiteX1" fmla="*/ 40491 w 80748"/>
                    <a:gd name="connsiteY1" fmla="*/ 94958 h 107583"/>
                    <a:gd name="connsiteX2" fmla="*/ 43673 w 80748"/>
                    <a:gd name="connsiteY2" fmla="*/ 89991 h 107583"/>
                    <a:gd name="connsiteX3" fmla="*/ 73401 w 80748"/>
                    <a:gd name="connsiteY3" fmla="*/ 44526 h 107583"/>
                    <a:gd name="connsiteX4" fmla="*/ 73401 w 80748"/>
                    <a:gd name="connsiteY4" fmla="*/ 6929 h 107583"/>
                    <a:gd name="connsiteX5" fmla="*/ 62035 w 80748"/>
                    <a:gd name="connsiteY5" fmla="*/ -66 h 107583"/>
                    <a:gd name="connsiteX6" fmla="*/ 57663 w 80748"/>
                    <a:gd name="connsiteY6" fmla="*/ -66 h 107583"/>
                    <a:gd name="connsiteX7" fmla="*/ 57663 w 80748"/>
                    <a:gd name="connsiteY7" fmla="*/ -66 h 107583"/>
                    <a:gd name="connsiteX8" fmla="*/ 62909 w 80748"/>
                    <a:gd name="connsiteY8" fmla="*/ -66 h 107583"/>
                    <a:gd name="connsiteX9" fmla="*/ 77773 w 80748"/>
                    <a:gd name="connsiteY9" fmla="*/ 9552 h 107583"/>
                    <a:gd name="connsiteX10" fmla="*/ 77773 w 80748"/>
                    <a:gd name="connsiteY10" fmla="*/ 34908 h 107583"/>
                    <a:gd name="connsiteX11" fmla="*/ 77773 w 80748"/>
                    <a:gd name="connsiteY11" fmla="*/ 41902 h 107583"/>
                    <a:gd name="connsiteX12" fmla="*/ 77773 w 80748"/>
                    <a:gd name="connsiteY12" fmla="*/ 41902 h 107583"/>
                    <a:gd name="connsiteX13" fmla="*/ 43673 w 80748"/>
                    <a:gd name="connsiteY13" fmla="*/ 95237 h 107583"/>
                    <a:gd name="connsiteX14" fmla="*/ 43673 w 80748"/>
                    <a:gd name="connsiteY14" fmla="*/ 95237 h 107583"/>
                    <a:gd name="connsiteX15" fmla="*/ 37553 w 80748"/>
                    <a:gd name="connsiteY15" fmla="*/ 100484 h 107583"/>
                    <a:gd name="connsiteX16" fmla="*/ 8700 w 80748"/>
                    <a:gd name="connsiteY16" fmla="*/ 105730 h 107583"/>
                    <a:gd name="connsiteX17" fmla="*/ 830 w 80748"/>
                    <a:gd name="connsiteY17" fmla="*/ 99609 h 107583"/>
                    <a:gd name="connsiteX18" fmla="*/ 830 w 80748"/>
                    <a:gd name="connsiteY18" fmla="*/ 99609 h 107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748" h="107583">
                      <a:moveTo>
                        <a:pt x="-44" y="99609"/>
                      </a:moveTo>
                      <a:cubicBezTo>
                        <a:pt x="12433" y="109525"/>
                        <a:pt x="30585" y="107443"/>
                        <a:pt x="40491" y="94958"/>
                      </a:cubicBezTo>
                      <a:cubicBezTo>
                        <a:pt x="41724" y="93419"/>
                        <a:pt x="42791" y="91749"/>
                        <a:pt x="43673" y="89991"/>
                      </a:cubicBezTo>
                      <a:cubicBezTo>
                        <a:pt x="54384" y="75381"/>
                        <a:pt x="64308" y="60203"/>
                        <a:pt x="73401" y="44526"/>
                      </a:cubicBezTo>
                      <a:cubicBezTo>
                        <a:pt x="80300" y="32941"/>
                        <a:pt x="80300" y="18514"/>
                        <a:pt x="73401" y="6929"/>
                      </a:cubicBezTo>
                      <a:cubicBezTo>
                        <a:pt x="71329" y="2557"/>
                        <a:pt x="66870" y="-189"/>
                        <a:pt x="62035" y="-66"/>
                      </a:cubicBezTo>
                      <a:lnTo>
                        <a:pt x="57663" y="-66"/>
                      </a:lnTo>
                      <a:cubicBezTo>
                        <a:pt x="57663" y="-66"/>
                        <a:pt x="57663" y="-66"/>
                        <a:pt x="57663" y="-66"/>
                      </a:cubicBezTo>
                      <a:lnTo>
                        <a:pt x="62909" y="-66"/>
                      </a:lnTo>
                      <a:cubicBezTo>
                        <a:pt x="68925" y="1088"/>
                        <a:pt x="74249" y="4541"/>
                        <a:pt x="77773" y="9552"/>
                      </a:cubicBezTo>
                      <a:cubicBezTo>
                        <a:pt x="81681" y="17552"/>
                        <a:pt x="81681" y="26908"/>
                        <a:pt x="77773" y="34908"/>
                      </a:cubicBezTo>
                      <a:cubicBezTo>
                        <a:pt x="77773" y="34908"/>
                        <a:pt x="77773" y="34908"/>
                        <a:pt x="77773" y="41902"/>
                      </a:cubicBezTo>
                      <a:lnTo>
                        <a:pt x="77773" y="41902"/>
                      </a:lnTo>
                      <a:cubicBezTo>
                        <a:pt x="68277" y="60806"/>
                        <a:pt x="56850" y="78686"/>
                        <a:pt x="43673" y="95237"/>
                      </a:cubicBezTo>
                      <a:lnTo>
                        <a:pt x="43673" y="95237"/>
                      </a:lnTo>
                      <a:cubicBezTo>
                        <a:pt x="43673" y="95237"/>
                        <a:pt x="43673" y="95237"/>
                        <a:pt x="37553" y="100484"/>
                      </a:cubicBezTo>
                      <a:cubicBezTo>
                        <a:pt x="29605" y="107356"/>
                        <a:pt x="18553" y="109367"/>
                        <a:pt x="8700" y="105730"/>
                      </a:cubicBezTo>
                      <a:cubicBezTo>
                        <a:pt x="8700" y="105730"/>
                        <a:pt x="1705" y="105730"/>
                        <a:pt x="830" y="99609"/>
                      </a:cubicBezTo>
                      <a:lnTo>
                        <a:pt x="830" y="99609"/>
                      </a:lnTo>
                      <a:close/>
                    </a:path>
                  </a:pathLst>
                </a:custGeom>
                <a:solidFill>
                  <a:srgbClr val="777792"/>
                </a:solidFill>
                <a:ln w="87213" cap="flat">
                  <a:noFill/>
                  <a:prstDash val="solid"/>
                  <a:miter/>
                </a:ln>
              </p:spPr>
              <p:txBody>
                <a:bodyPr rtlCol="0" anchor="ctr"/>
                <a:lstStyle/>
                <a:p>
                  <a:endParaRPr lang="en-IN" dirty="0"/>
                </a:p>
              </p:txBody>
            </p:sp>
            <p:sp>
              <p:nvSpPr>
                <p:cNvPr id="2501" name="Freeform: Shape 2500">
                  <a:extLst>
                    <a:ext uri="{FF2B5EF4-FFF2-40B4-BE49-F238E27FC236}">
                      <a16:creationId xmlns:a16="http://schemas.microsoft.com/office/drawing/2014/main" id="{54363730-2BF1-A0E8-88CB-9BA4061E55C8}"/>
                    </a:ext>
                  </a:extLst>
                </p:cNvPr>
                <p:cNvSpPr/>
                <p:nvPr/>
              </p:nvSpPr>
              <p:spPr>
                <a:xfrm>
                  <a:off x="2988056" y="4374884"/>
                  <a:ext cx="24481" cy="13989"/>
                </a:xfrm>
                <a:custGeom>
                  <a:avLst/>
                  <a:gdLst>
                    <a:gd name="connsiteX0" fmla="*/ 24437 w 24481"/>
                    <a:gd name="connsiteY0" fmla="*/ -70 h 13989"/>
                    <a:gd name="connsiteX1" fmla="*/ 24437 w 24481"/>
                    <a:gd name="connsiteY1" fmla="*/ -70 h 13989"/>
                    <a:gd name="connsiteX2" fmla="*/ -44 w 24481"/>
                    <a:gd name="connsiteY2" fmla="*/ 13920 h 13989"/>
                    <a:gd name="connsiteX3" fmla="*/ -44 w 24481"/>
                    <a:gd name="connsiteY3" fmla="*/ 13920 h 13989"/>
                    <a:gd name="connsiteX4" fmla="*/ -44 w 24481"/>
                    <a:gd name="connsiteY4" fmla="*/ 13920 h 13989"/>
                    <a:gd name="connsiteX5" fmla="*/ -44 w 24481"/>
                    <a:gd name="connsiteY5" fmla="*/ 13920 h 13989"/>
                    <a:gd name="connsiteX6" fmla="*/ 13945 w 24481"/>
                    <a:gd name="connsiteY6" fmla="*/ 1679 h 13989"/>
                    <a:gd name="connsiteX7" fmla="*/ 24437 w 24481"/>
                    <a:gd name="connsiteY7" fmla="*/ 1679 h 1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81" h="13989">
                      <a:moveTo>
                        <a:pt x="24437" y="-70"/>
                      </a:moveTo>
                      <a:lnTo>
                        <a:pt x="24437" y="-70"/>
                      </a:lnTo>
                      <a:cubicBezTo>
                        <a:pt x="13071" y="-70"/>
                        <a:pt x="6951" y="7799"/>
                        <a:pt x="-44" y="13920"/>
                      </a:cubicBezTo>
                      <a:lnTo>
                        <a:pt x="-44" y="13920"/>
                      </a:lnTo>
                      <a:cubicBezTo>
                        <a:pt x="-44" y="13920"/>
                        <a:pt x="-44" y="13920"/>
                        <a:pt x="-44" y="13920"/>
                      </a:cubicBezTo>
                      <a:cubicBezTo>
                        <a:pt x="-44" y="13920"/>
                        <a:pt x="-44" y="13920"/>
                        <a:pt x="-44" y="13920"/>
                      </a:cubicBezTo>
                      <a:cubicBezTo>
                        <a:pt x="-44" y="13920"/>
                        <a:pt x="10448" y="6925"/>
                        <a:pt x="13945" y="1679"/>
                      </a:cubicBezTo>
                      <a:lnTo>
                        <a:pt x="24437" y="1679"/>
                      </a:lnTo>
                      <a:close/>
                    </a:path>
                  </a:pathLst>
                </a:custGeom>
                <a:solidFill>
                  <a:srgbClr val="7C7C96"/>
                </a:solidFill>
                <a:ln w="87213" cap="flat">
                  <a:noFill/>
                  <a:prstDash val="solid"/>
                  <a:miter/>
                </a:ln>
              </p:spPr>
              <p:txBody>
                <a:bodyPr rtlCol="0" anchor="ctr"/>
                <a:lstStyle/>
                <a:p>
                  <a:endParaRPr lang="en-IN" dirty="0"/>
                </a:p>
              </p:txBody>
            </p:sp>
            <p:sp>
              <p:nvSpPr>
                <p:cNvPr id="2502" name="Freeform: Shape 2501">
                  <a:extLst>
                    <a:ext uri="{FF2B5EF4-FFF2-40B4-BE49-F238E27FC236}">
                      <a16:creationId xmlns:a16="http://schemas.microsoft.com/office/drawing/2014/main" id="{89F512DC-8A4F-0178-A573-37D7F3AFA479}"/>
                    </a:ext>
                  </a:extLst>
                </p:cNvPr>
                <p:cNvSpPr/>
                <p:nvPr/>
              </p:nvSpPr>
              <p:spPr>
                <a:xfrm>
                  <a:off x="2998547" y="4419476"/>
                  <a:ext cx="34100" cy="53335"/>
                </a:xfrm>
                <a:custGeom>
                  <a:avLst/>
                  <a:gdLst>
                    <a:gd name="connsiteX0" fmla="*/ -44 w 34100"/>
                    <a:gd name="connsiteY0" fmla="*/ 53265 h 53335"/>
                    <a:gd name="connsiteX1" fmla="*/ 34056 w 34100"/>
                    <a:gd name="connsiteY1" fmla="*/ -70 h 53335"/>
                    <a:gd name="connsiteX2" fmla="*/ 27936 w 34100"/>
                    <a:gd name="connsiteY2" fmla="*/ 11297 h 53335"/>
                    <a:gd name="connsiteX3" fmla="*/ 7825 w 34100"/>
                    <a:gd name="connsiteY3" fmla="*/ 43647 h 53335"/>
                    <a:gd name="connsiteX4" fmla="*/ -44 w 34100"/>
                    <a:gd name="connsiteY4" fmla="*/ 53265 h 5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00" h="53334">
                      <a:moveTo>
                        <a:pt x="-44" y="53265"/>
                      </a:moveTo>
                      <a:lnTo>
                        <a:pt x="34056" y="-70"/>
                      </a:lnTo>
                      <a:cubicBezTo>
                        <a:pt x="34056" y="5176"/>
                        <a:pt x="34056" y="7799"/>
                        <a:pt x="27936" y="11297"/>
                      </a:cubicBezTo>
                      <a:cubicBezTo>
                        <a:pt x="22392" y="22759"/>
                        <a:pt x="15651" y="33601"/>
                        <a:pt x="7825" y="43647"/>
                      </a:cubicBezTo>
                      <a:cubicBezTo>
                        <a:pt x="7825" y="43647"/>
                        <a:pt x="4328" y="51517"/>
                        <a:pt x="-44" y="53265"/>
                      </a:cubicBezTo>
                      <a:close/>
                    </a:path>
                  </a:pathLst>
                </a:custGeom>
                <a:solidFill>
                  <a:srgbClr val="7E7E97"/>
                </a:solidFill>
                <a:ln w="87213" cap="flat">
                  <a:noFill/>
                  <a:prstDash val="solid"/>
                  <a:miter/>
                </a:ln>
              </p:spPr>
              <p:txBody>
                <a:bodyPr rtlCol="0" anchor="ctr"/>
                <a:lstStyle/>
                <a:p>
                  <a:endParaRPr lang="en-IN" dirty="0"/>
                </a:p>
              </p:txBody>
            </p:sp>
            <p:sp>
              <p:nvSpPr>
                <p:cNvPr id="2503" name="Freeform: Shape 2502">
                  <a:extLst>
                    <a:ext uri="{FF2B5EF4-FFF2-40B4-BE49-F238E27FC236}">
                      <a16:creationId xmlns:a16="http://schemas.microsoft.com/office/drawing/2014/main" id="{DAC77AA3-9D92-F09A-A6D9-6F06F37888F6}"/>
                    </a:ext>
                  </a:extLst>
                </p:cNvPr>
                <p:cNvSpPr/>
                <p:nvPr/>
              </p:nvSpPr>
              <p:spPr>
                <a:xfrm>
                  <a:off x="2959202" y="4403737"/>
                  <a:ext cx="12240" cy="24481"/>
                </a:xfrm>
                <a:custGeom>
                  <a:avLst/>
                  <a:gdLst>
                    <a:gd name="connsiteX0" fmla="*/ -44 w 12240"/>
                    <a:gd name="connsiteY0" fmla="*/ 24412 h 24481"/>
                    <a:gd name="connsiteX1" fmla="*/ 12197 w 12240"/>
                    <a:gd name="connsiteY1" fmla="*/ -70 h 24481"/>
                    <a:gd name="connsiteX2" fmla="*/ 12197 w 12240"/>
                    <a:gd name="connsiteY2" fmla="*/ -70 h 24481"/>
                    <a:gd name="connsiteX3" fmla="*/ -44 w 12240"/>
                    <a:gd name="connsiteY3" fmla="*/ 24412 h 24481"/>
                  </a:gdLst>
                  <a:ahLst/>
                  <a:cxnLst>
                    <a:cxn ang="0">
                      <a:pos x="connsiteX0" y="connsiteY0"/>
                    </a:cxn>
                    <a:cxn ang="0">
                      <a:pos x="connsiteX1" y="connsiteY1"/>
                    </a:cxn>
                    <a:cxn ang="0">
                      <a:pos x="connsiteX2" y="connsiteY2"/>
                    </a:cxn>
                    <a:cxn ang="0">
                      <a:pos x="connsiteX3" y="connsiteY3"/>
                    </a:cxn>
                  </a:cxnLst>
                  <a:rect l="l" t="t" r="r" b="b"/>
                  <a:pathLst>
                    <a:path w="12240" h="24481">
                      <a:moveTo>
                        <a:pt x="-44" y="24412"/>
                      </a:moveTo>
                      <a:cubicBezTo>
                        <a:pt x="2430" y="15537"/>
                        <a:pt x="6583" y="7231"/>
                        <a:pt x="12197" y="-70"/>
                      </a:cubicBezTo>
                      <a:lnTo>
                        <a:pt x="12197" y="-70"/>
                      </a:lnTo>
                      <a:cubicBezTo>
                        <a:pt x="10203" y="8979"/>
                        <a:pt x="5998" y="17391"/>
                        <a:pt x="-44" y="24412"/>
                      </a:cubicBezTo>
                      <a:close/>
                    </a:path>
                  </a:pathLst>
                </a:custGeom>
                <a:solidFill>
                  <a:srgbClr val="85859D"/>
                </a:solidFill>
                <a:ln w="87213" cap="flat">
                  <a:noFill/>
                  <a:prstDash val="solid"/>
                  <a:miter/>
                </a:ln>
              </p:spPr>
              <p:txBody>
                <a:bodyPr rtlCol="0" anchor="ctr"/>
                <a:lstStyle/>
                <a:p>
                  <a:endParaRPr lang="en-IN" dirty="0"/>
                </a:p>
              </p:txBody>
            </p:sp>
            <p:sp>
              <p:nvSpPr>
                <p:cNvPr id="2504" name="Freeform: Shape 2503">
                  <a:extLst>
                    <a:ext uri="{FF2B5EF4-FFF2-40B4-BE49-F238E27FC236}">
                      <a16:creationId xmlns:a16="http://schemas.microsoft.com/office/drawing/2014/main" id="{04EA0CCB-9AC7-4178-9710-B25945D77B45}"/>
                    </a:ext>
                  </a:extLst>
                </p:cNvPr>
                <p:cNvSpPr/>
                <p:nvPr/>
              </p:nvSpPr>
              <p:spPr>
                <a:xfrm>
                  <a:off x="2953956" y="4403737"/>
                  <a:ext cx="20984" cy="31476"/>
                </a:xfrm>
                <a:custGeom>
                  <a:avLst/>
                  <a:gdLst>
                    <a:gd name="connsiteX0" fmla="*/ 5202 w 20984"/>
                    <a:gd name="connsiteY0" fmla="*/ 24412 h 31476"/>
                    <a:gd name="connsiteX1" fmla="*/ 20940 w 20984"/>
                    <a:gd name="connsiteY1" fmla="*/ -70 h 31476"/>
                    <a:gd name="connsiteX2" fmla="*/ 20940 w 20984"/>
                    <a:gd name="connsiteY2" fmla="*/ -70 h 31476"/>
                    <a:gd name="connsiteX3" fmla="*/ 20940 w 20984"/>
                    <a:gd name="connsiteY3" fmla="*/ -70 h 31476"/>
                    <a:gd name="connsiteX4" fmla="*/ -44 w 20984"/>
                    <a:gd name="connsiteY4" fmla="*/ 31406 h 31476"/>
                    <a:gd name="connsiteX5" fmla="*/ -44 w 20984"/>
                    <a:gd name="connsiteY5" fmla="*/ 31406 h 3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4" h="31476">
                      <a:moveTo>
                        <a:pt x="5202" y="24412"/>
                      </a:moveTo>
                      <a:lnTo>
                        <a:pt x="20940" y="-70"/>
                      </a:lnTo>
                      <a:lnTo>
                        <a:pt x="20940" y="-70"/>
                      </a:lnTo>
                      <a:cubicBezTo>
                        <a:pt x="20940" y="-70"/>
                        <a:pt x="20940" y="-70"/>
                        <a:pt x="20940" y="-70"/>
                      </a:cubicBezTo>
                      <a:lnTo>
                        <a:pt x="-44" y="31406"/>
                      </a:lnTo>
                      <a:lnTo>
                        <a:pt x="-44" y="31406"/>
                      </a:lnTo>
                      <a:close/>
                    </a:path>
                  </a:pathLst>
                </a:custGeom>
                <a:solidFill>
                  <a:srgbClr val="7C7C96"/>
                </a:solidFill>
                <a:ln w="87213" cap="flat">
                  <a:noFill/>
                  <a:prstDash val="solid"/>
                  <a:miter/>
                </a:ln>
              </p:spPr>
              <p:txBody>
                <a:bodyPr rtlCol="0" anchor="ctr"/>
                <a:lstStyle/>
                <a:p>
                  <a:endParaRPr lang="en-IN" dirty="0"/>
                </a:p>
              </p:txBody>
            </p:sp>
            <p:sp>
              <p:nvSpPr>
                <p:cNvPr id="2505" name="Freeform: Shape 2504">
                  <a:extLst>
                    <a:ext uri="{FF2B5EF4-FFF2-40B4-BE49-F238E27FC236}">
                      <a16:creationId xmlns:a16="http://schemas.microsoft.com/office/drawing/2014/main" id="{EF6CB957-16B6-A221-E965-FCB63E62041A}"/>
                    </a:ext>
                  </a:extLst>
                </p:cNvPr>
                <p:cNvSpPr/>
                <p:nvPr/>
              </p:nvSpPr>
              <p:spPr>
                <a:xfrm>
                  <a:off x="3006417" y="4430843"/>
                  <a:ext cx="20110" cy="32350"/>
                </a:xfrm>
                <a:custGeom>
                  <a:avLst/>
                  <a:gdLst>
                    <a:gd name="connsiteX0" fmla="*/ -44 w 20110"/>
                    <a:gd name="connsiteY0" fmla="*/ 32280 h 32350"/>
                    <a:gd name="connsiteX1" fmla="*/ 20066 w 20110"/>
                    <a:gd name="connsiteY1" fmla="*/ -70 h 32350"/>
                    <a:gd name="connsiteX2" fmla="*/ -44 w 20110"/>
                    <a:gd name="connsiteY2" fmla="*/ 32280 h 32350"/>
                  </a:gdLst>
                  <a:ahLst/>
                  <a:cxnLst>
                    <a:cxn ang="0">
                      <a:pos x="connsiteX0" y="connsiteY0"/>
                    </a:cxn>
                    <a:cxn ang="0">
                      <a:pos x="connsiteX1" y="connsiteY1"/>
                    </a:cxn>
                    <a:cxn ang="0">
                      <a:pos x="connsiteX2" y="connsiteY2"/>
                    </a:cxn>
                  </a:cxnLst>
                  <a:rect l="l" t="t" r="r" b="b"/>
                  <a:pathLst>
                    <a:path w="20110" h="32350">
                      <a:moveTo>
                        <a:pt x="-44" y="32280"/>
                      </a:moveTo>
                      <a:lnTo>
                        <a:pt x="20066" y="-70"/>
                      </a:lnTo>
                      <a:cubicBezTo>
                        <a:pt x="15589" y="11943"/>
                        <a:pt x="8752" y="22943"/>
                        <a:pt x="-44" y="32280"/>
                      </a:cubicBezTo>
                      <a:close/>
                    </a:path>
                  </a:pathLst>
                </a:custGeom>
                <a:solidFill>
                  <a:srgbClr val="85859D"/>
                </a:solidFill>
                <a:ln w="87213" cap="flat">
                  <a:noFill/>
                  <a:prstDash val="solid"/>
                  <a:miter/>
                </a:ln>
              </p:spPr>
              <p:txBody>
                <a:bodyPr rtlCol="0" anchor="ctr"/>
                <a:lstStyle/>
                <a:p>
                  <a:endParaRPr lang="en-IN" dirty="0"/>
                </a:p>
              </p:txBody>
            </p:sp>
            <p:sp>
              <p:nvSpPr>
                <p:cNvPr id="2506" name="Freeform: Shape 2505">
                  <a:extLst>
                    <a:ext uri="{FF2B5EF4-FFF2-40B4-BE49-F238E27FC236}">
                      <a16:creationId xmlns:a16="http://schemas.microsoft.com/office/drawing/2014/main" id="{DB76AC33-55BC-D6D4-9015-8A87BB500A7E}"/>
                    </a:ext>
                  </a:extLst>
                </p:cNvPr>
                <p:cNvSpPr/>
                <p:nvPr/>
              </p:nvSpPr>
              <p:spPr>
                <a:xfrm>
                  <a:off x="2945795" y="4458822"/>
                  <a:ext cx="3497" cy="10370"/>
                </a:xfrm>
                <a:custGeom>
                  <a:avLst/>
                  <a:gdLst>
                    <a:gd name="connsiteX0" fmla="*/ 1122 w 3497"/>
                    <a:gd name="connsiteY0" fmla="*/ -70 h 10370"/>
                    <a:gd name="connsiteX1" fmla="*/ 1122 w 3497"/>
                    <a:gd name="connsiteY1" fmla="*/ 9547 h 10370"/>
                    <a:gd name="connsiteX2" fmla="*/ 1122 w 3497"/>
                    <a:gd name="connsiteY2" fmla="*/ -70 h 10370"/>
                  </a:gdLst>
                  <a:ahLst/>
                  <a:cxnLst>
                    <a:cxn ang="0">
                      <a:pos x="connsiteX0" y="connsiteY0"/>
                    </a:cxn>
                    <a:cxn ang="0">
                      <a:pos x="connsiteX1" y="connsiteY1"/>
                    </a:cxn>
                    <a:cxn ang="0">
                      <a:pos x="connsiteX2" y="connsiteY2"/>
                    </a:cxn>
                  </a:cxnLst>
                  <a:rect l="l" t="t" r="r" b="b"/>
                  <a:pathLst>
                    <a:path w="3497" h="10370">
                      <a:moveTo>
                        <a:pt x="1122" y="-70"/>
                      </a:moveTo>
                      <a:cubicBezTo>
                        <a:pt x="6367" y="-70"/>
                        <a:pt x="1122" y="6050"/>
                        <a:pt x="1122" y="9547"/>
                      </a:cubicBezTo>
                      <a:cubicBezTo>
                        <a:pt x="1122" y="13045"/>
                        <a:pt x="-1501" y="3427"/>
                        <a:pt x="1122" y="-70"/>
                      </a:cubicBezTo>
                      <a:close/>
                    </a:path>
                  </a:pathLst>
                </a:custGeom>
                <a:solidFill>
                  <a:srgbClr val="777792"/>
                </a:solidFill>
                <a:ln w="87213" cap="flat">
                  <a:noFill/>
                  <a:prstDash val="solid"/>
                  <a:miter/>
                </a:ln>
              </p:spPr>
              <p:txBody>
                <a:bodyPr rtlCol="0" anchor="ctr"/>
                <a:lstStyle/>
                <a:p>
                  <a:endParaRPr lang="en-IN" dirty="0"/>
                </a:p>
              </p:txBody>
            </p:sp>
            <p:sp>
              <p:nvSpPr>
                <p:cNvPr id="2507" name="Freeform: Shape 2506">
                  <a:extLst>
                    <a:ext uri="{FF2B5EF4-FFF2-40B4-BE49-F238E27FC236}">
                      <a16:creationId xmlns:a16="http://schemas.microsoft.com/office/drawing/2014/main" id="{2DBE44FD-31EF-8C36-5DBC-AC1ACD330F7E}"/>
                    </a:ext>
                  </a:extLst>
                </p:cNvPr>
                <p:cNvSpPr/>
                <p:nvPr/>
              </p:nvSpPr>
              <p:spPr>
                <a:xfrm>
                  <a:off x="2947836" y="4443083"/>
                  <a:ext cx="5245" cy="13989"/>
                </a:xfrm>
                <a:custGeom>
                  <a:avLst/>
                  <a:gdLst>
                    <a:gd name="connsiteX0" fmla="*/ 5202 w 5245"/>
                    <a:gd name="connsiteY0" fmla="*/ -70 h 13989"/>
                    <a:gd name="connsiteX1" fmla="*/ -44 w 5245"/>
                    <a:gd name="connsiteY1" fmla="*/ 13919 h 13989"/>
                    <a:gd name="connsiteX2" fmla="*/ -44 w 5245"/>
                    <a:gd name="connsiteY2" fmla="*/ 6924 h 13989"/>
                    <a:gd name="connsiteX3" fmla="*/ 5202 w 5245"/>
                    <a:gd name="connsiteY3" fmla="*/ -70 h 13989"/>
                  </a:gdLst>
                  <a:ahLst/>
                  <a:cxnLst>
                    <a:cxn ang="0">
                      <a:pos x="connsiteX0" y="connsiteY0"/>
                    </a:cxn>
                    <a:cxn ang="0">
                      <a:pos x="connsiteX1" y="connsiteY1"/>
                    </a:cxn>
                    <a:cxn ang="0">
                      <a:pos x="connsiteX2" y="connsiteY2"/>
                    </a:cxn>
                    <a:cxn ang="0">
                      <a:pos x="connsiteX3" y="connsiteY3"/>
                    </a:cxn>
                  </a:cxnLst>
                  <a:rect l="l" t="t" r="r" b="b"/>
                  <a:pathLst>
                    <a:path w="5245" h="13989">
                      <a:moveTo>
                        <a:pt x="5202" y="-70"/>
                      </a:moveTo>
                      <a:cubicBezTo>
                        <a:pt x="4380" y="4887"/>
                        <a:pt x="2605" y="9644"/>
                        <a:pt x="-44" y="13919"/>
                      </a:cubicBezTo>
                      <a:cubicBezTo>
                        <a:pt x="-44" y="13919"/>
                        <a:pt x="-44" y="13919"/>
                        <a:pt x="-44" y="6924"/>
                      </a:cubicBezTo>
                      <a:cubicBezTo>
                        <a:pt x="786" y="4030"/>
                        <a:pt x="2649" y="1538"/>
                        <a:pt x="5202" y="-70"/>
                      </a:cubicBezTo>
                      <a:close/>
                    </a:path>
                  </a:pathLst>
                </a:custGeom>
                <a:solidFill>
                  <a:srgbClr val="777792"/>
                </a:solidFill>
                <a:ln w="87213" cap="flat">
                  <a:noFill/>
                  <a:prstDash val="solid"/>
                  <a:miter/>
                </a:ln>
              </p:spPr>
              <p:txBody>
                <a:bodyPr rtlCol="0" anchor="ctr"/>
                <a:lstStyle/>
                <a:p>
                  <a:endParaRPr lang="en-IN" dirty="0"/>
                </a:p>
              </p:txBody>
            </p:sp>
            <p:sp>
              <p:nvSpPr>
                <p:cNvPr id="2508" name="Freeform: Shape 2507">
                  <a:extLst>
                    <a:ext uri="{FF2B5EF4-FFF2-40B4-BE49-F238E27FC236}">
                      <a16:creationId xmlns:a16="http://schemas.microsoft.com/office/drawing/2014/main" id="{788931A2-CE54-0A27-352E-0B07AD46001A}"/>
                    </a:ext>
                  </a:extLst>
                </p:cNvPr>
                <p:cNvSpPr/>
                <p:nvPr/>
              </p:nvSpPr>
              <p:spPr>
                <a:xfrm>
                  <a:off x="3017783" y="4374884"/>
                  <a:ext cx="14864" cy="9617"/>
                </a:xfrm>
                <a:custGeom>
                  <a:avLst/>
                  <a:gdLst>
                    <a:gd name="connsiteX0" fmla="*/ 14820 w 14864"/>
                    <a:gd name="connsiteY0" fmla="*/ 9548 h 9617"/>
                    <a:gd name="connsiteX1" fmla="*/ -44 w 14864"/>
                    <a:gd name="connsiteY1" fmla="*/ -70 h 9617"/>
                    <a:gd name="connsiteX2" fmla="*/ -44 w 14864"/>
                    <a:gd name="connsiteY2" fmla="*/ -70 h 9617"/>
                    <a:gd name="connsiteX3" fmla="*/ 7825 w 14864"/>
                    <a:gd name="connsiteY3" fmla="*/ 5176 h 9617"/>
                    <a:gd name="connsiteX4" fmla="*/ 14820 w 14864"/>
                    <a:gd name="connsiteY4" fmla="*/ 9548 h 9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4" h="9617">
                      <a:moveTo>
                        <a:pt x="14820" y="9548"/>
                      </a:moveTo>
                      <a:lnTo>
                        <a:pt x="-44" y="-70"/>
                      </a:lnTo>
                      <a:lnTo>
                        <a:pt x="-44" y="-70"/>
                      </a:lnTo>
                      <a:cubicBezTo>
                        <a:pt x="3138" y="638"/>
                        <a:pt x="5945" y="2510"/>
                        <a:pt x="7825" y="5176"/>
                      </a:cubicBezTo>
                      <a:cubicBezTo>
                        <a:pt x="7825" y="5176"/>
                        <a:pt x="14820" y="6925"/>
                        <a:pt x="14820" y="9548"/>
                      </a:cubicBezTo>
                      <a:close/>
                    </a:path>
                  </a:pathLst>
                </a:custGeom>
                <a:solidFill>
                  <a:srgbClr val="7E7E97"/>
                </a:solidFill>
                <a:ln w="87213" cap="flat">
                  <a:noFill/>
                  <a:prstDash val="solid"/>
                  <a:miter/>
                </a:ln>
              </p:spPr>
              <p:txBody>
                <a:bodyPr rtlCol="0" anchor="ctr"/>
                <a:lstStyle/>
                <a:p>
                  <a:endParaRPr lang="en-IN" dirty="0"/>
                </a:p>
              </p:txBody>
            </p:sp>
            <p:sp>
              <p:nvSpPr>
                <p:cNvPr id="2509" name="Freeform: Shape 2508">
                  <a:extLst>
                    <a:ext uri="{FF2B5EF4-FFF2-40B4-BE49-F238E27FC236}">
                      <a16:creationId xmlns:a16="http://schemas.microsoft.com/office/drawing/2014/main" id="{B1E85269-9578-6F26-62CE-54B63E9566E0}"/>
                    </a:ext>
                  </a:extLst>
                </p:cNvPr>
                <p:cNvSpPr/>
                <p:nvPr/>
              </p:nvSpPr>
              <p:spPr>
                <a:xfrm>
                  <a:off x="2979312" y="4389748"/>
                  <a:ext cx="5245" cy="10491"/>
                </a:xfrm>
                <a:custGeom>
                  <a:avLst/>
                  <a:gdLst>
                    <a:gd name="connsiteX0" fmla="*/ -44 w 5245"/>
                    <a:gd name="connsiteY0" fmla="*/ 10422 h 10491"/>
                    <a:gd name="connsiteX1" fmla="*/ -44 w 5245"/>
                    <a:gd name="connsiteY1" fmla="*/ 10422 h 10491"/>
                    <a:gd name="connsiteX2" fmla="*/ 5202 w 5245"/>
                    <a:gd name="connsiteY2" fmla="*/ -70 h 10491"/>
                    <a:gd name="connsiteX3" fmla="*/ 5202 w 5245"/>
                    <a:gd name="connsiteY3" fmla="*/ -70 h 10491"/>
                    <a:gd name="connsiteX4" fmla="*/ 5202 w 5245"/>
                    <a:gd name="connsiteY4" fmla="*/ -70 h 10491"/>
                    <a:gd name="connsiteX5" fmla="*/ -44 w 5245"/>
                    <a:gd name="connsiteY5" fmla="*/ 10422 h 1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5" h="10491">
                      <a:moveTo>
                        <a:pt x="-44" y="10422"/>
                      </a:moveTo>
                      <a:lnTo>
                        <a:pt x="-44" y="10422"/>
                      </a:lnTo>
                      <a:lnTo>
                        <a:pt x="5202" y="-70"/>
                      </a:lnTo>
                      <a:lnTo>
                        <a:pt x="5202" y="-70"/>
                      </a:lnTo>
                      <a:lnTo>
                        <a:pt x="5202" y="-70"/>
                      </a:lnTo>
                      <a:cubicBezTo>
                        <a:pt x="4266" y="3777"/>
                        <a:pt x="2474" y="7362"/>
                        <a:pt x="-44" y="10422"/>
                      </a:cubicBezTo>
                      <a:close/>
                    </a:path>
                  </a:pathLst>
                </a:custGeom>
                <a:solidFill>
                  <a:srgbClr val="7E7E97"/>
                </a:solidFill>
                <a:ln w="87213" cap="flat">
                  <a:noFill/>
                  <a:prstDash val="solid"/>
                  <a:miter/>
                </a:ln>
              </p:spPr>
              <p:txBody>
                <a:bodyPr rtlCol="0" anchor="ctr"/>
                <a:lstStyle/>
                <a:p>
                  <a:endParaRPr lang="en-IN" dirty="0"/>
                </a:p>
              </p:txBody>
            </p:sp>
            <p:sp>
              <p:nvSpPr>
                <p:cNvPr id="2510" name="Freeform: Shape 2509">
                  <a:extLst>
                    <a:ext uri="{FF2B5EF4-FFF2-40B4-BE49-F238E27FC236}">
                      <a16:creationId xmlns:a16="http://schemas.microsoft.com/office/drawing/2014/main" id="{F7B28E05-C37F-D37C-2A77-68D95B054430}"/>
                    </a:ext>
                  </a:extLst>
                </p:cNvPr>
                <p:cNvSpPr/>
                <p:nvPr/>
              </p:nvSpPr>
              <p:spPr>
                <a:xfrm>
                  <a:off x="3034007" y="4407616"/>
                  <a:ext cx="388" cy="9237"/>
                </a:xfrm>
                <a:custGeom>
                  <a:avLst/>
                  <a:gdLst>
                    <a:gd name="connsiteX0" fmla="*/ 345 w 388"/>
                    <a:gd name="connsiteY0" fmla="*/ 9167 h 9237"/>
                    <a:gd name="connsiteX1" fmla="*/ 345 w 388"/>
                    <a:gd name="connsiteY1" fmla="*/ 2172 h 9237"/>
                    <a:gd name="connsiteX2" fmla="*/ 345 w 388"/>
                    <a:gd name="connsiteY2" fmla="*/ 9167 h 9237"/>
                  </a:gdLst>
                  <a:ahLst/>
                  <a:cxnLst>
                    <a:cxn ang="0">
                      <a:pos x="connsiteX0" y="connsiteY0"/>
                    </a:cxn>
                    <a:cxn ang="0">
                      <a:pos x="connsiteX1" y="connsiteY1"/>
                    </a:cxn>
                    <a:cxn ang="0">
                      <a:pos x="connsiteX2" y="connsiteY2"/>
                    </a:cxn>
                  </a:cxnLst>
                  <a:rect l="l" t="t" r="r" b="b"/>
                  <a:pathLst>
                    <a:path w="388" h="9237">
                      <a:moveTo>
                        <a:pt x="345" y="9167"/>
                      </a:moveTo>
                      <a:cubicBezTo>
                        <a:pt x="345" y="9167"/>
                        <a:pt x="345" y="9167"/>
                        <a:pt x="345" y="2172"/>
                      </a:cubicBezTo>
                      <a:cubicBezTo>
                        <a:pt x="345" y="-4823"/>
                        <a:pt x="-530" y="6544"/>
                        <a:pt x="345" y="9167"/>
                      </a:cubicBezTo>
                      <a:close/>
                    </a:path>
                  </a:pathLst>
                </a:custGeom>
                <a:solidFill>
                  <a:srgbClr val="7E7E97"/>
                </a:solidFill>
                <a:ln w="87213" cap="flat">
                  <a:noFill/>
                  <a:prstDash val="solid"/>
                  <a:miter/>
                </a:ln>
              </p:spPr>
              <p:txBody>
                <a:bodyPr rtlCol="0" anchor="ctr"/>
                <a:lstStyle/>
                <a:p>
                  <a:endParaRPr lang="en-IN" dirty="0"/>
                </a:p>
              </p:txBody>
            </p:sp>
            <p:sp>
              <p:nvSpPr>
                <p:cNvPr id="2511" name="Freeform: Shape 2510">
                  <a:extLst>
                    <a:ext uri="{FF2B5EF4-FFF2-40B4-BE49-F238E27FC236}">
                      <a16:creationId xmlns:a16="http://schemas.microsoft.com/office/drawing/2014/main" id="{8F96FF57-22C5-650E-6DB8-A0021811DFB5}"/>
                    </a:ext>
                  </a:extLst>
                </p:cNvPr>
                <p:cNvSpPr/>
                <p:nvPr/>
              </p:nvSpPr>
              <p:spPr>
                <a:xfrm>
                  <a:off x="2952069" y="4432591"/>
                  <a:ext cx="4509" cy="8743"/>
                </a:xfrm>
                <a:custGeom>
                  <a:avLst/>
                  <a:gdLst>
                    <a:gd name="connsiteX0" fmla="*/ 4466 w 4509"/>
                    <a:gd name="connsiteY0" fmla="*/ -70 h 8743"/>
                    <a:gd name="connsiteX1" fmla="*/ 4466 w 4509"/>
                    <a:gd name="connsiteY1" fmla="*/ -70 h 8743"/>
                    <a:gd name="connsiteX2" fmla="*/ 94 w 4509"/>
                    <a:gd name="connsiteY2" fmla="*/ 8673 h 8743"/>
                    <a:gd name="connsiteX3" fmla="*/ 94 w 4509"/>
                    <a:gd name="connsiteY3" fmla="*/ 8673 h 8743"/>
                    <a:gd name="connsiteX4" fmla="*/ 4466 w 4509"/>
                    <a:gd name="connsiteY4" fmla="*/ -70 h 8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9" h="8743">
                      <a:moveTo>
                        <a:pt x="4466" y="-70"/>
                      </a:moveTo>
                      <a:lnTo>
                        <a:pt x="4466" y="-70"/>
                      </a:lnTo>
                      <a:cubicBezTo>
                        <a:pt x="3915" y="3217"/>
                        <a:pt x="2394" y="6260"/>
                        <a:pt x="94" y="8673"/>
                      </a:cubicBezTo>
                      <a:lnTo>
                        <a:pt x="94" y="8673"/>
                      </a:lnTo>
                      <a:cubicBezTo>
                        <a:pt x="-780" y="5176"/>
                        <a:pt x="2717" y="3427"/>
                        <a:pt x="4466" y="-70"/>
                      </a:cubicBezTo>
                      <a:close/>
                    </a:path>
                  </a:pathLst>
                </a:custGeom>
                <a:solidFill>
                  <a:srgbClr val="7E7E97"/>
                </a:solidFill>
                <a:ln w="87213" cap="flat">
                  <a:noFill/>
                  <a:prstDash val="solid"/>
                  <a:miter/>
                </a:ln>
              </p:spPr>
              <p:txBody>
                <a:bodyPr rtlCol="0" anchor="ctr"/>
                <a:lstStyle/>
                <a:p>
                  <a:endParaRPr lang="en-IN" dirty="0"/>
                </a:p>
              </p:txBody>
            </p:sp>
            <p:sp>
              <p:nvSpPr>
                <p:cNvPr id="2512" name="Freeform: Shape 2511">
                  <a:extLst>
                    <a:ext uri="{FF2B5EF4-FFF2-40B4-BE49-F238E27FC236}">
                      <a16:creationId xmlns:a16="http://schemas.microsoft.com/office/drawing/2014/main" id="{85C5C8BC-6A67-2206-EAA7-705419BD44E7}"/>
                    </a:ext>
                  </a:extLst>
                </p:cNvPr>
                <p:cNvSpPr/>
                <p:nvPr/>
              </p:nvSpPr>
              <p:spPr>
                <a:xfrm>
                  <a:off x="2985433" y="4394994"/>
                  <a:ext cx="87434" cy="87434"/>
                </a:xfrm>
                <a:custGeom>
                  <a:avLst/>
                  <a:gdLst>
                    <a:gd name="connsiteX0" fmla="*/ -44 w 87434"/>
                    <a:gd name="connsiteY0" fmla="*/ -70 h 87434"/>
                    <a:gd name="connsiteX1" fmla="*/ -44 w 87434"/>
                    <a:gd name="connsiteY1" fmla="*/ -70 h 87434"/>
                    <a:gd name="connsiteX2" fmla="*/ -44 w 87434"/>
                    <a:gd name="connsiteY2" fmla="*/ -70 h 87434"/>
                  </a:gdLst>
                  <a:ahLst/>
                  <a:cxnLst>
                    <a:cxn ang="0">
                      <a:pos x="connsiteX0" y="connsiteY0"/>
                    </a:cxn>
                    <a:cxn ang="0">
                      <a:pos x="connsiteX1" y="connsiteY1"/>
                    </a:cxn>
                    <a:cxn ang="0">
                      <a:pos x="connsiteX2" y="connsiteY2"/>
                    </a:cxn>
                  </a:cxnLst>
                  <a:rect l="l" t="t" r="r" b="b"/>
                  <a:pathLst>
                    <a:path w="87434" h="87434">
                      <a:moveTo>
                        <a:pt x="-44" y="-70"/>
                      </a:moveTo>
                      <a:lnTo>
                        <a:pt x="-44" y="-70"/>
                      </a:lnTo>
                      <a:cubicBezTo>
                        <a:pt x="-44" y="-70"/>
                        <a:pt x="-44" y="-70"/>
                        <a:pt x="-44" y="-70"/>
                      </a:cubicBezTo>
                      <a:close/>
                    </a:path>
                  </a:pathLst>
                </a:custGeom>
                <a:solidFill>
                  <a:srgbClr val="85859D"/>
                </a:solidFill>
                <a:ln w="87213" cap="flat">
                  <a:noFill/>
                  <a:prstDash val="solid"/>
                  <a:miter/>
                </a:ln>
              </p:spPr>
              <p:txBody>
                <a:bodyPr rtlCol="0" anchor="ctr"/>
                <a:lstStyle/>
                <a:p>
                  <a:endParaRPr lang="en-IN" dirty="0"/>
                </a:p>
              </p:txBody>
            </p:sp>
            <p:sp>
              <p:nvSpPr>
                <p:cNvPr id="2513" name="Freeform: Shape 2512">
                  <a:extLst>
                    <a:ext uri="{FF2B5EF4-FFF2-40B4-BE49-F238E27FC236}">
                      <a16:creationId xmlns:a16="http://schemas.microsoft.com/office/drawing/2014/main" id="{F2D7555B-E88B-6ACF-7027-E7BC0B921FDA}"/>
                    </a:ext>
                  </a:extLst>
                </p:cNvPr>
                <p:cNvSpPr/>
                <p:nvPr/>
              </p:nvSpPr>
              <p:spPr>
                <a:xfrm>
                  <a:off x="3021280" y="4374800"/>
                  <a:ext cx="7869" cy="5330"/>
                </a:xfrm>
                <a:custGeom>
                  <a:avLst/>
                  <a:gdLst>
                    <a:gd name="connsiteX0" fmla="*/ 7825 w 7869"/>
                    <a:gd name="connsiteY0" fmla="*/ 5261 h 5330"/>
                    <a:gd name="connsiteX1" fmla="*/ -44 w 7869"/>
                    <a:gd name="connsiteY1" fmla="*/ 14 h 5330"/>
                    <a:gd name="connsiteX2" fmla="*/ 7825 w 7869"/>
                    <a:gd name="connsiteY2" fmla="*/ 5261 h 5330"/>
                  </a:gdLst>
                  <a:ahLst/>
                  <a:cxnLst>
                    <a:cxn ang="0">
                      <a:pos x="connsiteX0" y="connsiteY0"/>
                    </a:cxn>
                    <a:cxn ang="0">
                      <a:pos x="connsiteX1" y="connsiteY1"/>
                    </a:cxn>
                    <a:cxn ang="0">
                      <a:pos x="connsiteX2" y="connsiteY2"/>
                    </a:cxn>
                  </a:cxnLst>
                  <a:rect l="l" t="t" r="r" b="b"/>
                  <a:pathLst>
                    <a:path w="7869" h="5330">
                      <a:moveTo>
                        <a:pt x="7825" y="5261"/>
                      </a:moveTo>
                      <a:lnTo>
                        <a:pt x="-44" y="14"/>
                      </a:lnTo>
                      <a:cubicBezTo>
                        <a:pt x="3541" y="-545"/>
                        <a:pt x="6959" y="1737"/>
                        <a:pt x="7825" y="5261"/>
                      </a:cubicBezTo>
                      <a:close/>
                    </a:path>
                  </a:pathLst>
                </a:custGeom>
                <a:solidFill>
                  <a:srgbClr val="85859D"/>
                </a:solidFill>
                <a:ln w="87213" cap="flat">
                  <a:noFill/>
                  <a:prstDash val="solid"/>
                  <a:miter/>
                </a:ln>
              </p:spPr>
              <p:txBody>
                <a:bodyPr rtlCol="0" anchor="ctr"/>
                <a:lstStyle/>
                <a:p>
                  <a:endParaRPr lang="en-IN" dirty="0"/>
                </a:p>
              </p:txBody>
            </p:sp>
            <p:sp>
              <p:nvSpPr>
                <p:cNvPr id="2514" name="Freeform: Shape 2513">
                  <a:extLst>
                    <a:ext uri="{FF2B5EF4-FFF2-40B4-BE49-F238E27FC236}">
                      <a16:creationId xmlns:a16="http://schemas.microsoft.com/office/drawing/2014/main" id="{91BF49DB-79CF-9A72-9064-5A2630755BCD}"/>
                    </a:ext>
                  </a:extLst>
                </p:cNvPr>
                <p:cNvSpPr/>
                <p:nvPr/>
              </p:nvSpPr>
              <p:spPr>
                <a:xfrm>
                  <a:off x="2952499" y="4475434"/>
                  <a:ext cx="2331" cy="6994"/>
                </a:xfrm>
                <a:custGeom>
                  <a:avLst/>
                  <a:gdLst>
                    <a:gd name="connsiteX0" fmla="*/ 2287 w 2331"/>
                    <a:gd name="connsiteY0" fmla="*/ 6925 h 6994"/>
                    <a:gd name="connsiteX1" fmla="*/ 2287 w 2331"/>
                    <a:gd name="connsiteY1" fmla="*/ 6925 h 6994"/>
                    <a:gd name="connsiteX2" fmla="*/ 2287 w 2331"/>
                    <a:gd name="connsiteY2" fmla="*/ -70 h 6994"/>
                  </a:gdLst>
                  <a:ahLst/>
                  <a:cxnLst>
                    <a:cxn ang="0">
                      <a:pos x="connsiteX0" y="connsiteY0"/>
                    </a:cxn>
                    <a:cxn ang="0">
                      <a:pos x="connsiteX1" y="connsiteY1"/>
                    </a:cxn>
                    <a:cxn ang="0">
                      <a:pos x="connsiteX2" y="connsiteY2"/>
                    </a:cxn>
                  </a:cxnLst>
                  <a:rect l="l" t="t" r="r" b="b"/>
                  <a:pathLst>
                    <a:path w="2331" h="6994">
                      <a:moveTo>
                        <a:pt x="2287" y="6925"/>
                      </a:moveTo>
                      <a:lnTo>
                        <a:pt x="2287" y="6925"/>
                      </a:lnTo>
                      <a:cubicBezTo>
                        <a:pt x="2287" y="6925"/>
                        <a:pt x="-2959" y="6925"/>
                        <a:pt x="2287" y="-70"/>
                      </a:cubicBezTo>
                      <a:close/>
                    </a:path>
                  </a:pathLst>
                </a:custGeom>
                <a:solidFill>
                  <a:srgbClr val="7C7C96"/>
                </a:solidFill>
                <a:ln w="87213" cap="flat">
                  <a:noFill/>
                  <a:prstDash val="solid"/>
                  <a:miter/>
                </a:ln>
              </p:spPr>
              <p:txBody>
                <a:bodyPr rtlCol="0" anchor="ctr"/>
                <a:lstStyle/>
                <a:p>
                  <a:endParaRPr lang="en-IN" dirty="0"/>
                </a:p>
              </p:txBody>
            </p:sp>
            <p:sp>
              <p:nvSpPr>
                <p:cNvPr id="2515" name="Freeform: Shape 2514">
                  <a:extLst>
                    <a:ext uri="{FF2B5EF4-FFF2-40B4-BE49-F238E27FC236}">
                      <a16:creationId xmlns:a16="http://schemas.microsoft.com/office/drawing/2014/main" id="{247E7A41-F015-FE6D-2BCC-735EB5660356}"/>
                    </a:ext>
                  </a:extLst>
                </p:cNvPr>
                <p:cNvSpPr/>
                <p:nvPr/>
              </p:nvSpPr>
              <p:spPr>
                <a:xfrm>
                  <a:off x="2953082" y="4443083"/>
                  <a:ext cx="87434" cy="6994"/>
                </a:xfrm>
                <a:custGeom>
                  <a:avLst/>
                  <a:gdLst>
                    <a:gd name="connsiteX0" fmla="*/ -44 w 87434"/>
                    <a:gd name="connsiteY0" fmla="*/ -70 h 6994"/>
                    <a:gd name="connsiteX1" fmla="*/ -44 w 87434"/>
                    <a:gd name="connsiteY1" fmla="*/ 6924 h 6994"/>
                    <a:gd name="connsiteX2" fmla="*/ -44 w 87434"/>
                    <a:gd name="connsiteY2" fmla="*/ -70 h 6994"/>
                    <a:gd name="connsiteX3" fmla="*/ -44 w 87434"/>
                    <a:gd name="connsiteY3" fmla="*/ -70 h 6994"/>
                  </a:gdLst>
                  <a:ahLst/>
                  <a:cxnLst>
                    <a:cxn ang="0">
                      <a:pos x="connsiteX0" y="connsiteY0"/>
                    </a:cxn>
                    <a:cxn ang="0">
                      <a:pos x="connsiteX1" y="connsiteY1"/>
                    </a:cxn>
                    <a:cxn ang="0">
                      <a:pos x="connsiteX2" y="connsiteY2"/>
                    </a:cxn>
                    <a:cxn ang="0">
                      <a:pos x="connsiteX3" y="connsiteY3"/>
                    </a:cxn>
                  </a:cxnLst>
                  <a:rect l="l" t="t" r="r" b="b"/>
                  <a:pathLst>
                    <a:path w="87434" h="6994">
                      <a:moveTo>
                        <a:pt x="-44" y="-70"/>
                      </a:moveTo>
                      <a:lnTo>
                        <a:pt x="-44" y="6924"/>
                      </a:lnTo>
                      <a:cubicBezTo>
                        <a:pt x="-44" y="6924"/>
                        <a:pt x="-44" y="1678"/>
                        <a:pt x="-44" y="-70"/>
                      </a:cubicBezTo>
                      <a:lnTo>
                        <a:pt x="-44" y="-70"/>
                      </a:lnTo>
                      <a:close/>
                    </a:path>
                  </a:pathLst>
                </a:custGeom>
                <a:solidFill>
                  <a:srgbClr val="7C7C96"/>
                </a:solidFill>
                <a:ln w="87213" cap="flat">
                  <a:noFill/>
                  <a:prstDash val="solid"/>
                  <a:miter/>
                </a:ln>
              </p:spPr>
              <p:txBody>
                <a:bodyPr rtlCol="0" anchor="ctr"/>
                <a:lstStyle/>
                <a:p>
                  <a:endParaRPr lang="en-IN" dirty="0"/>
                </a:p>
              </p:txBody>
            </p:sp>
            <p:sp>
              <p:nvSpPr>
                <p:cNvPr id="2516" name="Freeform: Shape 2515">
                  <a:extLst>
                    <a:ext uri="{FF2B5EF4-FFF2-40B4-BE49-F238E27FC236}">
                      <a16:creationId xmlns:a16="http://schemas.microsoft.com/office/drawing/2014/main" id="{6AB32914-812A-35EA-DAC9-041A301009CE}"/>
                    </a:ext>
                  </a:extLst>
                </p:cNvPr>
                <p:cNvSpPr/>
                <p:nvPr/>
              </p:nvSpPr>
              <p:spPr>
                <a:xfrm>
                  <a:off x="2990679" y="4477183"/>
                  <a:ext cx="8238" cy="5245"/>
                </a:xfrm>
                <a:custGeom>
                  <a:avLst/>
                  <a:gdLst>
                    <a:gd name="connsiteX0" fmla="*/ -44 w 8238"/>
                    <a:gd name="connsiteY0" fmla="*/ 5176 h 5245"/>
                    <a:gd name="connsiteX1" fmla="*/ 6076 w 8238"/>
                    <a:gd name="connsiteY1" fmla="*/ -70 h 5245"/>
                    <a:gd name="connsiteX2" fmla="*/ -44 w 8238"/>
                    <a:gd name="connsiteY2" fmla="*/ 5176 h 5245"/>
                  </a:gdLst>
                  <a:ahLst/>
                  <a:cxnLst>
                    <a:cxn ang="0">
                      <a:pos x="connsiteX0" y="connsiteY0"/>
                    </a:cxn>
                    <a:cxn ang="0">
                      <a:pos x="connsiteX1" y="connsiteY1"/>
                    </a:cxn>
                    <a:cxn ang="0">
                      <a:pos x="connsiteX2" y="connsiteY2"/>
                    </a:cxn>
                  </a:cxnLst>
                  <a:rect l="l" t="t" r="r" b="b"/>
                  <a:pathLst>
                    <a:path w="8238" h="5245">
                      <a:moveTo>
                        <a:pt x="-44" y="5176"/>
                      </a:moveTo>
                      <a:cubicBezTo>
                        <a:pt x="-44" y="5176"/>
                        <a:pt x="-44" y="-70"/>
                        <a:pt x="6076" y="-70"/>
                      </a:cubicBezTo>
                      <a:cubicBezTo>
                        <a:pt x="12197" y="-70"/>
                        <a:pt x="3453" y="5176"/>
                        <a:pt x="-44" y="5176"/>
                      </a:cubicBezTo>
                      <a:close/>
                    </a:path>
                  </a:pathLst>
                </a:custGeom>
                <a:solidFill>
                  <a:srgbClr val="7E7E97"/>
                </a:solidFill>
                <a:ln w="87213" cap="flat">
                  <a:noFill/>
                  <a:prstDash val="solid"/>
                  <a:miter/>
                </a:ln>
              </p:spPr>
              <p:txBody>
                <a:bodyPr rtlCol="0" anchor="ctr"/>
                <a:lstStyle/>
                <a:p>
                  <a:endParaRPr lang="en-IN" dirty="0"/>
                </a:p>
              </p:txBody>
            </p:sp>
            <p:sp>
              <p:nvSpPr>
                <p:cNvPr id="2517" name="Freeform: Shape 2516">
                  <a:extLst>
                    <a:ext uri="{FF2B5EF4-FFF2-40B4-BE49-F238E27FC236}">
                      <a16:creationId xmlns:a16="http://schemas.microsoft.com/office/drawing/2014/main" id="{AD78F330-244B-E129-C79A-9F92D9901F48}"/>
                    </a:ext>
                  </a:extLst>
                </p:cNvPr>
                <p:cNvSpPr/>
                <p:nvPr/>
              </p:nvSpPr>
              <p:spPr>
                <a:xfrm>
                  <a:off x="2966197" y="4378330"/>
                  <a:ext cx="64340" cy="81365"/>
                </a:xfrm>
                <a:custGeom>
                  <a:avLst/>
                  <a:gdLst>
                    <a:gd name="connsiteX0" fmla="*/ 19192 w 64340"/>
                    <a:gd name="connsiteY0" fmla="*/ 16594 h 81365"/>
                    <a:gd name="connsiteX1" fmla="*/ 43673 w 64340"/>
                    <a:gd name="connsiteY1" fmla="*/ -19 h 81365"/>
                    <a:gd name="connsiteX2" fmla="*/ 64246 w 64340"/>
                    <a:gd name="connsiteY2" fmla="*/ 17774 h 81365"/>
                    <a:gd name="connsiteX3" fmla="*/ 63783 w 64340"/>
                    <a:gd name="connsiteY3" fmla="*/ 23589 h 81365"/>
                    <a:gd name="connsiteX4" fmla="*/ 58537 w 64340"/>
                    <a:gd name="connsiteY4" fmla="*/ 38453 h 81365"/>
                    <a:gd name="connsiteX5" fmla="*/ 32306 w 64340"/>
                    <a:gd name="connsiteY5" fmla="*/ 81295 h 81365"/>
                    <a:gd name="connsiteX6" fmla="*/ 32306 w 64340"/>
                    <a:gd name="connsiteY6" fmla="*/ 81295 h 81365"/>
                    <a:gd name="connsiteX7" fmla="*/ 32306 w 64340"/>
                    <a:gd name="connsiteY7" fmla="*/ 81295 h 81365"/>
                    <a:gd name="connsiteX8" fmla="*/ 32306 w 64340"/>
                    <a:gd name="connsiteY8" fmla="*/ 81295 h 81365"/>
                    <a:gd name="connsiteX9" fmla="*/ 37553 w 64340"/>
                    <a:gd name="connsiteY9" fmla="*/ 70804 h 81365"/>
                    <a:gd name="connsiteX10" fmla="*/ 62909 w 64340"/>
                    <a:gd name="connsiteY10" fmla="*/ 29709 h 81365"/>
                    <a:gd name="connsiteX11" fmla="*/ 62909 w 64340"/>
                    <a:gd name="connsiteY11" fmla="*/ 13097 h 81365"/>
                    <a:gd name="connsiteX12" fmla="*/ 62909 w 64340"/>
                    <a:gd name="connsiteY12" fmla="*/ 13097 h 81365"/>
                    <a:gd name="connsiteX13" fmla="*/ 54165 w 64340"/>
                    <a:gd name="connsiteY13" fmla="*/ 5228 h 81365"/>
                    <a:gd name="connsiteX14" fmla="*/ 29683 w 64340"/>
                    <a:gd name="connsiteY14" fmla="*/ 18342 h 81365"/>
                    <a:gd name="connsiteX15" fmla="*/ 6076 w 64340"/>
                    <a:gd name="connsiteY15" fmla="*/ 53316 h 81365"/>
                    <a:gd name="connsiteX16" fmla="*/ -44 w 64340"/>
                    <a:gd name="connsiteY16" fmla="*/ 61186 h 81365"/>
                    <a:gd name="connsiteX17" fmla="*/ -44 w 64340"/>
                    <a:gd name="connsiteY17" fmla="*/ 61186 h 81365"/>
                    <a:gd name="connsiteX18" fmla="*/ -44 w 64340"/>
                    <a:gd name="connsiteY18" fmla="*/ 61186 h 81365"/>
                    <a:gd name="connsiteX19" fmla="*/ 19192 w 64340"/>
                    <a:gd name="connsiteY19" fmla="*/ 16594 h 8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340" h="81365">
                      <a:moveTo>
                        <a:pt x="19192" y="16594"/>
                      </a:moveTo>
                      <a:cubicBezTo>
                        <a:pt x="24193" y="7431"/>
                        <a:pt x="33312" y="1241"/>
                        <a:pt x="43673" y="-19"/>
                      </a:cubicBezTo>
                      <a:cubicBezTo>
                        <a:pt x="54270" y="-788"/>
                        <a:pt x="63477" y="7178"/>
                        <a:pt x="64246" y="17774"/>
                      </a:cubicBezTo>
                      <a:cubicBezTo>
                        <a:pt x="64386" y="19724"/>
                        <a:pt x="64229" y="21683"/>
                        <a:pt x="63783" y="23589"/>
                      </a:cubicBezTo>
                      <a:cubicBezTo>
                        <a:pt x="62970" y="28826"/>
                        <a:pt x="61186" y="33863"/>
                        <a:pt x="58537" y="38453"/>
                      </a:cubicBezTo>
                      <a:cubicBezTo>
                        <a:pt x="49794" y="52443"/>
                        <a:pt x="41924" y="67306"/>
                        <a:pt x="32306" y="81295"/>
                      </a:cubicBezTo>
                      <a:lnTo>
                        <a:pt x="32306" y="81295"/>
                      </a:lnTo>
                      <a:lnTo>
                        <a:pt x="32306" y="81295"/>
                      </a:lnTo>
                      <a:lnTo>
                        <a:pt x="32306" y="81295"/>
                      </a:lnTo>
                      <a:cubicBezTo>
                        <a:pt x="33522" y="77553"/>
                        <a:pt x="35288" y="74021"/>
                        <a:pt x="37553" y="70804"/>
                      </a:cubicBezTo>
                      <a:cubicBezTo>
                        <a:pt x="47135" y="57837"/>
                        <a:pt x="55616" y="44092"/>
                        <a:pt x="62909" y="29709"/>
                      </a:cubicBezTo>
                      <a:cubicBezTo>
                        <a:pt x="64246" y="24253"/>
                        <a:pt x="64246" y="18553"/>
                        <a:pt x="62909" y="13097"/>
                      </a:cubicBezTo>
                      <a:lnTo>
                        <a:pt x="62909" y="13097"/>
                      </a:lnTo>
                      <a:cubicBezTo>
                        <a:pt x="61685" y="9048"/>
                        <a:pt x="58318" y="6023"/>
                        <a:pt x="54165" y="5228"/>
                      </a:cubicBezTo>
                      <a:cubicBezTo>
                        <a:pt x="44451" y="5699"/>
                        <a:pt x="35454" y="10508"/>
                        <a:pt x="29683" y="18342"/>
                      </a:cubicBezTo>
                      <a:cubicBezTo>
                        <a:pt x="20940" y="29709"/>
                        <a:pt x="13945" y="41950"/>
                        <a:pt x="6076" y="53316"/>
                      </a:cubicBezTo>
                      <a:cubicBezTo>
                        <a:pt x="4765" y="56429"/>
                        <a:pt x="2649" y="59149"/>
                        <a:pt x="-44" y="61186"/>
                      </a:cubicBezTo>
                      <a:cubicBezTo>
                        <a:pt x="-44" y="61186"/>
                        <a:pt x="-44" y="61186"/>
                        <a:pt x="-44" y="61186"/>
                      </a:cubicBezTo>
                      <a:lnTo>
                        <a:pt x="-44" y="61186"/>
                      </a:lnTo>
                      <a:cubicBezTo>
                        <a:pt x="5473" y="45955"/>
                        <a:pt x="11899" y="31064"/>
                        <a:pt x="19192" y="16594"/>
                      </a:cubicBezTo>
                      <a:close/>
                    </a:path>
                  </a:pathLst>
                </a:custGeom>
                <a:solidFill>
                  <a:srgbClr val="5B5B7C"/>
                </a:solidFill>
                <a:ln w="87213" cap="flat">
                  <a:noFill/>
                  <a:prstDash val="solid"/>
                  <a:miter/>
                </a:ln>
              </p:spPr>
              <p:txBody>
                <a:bodyPr rtlCol="0" anchor="ctr"/>
                <a:lstStyle/>
                <a:p>
                  <a:endParaRPr lang="en-IN" dirty="0"/>
                </a:p>
              </p:txBody>
            </p:sp>
            <p:sp>
              <p:nvSpPr>
                <p:cNvPr id="2518" name="Freeform: Shape 2517">
                  <a:extLst>
                    <a:ext uri="{FF2B5EF4-FFF2-40B4-BE49-F238E27FC236}">
                      <a16:creationId xmlns:a16="http://schemas.microsoft.com/office/drawing/2014/main" id="{57B1C8BF-2495-FB9C-DE41-53160951FBCA}"/>
                    </a:ext>
                  </a:extLst>
                </p:cNvPr>
                <p:cNvSpPr/>
                <p:nvPr/>
              </p:nvSpPr>
              <p:spPr>
                <a:xfrm>
                  <a:off x="2950981" y="4441334"/>
                  <a:ext cx="42320" cy="40356"/>
                </a:xfrm>
                <a:custGeom>
                  <a:avLst/>
                  <a:gdLst>
                    <a:gd name="connsiteX0" fmla="*/ 42276 w 42320"/>
                    <a:gd name="connsiteY0" fmla="*/ 24412 h 40356"/>
                    <a:gd name="connsiteX1" fmla="*/ 42276 w 42320"/>
                    <a:gd name="connsiteY1" fmla="*/ 24412 h 40356"/>
                    <a:gd name="connsiteX2" fmla="*/ 20417 w 42320"/>
                    <a:gd name="connsiteY2" fmla="*/ 40150 h 40356"/>
                    <a:gd name="connsiteX3" fmla="*/ 3805 w 42320"/>
                    <a:gd name="connsiteY3" fmla="*/ 30532 h 40356"/>
                    <a:gd name="connsiteX4" fmla="*/ 3805 w 42320"/>
                    <a:gd name="connsiteY4" fmla="*/ -70 h 40356"/>
                    <a:gd name="connsiteX5" fmla="*/ 3805 w 42320"/>
                    <a:gd name="connsiteY5" fmla="*/ -70 h 40356"/>
                    <a:gd name="connsiteX6" fmla="*/ 3805 w 42320"/>
                    <a:gd name="connsiteY6" fmla="*/ -70 h 40356"/>
                    <a:gd name="connsiteX7" fmla="*/ 3805 w 42320"/>
                    <a:gd name="connsiteY7" fmla="*/ 6925 h 40356"/>
                    <a:gd name="connsiteX8" fmla="*/ 10800 w 42320"/>
                    <a:gd name="connsiteY8" fmla="*/ 22663 h 40356"/>
                    <a:gd name="connsiteX9" fmla="*/ 30910 w 42320"/>
                    <a:gd name="connsiteY9" fmla="*/ 22663 h 40356"/>
                    <a:gd name="connsiteX10" fmla="*/ 42276 w 42320"/>
                    <a:gd name="connsiteY10" fmla="*/ 24412 h 4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20" h="40356">
                      <a:moveTo>
                        <a:pt x="42276" y="24412"/>
                      </a:moveTo>
                      <a:lnTo>
                        <a:pt x="42276" y="24412"/>
                      </a:lnTo>
                      <a:cubicBezTo>
                        <a:pt x="38298" y="33164"/>
                        <a:pt x="29983" y="39153"/>
                        <a:pt x="20417" y="40150"/>
                      </a:cubicBezTo>
                      <a:cubicBezTo>
                        <a:pt x="13335" y="41086"/>
                        <a:pt x="6524" y="37133"/>
                        <a:pt x="3805" y="30532"/>
                      </a:cubicBezTo>
                      <a:cubicBezTo>
                        <a:pt x="-1327" y="20975"/>
                        <a:pt x="-1327" y="9486"/>
                        <a:pt x="3805" y="-70"/>
                      </a:cubicBezTo>
                      <a:lnTo>
                        <a:pt x="3805" y="-70"/>
                      </a:lnTo>
                      <a:cubicBezTo>
                        <a:pt x="3805" y="-70"/>
                        <a:pt x="3805" y="-70"/>
                        <a:pt x="3805" y="-70"/>
                      </a:cubicBezTo>
                      <a:cubicBezTo>
                        <a:pt x="3805" y="-70"/>
                        <a:pt x="3805" y="4302"/>
                        <a:pt x="3805" y="6925"/>
                      </a:cubicBezTo>
                      <a:cubicBezTo>
                        <a:pt x="3805" y="13045"/>
                        <a:pt x="3805" y="20040"/>
                        <a:pt x="10800" y="22663"/>
                      </a:cubicBezTo>
                      <a:cubicBezTo>
                        <a:pt x="16973" y="26449"/>
                        <a:pt x="24737" y="26449"/>
                        <a:pt x="30910" y="22663"/>
                      </a:cubicBezTo>
                      <a:cubicBezTo>
                        <a:pt x="34599" y="20320"/>
                        <a:pt x="39461" y="21072"/>
                        <a:pt x="42276" y="24412"/>
                      </a:cubicBezTo>
                      <a:close/>
                    </a:path>
                  </a:pathLst>
                </a:custGeom>
                <a:solidFill>
                  <a:srgbClr val="5D5D7D"/>
                </a:solidFill>
                <a:ln w="87213" cap="flat">
                  <a:noFill/>
                  <a:prstDash val="solid"/>
                  <a:miter/>
                </a:ln>
              </p:spPr>
              <p:txBody>
                <a:bodyPr rtlCol="0" anchor="ctr"/>
                <a:lstStyle/>
                <a:p>
                  <a:endParaRPr lang="en-IN" dirty="0"/>
                </a:p>
              </p:txBody>
            </p:sp>
            <p:sp>
              <p:nvSpPr>
                <p:cNvPr id="2519" name="Freeform: Shape 2518">
                  <a:extLst>
                    <a:ext uri="{FF2B5EF4-FFF2-40B4-BE49-F238E27FC236}">
                      <a16:creationId xmlns:a16="http://schemas.microsoft.com/office/drawing/2014/main" id="{2EA856F7-AC36-112D-2887-1E9E20F92053}"/>
                    </a:ext>
                  </a:extLst>
                </p:cNvPr>
                <p:cNvSpPr/>
                <p:nvPr/>
              </p:nvSpPr>
              <p:spPr>
                <a:xfrm>
                  <a:off x="2995051" y="4420350"/>
                  <a:ext cx="29727" cy="46798"/>
                </a:xfrm>
                <a:custGeom>
                  <a:avLst/>
                  <a:gdLst>
                    <a:gd name="connsiteX0" fmla="*/ -44 w 29727"/>
                    <a:gd name="connsiteY0" fmla="*/ 44522 h 46798"/>
                    <a:gd name="connsiteX1" fmla="*/ 29683 w 29727"/>
                    <a:gd name="connsiteY1" fmla="*/ -70 h 46798"/>
                    <a:gd name="connsiteX2" fmla="*/ 29683 w 29727"/>
                    <a:gd name="connsiteY2" fmla="*/ -70 h 46798"/>
                    <a:gd name="connsiteX3" fmla="*/ 6950 w 29727"/>
                    <a:gd name="connsiteY3" fmla="*/ 38401 h 46798"/>
                    <a:gd name="connsiteX4" fmla="*/ -44 w 29727"/>
                    <a:gd name="connsiteY4" fmla="*/ 44522 h 46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7" h="46798">
                      <a:moveTo>
                        <a:pt x="-44" y="44522"/>
                      </a:moveTo>
                      <a:lnTo>
                        <a:pt x="29683" y="-70"/>
                      </a:lnTo>
                      <a:lnTo>
                        <a:pt x="29683" y="-70"/>
                      </a:lnTo>
                      <a:cubicBezTo>
                        <a:pt x="22688" y="13045"/>
                        <a:pt x="14820" y="26160"/>
                        <a:pt x="6950" y="38401"/>
                      </a:cubicBezTo>
                      <a:cubicBezTo>
                        <a:pt x="-919" y="50642"/>
                        <a:pt x="3453" y="46270"/>
                        <a:pt x="-44" y="44522"/>
                      </a:cubicBezTo>
                      <a:close/>
                    </a:path>
                  </a:pathLst>
                </a:custGeom>
                <a:solidFill>
                  <a:srgbClr val="5D5D7D"/>
                </a:solidFill>
                <a:ln w="87213" cap="flat">
                  <a:noFill/>
                  <a:prstDash val="solid"/>
                  <a:miter/>
                </a:ln>
              </p:spPr>
              <p:txBody>
                <a:bodyPr rtlCol="0" anchor="ctr"/>
                <a:lstStyle/>
                <a:p>
                  <a:endParaRPr lang="en-IN" dirty="0"/>
                </a:p>
              </p:txBody>
            </p:sp>
            <p:sp>
              <p:nvSpPr>
                <p:cNvPr id="2520" name="Freeform: Shape 2519">
                  <a:extLst>
                    <a:ext uri="{FF2B5EF4-FFF2-40B4-BE49-F238E27FC236}">
                      <a16:creationId xmlns:a16="http://schemas.microsoft.com/office/drawing/2014/main" id="{724DA5DF-B5F5-EE2A-E90B-3F785906FE09}"/>
                    </a:ext>
                  </a:extLst>
                </p:cNvPr>
                <p:cNvSpPr/>
                <p:nvPr/>
              </p:nvSpPr>
              <p:spPr>
                <a:xfrm>
                  <a:off x="2953082" y="4390622"/>
                  <a:ext cx="34099" cy="52461"/>
                </a:xfrm>
                <a:custGeom>
                  <a:avLst/>
                  <a:gdLst>
                    <a:gd name="connsiteX0" fmla="*/ -44 w 34099"/>
                    <a:gd name="connsiteY0" fmla="*/ 52391 h 52461"/>
                    <a:gd name="connsiteX1" fmla="*/ -44 w 34099"/>
                    <a:gd name="connsiteY1" fmla="*/ 52391 h 52461"/>
                    <a:gd name="connsiteX2" fmla="*/ 6076 w 34099"/>
                    <a:gd name="connsiteY2" fmla="*/ 42773 h 52461"/>
                    <a:gd name="connsiteX3" fmla="*/ 27935 w 34099"/>
                    <a:gd name="connsiteY3" fmla="*/ 9548 h 52461"/>
                    <a:gd name="connsiteX4" fmla="*/ 34055 w 34099"/>
                    <a:gd name="connsiteY4" fmla="*/ -70 h 52461"/>
                    <a:gd name="connsiteX5" fmla="*/ 34055 w 34099"/>
                    <a:gd name="connsiteY5" fmla="*/ -70 h 5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99" h="52461">
                      <a:moveTo>
                        <a:pt x="-44" y="52391"/>
                      </a:moveTo>
                      <a:lnTo>
                        <a:pt x="-44" y="52391"/>
                      </a:lnTo>
                      <a:lnTo>
                        <a:pt x="6076" y="42773"/>
                      </a:lnTo>
                      <a:lnTo>
                        <a:pt x="27935" y="9548"/>
                      </a:lnTo>
                      <a:lnTo>
                        <a:pt x="34055" y="-70"/>
                      </a:lnTo>
                      <a:lnTo>
                        <a:pt x="34055" y="-70"/>
                      </a:lnTo>
                      <a:close/>
                    </a:path>
                  </a:pathLst>
                </a:custGeom>
                <a:solidFill>
                  <a:srgbClr val="777792"/>
                </a:solidFill>
                <a:ln w="87213" cap="flat">
                  <a:noFill/>
                  <a:prstDash val="solid"/>
                  <a:miter/>
                </a:ln>
              </p:spPr>
              <p:txBody>
                <a:bodyPr rtlCol="0" anchor="ctr"/>
                <a:lstStyle/>
                <a:p>
                  <a:endParaRPr lang="en-IN" dirty="0"/>
                </a:p>
              </p:txBody>
            </p:sp>
            <p:sp>
              <p:nvSpPr>
                <p:cNvPr id="2521" name="Freeform: Shape 2520">
                  <a:extLst>
                    <a:ext uri="{FF2B5EF4-FFF2-40B4-BE49-F238E27FC236}">
                      <a16:creationId xmlns:a16="http://schemas.microsoft.com/office/drawing/2014/main" id="{D4E1AC15-4FFA-E0F1-26AB-29BC5F63E682}"/>
                    </a:ext>
                  </a:extLst>
                </p:cNvPr>
                <p:cNvSpPr/>
                <p:nvPr/>
              </p:nvSpPr>
              <p:spPr>
                <a:xfrm>
                  <a:off x="2959202" y="4394994"/>
                  <a:ext cx="26230" cy="41094"/>
                </a:xfrm>
                <a:custGeom>
                  <a:avLst/>
                  <a:gdLst>
                    <a:gd name="connsiteX0" fmla="*/ 26186 w 26230"/>
                    <a:gd name="connsiteY0" fmla="*/ -70 h 41094"/>
                    <a:gd name="connsiteX1" fmla="*/ -44 w 26230"/>
                    <a:gd name="connsiteY1" fmla="*/ 41024 h 41094"/>
                    <a:gd name="connsiteX2" fmla="*/ 13071 w 26230"/>
                    <a:gd name="connsiteY2" fmla="*/ 19166 h 41094"/>
                    <a:gd name="connsiteX3" fmla="*/ 26186 w 26230"/>
                    <a:gd name="connsiteY3" fmla="*/ -70 h 41094"/>
                  </a:gdLst>
                  <a:ahLst/>
                  <a:cxnLst>
                    <a:cxn ang="0">
                      <a:pos x="connsiteX0" y="connsiteY0"/>
                    </a:cxn>
                    <a:cxn ang="0">
                      <a:pos x="connsiteX1" y="connsiteY1"/>
                    </a:cxn>
                    <a:cxn ang="0">
                      <a:pos x="connsiteX2" y="connsiteY2"/>
                    </a:cxn>
                    <a:cxn ang="0">
                      <a:pos x="connsiteX3" y="connsiteY3"/>
                    </a:cxn>
                  </a:cxnLst>
                  <a:rect l="l" t="t" r="r" b="b"/>
                  <a:pathLst>
                    <a:path w="26230" h="41094">
                      <a:moveTo>
                        <a:pt x="26186" y="-70"/>
                      </a:moveTo>
                      <a:lnTo>
                        <a:pt x="-44" y="41024"/>
                      </a:lnTo>
                      <a:cubicBezTo>
                        <a:pt x="2587" y="32823"/>
                        <a:pt x="7073" y="25347"/>
                        <a:pt x="13071" y="19166"/>
                      </a:cubicBezTo>
                      <a:cubicBezTo>
                        <a:pt x="15545" y="11646"/>
                        <a:pt x="20092" y="4975"/>
                        <a:pt x="26186" y="-70"/>
                      </a:cubicBezTo>
                      <a:close/>
                    </a:path>
                  </a:pathLst>
                </a:custGeom>
                <a:solidFill>
                  <a:srgbClr val="5D5D7D"/>
                </a:solidFill>
                <a:ln w="87213" cap="flat">
                  <a:noFill/>
                  <a:prstDash val="solid"/>
                  <a:miter/>
                </a:ln>
              </p:spPr>
              <p:txBody>
                <a:bodyPr rtlCol="0" anchor="ctr"/>
                <a:lstStyle/>
                <a:p>
                  <a:endParaRPr lang="en-IN" dirty="0"/>
                </a:p>
              </p:txBody>
            </p:sp>
            <p:sp>
              <p:nvSpPr>
                <p:cNvPr id="2522" name="Freeform: Shape 2521">
                  <a:extLst>
                    <a:ext uri="{FF2B5EF4-FFF2-40B4-BE49-F238E27FC236}">
                      <a16:creationId xmlns:a16="http://schemas.microsoft.com/office/drawing/2014/main" id="{8516E8EA-5B12-A6B5-BBF3-DAE3A872356B}"/>
                    </a:ext>
                  </a:extLst>
                </p:cNvPr>
                <p:cNvSpPr/>
                <p:nvPr/>
              </p:nvSpPr>
              <p:spPr>
                <a:xfrm>
                  <a:off x="2955968" y="4398332"/>
                  <a:ext cx="56642" cy="79687"/>
                </a:xfrm>
                <a:custGeom>
                  <a:avLst/>
                  <a:gdLst>
                    <a:gd name="connsiteX0" fmla="*/ 37289 w 56642"/>
                    <a:gd name="connsiteY0" fmla="*/ 67413 h 79687"/>
                    <a:gd name="connsiteX1" fmla="*/ 31169 w 56642"/>
                    <a:gd name="connsiteY1" fmla="*/ 73534 h 79687"/>
                    <a:gd name="connsiteX2" fmla="*/ 7562 w 56642"/>
                    <a:gd name="connsiteY2" fmla="*/ 77906 h 79687"/>
                    <a:gd name="connsiteX3" fmla="*/ 1441 w 56642"/>
                    <a:gd name="connsiteY3" fmla="*/ 55173 h 79687"/>
                    <a:gd name="connsiteX4" fmla="*/ 1441 w 56642"/>
                    <a:gd name="connsiteY4" fmla="*/ 55173 h 79687"/>
                    <a:gd name="connsiteX5" fmla="*/ 1441 w 56642"/>
                    <a:gd name="connsiteY5" fmla="*/ 55173 h 79687"/>
                    <a:gd name="connsiteX6" fmla="*/ 1441 w 56642"/>
                    <a:gd name="connsiteY6" fmla="*/ 61293 h 79687"/>
                    <a:gd name="connsiteX7" fmla="*/ 8436 w 56642"/>
                    <a:gd name="connsiteY7" fmla="*/ 74408 h 79687"/>
                    <a:gd name="connsiteX8" fmla="*/ 21551 w 56642"/>
                    <a:gd name="connsiteY8" fmla="*/ 74408 h 79687"/>
                    <a:gd name="connsiteX9" fmla="*/ 50404 w 56642"/>
                    <a:gd name="connsiteY9" fmla="*/ 36811 h 79687"/>
                    <a:gd name="connsiteX10" fmla="*/ 50404 w 56642"/>
                    <a:gd name="connsiteY10" fmla="*/ 28068 h 79687"/>
                    <a:gd name="connsiteX11" fmla="*/ 56525 w 56642"/>
                    <a:gd name="connsiteY11" fmla="*/ 8832 h 79687"/>
                    <a:gd name="connsiteX12" fmla="*/ 56525 w 56642"/>
                    <a:gd name="connsiteY12" fmla="*/ 89 h 79687"/>
                    <a:gd name="connsiteX13" fmla="*/ 56525 w 56642"/>
                    <a:gd name="connsiteY13" fmla="*/ 17576 h 79687"/>
                    <a:gd name="connsiteX14" fmla="*/ 48656 w 56642"/>
                    <a:gd name="connsiteY14" fmla="*/ 33314 h 7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642" h="79687">
                      <a:moveTo>
                        <a:pt x="37289" y="67413"/>
                      </a:moveTo>
                      <a:lnTo>
                        <a:pt x="31169" y="73534"/>
                      </a:lnTo>
                      <a:cubicBezTo>
                        <a:pt x="24874" y="79567"/>
                        <a:pt x="15597" y="81289"/>
                        <a:pt x="7562" y="77906"/>
                      </a:cubicBezTo>
                      <a:cubicBezTo>
                        <a:pt x="584" y="72607"/>
                        <a:pt x="-1934" y="63260"/>
                        <a:pt x="1441" y="55173"/>
                      </a:cubicBezTo>
                      <a:cubicBezTo>
                        <a:pt x="1441" y="55173"/>
                        <a:pt x="1441" y="55173"/>
                        <a:pt x="1441" y="55173"/>
                      </a:cubicBezTo>
                      <a:lnTo>
                        <a:pt x="1441" y="55173"/>
                      </a:lnTo>
                      <a:cubicBezTo>
                        <a:pt x="1896" y="57184"/>
                        <a:pt x="1896" y="59274"/>
                        <a:pt x="1441" y="61293"/>
                      </a:cubicBezTo>
                      <a:cubicBezTo>
                        <a:pt x="1065" y="66644"/>
                        <a:pt x="3784" y="71741"/>
                        <a:pt x="8436" y="74408"/>
                      </a:cubicBezTo>
                      <a:cubicBezTo>
                        <a:pt x="12440" y="76944"/>
                        <a:pt x="17546" y="76944"/>
                        <a:pt x="21551" y="74408"/>
                      </a:cubicBezTo>
                      <a:cubicBezTo>
                        <a:pt x="33057" y="63444"/>
                        <a:pt x="42789" y="50757"/>
                        <a:pt x="50404" y="36811"/>
                      </a:cubicBezTo>
                      <a:cubicBezTo>
                        <a:pt x="49932" y="33918"/>
                        <a:pt x="49932" y="30962"/>
                        <a:pt x="50404" y="28068"/>
                      </a:cubicBezTo>
                      <a:cubicBezTo>
                        <a:pt x="54846" y="22682"/>
                        <a:pt x="57040" y="15792"/>
                        <a:pt x="56525" y="8832"/>
                      </a:cubicBezTo>
                      <a:cubicBezTo>
                        <a:pt x="56525" y="8832"/>
                        <a:pt x="56525" y="1837"/>
                        <a:pt x="56525" y="89"/>
                      </a:cubicBezTo>
                      <a:cubicBezTo>
                        <a:pt x="56525" y="-1660"/>
                        <a:pt x="56525" y="11455"/>
                        <a:pt x="56525" y="17576"/>
                      </a:cubicBezTo>
                      <a:cubicBezTo>
                        <a:pt x="54610" y="23146"/>
                        <a:pt x="51961" y="28444"/>
                        <a:pt x="48656" y="33314"/>
                      </a:cubicBezTo>
                      <a:close/>
                    </a:path>
                  </a:pathLst>
                </a:custGeom>
                <a:solidFill>
                  <a:srgbClr val="505072"/>
                </a:solidFill>
                <a:ln w="87213" cap="flat">
                  <a:noFill/>
                  <a:prstDash val="solid"/>
                  <a:miter/>
                </a:ln>
              </p:spPr>
              <p:txBody>
                <a:bodyPr rtlCol="0" anchor="ctr"/>
                <a:lstStyle/>
                <a:p>
                  <a:endParaRPr lang="en-IN" dirty="0"/>
                </a:p>
              </p:txBody>
            </p:sp>
            <p:sp>
              <p:nvSpPr>
                <p:cNvPr id="2523" name="Freeform: Shape 2522">
                  <a:extLst>
                    <a:ext uri="{FF2B5EF4-FFF2-40B4-BE49-F238E27FC236}">
                      <a16:creationId xmlns:a16="http://schemas.microsoft.com/office/drawing/2014/main" id="{D1D75162-D996-B34D-2802-2F6185D6F95F}"/>
                    </a:ext>
                  </a:extLst>
                </p:cNvPr>
                <p:cNvSpPr/>
                <p:nvPr/>
              </p:nvSpPr>
              <p:spPr>
                <a:xfrm>
                  <a:off x="2968820" y="4394980"/>
                  <a:ext cx="64701" cy="61217"/>
                </a:xfrm>
                <a:custGeom>
                  <a:avLst/>
                  <a:gdLst>
                    <a:gd name="connsiteX0" fmla="*/ 55914 w 64701"/>
                    <a:gd name="connsiteY0" fmla="*/ -56 h 61217"/>
                    <a:gd name="connsiteX1" fmla="*/ 55914 w 64701"/>
                    <a:gd name="connsiteY1" fmla="*/ 7812 h 61217"/>
                    <a:gd name="connsiteX2" fmla="*/ 55914 w 64701"/>
                    <a:gd name="connsiteY2" fmla="*/ 7812 h 61217"/>
                    <a:gd name="connsiteX3" fmla="*/ 36678 w 64701"/>
                    <a:gd name="connsiteY3" fmla="*/ 7812 h 61217"/>
                    <a:gd name="connsiteX4" fmla="*/ 16569 w 64701"/>
                    <a:gd name="connsiteY4" fmla="*/ 30546 h 61217"/>
                    <a:gd name="connsiteX5" fmla="*/ -44 w 64701"/>
                    <a:gd name="connsiteY5" fmla="*/ 61148 h 61217"/>
                    <a:gd name="connsiteX6" fmla="*/ -44 w 64701"/>
                    <a:gd name="connsiteY6" fmla="*/ 61148 h 61217"/>
                    <a:gd name="connsiteX7" fmla="*/ -44 w 64701"/>
                    <a:gd name="connsiteY7" fmla="*/ 61148 h 61217"/>
                    <a:gd name="connsiteX8" fmla="*/ -44 w 64701"/>
                    <a:gd name="connsiteY8" fmla="*/ 61148 h 61217"/>
                    <a:gd name="connsiteX9" fmla="*/ 29683 w 64701"/>
                    <a:gd name="connsiteY9" fmla="*/ 14807 h 61217"/>
                    <a:gd name="connsiteX10" fmla="*/ 54166 w 64701"/>
                    <a:gd name="connsiteY10" fmla="*/ 2567 h 61217"/>
                    <a:gd name="connsiteX11" fmla="*/ 64657 w 64701"/>
                    <a:gd name="connsiteY11" fmla="*/ 11310 h 61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701" h="61217">
                      <a:moveTo>
                        <a:pt x="55914" y="-56"/>
                      </a:moveTo>
                      <a:cubicBezTo>
                        <a:pt x="55914" y="-56"/>
                        <a:pt x="55914" y="5189"/>
                        <a:pt x="55914" y="7812"/>
                      </a:cubicBezTo>
                      <a:lnTo>
                        <a:pt x="55914" y="7812"/>
                      </a:lnTo>
                      <a:cubicBezTo>
                        <a:pt x="50668" y="-1805"/>
                        <a:pt x="45422" y="-3554"/>
                        <a:pt x="36678" y="7812"/>
                      </a:cubicBezTo>
                      <a:cubicBezTo>
                        <a:pt x="28224" y="13636"/>
                        <a:pt x="21316" y="21444"/>
                        <a:pt x="16569" y="30546"/>
                      </a:cubicBezTo>
                      <a:cubicBezTo>
                        <a:pt x="16569" y="41912"/>
                        <a:pt x="4328" y="50656"/>
                        <a:pt x="-44" y="61148"/>
                      </a:cubicBezTo>
                      <a:lnTo>
                        <a:pt x="-44" y="61148"/>
                      </a:lnTo>
                      <a:cubicBezTo>
                        <a:pt x="-44" y="61148"/>
                        <a:pt x="-44" y="61148"/>
                        <a:pt x="-44" y="61148"/>
                      </a:cubicBezTo>
                      <a:lnTo>
                        <a:pt x="-44" y="61148"/>
                      </a:lnTo>
                      <a:cubicBezTo>
                        <a:pt x="9049" y="45191"/>
                        <a:pt x="18973" y="29724"/>
                        <a:pt x="29683" y="14807"/>
                      </a:cubicBezTo>
                      <a:cubicBezTo>
                        <a:pt x="35157" y="6746"/>
                        <a:pt x="44434" y="2103"/>
                        <a:pt x="54166" y="2567"/>
                      </a:cubicBezTo>
                      <a:cubicBezTo>
                        <a:pt x="59411" y="2567"/>
                        <a:pt x="62034" y="7812"/>
                        <a:pt x="64657" y="11310"/>
                      </a:cubicBezTo>
                      <a:close/>
                    </a:path>
                  </a:pathLst>
                </a:custGeom>
                <a:solidFill>
                  <a:srgbClr val="4D4D70"/>
                </a:solidFill>
                <a:ln w="87213" cap="flat">
                  <a:noFill/>
                  <a:prstDash val="solid"/>
                  <a:miter/>
                </a:ln>
              </p:spPr>
              <p:txBody>
                <a:bodyPr rtlCol="0" anchor="ctr"/>
                <a:lstStyle/>
                <a:p>
                  <a:endParaRPr lang="en-IN" dirty="0"/>
                </a:p>
              </p:txBody>
            </p:sp>
            <p:sp>
              <p:nvSpPr>
                <p:cNvPr id="2524" name="Freeform: Shape 2523">
                  <a:extLst>
                    <a:ext uri="{FF2B5EF4-FFF2-40B4-BE49-F238E27FC236}">
                      <a16:creationId xmlns:a16="http://schemas.microsoft.com/office/drawing/2014/main" id="{848C91AC-BE7B-5DFB-9C84-671038BA438D}"/>
                    </a:ext>
                  </a:extLst>
                </p:cNvPr>
                <p:cNvSpPr/>
                <p:nvPr/>
              </p:nvSpPr>
              <p:spPr>
                <a:xfrm>
                  <a:off x="2960077" y="4394994"/>
                  <a:ext cx="29727" cy="46340"/>
                </a:xfrm>
                <a:custGeom>
                  <a:avLst/>
                  <a:gdLst>
                    <a:gd name="connsiteX0" fmla="*/ 29683 w 29727"/>
                    <a:gd name="connsiteY0" fmla="*/ -70 h 46340"/>
                    <a:gd name="connsiteX1" fmla="*/ -44 w 29727"/>
                    <a:gd name="connsiteY1" fmla="*/ 46270 h 46340"/>
                    <a:gd name="connsiteX2" fmla="*/ -44 w 29727"/>
                    <a:gd name="connsiteY2" fmla="*/ 46270 h 46340"/>
                    <a:gd name="connsiteX3" fmla="*/ 26186 w 29727"/>
                    <a:gd name="connsiteY3" fmla="*/ 6925 h 46340"/>
                    <a:gd name="connsiteX4" fmla="*/ 29683 w 29727"/>
                    <a:gd name="connsiteY4" fmla="*/ -70 h 46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7" h="46340">
                      <a:moveTo>
                        <a:pt x="29683" y="-70"/>
                      </a:moveTo>
                      <a:lnTo>
                        <a:pt x="-44" y="46270"/>
                      </a:lnTo>
                      <a:lnTo>
                        <a:pt x="-44" y="46270"/>
                      </a:lnTo>
                      <a:lnTo>
                        <a:pt x="26186" y="6925"/>
                      </a:lnTo>
                      <a:cubicBezTo>
                        <a:pt x="26186" y="6925"/>
                        <a:pt x="26186" y="-70"/>
                        <a:pt x="29683" y="-70"/>
                      </a:cubicBezTo>
                      <a:close/>
                    </a:path>
                  </a:pathLst>
                </a:custGeom>
                <a:solidFill>
                  <a:srgbClr val="515173"/>
                </a:solidFill>
                <a:ln w="87213" cap="flat">
                  <a:noFill/>
                  <a:prstDash val="solid"/>
                  <a:miter/>
                </a:ln>
              </p:spPr>
              <p:txBody>
                <a:bodyPr rtlCol="0" anchor="ctr"/>
                <a:lstStyle/>
                <a:p>
                  <a:endParaRPr lang="en-IN" dirty="0"/>
                </a:p>
              </p:txBody>
            </p:sp>
            <p:sp>
              <p:nvSpPr>
                <p:cNvPr id="2525" name="Freeform: Shape 2524">
                  <a:extLst>
                    <a:ext uri="{FF2B5EF4-FFF2-40B4-BE49-F238E27FC236}">
                      <a16:creationId xmlns:a16="http://schemas.microsoft.com/office/drawing/2014/main" id="{7218DD43-6D8E-165B-CD8D-186A5AA105C6}"/>
                    </a:ext>
                  </a:extLst>
                </p:cNvPr>
                <p:cNvSpPr/>
                <p:nvPr/>
              </p:nvSpPr>
              <p:spPr>
                <a:xfrm>
                  <a:off x="3013399" y="4385862"/>
                  <a:ext cx="11379" cy="9132"/>
                </a:xfrm>
                <a:custGeom>
                  <a:avLst/>
                  <a:gdLst>
                    <a:gd name="connsiteX0" fmla="*/ 11335 w 11379"/>
                    <a:gd name="connsiteY0" fmla="*/ 9062 h 9132"/>
                    <a:gd name="connsiteX1" fmla="*/ 843 w 11379"/>
                    <a:gd name="connsiteY1" fmla="*/ 319 h 9132"/>
                    <a:gd name="connsiteX2" fmla="*/ 11335 w 11379"/>
                    <a:gd name="connsiteY2" fmla="*/ 9062 h 9132"/>
                  </a:gdLst>
                  <a:ahLst/>
                  <a:cxnLst>
                    <a:cxn ang="0">
                      <a:pos x="connsiteX0" y="connsiteY0"/>
                    </a:cxn>
                    <a:cxn ang="0">
                      <a:pos x="connsiteX1" y="connsiteY1"/>
                    </a:cxn>
                    <a:cxn ang="0">
                      <a:pos x="connsiteX2" y="connsiteY2"/>
                    </a:cxn>
                  </a:cxnLst>
                  <a:rect l="l" t="t" r="r" b="b"/>
                  <a:pathLst>
                    <a:path w="11379" h="9132">
                      <a:moveTo>
                        <a:pt x="11335" y="9062"/>
                      </a:moveTo>
                      <a:cubicBezTo>
                        <a:pt x="11335" y="9062"/>
                        <a:pt x="5215" y="2067"/>
                        <a:pt x="843" y="319"/>
                      </a:cubicBezTo>
                      <a:cubicBezTo>
                        <a:pt x="-3528" y="-1430"/>
                        <a:pt x="9587" y="2942"/>
                        <a:pt x="11335" y="9062"/>
                      </a:cubicBezTo>
                      <a:close/>
                    </a:path>
                  </a:pathLst>
                </a:custGeom>
                <a:solidFill>
                  <a:srgbClr val="505072"/>
                </a:solidFill>
                <a:ln w="87213" cap="flat">
                  <a:noFill/>
                  <a:prstDash val="solid"/>
                  <a:miter/>
                </a:ln>
              </p:spPr>
              <p:txBody>
                <a:bodyPr rtlCol="0" anchor="ctr"/>
                <a:lstStyle/>
                <a:p>
                  <a:endParaRPr lang="en-IN" dirty="0"/>
                </a:p>
              </p:txBody>
            </p:sp>
            <p:sp>
              <p:nvSpPr>
                <p:cNvPr id="2526" name="Freeform: Shape 2525">
                  <a:extLst>
                    <a:ext uri="{FF2B5EF4-FFF2-40B4-BE49-F238E27FC236}">
                      <a16:creationId xmlns:a16="http://schemas.microsoft.com/office/drawing/2014/main" id="{21A969E4-6BC7-5045-33E3-DD7B0A6FE06D}"/>
                    </a:ext>
                  </a:extLst>
                </p:cNvPr>
                <p:cNvSpPr/>
                <p:nvPr/>
              </p:nvSpPr>
              <p:spPr>
                <a:xfrm>
                  <a:off x="2960174" y="4446580"/>
                  <a:ext cx="777" cy="1166"/>
                </a:xfrm>
                <a:custGeom>
                  <a:avLst/>
                  <a:gdLst>
                    <a:gd name="connsiteX0" fmla="*/ 733 w 777"/>
                    <a:gd name="connsiteY0" fmla="*/ -70 h 1166"/>
                    <a:gd name="connsiteX1" fmla="*/ 733 w 777"/>
                    <a:gd name="connsiteY1" fmla="*/ -70 h 1166"/>
                    <a:gd name="connsiteX2" fmla="*/ 733 w 777"/>
                    <a:gd name="connsiteY2" fmla="*/ -70 h 1166"/>
                    <a:gd name="connsiteX3" fmla="*/ 733 w 777"/>
                    <a:gd name="connsiteY3" fmla="*/ -70 h 1166"/>
                  </a:gdLst>
                  <a:ahLst/>
                  <a:cxnLst>
                    <a:cxn ang="0">
                      <a:pos x="connsiteX0" y="connsiteY0"/>
                    </a:cxn>
                    <a:cxn ang="0">
                      <a:pos x="connsiteX1" y="connsiteY1"/>
                    </a:cxn>
                    <a:cxn ang="0">
                      <a:pos x="connsiteX2" y="connsiteY2"/>
                    </a:cxn>
                    <a:cxn ang="0">
                      <a:pos x="connsiteX3" y="connsiteY3"/>
                    </a:cxn>
                  </a:cxnLst>
                  <a:rect l="l" t="t" r="r" b="b"/>
                  <a:pathLst>
                    <a:path w="777" h="1166">
                      <a:moveTo>
                        <a:pt x="733" y="-70"/>
                      </a:moveTo>
                      <a:cubicBezTo>
                        <a:pt x="733" y="-70"/>
                        <a:pt x="733" y="-70"/>
                        <a:pt x="733" y="-70"/>
                      </a:cubicBezTo>
                      <a:lnTo>
                        <a:pt x="733" y="-70"/>
                      </a:lnTo>
                      <a:cubicBezTo>
                        <a:pt x="733" y="-70"/>
                        <a:pt x="-1016" y="2554"/>
                        <a:pt x="733" y="-70"/>
                      </a:cubicBezTo>
                      <a:close/>
                    </a:path>
                  </a:pathLst>
                </a:custGeom>
                <a:solidFill>
                  <a:srgbClr val="515173"/>
                </a:solidFill>
                <a:ln w="87213" cap="flat">
                  <a:noFill/>
                  <a:prstDash val="solid"/>
                  <a:miter/>
                </a:ln>
              </p:spPr>
              <p:txBody>
                <a:bodyPr rtlCol="0" anchor="ctr"/>
                <a:lstStyle/>
                <a:p>
                  <a:endParaRPr lang="en-IN" dirty="0"/>
                </a:p>
              </p:txBody>
            </p:sp>
            <p:sp>
              <p:nvSpPr>
                <p:cNvPr id="2527" name="Freeform: Shape 2526">
                  <a:extLst>
                    <a:ext uri="{FF2B5EF4-FFF2-40B4-BE49-F238E27FC236}">
                      <a16:creationId xmlns:a16="http://schemas.microsoft.com/office/drawing/2014/main" id="{8552033E-AC64-C73E-4DA8-2BEB0FB7547A}"/>
                    </a:ext>
                  </a:extLst>
                </p:cNvPr>
                <p:cNvSpPr/>
                <p:nvPr/>
              </p:nvSpPr>
              <p:spPr>
                <a:xfrm>
                  <a:off x="2959542" y="4389075"/>
                  <a:ext cx="63859" cy="86253"/>
                </a:xfrm>
                <a:custGeom>
                  <a:avLst/>
                  <a:gdLst>
                    <a:gd name="connsiteX0" fmla="*/ 1365 w 63859"/>
                    <a:gd name="connsiteY0" fmla="*/ 62681 h 86253"/>
                    <a:gd name="connsiteX1" fmla="*/ 24098 w 63859"/>
                    <a:gd name="connsiteY1" fmla="*/ 20712 h 86253"/>
                    <a:gd name="connsiteX2" fmla="*/ 40711 w 63859"/>
                    <a:gd name="connsiteY2" fmla="*/ 4974 h 86253"/>
                    <a:gd name="connsiteX3" fmla="*/ 63444 w 63859"/>
                    <a:gd name="connsiteY3" fmla="*/ 12844 h 86253"/>
                    <a:gd name="connsiteX4" fmla="*/ 59072 w 63859"/>
                    <a:gd name="connsiteY4" fmla="*/ 31205 h 86253"/>
                    <a:gd name="connsiteX5" fmla="*/ 34590 w 63859"/>
                    <a:gd name="connsiteY5" fmla="*/ 69676 h 86253"/>
                    <a:gd name="connsiteX6" fmla="*/ 21475 w 63859"/>
                    <a:gd name="connsiteY6" fmla="*/ 83665 h 86253"/>
                    <a:gd name="connsiteX7" fmla="*/ 6611 w 63859"/>
                    <a:gd name="connsiteY7" fmla="*/ 83665 h 86253"/>
                    <a:gd name="connsiteX8" fmla="*/ 491 w 63859"/>
                    <a:gd name="connsiteY8" fmla="*/ 67927 h 86253"/>
                    <a:gd name="connsiteX9" fmla="*/ 1365 w 63859"/>
                    <a:gd name="connsiteY9" fmla="*/ 62681 h 8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859" h="86253">
                      <a:moveTo>
                        <a:pt x="1365" y="62681"/>
                      </a:moveTo>
                      <a:cubicBezTo>
                        <a:pt x="9234" y="48691"/>
                        <a:pt x="17103" y="34702"/>
                        <a:pt x="24098" y="20712"/>
                      </a:cubicBezTo>
                      <a:cubicBezTo>
                        <a:pt x="28513" y="14391"/>
                        <a:pt x="34162" y="9040"/>
                        <a:pt x="40711" y="4974"/>
                      </a:cubicBezTo>
                      <a:cubicBezTo>
                        <a:pt x="52077" y="-3769"/>
                        <a:pt x="59946" y="-1146"/>
                        <a:pt x="63444" y="12844"/>
                      </a:cubicBezTo>
                      <a:cubicBezTo>
                        <a:pt x="64606" y="19305"/>
                        <a:pt x="63015" y="25959"/>
                        <a:pt x="59072" y="31205"/>
                      </a:cubicBezTo>
                      <a:cubicBezTo>
                        <a:pt x="51736" y="44538"/>
                        <a:pt x="43561" y="57391"/>
                        <a:pt x="34590" y="69676"/>
                      </a:cubicBezTo>
                      <a:cubicBezTo>
                        <a:pt x="30682" y="74747"/>
                        <a:pt x="26284" y="79434"/>
                        <a:pt x="21475" y="83665"/>
                      </a:cubicBezTo>
                      <a:cubicBezTo>
                        <a:pt x="17086" y="87023"/>
                        <a:pt x="11001" y="87023"/>
                        <a:pt x="6611" y="83665"/>
                      </a:cubicBezTo>
                      <a:cubicBezTo>
                        <a:pt x="1277" y="80378"/>
                        <a:pt x="-1223" y="73952"/>
                        <a:pt x="491" y="67927"/>
                      </a:cubicBezTo>
                      <a:cubicBezTo>
                        <a:pt x="491" y="67927"/>
                        <a:pt x="2239" y="64430"/>
                        <a:pt x="1365" y="62681"/>
                      </a:cubicBezTo>
                      <a:close/>
                    </a:path>
                  </a:pathLst>
                </a:custGeom>
                <a:solidFill>
                  <a:srgbClr val="414167"/>
                </a:solidFill>
                <a:ln w="87213" cap="flat">
                  <a:noFill/>
                  <a:prstDash val="solid"/>
                  <a:miter/>
                </a:ln>
              </p:spPr>
              <p:txBody>
                <a:bodyPr rtlCol="0" anchor="ctr"/>
                <a:lstStyle/>
                <a:p>
                  <a:endParaRPr lang="en-IN" dirty="0"/>
                </a:p>
              </p:txBody>
            </p:sp>
            <p:sp>
              <p:nvSpPr>
                <p:cNvPr id="2528" name="Freeform: Shape 2527">
                  <a:extLst>
                    <a:ext uri="{FF2B5EF4-FFF2-40B4-BE49-F238E27FC236}">
                      <a16:creationId xmlns:a16="http://schemas.microsoft.com/office/drawing/2014/main" id="{6C533544-E24F-E931-E70C-2AD30118C40F}"/>
                    </a:ext>
                  </a:extLst>
                </p:cNvPr>
                <p:cNvSpPr/>
                <p:nvPr/>
              </p:nvSpPr>
              <p:spPr>
                <a:xfrm>
                  <a:off x="2963772" y="4393496"/>
                  <a:ext cx="54053" cy="74943"/>
                </a:xfrm>
                <a:custGeom>
                  <a:avLst/>
                  <a:gdLst>
                    <a:gd name="connsiteX0" fmla="*/ 39977 w 54053"/>
                    <a:gd name="connsiteY0" fmla="*/ 44271 h 74943"/>
                    <a:gd name="connsiteX1" fmla="*/ 26862 w 54053"/>
                    <a:gd name="connsiteY1" fmla="*/ 65256 h 74943"/>
                    <a:gd name="connsiteX2" fmla="*/ 10249 w 54053"/>
                    <a:gd name="connsiteY2" fmla="*/ 74873 h 74943"/>
                    <a:gd name="connsiteX3" fmla="*/ 631 w 54053"/>
                    <a:gd name="connsiteY3" fmla="*/ 61758 h 74943"/>
                    <a:gd name="connsiteX4" fmla="*/ 631 w 54053"/>
                    <a:gd name="connsiteY4" fmla="*/ 52141 h 74943"/>
                    <a:gd name="connsiteX5" fmla="*/ 32982 w 54053"/>
                    <a:gd name="connsiteY5" fmla="*/ 4926 h 74943"/>
                    <a:gd name="connsiteX6" fmla="*/ 48721 w 54053"/>
                    <a:gd name="connsiteY6" fmla="*/ 1428 h 74943"/>
                    <a:gd name="connsiteX7" fmla="*/ 53966 w 54053"/>
                    <a:gd name="connsiteY7" fmla="*/ 14544 h 74943"/>
                    <a:gd name="connsiteX8" fmla="*/ 39977 w 54053"/>
                    <a:gd name="connsiteY8" fmla="*/ 44271 h 74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053" h="74943">
                      <a:moveTo>
                        <a:pt x="39977" y="44271"/>
                      </a:moveTo>
                      <a:cubicBezTo>
                        <a:pt x="35177" y="50986"/>
                        <a:pt x="30796" y="57999"/>
                        <a:pt x="26862" y="65256"/>
                      </a:cubicBezTo>
                      <a:cubicBezTo>
                        <a:pt x="22683" y="70379"/>
                        <a:pt x="16772" y="73798"/>
                        <a:pt x="10249" y="74873"/>
                      </a:cubicBezTo>
                      <a:cubicBezTo>
                        <a:pt x="5003" y="74873"/>
                        <a:pt x="-1117" y="68753"/>
                        <a:pt x="631" y="61758"/>
                      </a:cubicBezTo>
                      <a:cubicBezTo>
                        <a:pt x="-269" y="58619"/>
                        <a:pt x="-269" y="55288"/>
                        <a:pt x="631" y="52141"/>
                      </a:cubicBezTo>
                      <a:cubicBezTo>
                        <a:pt x="9882" y="35406"/>
                        <a:pt x="20715" y="19597"/>
                        <a:pt x="32982" y="4926"/>
                      </a:cubicBezTo>
                      <a:cubicBezTo>
                        <a:pt x="36611" y="-15"/>
                        <a:pt x="43343" y="-1509"/>
                        <a:pt x="48721" y="1428"/>
                      </a:cubicBezTo>
                      <a:cubicBezTo>
                        <a:pt x="54841" y="1428"/>
                        <a:pt x="53966" y="9297"/>
                        <a:pt x="53966" y="14544"/>
                      </a:cubicBezTo>
                      <a:cubicBezTo>
                        <a:pt x="53966" y="19790"/>
                        <a:pt x="43475" y="35528"/>
                        <a:pt x="39977" y="44271"/>
                      </a:cubicBezTo>
                      <a:close/>
                    </a:path>
                  </a:pathLst>
                </a:custGeom>
                <a:solidFill>
                  <a:srgbClr val="32325A"/>
                </a:solidFill>
                <a:ln w="87213" cap="flat">
                  <a:noFill/>
                  <a:prstDash val="solid"/>
                  <a:miter/>
                </a:ln>
              </p:spPr>
              <p:txBody>
                <a:bodyPr rtlCol="0" anchor="ctr"/>
                <a:lstStyle/>
                <a:p>
                  <a:endParaRPr lang="en-IN" dirty="0"/>
                </a:p>
              </p:txBody>
            </p:sp>
            <p:sp>
              <p:nvSpPr>
                <p:cNvPr id="2529" name="Freeform: Shape 2528">
                  <a:extLst>
                    <a:ext uri="{FF2B5EF4-FFF2-40B4-BE49-F238E27FC236}">
                      <a16:creationId xmlns:a16="http://schemas.microsoft.com/office/drawing/2014/main" id="{463BCF6E-F6D2-B27C-AE23-B78B34BA7747}"/>
                    </a:ext>
                  </a:extLst>
                </p:cNvPr>
                <p:cNvSpPr/>
                <p:nvPr/>
              </p:nvSpPr>
              <p:spPr>
                <a:xfrm>
                  <a:off x="2969921" y="4402863"/>
                  <a:ext cx="42421" cy="58581"/>
                </a:xfrm>
                <a:custGeom>
                  <a:avLst/>
                  <a:gdLst>
                    <a:gd name="connsiteX0" fmla="*/ 12844 w 42421"/>
                    <a:gd name="connsiteY0" fmla="*/ 23538 h 58581"/>
                    <a:gd name="connsiteX1" fmla="*/ 32079 w 42421"/>
                    <a:gd name="connsiteY1" fmla="*/ -70 h 58581"/>
                    <a:gd name="connsiteX2" fmla="*/ 40823 w 42421"/>
                    <a:gd name="connsiteY2" fmla="*/ -70 h 58581"/>
                    <a:gd name="connsiteX3" fmla="*/ 40823 w 42421"/>
                    <a:gd name="connsiteY3" fmla="*/ 9548 h 58581"/>
                    <a:gd name="connsiteX4" fmla="*/ 34703 w 42421"/>
                    <a:gd name="connsiteY4" fmla="*/ 23538 h 58581"/>
                    <a:gd name="connsiteX5" fmla="*/ 21588 w 42421"/>
                    <a:gd name="connsiteY5" fmla="*/ 45396 h 58581"/>
                    <a:gd name="connsiteX6" fmla="*/ 7598 w 42421"/>
                    <a:gd name="connsiteY6" fmla="*/ 58512 h 58581"/>
                    <a:gd name="connsiteX7" fmla="*/ 1477 w 42421"/>
                    <a:gd name="connsiteY7" fmla="*/ 58512 h 58581"/>
                    <a:gd name="connsiteX8" fmla="*/ 1477 w 42421"/>
                    <a:gd name="connsiteY8" fmla="*/ 47145 h 58581"/>
                    <a:gd name="connsiteX9" fmla="*/ 12844 w 42421"/>
                    <a:gd name="connsiteY9" fmla="*/ 23538 h 5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1" h="58581">
                      <a:moveTo>
                        <a:pt x="12844" y="23538"/>
                      </a:moveTo>
                      <a:cubicBezTo>
                        <a:pt x="17539" y="14409"/>
                        <a:pt x="24088" y="6365"/>
                        <a:pt x="32079" y="-70"/>
                      </a:cubicBezTo>
                      <a:cubicBezTo>
                        <a:pt x="32079" y="-70"/>
                        <a:pt x="37326" y="-70"/>
                        <a:pt x="40823" y="-70"/>
                      </a:cubicBezTo>
                      <a:cubicBezTo>
                        <a:pt x="44320" y="-70"/>
                        <a:pt x="40823" y="6051"/>
                        <a:pt x="40823" y="9548"/>
                      </a:cubicBezTo>
                      <a:cubicBezTo>
                        <a:pt x="39153" y="14365"/>
                        <a:pt x="37107" y="19044"/>
                        <a:pt x="34703" y="23538"/>
                      </a:cubicBezTo>
                      <a:cubicBezTo>
                        <a:pt x="29290" y="30148"/>
                        <a:pt x="24866" y="37510"/>
                        <a:pt x="21588" y="45396"/>
                      </a:cubicBezTo>
                      <a:cubicBezTo>
                        <a:pt x="21588" y="51517"/>
                        <a:pt x="11970" y="54140"/>
                        <a:pt x="7598" y="58512"/>
                      </a:cubicBezTo>
                      <a:lnTo>
                        <a:pt x="1477" y="58512"/>
                      </a:lnTo>
                      <a:cubicBezTo>
                        <a:pt x="-551" y="54997"/>
                        <a:pt x="-551" y="50660"/>
                        <a:pt x="1477" y="47145"/>
                      </a:cubicBezTo>
                      <a:cubicBezTo>
                        <a:pt x="4459" y="38908"/>
                        <a:pt x="8262" y="31004"/>
                        <a:pt x="12844" y="23538"/>
                      </a:cubicBezTo>
                      <a:close/>
                    </a:path>
                  </a:pathLst>
                </a:custGeom>
                <a:solidFill>
                  <a:srgbClr val="282853"/>
                </a:solidFill>
                <a:ln w="87213" cap="flat">
                  <a:noFill/>
                  <a:prstDash val="solid"/>
                  <a:miter/>
                </a:ln>
              </p:spPr>
              <p:txBody>
                <a:bodyPr rtlCol="0" anchor="ctr"/>
                <a:lstStyle/>
                <a:p>
                  <a:endParaRPr lang="en-IN" dirty="0"/>
                </a:p>
              </p:txBody>
            </p:sp>
            <p:sp>
              <p:nvSpPr>
                <p:cNvPr id="2530" name="Freeform: Shape 2529">
                  <a:extLst>
                    <a:ext uri="{FF2B5EF4-FFF2-40B4-BE49-F238E27FC236}">
                      <a16:creationId xmlns:a16="http://schemas.microsoft.com/office/drawing/2014/main" id="{DAA91C01-9312-1AEC-950A-F91CADD40A00}"/>
                    </a:ext>
                  </a:extLst>
                </p:cNvPr>
                <p:cNvSpPr/>
                <p:nvPr/>
              </p:nvSpPr>
              <p:spPr>
                <a:xfrm>
                  <a:off x="2973968" y="4408984"/>
                  <a:ext cx="35557" cy="44591"/>
                </a:xfrm>
                <a:custGeom>
                  <a:avLst/>
                  <a:gdLst>
                    <a:gd name="connsiteX0" fmla="*/ 22786 w 35557"/>
                    <a:gd name="connsiteY0" fmla="*/ 24412 h 44591"/>
                    <a:gd name="connsiteX1" fmla="*/ 8797 w 35557"/>
                    <a:gd name="connsiteY1" fmla="*/ 44521 h 44591"/>
                    <a:gd name="connsiteX2" fmla="*/ 2676 w 35557"/>
                    <a:gd name="connsiteY2" fmla="*/ 44521 h 44591"/>
                    <a:gd name="connsiteX3" fmla="*/ 2676 w 35557"/>
                    <a:gd name="connsiteY3" fmla="*/ 39275 h 44591"/>
                    <a:gd name="connsiteX4" fmla="*/ 25409 w 35557"/>
                    <a:gd name="connsiteY4" fmla="*/ -70 h 44591"/>
                    <a:gd name="connsiteX5" fmla="*/ 32404 w 35557"/>
                    <a:gd name="connsiteY5" fmla="*/ -70 h 44591"/>
                    <a:gd name="connsiteX6" fmla="*/ 32404 w 35557"/>
                    <a:gd name="connsiteY6" fmla="*/ 7799 h 44591"/>
                    <a:gd name="connsiteX7" fmla="*/ 22786 w 35557"/>
                    <a:gd name="connsiteY7" fmla="*/ 24412 h 4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57" h="44591">
                      <a:moveTo>
                        <a:pt x="22786" y="24412"/>
                      </a:moveTo>
                      <a:cubicBezTo>
                        <a:pt x="18835" y="31581"/>
                        <a:pt x="14148" y="38322"/>
                        <a:pt x="8797" y="44521"/>
                      </a:cubicBezTo>
                      <a:cubicBezTo>
                        <a:pt x="8797" y="44521"/>
                        <a:pt x="8797" y="44521"/>
                        <a:pt x="2676" y="44521"/>
                      </a:cubicBezTo>
                      <a:cubicBezTo>
                        <a:pt x="-3444" y="44521"/>
                        <a:pt x="2676" y="44521"/>
                        <a:pt x="2676" y="39275"/>
                      </a:cubicBezTo>
                      <a:cubicBezTo>
                        <a:pt x="6654" y="24385"/>
                        <a:pt x="14497" y="10815"/>
                        <a:pt x="25409" y="-70"/>
                      </a:cubicBezTo>
                      <a:cubicBezTo>
                        <a:pt x="25409" y="-70"/>
                        <a:pt x="25409" y="-70"/>
                        <a:pt x="32404" y="-70"/>
                      </a:cubicBezTo>
                      <a:cubicBezTo>
                        <a:pt x="39399" y="-70"/>
                        <a:pt x="32404" y="5176"/>
                        <a:pt x="32404" y="7799"/>
                      </a:cubicBezTo>
                      <a:cubicBezTo>
                        <a:pt x="32404" y="10422"/>
                        <a:pt x="25409" y="19165"/>
                        <a:pt x="22786" y="24412"/>
                      </a:cubicBezTo>
                      <a:close/>
                    </a:path>
                  </a:pathLst>
                </a:custGeom>
                <a:solidFill>
                  <a:srgbClr val="242450"/>
                </a:solidFill>
                <a:ln w="87213" cap="flat">
                  <a:noFill/>
                  <a:prstDash val="solid"/>
                  <a:miter/>
                </a:ln>
              </p:spPr>
              <p:txBody>
                <a:bodyPr rtlCol="0" anchor="ctr"/>
                <a:lstStyle/>
                <a:p>
                  <a:endParaRPr lang="en-IN" dirty="0"/>
                </a:p>
              </p:txBody>
            </p:sp>
            <p:sp>
              <p:nvSpPr>
                <p:cNvPr id="2531" name="Freeform: Shape 2530">
                  <a:extLst>
                    <a:ext uri="{FF2B5EF4-FFF2-40B4-BE49-F238E27FC236}">
                      <a16:creationId xmlns:a16="http://schemas.microsoft.com/office/drawing/2014/main" id="{1ADCD96A-DF98-1DA7-9768-17B183F787AC}"/>
                    </a:ext>
                  </a:extLst>
                </p:cNvPr>
                <p:cNvSpPr/>
                <p:nvPr/>
              </p:nvSpPr>
              <p:spPr>
                <a:xfrm>
                  <a:off x="2981935" y="4411607"/>
                  <a:ext cx="25453" cy="33333"/>
                </a:xfrm>
                <a:custGeom>
                  <a:avLst/>
                  <a:gdLst>
                    <a:gd name="connsiteX0" fmla="*/ 13071 w 25453"/>
                    <a:gd name="connsiteY0" fmla="*/ 22662 h 33333"/>
                    <a:gd name="connsiteX1" fmla="*/ 6076 w 25453"/>
                    <a:gd name="connsiteY1" fmla="*/ 32280 h 33333"/>
                    <a:gd name="connsiteX2" fmla="*/ -44 w 25453"/>
                    <a:gd name="connsiteY2" fmla="*/ 32280 h 33333"/>
                    <a:gd name="connsiteX3" fmla="*/ -44 w 25453"/>
                    <a:gd name="connsiteY3" fmla="*/ 25286 h 33333"/>
                    <a:gd name="connsiteX4" fmla="*/ 16568 w 25453"/>
                    <a:gd name="connsiteY4" fmla="*/ -70 h 33333"/>
                    <a:gd name="connsiteX5" fmla="*/ 22689 w 25453"/>
                    <a:gd name="connsiteY5" fmla="*/ -70 h 33333"/>
                    <a:gd name="connsiteX6" fmla="*/ 22689 w 25453"/>
                    <a:gd name="connsiteY6" fmla="*/ 6050 h 33333"/>
                    <a:gd name="connsiteX7" fmla="*/ 14820 w 25453"/>
                    <a:gd name="connsiteY7" fmla="*/ 20040 h 3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453" h="33333">
                      <a:moveTo>
                        <a:pt x="13071" y="22662"/>
                      </a:moveTo>
                      <a:lnTo>
                        <a:pt x="6076" y="32280"/>
                      </a:lnTo>
                      <a:cubicBezTo>
                        <a:pt x="4248" y="33592"/>
                        <a:pt x="1783" y="33592"/>
                        <a:pt x="-44" y="32280"/>
                      </a:cubicBezTo>
                      <a:cubicBezTo>
                        <a:pt x="-44" y="32280"/>
                        <a:pt x="-44" y="27034"/>
                        <a:pt x="-44" y="25286"/>
                      </a:cubicBezTo>
                      <a:cubicBezTo>
                        <a:pt x="4354" y="16140"/>
                        <a:pt x="9941" y="7615"/>
                        <a:pt x="16568" y="-70"/>
                      </a:cubicBezTo>
                      <a:cubicBezTo>
                        <a:pt x="16568" y="-70"/>
                        <a:pt x="16568" y="-70"/>
                        <a:pt x="22689" y="-70"/>
                      </a:cubicBezTo>
                      <a:cubicBezTo>
                        <a:pt x="28809" y="-70"/>
                        <a:pt x="22689" y="-70"/>
                        <a:pt x="22689" y="6050"/>
                      </a:cubicBezTo>
                      <a:lnTo>
                        <a:pt x="14820" y="20040"/>
                      </a:lnTo>
                      <a:close/>
                    </a:path>
                  </a:pathLst>
                </a:custGeom>
                <a:solidFill>
                  <a:srgbClr val="21214D"/>
                </a:solidFill>
                <a:ln w="87213" cap="flat">
                  <a:noFill/>
                  <a:prstDash val="solid"/>
                  <a:miter/>
                </a:ln>
              </p:spPr>
              <p:txBody>
                <a:bodyPr rtlCol="0" anchor="ctr"/>
                <a:lstStyle/>
                <a:p>
                  <a:endParaRPr lang="en-IN" dirty="0"/>
                </a:p>
              </p:txBody>
            </p:sp>
          </p:grpSp>
          <p:sp>
            <p:nvSpPr>
              <p:cNvPr id="2532" name="Freeform: Shape 2531">
                <a:extLst>
                  <a:ext uri="{FF2B5EF4-FFF2-40B4-BE49-F238E27FC236}">
                    <a16:creationId xmlns:a16="http://schemas.microsoft.com/office/drawing/2014/main" id="{BC770320-31AE-C57C-7FD9-40400A5D893C}"/>
                  </a:ext>
                </a:extLst>
              </p:cNvPr>
              <p:cNvSpPr/>
              <p:nvPr/>
            </p:nvSpPr>
            <p:spPr>
              <a:xfrm>
                <a:off x="2942700" y="4367650"/>
                <a:ext cx="100329" cy="126383"/>
              </a:xfrm>
              <a:custGeom>
                <a:avLst/>
                <a:gdLst>
                  <a:gd name="connsiteX0" fmla="*/ 12961 w 100329"/>
                  <a:gd name="connsiteY0" fmla="*/ 121703 h 126383"/>
                  <a:gd name="connsiteX1" fmla="*/ 4217 w 100329"/>
                  <a:gd name="connsiteY1" fmla="*/ 83232 h 126383"/>
                  <a:gd name="connsiteX2" fmla="*/ 48809 w 100329"/>
                  <a:gd name="connsiteY2" fmla="*/ 13284 h 126383"/>
                  <a:gd name="connsiteX3" fmla="*/ 85917 w 100329"/>
                  <a:gd name="connsiteY3" fmla="*/ 3684 h 126383"/>
                  <a:gd name="connsiteX4" fmla="*/ 87280 w 100329"/>
                  <a:gd name="connsiteY4" fmla="*/ 4540 h 126383"/>
                  <a:gd name="connsiteX5" fmla="*/ 87280 w 100329"/>
                  <a:gd name="connsiteY5" fmla="*/ 4540 h 126383"/>
                  <a:gd name="connsiteX6" fmla="*/ 96024 w 100329"/>
                  <a:gd name="connsiteY6" fmla="*/ 43012 h 126383"/>
                  <a:gd name="connsiteX7" fmla="*/ 51432 w 100329"/>
                  <a:gd name="connsiteY7" fmla="*/ 112960 h 126383"/>
                  <a:gd name="connsiteX8" fmla="*/ 14325 w 100329"/>
                  <a:gd name="connsiteY8" fmla="*/ 122560 h 126383"/>
                  <a:gd name="connsiteX9" fmla="*/ 12961 w 100329"/>
                  <a:gd name="connsiteY9" fmla="*/ 121703 h 12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329" h="126383">
                    <a:moveTo>
                      <a:pt x="12961" y="121703"/>
                    </a:moveTo>
                    <a:cubicBezTo>
                      <a:pt x="-40" y="113467"/>
                      <a:pt x="-3940" y="96277"/>
                      <a:pt x="4217" y="83232"/>
                    </a:cubicBezTo>
                    <a:lnTo>
                      <a:pt x="48809" y="13284"/>
                    </a:lnTo>
                    <a:cubicBezTo>
                      <a:pt x="56407" y="387"/>
                      <a:pt x="73020" y="-3914"/>
                      <a:pt x="85917" y="3684"/>
                    </a:cubicBezTo>
                    <a:cubicBezTo>
                      <a:pt x="86380" y="3955"/>
                      <a:pt x="86834" y="4244"/>
                      <a:pt x="87280" y="4540"/>
                    </a:cubicBezTo>
                    <a:lnTo>
                      <a:pt x="87280" y="4540"/>
                    </a:lnTo>
                    <a:cubicBezTo>
                      <a:pt x="100282" y="12777"/>
                      <a:pt x="104182" y="29967"/>
                      <a:pt x="96024" y="43012"/>
                    </a:cubicBezTo>
                    <a:lnTo>
                      <a:pt x="51432" y="112960"/>
                    </a:lnTo>
                    <a:cubicBezTo>
                      <a:pt x="43834" y="125856"/>
                      <a:pt x="27221" y="130158"/>
                      <a:pt x="14325" y="122560"/>
                    </a:cubicBezTo>
                    <a:cubicBezTo>
                      <a:pt x="13861" y="122289"/>
                      <a:pt x="13407" y="122000"/>
                      <a:pt x="12961" y="121703"/>
                    </a:cubicBezTo>
                    <a:close/>
                  </a:path>
                </a:pathLst>
              </a:custGeom>
              <a:solidFill>
                <a:srgbClr val="3A3A3A"/>
              </a:solidFill>
              <a:ln w="87213" cap="flat">
                <a:noFill/>
                <a:prstDash val="solid"/>
                <a:miter/>
              </a:ln>
            </p:spPr>
            <p:txBody>
              <a:bodyPr rtlCol="0" anchor="ctr"/>
              <a:lstStyle/>
              <a:p>
                <a:endParaRPr lang="en-IN" dirty="0"/>
              </a:p>
            </p:txBody>
          </p:sp>
          <p:sp>
            <p:nvSpPr>
              <p:cNvPr id="2533" name="Freeform: Shape 2532">
                <a:extLst>
                  <a:ext uri="{FF2B5EF4-FFF2-40B4-BE49-F238E27FC236}">
                    <a16:creationId xmlns:a16="http://schemas.microsoft.com/office/drawing/2014/main" id="{86D24825-46AD-0FF0-B7A4-DCA22F8B14D7}"/>
                  </a:ext>
                </a:extLst>
              </p:cNvPr>
              <p:cNvSpPr/>
              <p:nvPr/>
            </p:nvSpPr>
            <p:spPr>
              <a:xfrm>
                <a:off x="2945323" y="4361005"/>
                <a:ext cx="100678" cy="125941"/>
              </a:xfrm>
              <a:custGeom>
                <a:avLst/>
                <a:gdLst>
                  <a:gd name="connsiteX0" fmla="*/ 12961 w 100678"/>
                  <a:gd name="connsiteY0" fmla="*/ 121354 h 125941"/>
                  <a:gd name="connsiteX1" fmla="*/ 4217 w 100678"/>
                  <a:gd name="connsiteY1" fmla="*/ 82882 h 125941"/>
                  <a:gd name="connsiteX2" fmla="*/ 48809 w 100678"/>
                  <a:gd name="connsiteY2" fmla="*/ 12935 h 125941"/>
                  <a:gd name="connsiteX3" fmla="*/ 87281 w 100678"/>
                  <a:gd name="connsiteY3" fmla="*/ 4192 h 125941"/>
                  <a:gd name="connsiteX4" fmla="*/ 87281 w 100678"/>
                  <a:gd name="connsiteY4" fmla="*/ 4192 h 125941"/>
                  <a:gd name="connsiteX5" fmla="*/ 96881 w 100678"/>
                  <a:gd name="connsiteY5" fmla="*/ 41298 h 125941"/>
                  <a:gd name="connsiteX6" fmla="*/ 96024 w 100678"/>
                  <a:gd name="connsiteY6" fmla="*/ 42662 h 125941"/>
                  <a:gd name="connsiteX7" fmla="*/ 51432 w 100678"/>
                  <a:gd name="connsiteY7" fmla="*/ 113485 h 125941"/>
                  <a:gd name="connsiteX8" fmla="*/ 12961 w 100678"/>
                  <a:gd name="connsiteY8" fmla="*/ 121354 h 12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5941">
                    <a:moveTo>
                      <a:pt x="12961" y="121354"/>
                    </a:moveTo>
                    <a:cubicBezTo>
                      <a:pt x="-40" y="113117"/>
                      <a:pt x="-3940" y="95928"/>
                      <a:pt x="4217" y="82882"/>
                    </a:cubicBezTo>
                    <a:lnTo>
                      <a:pt x="48809" y="12935"/>
                    </a:lnTo>
                    <a:cubicBezTo>
                      <a:pt x="57046" y="-67"/>
                      <a:pt x="74235" y="-3966"/>
                      <a:pt x="87281" y="4192"/>
                    </a:cubicBezTo>
                    <a:lnTo>
                      <a:pt x="87281" y="4192"/>
                    </a:lnTo>
                    <a:cubicBezTo>
                      <a:pt x="100177" y="11790"/>
                      <a:pt x="104479" y="28402"/>
                      <a:pt x="96881" y="41298"/>
                    </a:cubicBezTo>
                    <a:cubicBezTo>
                      <a:pt x="96610" y="41762"/>
                      <a:pt x="96321" y="42217"/>
                      <a:pt x="96024" y="42662"/>
                    </a:cubicBezTo>
                    <a:lnTo>
                      <a:pt x="51432" y="113485"/>
                    </a:lnTo>
                    <a:cubicBezTo>
                      <a:pt x="42908" y="126180"/>
                      <a:pt x="25779" y="129677"/>
                      <a:pt x="12961" y="121354"/>
                    </a:cubicBezTo>
                    <a:close/>
                  </a:path>
                </a:pathLst>
              </a:custGeom>
              <a:solidFill>
                <a:srgbClr val="636363"/>
              </a:solidFill>
              <a:ln w="87213" cap="flat">
                <a:noFill/>
                <a:prstDash val="solid"/>
                <a:miter/>
              </a:ln>
            </p:spPr>
            <p:txBody>
              <a:bodyPr rtlCol="0" anchor="ctr"/>
              <a:lstStyle/>
              <a:p>
                <a:endParaRPr lang="en-IN" dirty="0"/>
              </a:p>
            </p:txBody>
          </p:sp>
          <p:sp>
            <p:nvSpPr>
              <p:cNvPr id="2534" name="Freeform: Shape 2533">
                <a:extLst>
                  <a:ext uri="{FF2B5EF4-FFF2-40B4-BE49-F238E27FC236}">
                    <a16:creationId xmlns:a16="http://schemas.microsoft.com/office/drawing/2014/main" id="{923B39DD-597E-238E-8823-1FC26AADAB8F}"/>
                  </a:ext>
                </a:extLst>
              </p:cNvPr>
              <p:cNvSpPr/>
              <p:nvPr/>
            </p:nvSpPr>
            <p:spPr>
              <a:xfrm>
                <a:off x="2943574" y="4366251"/>
                <a:ext cx="100678" cy="128564"/>
              </a:xfrm>
              <a:custGeom>
                <a:avLst/>
                <a:gdLst>
                  <a:gd name="connsiteX0" fmla="*/ 12961 w 100678"/>
                  <a:gd name="connsiteY0" fmla="*/ 121354 h 128564"/>
                  <a:gd name="connsiteX1" fmla="*/ 4217 w 100678"/>
                  <a:gd name="connsiteY1" fmla="*/ 82883 h 128564"/>
                  <a:gd name="connsiteX2" fmla="*/ 48809 w 100678"/>
                  <a:gd name="connsiteY2" fmla="*/ 12935 h 128564"/>
                  <a:gd name="connsiteX3" fmla="*/ 87280 w 100678"/>
                  <a:gd name="connsiteY3" fmla="*/ 4192 h 128564"/>
                  <a:gd name="connsiteX4" fmla="*/ 87280 w 100678"/>
                  <a:gd name="connsiteY4" fmla="*/ 4192 h 128564"/>
                  <a:gd name="connsiteX5" fmla="*/ 96881 w 100678"/>
                  <a:gd name="connsiteY5" fmla="*/ 41299 h 128564"/>
                  <a:gd name="connsiteX6" fmla="*/ 96023 w 100678"/>
                  <a:gd name="connsiteY6" fmla="*/ 42663 h 128564"/>
                  <a:gd name="connsiteX7" fmla="*/ 51432 w 100678"/>
                  <a:gd name="connsiteY7" fmla="*/ 116108 h 128564"/>
                  <a:gd name="connsiteX8" fmla="*/ 12961 w 100678"/>
                  <a:gd name="connsiteY8" fmla="*/ 123977 h 12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8564">
                    <a:moveTo>
                      <a:pt x="12961" y="121354"/>
                    </a:moveTo>
                    <a:cubicBezTo>
                      <a:pt x="-40" y="113117"/>
                      <a:pt x="-3940" y="95928"/>
                      <a:pt x="4217" y="82883"/>
                    </a:cubicBezTo>
                    <a:lnTo>
                      <a:pt x="48809" y="12935"/>
                    </a:lnTo>
                    <a:cubicBezTo>
                      <a:pt x="57045" y="-66"/>
                      <a:pt x="74235" y="-3966"/>
                      <a:pt x="87280" y="4192"/>
                    </a:cubicBezTo>
                    <a:lnTo>
                      <a:pt x="87280" y="4192"/>
                    </a:lnTo>
                    <a:cubicBezTo>
                      <a:pt x="100177" y="11790"/>
                      <a:pt x="104479" y="28402"/>
                      <a:pt x="96881" y="41299"/>
                    </a:cubicBezTo>
                    <a:cubicBezTo>
                      <a:pt x="96610" y="41762"/>
                      <a:pt x="96321" y="42217"/>
                      <a:pt x="96023" y="42663"/>
                    </a:cubicBezTo>
                    <a:lnTo>
                      <a:pt x="51432" y="116108"/>
                    </a:lnTo>
                    <a:cubicBezTo>
                      <a:pt x="42916" y="128803"/>
                      <a:pt x="25779" y="132301"/>
                      <a:pt x="12961" y="123977"/>
                    </a:cubicBezTo>
                    <a:close/>
                  </a:path>
                </a:pathLst>
              </a:custGeom>
              <a:solidFill>
                <a:srgbClr val="E8EAEA">
                  <a:alpha val="20000"/>
                </a:srgbClr>
              </a:solidFill>
              <a:ln w="87213" cap="flat">
                <a:noFill/>
                <a:prstDash val="solid"/>
                <a:miter/>
              </a:ln>
            </p:spPr>
            <p:txBody>
              <a:bodyPr rtlCol="0" anchor="ctr"/>
              <a:lstStyle/>
              <a:p>
                <a:endParaRPr lang="en-IN" dirty="0"/>
              </a:p>
            </p:txBody>
          </p:sp>
          <p:sp>
            <p:nvSpPr>
              <p:cNvPr id="2535" name="Freeform: Shape 2534">
                <a:extLst>
                  <a:ext uri="{FF2B5EF4-FFF2-40B4-BE49-F238E27FC236}">
                    <a16:creationId xmlns:a16="http://schemas.microsoft.com/office/drawing/2014/main" id="{8FB40C68-9584-FA96-D181-762F15E882A1}"/>
                  </a:ext>
                </a:extLst>
              </p:cNvPr>
              <p:cNvSpPr/>
              <p:nvPr/>
            </p:nvSpPr>
            <p:spPr>
              <a:xfrm>
                <a:off x="2943574" y="4366251"/>
                <a:ext cx="100678" cy="128564"/>
              </a:xfrm>
              <a:custGeom>
                <a:avLst/>
                <a:gdLst>
                  <a:gd name="connsiteX0" fmla="*/ 12961 w 100678"/>
                  <a:gd name="connsiteY0" fmla="*/ 121354 h 128564"/>
                  <a:gd name="connsiteX1" fmla="*/ 4217 w 100678"/>
                  <a:gd name="connsiteY1" fmla="*/ 82883 h 128564"/>
                  <a:gd name="connsiteX2" fmla="*/ 48809 w 100678"/>
                  <a:gd name="connsiteY2" fmla="*/ 12935 h 128564"/>
                  <a:gd name="connsiteX3" fmla="*/ 87280 w 100678"/>
                  <a:gd name="connsiteY3" fmla="*/ 4192 h 128564"/>
                  <a:gd name="connsiteX4" fmla="*/ 87280 w 100678"/>
                  <a:gd name="connsiteY4" fmla="*/ 4192 h 128564"/>
                  <a:gd name="connsiteX5" fmla="*/ 96881 w 100678"/>
                  <a:gd name="connsiteY5" fmla="*/ 41299 h 128564"/>
                  <a:gd name="connsiteX6" fmla="*/ 96023 w 100678"/>
                  <a:gd name="connsiteY6" fmla="*/ 42663 h 128564"/>
                  <a:gd name="connsiteX7" fmla="*/ 51432 w 100678"/>
                  <a:gd name="connsiteY7" fmla="*/ 116108 h 128564"/>
                  <a:gd name="connsiteX8" fmla="*/ 12961 w 100678"/>
                  <a:gd name="connsiteY8" fmla="*/ 123977 h 12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8564">
                    <a:moveTo>
                      <a:pt x="12961" y="121354"/>
                    </a:moveTo>
                    <a:cubicBezTo>
                      <a:pt x="-40" y="113117"/>
                      <a:pt x="-3940" y="95928"/>
                      <a:pt x="4217" y="82883"/>
                    </a:cubicBezTo>
                    <a:lnTo>
                      <a:pt x="48809" y="12935"/>
                    </a:lnTo>
                    <a:cubicBezTo>
                      <a:pt x="57045" y="-66"/>
                      <a:pt x="74235" y="-3966"/>
                      <a:pt x="87280" y="4192"/>
                    </a:cubicBezTo>
                    <a:lnTo>
                      <a:pt x="87280" y="4192"/>
                    </a:lnTo>
                    <a:cubicBezTo>
                      <a:pt x="100177" y="11790"/>
                      <a:pt x="104479" y="28402"/>
                      <a:pt x="96881" y="41299"/>
                    </a:cubicBezTo>
                    <a:cubicBezTo>
                      <a:pt x="96610" y="41762"/>
                      <a:pt x="96321" y="42217"/>
                      <a:pt x="96023" y="42663"/>
                    </a:cubicBezTo>
                    <a:lnTo>
                      <a:pt x="51432" y="116108"/>
                    </a:lnTo>
                    <a:cubicBezTo>
                      <a:pt x="42916" y="128803"/>
                      <a:pt x="25779" y="132301"/>
                      <a:pt x="12961" y="123977"/>
                    </a:cubicBezTo>
                    <a:close/>
                  </a:path>
                </a:pathLst>
              </a:custGeom>
              <a:gradFill>
                <a:gsLst>
                  <a:gs pos="0">
                    <a:srgbClr val="FFFFFF"/>
                  </a:gs>
                  <a:gs pos="50000">
                    <a:srgbClr val="7F7F7F"/>
                  </a:gs>
                  <a:gs pos="100000">
                    <a:srgbClr val="000000"/>
                  </a:gs>
                </a:gsLst>
                <a:lin ang="7364114" scaled="1"/>
              </a:gradFill>
              <a:ln w="87213" cap="flat">
                <a:noFill/>
                <a:prstDash val="solid"/>
                <a:miter/>
              </a:ln>
            </p:spPr>
            <p:txBody>
              <a:bodyPr rtlCol="0" anchor="ctr"/>
              <a:lstStyle/>
              <a:p>
                <a:endParaRPr lang="en-IN" dirty="0"/>
              </a:p>
            </p:txBody>
          </p:sp>
          <p:sp>
            <p:nvSpPr>
              <p:cNvPr id="2536" name="Freeform: Shape 2535">
                <a:extLst>
                  <a:ext uri="{FF2B5EF4-FFF2-40B4-BE49-F238E27FC236}">
                    <a16:creationId xmlns:a16="http://schemas.microsoft.com/office/drawing/2014/main" id="{C34EE099-D2D4-4917-C306-AD32C158AE2B}"/>
                  </a:ext>
                </a:extLst>
              </p:cNvPr>
              <p:cNvSpPr/>
              <p:nvPr/>
            </p:nvSpPr>
            <p:spPr>
              <a:xfrm>
                <a:off x="2800071" y="4680031"/>
                <a:ext cx="293294" cy="584936"/>
              </a:xfrm>
              <a:custGeom>
                <a:avLst/>
                <a:gdLst>
                  <a:gd name="connsiteX0" fmla="*/ -44 w 293294"/>
                  <a:gd name="connsiteY0" fmla="*/ -70 h 584936"/>
                  <a:gd name="connsiteX1" fmla="*/ 32307 w 293294"/>
                  <a:gd name="connsiteY1" fmla="*/ 144197 h 584936"/>
                  <a:gd name="connsiteX2" fmla="*/ 74275 w 293294"/>
                  <a:gd name="connsiteY2" fmla="*/ 433605 h 584936"/>
                  <a:gd name="connsiteX3" fmla="*/ 74275 w 293294"/>
                  <a:gd name="connsiteY3" fmla="*/ 521040 h 584936"/>
                  <a:gd name="connsiteX4" fmla="*/ 74275 w 293294"/>
                  <a:gd name="connsiteY4" fmla="*/ 561260 h 584936"/>
                  <a:gd name="connsiteX5" fmla="*/ 84768 w 293294"/>
                  <a:gd name="connsiteY5" fmla="*/ 584867 h 584936"/>
                  <a:gd name="connsiteX6" fmla="*/ 119741 w 293294"/>
                  <a:gd name="connsiteY6" fmla="*/ 584867 h 584936"/>
                  <a:gd name="connsiteX7" fmla="*/ 196684 w 293294"/>
                  <a:gd name="connsiteY7" fmla="*/ 516668 h 584936"/>
                  <a:gd name="connsiteX8" fmla="*/ 243898 w 293294"/>
                  <a:gd name="connsiteY8" fmla="*/ 549019 h 584936"/>
                  <a:gd name="connsiteX9" fmla="*/ 280621 w 293294"/>
                  <a:gd name="connsiteY9" fmla="*/ 539401 h 584936"/>
                  <a:gd name="connsiteX10" fmla="*/ 292862 w 293294"/>
                  <a:gd name="connsiteY10" fmla="*/ 508799 h 584936"/>
                  <a:gd name="connsiteX11" fmla="*/ 292862 w 293294"/>
                  <a:gd name="connsiteY11" fmla="*/ 467705 h 584936"/>
                  <a:gd name="connsiteX12" fmla="*/ 264883 w 293294"/>
                  <a:gd name="connsiteY12" fmla="*/ 380270 h 584936"/>
                  <a:gd name="connsiteX13" fmla="*/ 200181 w 293294"/>
                  <a:gd name="connsiteY13" fmla="*/ 275349 h 584936"/>
                  <a:gd name="connsiteX14" fmla="*/ 112747 w 293294"/>
                  <a:gd name="connsiteY14" fmla="*/ 146820 h 584936"/>
                  <a:gd name="connsiteX15" fmla="*/ 58537 w 293294"/>
                  <a:gd name="connsiteY15" fmla="*/ 74249 h 584936"/>
                  <a:gd name="connsiteX16" fmla="*/ 29684 w 293294"/>
                  <a:gd name="connsiteY16" fmla="*/ 36652 h 584936"/>
                  <a:gd name="connsiteX17" fmla="*/ -44 w 293294"/>
                  <a:gd name="connsiteY17" fmla="*/ -70 h 5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3294" h="584936">
                    <a:moveTo>
                      <a:pt x="-44" y="-70"/>
                    </a:moveTo>
                    <a:cubicBezTo>
                      <a:pt x="12197" y="47145"/>
                      <a:pt x="22689" y="96108"/>
                      <a:pt x="32307" y="144197"/>
                    </a:cubicBezTo>
                    <a:cubicBezTo>
                      <a:pt x="52827" y="239605"/>
                      <a:pt x="66852" y="336299"/>
                      <a:pt x="74275" y="433605"/>
                    </a:cubicBezTo>
                    <a:cubicBezTo>
                      <a:pt x="75954" y="462730"/>
                      <a:pt x="75954" y="491916"/>
                      <a:pt x="74275" y="521040"/>
                    </a:cubicBezTo>
                    <a:cubicBezTo>
                      <a:pt x="74275" y="535029"/>
                      <a:pt x="74275" y="548145"/>
                      <a:pt x="74275" y="561260"/>
                    </a:cubicBezTo>
                    <a:cubicBezTo>
                      <a:pt x="74275" y="574375"/>
                      <a:pt x="67280" y="583993"/>
                      <a:pt x="84768" y="584867"/>
                    </a:cubicBezTo>
                    <a:cubicBezTo>
                      <a:pt x="96405" y="583993"/>
                      <a:pt x="108104" y="583993"/>
                      <a:pt x="119741" y="584867"/>
                    </a:cubicBezTo>
                    <a:cubicBezTo>
                      <a:pt x="123816" y="545618"/>
                      <a:pt x="157233" y="516004"/>
                      <a:pt x="196684" y="516668"/>
                    </a:cubicBezTo>
                    <a:cubicBezTo>
                      <a:pt x="217668" y="516668"/>
                      <a:pt x="251767" y="516668"/>
                      <a:pt x="243898" y="549019"/>
                    </a:cubicBezTo>
                    <a:cubicBezTo>
                      <a:pt x="256752" y="548932"/>
                      <a:pt x="269377" y="545626"/>
                      <a:pt x="280621" y="539401"/>
                    </a:cubicBezTo>
                    <a:cubicBezTo>
                      <a:pt x="292862" y="532406"/>
                      <a:pt x="291988" y="521915"/>
                      <a:pt x="292862" y="508799"/>
                    </a:cubicBezTo>
                    <a:cubicBezTo>
                      <a:pt x="293736" y="495684"/>
                      <a:pt x="292862" y="480820"/>
                      <a:pt x="292862" y="467705"/>
                    </a:cubicBezTo>
                    <a:cubicBezTo>
                      <a:pt x="292223" y="436464"/>
                      <a:pt x="282501" y="406081"/>
                      <a:pt x="264883" y="380270"/>
                    </a:cubicBezTo>
                    <a:cubicBezTo>
                      <a:pt x="243898" y="345296"/>
                      <a:pt x="222040" y="310322"/>
                      <a:pt x="200181" y="275349"/>
                    </a:cubicBezTo>
                    <a:cubicBezTo>
                      <a:pt x="178323" y="240375"/>
                      <a:pt x="143349" y="187914"/>
                      <a:pt x="112747" y="146820"/>
                    </a:cubicBezTo>
                    <a:cubicBezTo>
                      <a:pt x="95260" y="122339"/>
                      <a:pt x="76898" y="98731"/>
                      <a:pt x="58537" y="74249"/>
                    </a:cubicBezTo>
                    <a:lnTo>
                      <a:pt x="29684" y="36652"/>
                    </a:lnTo>
                    <a:cubicBezTo>
                      <a:pt x="21814" y="27034"/>
                      <a:pt x="2579" y="10422"/>
                      <a:pt x="-44" y="-70"/>
                    </a:cubicBezTo>
                    <a:close/>
                  </a:path>
                </a:pathLst>
              </a:custGeom>
              <a:gradFill>
                <a:gsLst>
                  <a:gs pos="0">
                    <a:srgbClr val="CCE0F4">
                      <a:alpha val="0"/>
                    </a:srgbClr>
                  </a:gs>
                  <a:gs pos="99000">
                    <a:srgbClr val="000000"/>
                  </a:gs>
                </a:gsLst>
                <a:lin ang="20170600" scaled="1"/>
              </a:gradFill>
              <a:ln w="87213" cap="flat">
                <a:noFill/>
                <a:prstDash val="solid"/>
                <a:miter/>
              </a:ln>
            </p:spPr>
            <p:txBody>
              <a:bodyPr rtlCol="0" anchor="ctr"/>
              <a:lstStyle/>
              <a:p>
                <a:endParaRPr lang="en-IN" dirty="0"/>
              </a:p>
            </p:txBody>
          </p:sp>
          <p:sp>
            <p:nvSpPr>
              <p:cNvPr id="2537" name="Freeform: Shape 2536">
                <a:extLst>
                  <a:ext uri="{FF2B5EF4-FFF2-40B4-BE49-F238E27FC236}">
                    <a16:creationId xmlns:a16="http://schemas.microsoft.com/office/drawing/2014/main" id="{165E43AB-23DA-AF95-EEAB-01CE1521048B}"/>
                  </a:ext>
                </a:extLst>
              </p:cNvPr>
              <p:cNvSpPr/>
              <p:nvPr/>
            </p:nvSpPr>
            <p:spPr>
              <a:xfrm>
                <a:off x="2734222" y="5219776"/>
                <a:ext cx="19120" cy="72733"/>
              </a:xfrm>
              <a:custGeom>
                <a:avLst/>
                <a:gdLst>
                  <a:gd name="connsiteX0" fmla="*/ 15967 w 19120"/>
                  <a:gd name="connsiteY0" fmla="*/ 531 h 72733"/>
                  <a:gd name="connsiteX1" fmla="*/ 229 w 19120"/>
                  <a:gd name="connsiteY1" fmla="*/ 33756 h 72733"/>
                  <a:gd name="connsiteX2" fmla="*/ 8099 w 19120"/>
                  <a:gd name="connsiteY2" fmla="*/ 71353 h 72733"/>
                  <a:gd name="connsiteX3" fmla="*/ 15967 w 19120"/>
                  <a:gd name="connsiteY3" fmla="*/ 39876 h 72733"/>
                  <a:gd name="connsiteX4" fmla="*/ 15967 w 19120"/>
                  <a:gd name="connsiteY4" fmla="*/ 531 h 72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0" h="72733">
                    <a:moveTo>
                      <a:pt x="15967" y="531"/>
                    </a:moveTo>
                    <a:cubicBezTo>
                      <a:pt x="2852" y="-4715"/>
                      <a:pt x="1104" y="25887"/>
                      <a:pt x="229" y="33756"/>
                    </a:cubicBezTo>
                    <a:cubicBezTo>
                      <a:pt x="-645" y="41626"/>
                      <a:pt x="229" y="63484"/>
                      <a:pt x="8099" y="71353"/>
                    </a:cubicBezTo>
                    <a:cubicBezTo>
                      <a:pt x="15967" y="79222"/>
                      <a:pt x="15967" y="49494"/>
                      <a:pt x="15967" y="39876"/>
                    </a:cubicBezTo>
                    <a:cubicBezTo>
                      <a:pt x="15967" y="30259"/>
                      <a:pt x="22962" y="9274"/>
                      <a:pt x="15967" y="531"/>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38" name="Freeform: Shape 2537">
                <a:extLst>
                  <a:ext uri="{FF2B5EF4-FFF2-40B4-BE49-F238E27FC236}">
                    <a16:creationId xmlns:a16="http://schemas.microsoft.com/office/drawing/2014/main" id="{7D9BCAC2-454A-56B5-BC5C-F8D14FCAF539}"/>
                  </a:ext>
                </a:extLst>
              </p:cNvPr>
              <p:cNvSpPr/>
              <p:nvPr/>
            </p:nvSpPr>
            <p:spPr>
              <a:xfrm>
                <a:off x="2755365" y="5237863"/>
                <a:ext cx="18995" cy="69071"/>
              </a:xfrm>
              <a:custGeom>
                <a:avLst/>
                <a:gdLst>
                  <a:gd name="connsiteX0" fmla="*/ 13186 w 18995"/>
                  <a:gd name="connsiteY0" fmla="*/ -70 h 69071"/>
                  <a:gd name="connsiteX1" fmla="*/ 1819 w 18995"/>
                  <a:gd name="connsiteY1" fmla="*/ 32281 h 69071"/>
                  <a:gd name="connsiteX2" fmla="*/ 7940 w 18995"/>
                  <a:gd name="connsiteY2" fmla="*/ 68129 h 69071"/>
                  <a:gd name="connsiteX3" fmla="*/ 17558 w 18995"/>
                  <a:gd name="connsiteY3" fmla="*/ 52391 h 69071"/>
                  <a:gd name="connsiteX4" fmla="*/ 17558 w 18995"/>
                  <a:gd name="connsiteY4" fmla="*/ 13045 h 69071"/>
                  <a:gd name="connsiteX5" fmla="*/ 13186 w 18995"/>
                  <a:gd name="connsiteY5" fmla="*/ -70 h 6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95" h="69071">
                    <a:moveTo>
                      <a:pt x="13186" y="-70"/>
                    </a:moveTo>
                    <a:cubicBezTo>
                      <a:pt x="2693" y="-70"/>
                      <a:pt x="2693" y="25286"/>
                      <a:pt x="1819" y="32281"/>
                    </a:cubicBezTo>
                    <a:cubicBezTo>
                      <a:pt x="945" y="39275"/>
                      <a:pt x="-4301" y="63758"/>
                      <a:pt x="7940" y="68129"/>
                    </a:cubicBezTo>
                    <a:cubicBezTo>
                      <a:pt x="20181" y="72501"/>
                      <a:pt x="16683" y="59386"/>
                      <a:pt x="17558" y="52391"/>
                    </a:cubicBezTo>
                    <a:cubicBezTo>
                      <a:pt x="18887" y="39311"/>
                      <a:pt x="18887" y="26125"/>
                      <a:pt x="17558" y="13045"/>
                    </a:cubicBezTo>
                    <a:cubicBezTo>
                      <a:pt x="20181" y="7799"/>
                      <a:pt x="19306" y="1679"/>
                      <a:pt x="13186" y="-70"/>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39" name="Freeform: Shape 2538">
                <a:extLst>
                  <a:ext uri="{FF2B5EF4-FFF2-40B4-BE49-F238E27FC236}">
                    <a16:creationId xmlns:a16="http://schemas.microsoft.com/office/drawing/2014/main" id="{28FC4D44-534F-F2E7-20BA-69D5F7F3898D}"/>
                  </a:ext>
                </a:extLst>
              </p:cNvPr>
              <p:cNvSpPr/>
              <p:nvPr/>
            </p:nvSpPr>
            <p:spPr>
              <a:xfrm>
                <a:off x="2717652" y="5195895"/>
                <a:ext cx="19563" cy="65575"/>
              </a:xfrm>
              <a:custGeom>
                <a:avLst/>
                <a:gdLst>
                  <a:gd name="connsiteX0" fmla="*/ 16799 w 19563"/>
                  <a:gd name="connsiteY0" fmla="*/ -70 h 65575"/>
                  <a:gd name="connsiteX1" fmla="*/ 186 w 19563"/>
                  <a:gd name="connsiteY1" fmla="*/ 32280 h 65575"/>
                  <a:gd name="connsiteX2" fmla="*/ 5433 w 19563"/>
                  <a:gd name="connsiteY2" fmla="*/ 65506 h 65575"/>
                  <a:gd name="connsiteX3" fmla="*/ 13301 w 19563"/>
                  <a:gd name="connsiteY3" fmla="*/ 24412 h 65575"/>
                  <a:gd name="connsiteX4" fmla="*/ 13301 w 19563"/>
                  <a:gd name="connsiteY4" fmla="*/ -70 h 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63" h="65575">
                    <a:moveTo>
                      <a:pt x="16799" y="-70"/>
                    </a:moveTo>
                    <a:cubicBezTo>
                      <a:pt x="6316" y="7353"/>
                      <a:pt x="107" y="19428"/>
                      <a:pt x="186" y="32280"/>
                    </a:cubicBezTo>
                    <a:cubicBezTo>
                      <a:pt x="-723" y="43612"/>
                      <a:pt x="1069" y="55005"/>
                      <a:pt x="5433" y="65506"/>
                    </a:cubicBezTo>
                    <a:cubicBezTo>
                      <a:pt x="4689" y="51376"/>
                      <a:pt x="7391" y="37273"/>
                      <a:pt x="13301" y="24412"/>
                    </a:cubicBezTo>
                    <a:cubicBezTo>
                      <a:pt x="13301" y="19165"/>
                      <a:pt x="27291" y="4301"/>
                      <a:pt x="13301" y="-70"/>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40" name="Freeform: Shape 2539">
                <a:extLst>
                  <a:ext uri="{FF2B5EF4-FFF2-40B4-BE49-F238E27FC236}">
                    <a16:creationId xmlns:a16="http://schemas.microsoft.com/office/drawing/2014/main" id="{F26CED41-6BD5-1DE9-6C92-82F229661D57}"/>
                  </a:ext>
                </a:extLst>
              </p:cNvPr>
              <p:cNvSpPr/>
              <p:nvPr/>
            </p:nvSpPr>
            <p:spPr>
              <a:xfrm>
                <a:off x="2788996" y="5248407"/>
                <a:ext cx="17632" cy="70631"/>
              </a:xfrm>
              <a:custGeom>
                <a:avLst/>
                <a:gdLst>
                  <a:gd name="connsiteX0" fmla="*/ 2287 w 17632"/>
                  <a:gd name="connsiteY0" fmla="*/ 2502 h 70631"/>
                  <a:gd name="connsiteX1" fmla="*/ 2287 w 17632"/>
                  <a:gd name="connsiteY1" fmla="*/ 28732 h 70631"/>
                  <a:gd name="connsiteX2" fmla="*/ 2287 w 17632"/>
                  <a:gd name="connsiteY2" fmla="*/ 53214 h 70631"/>
                  <a:gd name="connsiteX3" fmla="*/ 16277 w 17632"/>
                  <a:gd name="connsiteY3" fmla="*/ 68078 h 70631"/>
                  <a:gd name="connsiteX4" fmla="*/ 16277 w 17632"/>
                  <a:gd name="connsiteY4" fmla="*/ 48842 h 70631"/>
                  <a:gd name="connsiteX5" fmla="*/ 16277 w 17632"/>
                  <a:gd name="connsiteY5" fmla="*/ 25235 h 70631"/>
                  <a:gd name="connsiteX6" fmla="*/ 2287 w 17632"/>
                  <a:gd name="connsiteY6" fmla="*/ 2502 h 7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32" h="70631">
                    <a:moveTo>
                      <a:pt x="2287" y="2502"/>
                    </a:moveTo>
                    <a:cubicBezTo>
                      <a:pt x="-2959" y="7748"/>
                      <a:pt x="2287" y="21738"/>
                      <a:pt x="2287" y="28732"/>
                    </a:cubicBezTo>
                    <a:cubicBezTo>
                      <a:pt x="1850" y="36890"/>
                      <a:pt x="1850" y="45057"/>
                      <a:pt x="2287" y="53214"/>
                    </a:cubicBezTo>
                    <a:cubicBezTo>
                      <a:pt x="2287" y="60209"/>
                      <a:pt x="2287" y="76821"/>
                      <a:pt x="16277" y="68078"/>
                    </a:cubicBezTo>
                    <a:cubicBezTo>
                      <a:pt x="18026" y="61783"/>
                      <a:pt x="18026" y="55138"/>
                      <a:pt x="16277" y="48842"/>
                    </a:cubicBezTo>
                    <a:cubicBezTo>
                      <a:pt x="15840" y="40982"/>
                      <a:pt x="15840" y="33095"/>
                      <a:pt x="16277" y="25235"/>
                    </a:cubicBezTo>
                    <a:cubicBezTo>
                      <a:pt x="15403" y="20863"/>
                      <a:pt x="14528" y="-8864"/>
                      <a:pt x="2287" y="2502"/>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41" name="Freeform: Shape 2540">
                <a:extLst>
                  <a:ext uri="{FF2B5EF4-FFF2-40B4-BE49-F238E27FC236}">
                    <a16:creationId xmlns:a16="http://schemas.microsoft.com/office/drawing/2014/main" id="{59B38497-F609-3E3D-63CD-74DB0D9032CC}"/>
                  </a:ext>
                </a:extLst>
              </p:cNvPr>
              <p:cNvSpPr/>
              <p:nvPr/>
            </p:nvSpPr>
            <p:spPr>
              <a:xfrm>
                <a:off x="2716835" y="5218628"/>
                <a:ext cx="303570" cy="112986"/>
              </a:xfrm>
              <a:custGeom>
                <a:avLst/>
                <a:gdLst>
                  <a:gd name="connsiteX0" fmla="*/ 129 w 303570"/>
                  <a:gd name="connsiteY0" fmla="*/ 12171 h 112986"/>
                  <a:gd name="connsiteX1" fmla="*/ 17616 w 303570"/>
                  <a:gd name="connsiteY1" fmla="*/ 66380 h 112986"/>
                  <a:gd name="connsiteX2" fmla="*/ 88438 w 303570"/>
                  <a:gd name="connsiteY2" fmla="*/ 103103 h 112986"/>
                  <a:gd name="connsiteX3" fmla="*/ 303527 w 303570"/>
                  <a:gd name="connsiteY3" fmla="*/ 88239 h 112986"/>
                  <a:gd name="connsiteX4" fmla="*/ 230957 w 303570"/>
                  <a:gd name="connsiteY4" fmla="*/ 98731 h 112986"/>
                  <a:gd name="connsiteX5" fmla="*/ 83192 w 303570"/>
                  <a:gd name="connsiteY5" fmla="*/ 65506 h 112986"/>
                  <a:gd name="connsiteX6" fmla="*/ 9747 w 303570"/>
                  <a:gd name="connsiteY6" fmla="*/ 18291 h 112986"/>
                  <a:gd name="connsiteX7" fmla="*/ 1878 w 303570"/>
                  <a:gd name="connsiteY7" fmla="*/ -70 h 11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570" h="112986">
                    <a:moveTo>
                      <a:pt x="129" y="12171"/>
                    </a:moveTo>
                    <a:cubicBezTo>
                      <a:pt x="-1192" y="31809"/>
                      <a:pt x="5069" y="51211"/>
                      <a:pt x="17616" y="66380"/>
                    </a:cubicBezTo>
                    <a:cubicBezTo>
                      <a:pt x="37805" y="84313"/>
                      <a:pt x="62146" y="96930"/>
                      <a:pt x="88438" y="103103"/>
                    </a:cubicBezTo>
                    <a:cubicBezTo>
                      <a:pt x="159977" y="120109"/>
                      <a:pt x="235004" y="114924"/>
                      <a:pt x="303527" y="88239"/>
                    </a:cubicBezTo>
                    <a:cubicBezTo>
                      <a:pt x="279788" y="94351"/>
                      <a:pt x="255456" y="97874"/>
                      <a:pt x="230957" y="98731"/>
                    </a:cubicBezTo>
                    <a:cubicBezTo>
                      <a:pt x="179956" y="97822"/>
                      <a:pt x="129672" y="86517"/>
                      <a:pt x="83192" y="65506"/>
                    </a:cubicBezTo>
                    <a:cubicBezTo>
                      <a:pt x="55484" y="55468"/>
                      <a:pt x="30382" y="39337"/>
                      <a:pt x="9747" y="18291"/>
                    </a:cubicBezTo>
                    <a:cubicBezTo>
                      <a:pt x="9747" y="13045"/>
                      <a:pt x="129" y="4302"/>
                      <a:pt x="1878" y="-70"/>
                    </a:cubicBezTo>
                    <a:close/>
                  </a:path>
                </a:pathLst>
              </a:custGeom>
              <a:gradFill>
                <a:gsLst>
                  <a:gs pos="0">
                    <a:srgbClr val="CCE0F4">
                      <a:alpha val="0"/>
                    </a:srgbClr>
                  </a:gs>
                  <a:gs pos="99000">
                    <a:srgbClr val="000000"/>
                  </a:gs>
                </a:gsLst>
                <a:lin ang="13061685" scaled="1"/>
              </a:gradFill>
              <a:ln w="87213" cap="flat">
                <a:noFill/>
                <a:prstDash val="solid"/>
                <a:miter/>
              </a:ln>
            </p:spPr>
            <p:txBody>
              <a:bodyPr rtlCol="0" anchor="ctr"/>
              <a:lstStyle/>
              <a:p>
                <a:endParaRPr lang="en-IN" dirty="0"/>
              </a:p>
            </p:txBody>
          </p:sp>
          <p:sp>
            <p:nvSpPr>
              <p:cNvPr id="2542" name="Freeform: Shape 2541">
                <a:extLst>
                  <a:ext uri="{FF2B5EF4-FFF2-40B4-BE49-F238E27FC236}">
                    <a16:creationId xmlns:a16="http://schemas.microsoft.com/office/drawing/2014/main" id="{5AEF8390-5ED2-D57D-150C-31B81F0CC303}"/>
                  </a:ext>
                </a:extLst>
              </p:cNvPr>
              <p:cNvSpPr/>
              <p:nvPr/>
            </p:nvSpPr>
            <p:spPr>
              <a:xfrm>
                <a:off x="848159" y="4200889"/>
                <a:ext cx="1059204" cy="929429"/>
              </a:xfrm>
              <a:custGeom>
                <a:avLst/>
                <a:gdLst>
                  <a:gd name="connsiteX0" fmla="*/ 1059161 w 1059204"/>
                  <a:gd name="connsiteY0" fmla="*/ 589239 h 929429"/>
                  <a:gd name="connsiteX1" fmla="*/ 903527 w 1059204"/>
                  <a:gd name="connsiteY1" fmla="*/ 501804 h 929429"/>
                  <a:gd name="connsiteX2" fmla="*/ 743522 w 1059204"/>
                  <a:gd name="connsiteY2" fmla="*/ 414370 h 929429"/>
                  <a:gd name="connsiteX3" fmla="*/ 447993 w 1059204"/>
                  <a:gd name="connsiteY3" fmla="*/ 220265 h 929429"/>
                  <a:gd name="connsiteX4" fmla="*/ 329082 w 1059204"/>
                  <a:gd name="connsiteY4" fmla="*/ 138077 h 929429"/>
                  <a:gd name="connsiteX5" fmla="*/ 254762 w 1059204"/>
                  <a:gd name="connsiteY5" fmla="*/ 76873 h 929429"/>
                  <a:gd name="connsiteX6" fmla="*/ 211919 w 1059204"/>
                  <a:gd name="connsiteY6" fmla="*/ 21789 h 929429"/>
                  <a:gd name="connsiteX7" fmla="*/ 211919 w 1059204"/>
                  <a:gd name="connsiteY7" fmla="*/ -70 h 929429"/>
                  <a:gd name="connsiteX8" fmla="*/ 211919 w 1059204"/>
                  <a:gd name="connsiteY8" fmla="*/ -70 h 929429"/>
                  <a:gd name="connsiteX9" fmla="*/ 211919 w 1059204"/>
                  <a:gd name="connsiteY9" fmla="*/ -70 h 929429"/>
                  <a:gd name="connsiteX10" fmla="*/ 179569 w 1059204"/>
                  <a:gd name="connsiteY10" fmla="*/ 62883 h 929429"/>
                  <a:gd name="connsiteX11" fmla="*/ 153338 w 1059204"/>
                  <a:gd name="connsiteY11" fmla="*/ 123213 h 929429"/>
                  <a:gd name="connsiteX12" fmla="*/ 123611 w 1059204"/>
                  <a:gd name="connsiteY12" fmla="*/ 194035 h 929429"/>
                  <a:gd name="connsiteX13" fmla="*/ 16066 w 1059204"/>
                  <a:gd name="connsiteY13" fmla="*/ 467705 h 929429"/>
                  <a:gd name="connsiteX14" fmla="*/ 82516 w 1059204"/>
                  <a:gd name="connsiteY14" fmla="*/ 929360 h 929429"/>
                  <a:gd name="connsiteX15" fmla="*/ 82516 w 1059204"/>
                  <a:gd name="connsiteY15" fmla="*/ 929360 h 929429"/>
                  <a:gd name="connsiteX16" fmla="*/ 8197 w 1059204"/>
                  <a:gd name="connsiteY16" fmla="*/ 708150 h 929429"/>
                  <a:gd name="connsiteX17" fmla="*/ 15191 w 1059204"/>
                  <a:gd name="connsiteY17" fmla="*/ 476449 h 929429"/>
                  <a:gd name="connsiteX18" fmla="*/ 109621 w 1059204"/>
                  <a:gd name="connsiteY18" fmla="*/ 229883 h 929429"/>
                  <a:gd name="connsiteX19" fmla="*/ 162956 w 1059204"/>
                  <a:gd name="connsiteY19" fmla="*/ 107475 h 929429"/>
                  <a:gd name="connsiteX20" fmla="*/ 182192 w 1059204"/>
                  <a:gd name="connsiteY20" fmla="*/ 56763 h 929429"/>
                  <a:gd name="connsiteX21" fmla="*/ 204051 w 1059204"/>
                  <a:gd name="connsiteY21" fmla="*/ 6050 h 929429"/>
                  <a:gd name="connsiteX22" fmla="*/ 253888 w 1059204"/>
                  <a:gd name="connsiteY22" fmla="*/ 93485 h 929429"/>
                  <a:gd name="connsiteX23" fmla="*/ 402527 w 1059204"/>
                  <a:gd name="connsiteY23" fmla="*/ 194035 h 929429"/>
                  <a:gd name="connsiteX24" fmla="*/ 591385 w 1059204"/>
                  <a:gd name="connsiteY24" fmla="*/ 326935 h 929429"/>
                  <a:gd name="connsiteX25" fmla="*/ 907899 w 1059204"/>
                  <a:gd name="connsiteY25" fmla="*/ 509674 h 929429"/>
                  <a:gd name="connsiteX26" fmla="*/ 1057412 w 1059204"/>
                  <a:gd name="connsiteY26" fmla="*/ 590988 h 929429"/>
                  <a:gd name="connsiteX27" fmla="*/ 1059161 w 1059204"/>
                  <a:gd name="connsiteY27" fmla="*/ 589239 h 92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59204" h="929429">
                    <a:moveTo>
                      <a:pt x="1059161" y="589239"/>
                    </a:moveTo>
                    <a:cubicBezTo>
                      <a:pt x="1009323" y="559511"/>
                      <a:pt x="955988" y="533281"/>
                      <a:pt x="903527" y="501804"/>
                    </a:cubicBezTo>
                    <a:lnTo>
                      <a:pt x="743522" y="414370"/>
                    </a:lnTo>
                    <a:cubicBezTo>
                      <a:pt x="640917" y="356121"/>
                      <a:pt x="542204" y="291288"/>
                      <a:pt x="447993" y="220265"/>
                    </a:cubicBezTo>
                    <a:cubicBezTo>
                      <a:pt x="409522" y="191412"/>
                      <a:pt x="367553" y="166056"/>
                      <a:pt x="329082" y="138077"/>
                    </a:cubicBezTo>
                    <a:cubicBezTo>
                      <a:pt x="303158" y="119121"/>
                      <a:pt x="278343" y="98679"/>
                      <a:pt x="254762" y="76873"/>
                    </a:cubicBezTo>
                    <a:cubicBezTo>
                      <a:pt x="236034" y="62455"/>
                      <a:pt x="221284" y="43499"/>
                      <a:pt x="211919" y="21789"/>
                    </a:cubicBezTo>
                    <a:cubicBezTo>
                      <a:pt x="208011" y="15030"/>
                      <a:pt x="208011" y="6697"/>
                      <a:pt x="211919" y="-70"/>
                    </a:cubicBezTo>
                    <a:lnTo>
                      <a:pt x="211919" y="-70"/>
                    </a:lnTo>
                    <a:cubicBezTo>
                      <a:pt x="211919" y="-70"/>
                      <a:pt x="211919" y="-70"/>
                      <a:pt x="211919" y="-70"/>
                    </a:cubicBezTo>
                    <a:cubicBezTo>
                      <a:pt x="182192" y="-70"/>
                      <a:pt x="184815" y="41024"/>
                      <a:pt x="179569" y="62883"/>
                    </a:cubicBezTo>
                    <a:cubicBezTo>
                      <a:pt x="173396" y="84016"/>
                      <a:pt x="164582" y="104284"/>
                      <a:pt x="153338" y="123213"/>
                    </a:cubicBezTo>
                    <a:cubicBezTo>
                      <a:pt x="142846" y="146820"/>
                      <a:pt x="133228" y="170428"/>
                      <a:pt x="123611" y="194035"/>
                    </a:cubicBezTo>
                    <a:cubicBezTo>
                      <a:pt x="81240" y="282553"/>
                      <a:pt x="45295" y="374019"/>
                      <a:pt x="16066" y="467705"/>
                    </a:cubicBezTo>
                    <a:cubicBezTo>
                      <a:pt x="-17107" y="624606"/>
                      <a:pt x="6439" y="788188"/>
                      <a:pt x="82516" y="929360"/>
                    </a:cubicBezTo>
                    <a:cubicBezTo>
                      <a:pt x="82516" y="929360"/>
                      <a:pt x="82516" y="929360"/>
                      <a:pt x="82516" y="929360"/>
                    </a:cubicBezTo>
                    <a:cubicBezTo>
                      <a:pt x="46887" y="859727"/>
                      <a:pt x="21837" y="785172"/>
                      <a:pt x="8197" y="708150"/>
                    </a:cubicBezTo>
                    <a:cubicBezTo>
                      <a:pt x="-4787" y="631216"/>
                      <a:pt x="-2409" y="552464"/>
                      <a:pt x="15191" y="476449"/>
                    </a:cubicBezTo>
                    <a:cubicBezTo>
                      <a:pt x="38711" y="391427"/>
                      <a:pt x="70328" y="308863"/>
                      <a:pt x="109621" y="229883"/>
                    </a:cubicBezTo>
                    <a:cubicBezTo>
                      <a:pt x="127108" y="188789"/>
                      <a:pt x="143720" y="147695"/>
                      <a:pt x="162956" y="107475"/>
                    </a:cubicBezTo>
                    <a:cubicBezTo>
                      <a:pt x="171026" y="91247"/>
                      <a:pt x="177470" y="74258"/>
                      <a:pt x="182192" y="56763"/>
                    </a:cubicBezTo>
                    <a:cubicBezTo>
                      <a:pt x="182192" y="40150"/>
                      <a:pt x="182192" y="13045"/>
                      <a:pt x="204051" y="6050"/>
                    </a:cubicBezTo>
                    <a:cubicBezTo>
                      <a:pt x="187438" y="34904"/>
                      <a:pt x="237275" y="75998"/>
                      <a:pt x="253888" y="93485"/>
                    </a:cubicBezTo>
                    <a:cubicBezTo>
                      <a:pt x="301068" y="130373"/>
                      <a:pt x="350731" y="163966"/>
                      <a:pt x="402527" y="194035"/>
                    </a:cubicBezTo>
                    <a:cubicBezTo>
                      <a:pt x="466354" y="236878"/>
                      <a:pt x="526684" y="281469"/>
                      <a:pt x="591385" y="326935"/>
                    </a:cubicBezTo>
                    <a:cubicBezTo>
                      <a:pt x="693684" y="393386"/>
                      <a:pt x="801229" y="451967"/>
                      <a:pt x="907899" y="509674"/>
                    </a:cubicBezTo>
                    <a:cubicBezTo>
                      <a:pt x="957737" y="536778"/>
                      <a:pt x="1009323" y="562134"/>
                      <a:pt x="1057412" y="590988"/>
                    </a:cubicBezTo>
                    <a:lnTo>
                      <a:pt x="1059161" y="589239"/>
                    </a:lnTo>
                    <a:close/>
                  </a:path>
                </a:pathLst>
              </a:custGeom>
              <a:solidFill>
                <a:srgbClr val="636363">
                  <a:alpha val="60000"/>
                </a:srgbClr>
              </a:solidFill>
              <a:ln w="87213" cap="flat">
                <a:noFill/>
                <a:prstDash val="solid"/>
                <a:miter/>
              </a:ln>
            </p:spPr>
            <p:txBody>
              <a:bodyPr rtlCol="0" anchor="ctr"/>
              <a:lstStyle/>
              <a:p>
                <a:endParaRPr lang="en-IN" dirty="0"/>
              </a:p>
            </p:txBody>
          </p:sp>
          <p:sp>
            <p:nvSpPr>
              <p:cNvPr id="2543" name="Freeform: Shape 2542">
                <a:extLst>
                  <a:ext uri="{FF2B5EF4-FFF2-40B4-BE49-F238E27FC236}">
                    <a16:creationId xmlns:a16="http://schemas.microsoft.com/office/drawing/2014/main" id="{DD59248E-78C2-142F-3570-4AD8A238E2A5}"/>
                  </a:ext>
                </a:extLst>
              </p:cNvPr>
              <p:cNvSpPr/>
              <p:nvPr/>
            </p:nvSpPr>
            <p:spPr>
              <a:xfrm>
                <a:off x="1151719" y="4557622"/>
                <a:ext cx="273879" cy="736198"/>
              </a:xfrm>
              <a:custGeom>
                <a:avLst/>
                <a:gdLst>
                  <a:gd name="connsiteX0" fmla="*/ 1040 w 273879"/>
                  <a:gd name="connsiteY0" fmla="*/ 543773 h 736198"/>
                  <a:gd name="connsiteX1" fmla="*/ 43009 w 273879"/>
                  <a:gd name="connsiteY1" fmla="*/ 368904 h 736198"/>
                  <a:gd name="connsiteX2" fmla="*/ 150553 w 273879"/>
                  <a:gd name="connsiteY2" fmla="*/ 187040 h 736198"/>
                  <a:gd name="connsiteX3" fmla="*/ 273836 w 273879"/>
                  <a:gd name="connsiteY3" fmla="*/ -70 h 736198"/>
                  <a:gd name="connsiteX4" fmla="*/ 273836 w 273879"/>
                  <a:gd name="connsiteY4" fmla="*/ -70 h 736198"/>
                  <a:gd name="connsiteX5" fmla="*/ 37763 w 273879"/>
                  <a:gd name="connsiteY5" fmla="*/ 386391 h 736198"/>
                  <a:gd name="connsiteX6" fmla="*/ 1040 w 273879"/>
                  <a:gd name="connsiteY6" fmla="*/ 561260 h 736198"/>
                  <a:gd name="connsiteX7" fmla="*/ 37763 w 273879"/>
                  <a:gd name="connsiteY7" fmla="*/ 736129 h 736198"/>
                  <a:gd name="connsiteX8" fmla="*/ 37763 w 273879"/>
                  <a:gd name="connsiteY8" fmla="*/ 736129 h 736198"/>
                  <a:gd name="connsiteX9" fmla="*/ 1040 w 273879"/>
                  <a:gd name="connsiteY9" fmla="*/ 543773 h 73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79" h="736198">
                    <a:moveTo>
                      <a:pt x="1040" y="543773"/>
                    </a:moveTo>
                    <a:cubicBezTo>
                      <a:pt x="2762" y="483207"/>
                      <a:pt x="17049" y="423655"/>
                      <a:pt x="43009" y="368904"/>
                    </a:cubicBezTo>
                    <a:cubicBezTo>
                      <a:pt x="74039" y="305557"/>
                      <a:pt x="110001" y="244747"/>
                      <a:pt x="150553" y="187040"/>
                    </a:cubicBezTo>
                    <a:cubicBezTo>
                      <a:pt x="190773" y="124961"/>
                      <a:pt x="232742" y="62883"/>
                      <a:pt x="273836" y="-70"/>
                    </a:cubicBezTo>
                    <a:cubicBezTo>
                      <a:pt x="273836" y="-70"/>
                      <a:pt x="273836" y="-70"/>
                      <a:pt x="273836" y="-70"/>
                    </a:cubicBezTo>
                    <a:cubicBezTo>
                      <a:pt x="184600" y="122006"/>
                      <a:pt x="105638" y="251269"/>
                      <a:pt x="37763" y="386391"/>
                    </a:cubicBezTo>
                    <a:cubicBezTo>
                      <a:pt x="13893" y="441623"/>
                      <a:pt x="1407" y="501097"/>
                      <a:pt x="1040" y="561260"/>
                    </a:cubicBezTo>
                    <a:cubicBezTo>
                      <a:pt x="-2064" y="621747"/>
                      <a:pt x="10588" y="681998"/>
                      <a:pt x="37763" y="736129"/>
                    </a:cubicBezTo>
                    <a:cubicBezTo>
                      <a:pt x="37763" y="736129"/>
                      <a:pt x="37763" y="736129"/>
                      <a:pt x="37763" y="736129"/>
                    </a:cubicBezTo>
                    <a:cubicBezTo>
                      <a:pt x="8664" y="676403"/>
                      <a:pt x="-4014" y="610014"/>
                      <a:pt x="1040" y="543773"/>
                    </a:cubicBezTo>
                    <a:close/>
                  </a:path>
                </a:pathLst>
              </a:custGeom>
              <a:solidFill>
                <a:srgbClr val="636363">
                  <a:alpha val="60000"/>
                </a:srgbClr>
              </a:solidFill>
              <a:ln w="87213" cap="flat">
                <a:noFill/>
                <a:prstDash val="solid"/>
                <a:miter/>
              </a:ln>
            </p:spPr>
            <p:txBody>
              <a:bodyPr rtlCol="0" anchor="ctr"/>
              <a:lstStyle/>
              <a:p>
                <a:endParaRPr lang="en-IN" dirty="0"/>
              </a:p>
            </p:txBody>
          </p:sp>
          <p:sp>
            <p:nvSpPr>
              <p:cNvPr id="2544" name="Freeform: Shape 2543">
                <a:extLst>
                  <a:ext uri="{FF2B5EF4-FFF2-40B4-BE49-F238E27FC236}">
                    <a16:creationId xmlns:a16="http://schemas.microsoft.com/office/drawing/2014/main" id="{89C69B27-E986-0DF3-EB21-1620D5817B76}"/>
                  </a:ext>
                </a:extLst>
              </p:cNvPr>
              <p:cNvSpPr/>
              <p:nvPr/>
            </p:nvSpPr>
            <p:spPr>
              <a:xfrm>
                <a:off x="2206390" y="4618826"/>
                <a:ext cx="924183" cy="337027"/>
              </a:xfrm>
              <a:custGeom>
                <a:avLst/>
                <a:gdLst>
                  <a:gd name="connsiteX0" fmla="*/ 918019 w 924183"/>
                  <a:gd name="connsiteY0" fmla="*/ -70 h 337027"/>
                  <a:gd name="connsiteX1" fmla="*/ 718668 w 924183"/>
                  <a:gd name="connsiteY1" fmla="*/ 148569 h 337027"/>
                  <a:gd name="connsiteX2" fmla="*/ 456365 w 924183"/>
                  <a:gd name="connsiteY2" fmla="*/ 241250 h 337027"/>
                  <a:gd name="connsiteX3" fmla="*/ 324338 w 924183"/>
                  <a:gd name="connsiteY3" fmla="*/ 281469 h 337027"/>
                  <a:gd name="connsiteX4" fmla="*/ 218542 w 924183"/>
                  <a:gd name="connsiteY4" fmla="*/ 317318 h 337027"/>
                  <a:gd name="connsiteX5" fmla="*/ -44 w 924183"/>
                  <a:gd name="connsiteY5" fmla="*/ 317318 h 337027"/>
                  <a:gd name="connsiteX6" fmla="*/ -44 w 924183"/>
                  <a:gd name="connsiteY6" fmla="*/ 317318 h 337027"/>
                  <a:gd name="connsiteX7" fmla="*/ 209799 w 924183"/>
                  <a:gd name="connsiteY7" fmla="*/ 317318 h 337027"/>
                  <a:gd name="connsiteX8" fmla="*/ 316469 w 924183"/>
                  <a:gd name="connsiteY8" fmla="*/ 281469 h 337027"/>
                  <a:gd name="connsiteX9" fmla="*/ 458113 w 924183"/>
                  <a:gd name="connsiteY9" fmla="*/ 237752 h 337027"/>
                  <a:gd name="connsiteX10" fmla="*/ 718668 w 924183"/>
                  <a:gd name="connsiteY10" fmla="*/ 152067 h 337027"/>
                  <a:gd name="connsiteX11" fmla="*/ 924140 w 924183"/>
                  <a:gd name="connsiteY11" fmla="*/ 1679 h 337027"/>
                  <a:gd name="connsiteX12" fmla="*/ 918019 w 924183"/>
                  <a:gd name="connsiteY12" fmla="*/ -70 h 33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183" h="337027">
                    <a:moveTo>
                      <a:pt x="918019" y="-70"/>
                    </a:moveTo>
                    <a:cubicBezTo>
                      <a:pt x="866136" y="66494"/>
                      <a:pt x="797272" y="117836"/>
                      <a:pt x="718668" y="148569"/>
                    </a:cubicBezTo>
                    <a:cubicBezTo>
                      <a:pt x="633096" y="184496"/>
                      <a:pt x="545513" y="215448"/>
                      <a:pt x="456365" y="241250"/>
                    </a:cubicBezTo>
                    <a:cubicBezTo>
                      <a:pt x="412647" y="254365"/>
                      <a:pt x="368930" y="266606"/>
                      <a:pt x="324338" y="281469"/>
                    </a:cubicBezTo>
                    <a:lnTo>
                      <a:pt x="218542" y="317318"/>
                    </a:lnTo>
                    <a:cubicBezTo>
                      <a:pt x="148035" y="343505"/>
                      <a:pt x="70463" y="343505"/>
                      <a:pt x="-44" y="317318"/>
                    </a:cubicBezTo>
                    <a:cubicBezTo>
                      <a:pt x="-44" y="317318"/>
                      <a:pt x="-44" y="317318"/>
                      <a:pt x="-44" y="317318"/>
                    </a:cubicBezTo>
                    <a:cubicBezTo>
                      <a:pt x="67691" y="342202"/>
                      <a:pt x="142063" y="342202"/>
                      <a:pt x="209799" y="317318"/>
                    </a:cubicBezTo>
                    <a:cubicBezTo>
                      <a:pt x="245647" y="306826"/>
                      <a:pt x="281495" y="293710"/>
                      <a:pt x="316469" y="281469"/>
                    </a:cubicBezTo>
                    <a:cubicBezTo>
                      <a:pt x="351443" y="269229"/>
                      <a:pt x="410899" y="251742"/>
                      <a:pt x="458113" y="237752"/>
                    </a:cubicBezTo>
                    <a:cubicBezTo>
                      <a:pt x="546405" y="213769"/>
                      <a:pt x="633376" y="185169"/>
                      <a:pt x="718668" y="152067"/>
                    </a:cubicBezTo>
                    <a:cubicBezTo>
                      <a:pt x="799536" y="121499"/>
                      <a:pt x="870560" y="69520"/>
                      <a:pt x="924140" y="1679"/>
                    </a:cubicBezTo>
                    <a:lnTo>
                      <a:pt x="918019" y="-70"/>
                    </a:lnTo>
                    <a:close/>
                  </a:path>
                </a:pathLst>
              </a:custGeom>
              <a:solidFill>
                <a:srgbClr val="636363">
                  <a:alpha val="60000"/>
                </a:srgbClr>
              </a:solidFill>
              <a:ln w="87213" cap="flat">
                <a:noFill/>
                <a:prstDash val="solid"/>
                <a:miter/>
              </a:ln>
            </p:spPr>
            <p:txBody>
              <a:bodyPr rtlCol="0" anchor="ctr"/>
              <a:lstStyle/>
              <a:p>
                <a:endParaRPr lang="en-IN" dirty="0"/>
              </a:p>
            </p:txBody>
          </p:sp>
          <p:sp>
            <p:nvSpPr>
              <p:cNvPr id="2545" name="Freeform: Shape 2544">
                <a:extLst>
                  <a:ext uri="{FF2B5EF4-FFF2-40B4-BE49-F238E27FC236}">
                    <a16:creationId xmlns:a16="http://schemas.microsoft.com/office/drawing/2014/main" id="{B1A084B2-2AAB-10DF-801D-7913A9ED493C}"/>
                  </a:ext>
                </a:extLst>
              </p:cNvPr>
              <p:cNvSpPr/>
              <p:nvPr/>
            </p:nvSpPr>
            <p:spPr>
              <a:xfrm>
                <a:off x="1204390" y="4255099"/>
                <a:ext cx="1381466" cy="1024927"/>
              </a:xfrm>
              <a:custGeom>
                <a:avLst/>
                <a:gdLst>
                  <a:gd name="connsiteX0" fmla="*/ 979223 w 1381466"/>
                  <a:gd name="connsiteY0" fmla="*/ 737877 h 1024927"/>
                  <a:gd name="connsiteX1" fmla="*/ 755391 w 1381466"/>
                  <a:gd name="connsiteY1" fmla="*/ 812197 h 1024927"/>
                  <a:gd name="connsiteX2" fmla="*/ 706428 w 1381466"/>
                  <a:gd name="connsiteY2" fmla="*/ 823564 h 1024927"/>
                  <a:gd name="connsiteX3" fmla="*/ 719543 w 1381466"/>
                  <a:gd name="connsiteY3" fmla="*/ 736129 h 1024927"/>
                  <a:gd name="connsiteX4" fmla="*/ 702056 w 1381466"/>
                  <a:gd name="connsiteY4" fmla="*/ 681045 h 1024927"/>
                  <a:gd name="connsiteX5" fmla="*/ 702056 w 1381466"/>
                  <a:gd name="connsiteY5" fmla="*/ 599731 h 1024927"/>
                  <a:gd name="connsiteX6" fmla="*/ 782496 w 1381466"/>
                  <a:gd name="connsiteY6" fmla="*/ 457212 h 1024927"/>
                  <a:gd name="connsiteX7" fmla="*/ 885668 w 1381466"/>
                  <a:gd name="connsiteY7" fmla="*/ 308574 h 1024927"/>
                  <a:gd name="connsiteX8" fmla="*/ 979223 w 1381466"/>
                  <a:gd name="connsiteY8" fmla="*/ 179170 h 1024927"/>
                  <a:gd name="connsiteX9" fmla="*/ 1066658 w 1381466"/>
                  <a:gd name="connsiteY9" fmla="*/ 69877 h 1024927"/>
                  <a:gd name="connsiteX10" fmla="*/ 1184695 w 1381466"/>
                  <a:gd name="connsiteY10" fmla="*/ 30532 h 1024927"/>
                  <a:gd name="connsiteX11" fmla="*/ 1293988 w 1381466"/>
                  <a:gd name="connsiteY11" fmla="*/ 30532 h 1024927"/>
                  <a:gd name="connsiteX12" fmla="*/ 1381423 w 1381466"/>
                  <a:gd name="connsiteY12" fmla="*/ -70 h 1024927"/>
                  <a:gd name="connsiteX13" fmla="*/ 1381423 w 1381466"/>
                  <a:gd name="connsiteY13" fmla="*/ -70 h 1024927"/>
                  <a:gd name="connsiteX14" fmla="*/ 1157590 w 1381466"/>
                  <a:gd name="connsiteY14" fmla="*/ 27034 h 1024927"/>
                  <a:gd name="connsiteX15" fmla="*/ 982721 w 1381466"/>
                  <a:gd name="connsiteY15" fmla="*/ 176548 h 1024927"/>
                  <a:gd name="connsiteX16" fmla="*/ 785118 w 1381466"/>
                  <a:gd name="connsiteY16" fmla="*/ 454590 h 1024927"/>
                  <a:gd name="connsiteX17" fmla="*/ 708176 w 1381466"/>
                  <a:gd name="connsiteY17" fmla="*/ 586616 h 1024927"/>
                  <a:gd name="connsiteX18" fmla="*/ 714297 w 1381466"/>
                  <a:gd name="connsiteY18" fmla="*/ 708150 h 1024927"/>
                  <a:gd name="connsiteX19" fmla="*/ 727412 w 1381466"/>
                  <a:gd name="connsiteY19" fmla="*/ 768480 h 1024927"/>
                  <a:gd name="connsiteX20" fmla="*/ 708176 w 1381466"/>
                  <a:gd name="connsiteY20" fmla="*/ 821815 h 1024927"/>
                  <a:gd name="connsiteX21" fmla="*/ 520192 w 1381466"/>
                  <a:gd name="connsiteY21" fmla="*/ 871653 h 1024927"/>
                  <a:gd name="connsiteX22" fmla="*/ -44 w 1381466"/>
                  <a:gd name="connsiteY22" fmla="*/ 1022914 h 1024927"/>
                  <a:gd name="connsiteX23" fmla="*/ -44 w 1381466"/>
                  <a:gd name="connsiteY23" fmla="*/ 1022914 h 1024927"/>
                  <a:gd name="connsiteX24" fmla="*/ 524563 w 1381466"/>
                  <a:gd name="connsiteY24" fmla="*/ 869904 h 1024927"/>
                  <a:gd name="connsiteX25" fmla="*/ 705553 w 1381466"/>
                  <a:gd name="connsiteY25" fmla="*/ 821815 h 1024927"/>
                  <a:gd name="connsiteX26" fmla="*/ 705553 w 1381466"/>
                  <a:gd name="connsiteY26" fmla="*/ 821815 h 1024927"/>
                  <a:gd name="connsiteX27" fmla="*/ 765009 w 1381466"/>
                  <a:gd name="connsiteY27" fmla="*/ 807825 h 1024927"/>
                  <a:gd name="connsiteX28" fmla="*/ 983595 w 1381466"/>
                  <a:gd name="connsiteY28" fmla="*/ 735254 h 1024927"/>
                  <a:gd name="connsiteX29" fmla="*/ 979223 w 1381466"/>
                  <a:gd name="connsiteY29" fmla="*/ 737877 h 102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81466" h="1024927">
                    <a:moveTo>
                      <a:pt x="979223" y="737877"/>
                    </a:moveTo>
                    <a:cubicBezTo>
                      <a:pt x="908314" y="772642"/>
                      <a:pt x="833015" y="797648"/>
                      <a:pt x="755391" y="812197"/>
                    </a:cubicBezTo>
                    <a:lnTo>
                      <a:pt x="706428" y="823564"/>
                    </a:lnTo>
                    <a:cubicBezTo>
                      <a:pt x="724325" y="798111"/>
                      <a:pt x="729187" y="765717"/>
                      <a:pt x="719543" y="736129"/>
                    </a:cubicBezTo>
                    <a:cubicBezTo>
                      <a:pt x="714297" y="717768"/>
                      <a:pt x="707302" y="699407"/>
                      <a:pt x="702056" y="681045"/>
                    </a:cubicBezTo>
                    <a:cubicBezTo>
                      <a:pt x="695052" y="654395"/>
                      <a:pt x="695052" y="626381"/>
                      <a:pt x="702056" y="599731"/>
                    </a:cubicBezTo>
                    <a:cubicBezTo>
                      <a:pt x="720697" y="548057"/>
                      <a:pt x="747889" y="499880"/>
                      <a:pt x="782496" y="457212"/>
                    </a:cubicBezTo>
                    <a:cubicBezTo>
                      <a:pt x="815721" y="407375"/>
                      <a:pt x="850694" y="357537"/>
                      <a:pt x="885668" y="308574"/>
                    </a:cubicBezTo>
                    <a:cubicBezTo>
                      <a:pt x="920642" y="259611"/>
                      <a:pt x="949496" y="221139"/>
                      <a:pt x="979223" y="179170"/>
                    </a:cubicBezTo>
                    <a:cubicBezTo>
                      <a:pt x="1004230" y="139615"/>
                      <a:pt x="1033555" y="102963"/>
                      <a:pt x="1066658" y="69877"/>
                    </a:cubicBezTo>
                    <a:cubicBezTo>
                      <a:pt x="1099603" y="42283"/>
                      <a:pt x="1141782" y="28224"/>
                      <a:pt x="1184695" y="30532"/>
                    </a:cubicBezTo>
                    <a:cubicBezTo>
                      <a:pt x="1221417" y="30532"/>
                      <a:pt x="1257265" y="36652"/>
                      <a:pt x="1293988" y="30532"/>
                    </a:cubicBezTo>
                    <a:cubicBezTo>
                      <a:pt x="1325604" y="29666"/>
                      <a:pt x="1356171" y="18973"/>
                      <a:pt x="1381423" y="-70"/>
                    </a:cubicBezTo>
                    <a:cubicBezTo>
                      <a:pt x="1381423" y="-70"/>
                      <a:pt x="1381423" y="-70"/>
                      <a:pt x="1381423" y="-70"/>
                    </a:cubicBezTo>
                    <a:cubicBezTo>
                      <a:pt x="1314098" y="49768"/>
                      <a:pt x="1233658" y="19166"/>
                      <a:pt x="1157590" y="27034"/>
                    </a:cubicBezTo>
                    <a:cubicBezTo>
                      <a:pt x="1081522" y="34904"/>
                      <a:pt x="1022941" y="114469"/>
                      <a:pt x="982721" y="176548"/>
                    </a:cubicBezTo>
                    <a:cubicBezTo>
                      <a:pt x="917145" y="270103"/>
                      <a:pt x="848946" y="360160"/>
                      <a:pt x="785118" y="454590"/>
                    </a:cubicBezTo>
                    <a:cubicBezTo>
                      <a:pt x="754499" y="495509"/>
                      <a:pt x="728679" y="539803"/>
                      <a:pt x="708176" y="586616"/>
                    </a:cubicBezTo>
                    <a:cubicBezTo>
                      <a:pt x="695603" y="626556"/>
                      <a:pt x="697771" y="669679"/>
                      <a:pt x="714297" y="708150"/>
                    </a:cubicBezTo>
                    <a:cubicBezTo>
                      <a:pt x="721239" y="727613"/>
                      <a:pt x="725654" y="747889"/>
                      <a:pt x="727412" y="768480"/>
                    </a:cubicBezTo>
                    <a:cubicBezTo>
                      <a:pt x="728111" y="788074"/>
                      <a:pt x="721221" y="807178"/>
                      <a:pt x="708176" y="821815"/>
                    </a:cubicBezTo>
                    <a:cubicBezTo>
                      <a:pt x="645223" y="837553"/>
                      <a:pt x="583145" y="854166"/>
                      <a:pt x="520192" y="871653"/>
                    </a:cubicBezTo>
                    <a:lnTo>
                      <a:pt x="-44" y="1022914"/>
                    </a:lnTo>
                    <a:cubicBezTo>
                      <a:pt x="-44" y="1022914"/>
                      <a:pt x="-44" y="1027286"/>
                      <a:pt x="-44" y="1022914"/>
                    </a:cubicBezTo>
                    <a:cubicBezTo>
                      <a:pt x="174825" y="972202"/>
                      <a:pt x="349694" y="919741"/>
                      <a:pt x="524563" y="869904"/>
                    </a:cubicBezTo>
                    <a:cubicBezTo>
                      <a:pt x="584893" y="853292"/>
                      <a:pt x="645223" y="836679"/>
                      <a:pt x="705553" y="821815"/>
                    </a:cubicBezTo>
                    <a:lnTo>
                      <a:pt x="705553" y="821815"/>
                    </a:lnTo>
                    <a:lnTo>
                      <a:pt x="765009" y="807825"/>
                    </a:lnTo>
                    <a:cubicBezTo>
                      <a:pt x="840771" y="793451"/>
                      <a:pt x="914277" y="769048"/>
                      <a:pt x="983595" y="735254"/>
                    </a:cubicBezTo>
                    <a:cubicBezTo>
                      <a:pt x="983595" y="735254"/>
                      <a:pt x="980972" y="737004"/>
                      <a:pt x="979223" y="737877"/>
                    </a:cubicBezTo>
                    <a:close/>
                  </a:path>
                </a:pathLst>
              </a:custGeom>
              <a:solidFill>
                <a:srgbClr val="636363">
                  <a:alpha val="60000"/>
                </a:srgbClr>
              </a:solidFill>
              <a:ln w="87213" cap="flat">
                <a:noFill/>
                <a:prstDash val="solid"/>
                <a:miter/>
              </a:ln>
            </p:spPr>
            <p:txBody>
              <a:bodyPr rtlCol="0" anchor="ctr"/>
              <a:lstStyle/>
              <a:p>
                <a:endParaRPr lang="en-IN" dirty="0"/>
              </a:p>
            </p:txBody>
          </p:sp>
          <p:sp>
            <p:nvSpPr>
              <p:cNvPr id="2547" name="Freeform: Shape 2546">
                <a:extLst>
                  <a:ext uri="{FF2B5EF4-FFF2-40B4-BE49-F238E27FC236}">
                    <a16:creationId xmlns:a16="http://schemas.microsoft.com/office/drawing/2014/main" id="{884DEC99-FCC8-3B80-E172-3A6F9D6FB071}"/>
                  </a:ext>
                </a:extLst>
              </p:cNvPr>
              <p:cNvSpPr/>
              <p:nvPr/>
            </p:nvSpPr>
            <p:spPr>
              <a:xfrm rot="18162000">
                <a:off x="2874983" y="3595641"/>
                <a:ext cx="243942" cy="431052"/>
              </a:xfrm>
              <a:custGeom>
                <a:avLst/>
                <a:gdLst>
                  <a:gd name="connsiteX0" fmla="*/ -44 w 243942"/>
                  <a:gd name="connsiteY0" fmla="*/ -70 h 431052"/>
                  <a:gd name="connsiteX1" fmla="*/ 243898 w 243942"/>
                  <a:gd name="connsiteY1" fmla="*/ -70 h 431052"/>
                  <a:gd name="connsiteX2" fmla="*/ 243898 w 243942"/>
                  <a:gd name="connsiteY2" fmla="*/ 430983 h 431052"/>
                  <a:gd name="connsiteX3" fmla="*/ -44 w 243942"/>
                  <a:gd name="connsiteY3" fmla="*/ 430983 h 431052"/>
                </a:gdLst>
                <a:ahLst/>
                <a:cxnLst>
                  <a:cxn ang="0">
                    <a:pos x="connsiteX0" y="connsiteY0"/>
                  </a:cxn>
                  <a:cxn ang="0">
                    <a:pos x="connsiteX1" y="connsiteY1"/>
                  </a:cxn>
                  <a:cxn ang="0">
                    <a:pos x="connsiteX2" y="connsiteY2"/>
                  </a:cxn>
                  <a:cxn ang="0">
                    <a:pos x="connsiteX3" y="connsiteY3"/>
                  </a:cxn>
                </a:cxnLst>
                <a:rect l="l" t="t" r="r" b="b"/>
                <a:pathLst>
                  <a:path w="243942" h="431052">
                    <a:moveTo>
                      <a:pt x="-44" y="-70"/>
                    </a:moveTo>
                    <a:lnTo>
                      <a:pt x="243898" y="-70"/>
                    </a:lnTo>
                    <a:lnTo>
                      <a:pt x="243898" y="430983"/>
                    </a:lnTo>
                    <a:lnTo>
                      <a:pt x="-44" y="430983"/>
                    </a:lnTo>
                    <a:close/>
                  </a:path>
                </a:pathLst>
              </a:custGeom>
              <a:solidFill>
                <a:srgbClr val="FFFFFF"/>
              </a:solidFill>
              <a:ln w="87213" cap="flat">
                <a:noFill/>
                <a:prstDash val="solid"/>
                <a:miter/>
              </a:ln>
            </p:spPr>
            <p:txBody>
              <a:bodyPr rtlCol="0" anchor="ctr"/>
              <a:lstStyle/>
              <a:p>
                <a:endParaRPr lang="en-IN" dirty="0"/>
              </a:p>
            </p:txBody>
          </p:sp>
        </p:grpSp>
        <p:grpSp>
          <p:nvGrpSpPr>
            <p:cNvPr id="2551" name="Graphic 15">
              <a:extLst>
                <a:ext uri="{FF2B5EF4-FFF2-40B4-BE49-F238E27FC236}">
                  <a16:creationId xmlns:a16="http://schemas.microsoft.com/office/drawing/2014/main" id="{D953784B-0D26-BC0C-3B25-BE6B00D1975F}"/>
                </a:ext>
              </a:extLst>
            </p:cNvPr>
            <p:cNvGrpSpPr/>
            <p:nvPr/>
          </p:nvGrpSpPr>
          <p:grpSpPr>
            <a:xfrm flipH="1">
              <a:off x="8771872" y="3197516"/>
              <a:ext cx="2822680" cy="2251564"/>
              <a:chOff x="838039" y="3086294"/>
              <a:chExt cx="2822680" cy="2251564"/>
            </a:xfrm>
          </p:grpSpPr>
          <p:sp>
            <p:nvSpPr>
              <p:cNvPr id="2552" name="Freeform: Shape 2551">
                <a:extLst>
                  <a:ext uri="{FF2B5EF4-FFF2-40B4-BE49-F238E27FC236}">
                    <a16:creationId xmlns:a16="http://schemas.microsoft.com/office/drawing/2014/main" id="{F0874743-06C5-38ED-5FC6-FA185CA5A3BE}"/>
                  </a:ext>
                </a:extLst>
              </p:cNvPr>
              <p:cNvSpPr/>
              <p:nvPr/>
            </p:nvSpPr>
            <p:spPr>
              <a:xfrm>
                <a:off x="865460" y="4180731"/>
                <a:ext cx="1831375" cy="1136806"/>
              </a:xfrm>
              <a:custGeom>
                <a:avLst/>
                <a:gdLst>
                  <a:gd name="connsiteX0" fmla="*/ 1815656 w 1831375"/>
                  <a:gd name="connsiteY0" fmla="*/ 432779 h 1136806"/>
                  <a:gd name="connsiteX1" fmla="*/ 1743960 w 1831375"/>
                  <a:gd name="connsiteY1" fmla="*/ 452015 h 1136806"/>
                  <a:gd name="connsiteX2" fmla="*/ 1634666 w 1831375"/>
                  <a:gd name="connsiteY2" fmla="*/ 375072 h 1136806"/>
                  <a:gd name="connsiteX3" fmla="*/ 1562970 w 1831375"/>
                  <a:gd name="connsiteY3" fmla="*/ 324360 h 1136806"/>
                  <a:gd name="connsiteX4" fmla="*/ 1437939 w 1831375"/>
                  <a:gd name="connsiteY4" fmla="*/ 236926 h 1136806"/>
                  <a:gd name="connsiteX5" fmla="*/ 1307661 w 1831375"/>
                  <a:gd name="connsiteY5" fmla="*/ 149491 h 1136806"/>
                  <a:gd name="connsiteX6" fmla="*/ 1269190 w 1831375"/>
                  <a:gd name="connsiteY6" fmla="*/ 101402 h 1136806"/>
                  <a:gd name="connsiteX7" fmla="*/ 1305038 w 1831375"/>
                  <a:gd name="connsiteY7" fmla="*/ 69051 h 1136806"/>
                  <a:gd name="connsiteX8" fmla="*/ 1355750 w 1831375"/>
                  <a:gd name="connsiteY8" fmla="*/ 46318 h 1136806"/>
                  <a:gd name="connsiteX9" fmla="*/ 1513132 w 1831375"/>
                  <a:gd name="connsiteY9" fmla="*/ 20962 h 1136806"/>
                  <a:gd name="connsiteX10" fmla="*/ 1503515 w 1831375"/>
                  <a:gd name="connsiteY10" fmla="*/ 1727 h 1136806"/>
                  <a:gd name="connsiteX11" fmla="*/ 1323400 w 1831375"/>
                  <a:gd name="connsiteY11" fmla="*/ 32329 h 1136806"/>
                  <a:gd name="connsiteX12" fmla="*/ 1163394 w 1831375"/>
                  <a:gd name="connsiteY12" fmla="*/ 207198 h 1136806"/>
                  <a:gd name="connsiteX13" fmla="*/ 1026996 w 1831375"/>
                  <a:gd name="connsiteY13" fmla="*/ 393434 h 1136806"/>
                  <a:gd name="connsiteX14" fmla="*/ 1005137 w 1831375"/>
                  <a:gd name="connsiteY14" fmla="*/ 444145 h 1136806"/>
                  <a:gd name="connsiteX15" fmla="*/ 711357 w 1831375"/>
                  <a:gd name="connsiteY15" fmla="*/ 284141 h 1136806"/>
                  <a:gd name="connsiteX16" fmla="*/ 591572 w 1831375"/>
                  <a:gd name="connsiteY16" fmla="*/ 214193 h 1136806"/>
                  <a:gd name="connsiteX17" fmla="*/ 582828 w 1831375"/>
                  <a:gd name="connsiteY17" fmla="*/ 208947 h 1136806"/>
                  <a:gd name="connsiteX18" fmla="*/ 467415 w 1831375"/>
                  <a:gd name="connsiteY18" fmla="*/ 138999 h 1136806"/>
                  <a:gd name="connsiteX19" fmla="*/ 328394 w 1831375"/>
                  <a:gd name="connsiteY19" fmla="*/ 45444 h 1136806"/>
                  <a:gd name="connsiteX20" fmla="*/ 191121 w 1831375"/>
                  <a:gd name="connsiteY20" fmla="*/ 8722 h 1136806"/>
                  <a:gd name="connsiteX21" fmla="*/ 183252 w 1831375"/>
                  <a:gd name="connsiteY21" fmla="*/ 51564 h 1136806"/>
                  <a:gd name="connsiteX22" fmla="*/ 295168 w 1831375"/>
                  <a:gd name="connsiteY22" fmla="*/ 51564 h 1136806"/>
                  <a:gd name="connsiteX23" fmla="*/ 470038 w 1831375"/>
                  <a:gd name="connsiteY23" fmla="*/ 163480 h 1136806"/>
                  <a:gd name="connsiteX24" fmla="*/ 568839 w 1831375"/>
                  <a:gd name="connsiteY24" fmla="*/ 222936 h 1136806"/>
                  <a:gd name="connsiteX25" fmla="*/ 433315 w 1831375"/>
                  <a:gd name="connsiteY25" fmla="*/ 432779 h 1136806"/>
                  <a:gd name="connsiteX26" fmla="*/ 433315 w 1831375"/>
                  <a:gd name="connsiteY26" fmla="*/ 439774 h 1136806"/>
                  <a:gd name="connsiteX27" fmla="*/ 320525 w 1831375"/>
                  <a:gd name="connsiteY27" fmla="*/ 607648 h 1136806"/>
                  <a:gd name="connsiteX28" fmla="*/ 274184 w 1831375"/>
                  <a:gd name="connsiteY28" fmla="*/ 577921 h 1136806"/>
                  <a:gd name="connsiteX29" fmla="*/ 143907 w 1831375"/>
                  <a:gd name="connsiteY29" fmla="*/ 497481 h 1136806"/>
                  <a:gd name="connsiteX30" fmla="*/ 12755 w 1831375"/>
                  <a:gd name="connsiteY30" fmla="*/ 486989 h 1136806"/>
                  <a:gd name="connsiteX31" fmla="*/ 2263 w 1831375"/>
                  <a:gd name="connsiteY31" fmla="*/ 515842 h 1136806"/>
                  <a:gd name="connsiteX32" fmla="*/ 171012 w 1831375"/>
                  <a:gd name="connsiteY32" fmla="*/ 538575 h 1136806"/>
                  <a:gd name="connsiteX33" fmla="*/ 276807 w 1831375"/>
                  <a:gd name="connsiteY33" fmla="*/ 605025 h 1136806"/>
                  <a:gd name="connsiteX34" fmla="*/ 307409 w 1831375"/>
                  <a:gd name="connsiteY34" fmla="*/ 643497 h 1136806"/>
                  <a:gd name="connsiteX35" fmla="*/ 317902 w 1831375"/>
                  <a:gd name="connsiteY35" fmla="*/ 692460 h 1136806"/>
                  <a:gd name="connsiteX36" fmla="*/ 352875 w 1831375"/>
                  <a:gd name="connsiteY36" fmla="*/ 836727 h 1136806"/>
                  <a:gd name="connsiteX37" fmla="*/ 373860 w 1831375"/>
                  <a:gd name="connsiteY37" fmla="*/ 911921 h 1136806"/>
                  <a:gd name="connsiteX38" fmla="*/ 367739 w 1831375"/>
                  <a:gd name="connsiteY38" fmla="*/ 954764 h 1136806"/>
                  <a:gd name="connsiteX39" fmla="*/ 330142 w 1831375"/>
                  <a:gd name="connsiteY39" fmla="*/ 984491 h 1136806"/>
                  <a:gd name="connsiteX40" fmla="*/ 249702 w 1831375"/>
                  <a:gd name="connsiteY40" fmla="*/ 1040449 h 1136806"/>
                  <a:gd name="connsiteX41" fmla="*/ 186750 w 1831375"/>
                  <a:gd name="connsiteY41" fmla="*/ 1127884 h 1136806"/>
                  <a:gd name="connsiteX42" fmla="*/ 202488 w 1831375"/>
                  <a:gd name="connsiteY42" fmla="*/ 1134879 h 1136806"/>
                  <a:gd name="connsiteX43" fmla="*/ 202488 w 1831375"/>
                  <a:gd name="connsiteY43" fmla="*/ 1115643 h 1136806"/>
                  <a:gd name="connsiteX44" fmla="*/ 245331 w 1831375"/>
                  <a:gd name="connsiteY44" fmla="*/ 1072800 h 1136806"/>
                  <a:gd name="connsiteX45" fmla="*/ 277681 w 1831375"/>
                  <a:gd name="connsiteY45" fmla="*/ 1046570 h 1136806"/>
                  <a:gd name="connsiteX46" fmla="*/ 387849 w 1831375"/>
                  <a:gd name="connsiteY46" fmla="*/ 969627 h 1136806"/>
                  <a:gd name="connsiteX47" fmla="*/ 626546 w 1831375"/>
                  <a:gd name="connsiteY47" fmla="*/ 822737 h 1136806"/>
                  <a:gd name="connsiteX48" fmla="*/ 634415 w 1831375"/>
                  <a:gd name="connsiteY48" fmla="*/ 822737 h 1136806"/>
                  <a:gd name="connsiteX49" fmla="*/ 822399 w 1831375"/>
                  <a:gd name="connsiteY49" fmla="*/ 735303 h 1136806"/>
                  <a:gd name="connsiteX50" fmla="*/ 1329520 w 1831375"/>
                  <a:gd name="connsiteY50" fmla="*/ 578795 h 1136806"/>
                  <a:gd name="connsiteX51" fmla="*/ 1600567 w 1831375"/>
                  <a:gd name="connsiteY51" fmla="*/ 512345 h 1136806"/>
                  <a:gd name="connsiteX52" fmla="*/ 1727347 w 1831375"/>
                  <a:gd name="connsiteY52" fmla="*/ 476496 h 1136806"/>
                  <a:gd name="connsiteX53" fmla="*/ 1825274 w 1831375"/>
                  <a:gd name="connsiteY53" fmla="*/ 453763 h 1136806"/>
                  <a:gd name="connsiteX54" fmla="*/ 1815656 w 1831375"/>
                  <a:gd name="connsiteY54" fmla="*/ 432779 h 1136806"/>
                  <a:gd name="connsiteX55" fmla="*/ 530367 w 1831375"/>
                  <a:gd name="connsiteY55" fmla="*/ 855088 h 1136806"/>
                  <a:gd name="connsiteX56" fmla="*/ 442933 w 1831375"/>
                  <a:gd name="connsiteY56" fmla="*/ 911921 h 1136806"/>
                  <a:gd name="connsiteX57" fmla="*/ 401839 w 1831375"/>
                  <a:gd name="connsiteY57" fmla="*/ 904051 h 1136806"/>
                  <a:gd name="connsiteX58" fmla="*/ 367739 w 1831375"/>
                  <a:gd name="connsiteY58" fmla="*/ 805251 h 1136806"/>
                  <a:gd name="connsiteX59" fmla="*/ 367739 w 1831375"/>
                  <a:gd name="connsiteY59" fmla="*/ 793884 h 1136806"/>
                  <a:gd name="connsiteX60" fmla="*/ 341509 w 1831375"/>
                  <a:gd name="connsiteY60" fmla="*/ 688088 h 1136806"/>
                  <a:gd name="connsiteX61" fmla="*/ 341509 w 1831375"/>
                  <a:gd name="connsiteY61" fmla="*/ 660983 h 1136806"/>
                  <a:gd name="connsiteX62" fmla="*/ 380854 w 1831375"/>
                  <a:gd name="connsiteY62" fmla="*/ 668852 h 1136806"/>
                  <a:gd name="connsiteX63" fmla="*/ 414080 w 1831375"/>
                  <a:gd name="connsiteY63" fmla="*/ 688962 h 1136806"/>
                  <a:gd name="connsiteX64" fmla="*/ 480530 w 1831375"/>
                  <a:gd name="connsiteY64" fmla="*/ 730931 h 1136806"/>
                  <a:gd name="connsiteX65" fmla="*/ 546980 w 1831375"/>
                  <a:gd name="connsiteY65" fmla="*/ 772025 h 1136806"/>
                  <a:gd name="connsiteX66" fmla="*/ 589823 w 1831375"/>
                  <a:gd name="connsiteY66" fmla="*/ 802628 h 1136806"/>
                  <a:gd name="connsiteX67" fmla="*/ 530367 w 1831375"/>
                  <a:gd name="connsiteY67" fmla="*/ 855088 h 1136806"/>
                  <a:gd name="connsiteX68" fmla="*/ 967540 w 1831375"/>
                  <a:gd name="connsiteY68" fmla="*/ 650491 h 1136806"/>
                  <a:gd name="connsiteX69" fmla="*/ 783054 w 1831375"/>
                  <a:gd name="connsiteY69" fmla="*/ 722187 h 1136806"/>
                  <a:gd name="connsiteX70" fmla="*/ 715729 w 1831375"/>
                  <a:gd name="connsiteY70" fmla="*/ 753664 h 1136806"/>
                  <a:gd name="connsiteX71" fmla="*/ 600315 w 1831375"/>
                  <a:gd name="connsiteY71" fmla="*/ 785140 h 1136806"/>
                  <a:gd name="connsiteX72" fmla="*/ 565341 w 1831375"/>
                  <a:gd name="connsiteY72" fmla="*/ 761533 h 1136806"/>
                  <a:gd name="connsiteX73" fmla="*/ 520750 w 1831375"/>
                  <a:gd name="connsiteY73" fmla="*/ 733554 h 1136806"/>
                  <a:gd name="connsiteX74" fmla="*/ 485776 w 1831375"/>
                  <a:gd name="connsiteY74" fmla="*/ 712570 h 1136806"/>
                  <a:gd name="connsiteX75" fmla="*/ 365116 w 1831375"/>
                  <a:gd name="connsiteY75" fmla="*/ 637376 h 1136806"/>
                  <a:gd name="connsiteX76" fmla="*/ 350252 w 1831375"/>
                  <a:gd name="connsiteY76" fmla="*/ 598905 h 1136806"/>
                  <a:gd name="connsiteX77" fmla="*/ 377357 w 1831375"/>
                  <a:gd name="connsiteY77" fmla="*/ 556936 h 1136806"/>
                  <a:gd name="connsiteX78" fmla="*/ 442059 w 1831375"/>
                  <a:gd name="connsiteY78" fmla="*/ 456386 h 1136806"/>
                  <a:gd name="connsiteX79" fmla="*/ 447305 w 1831375"/>
                  <a:gd name="connsiteY79" fmla="*/ 448517 h 1136806"/>
                  <a:gd name="connsiteX80" fmla="*/ 522498 w 1831375"/>
                  <a:gd name="connsiteY80" fmla="*/ 331355 h 1136806"/>
                  <a:gd name="connsiteX81" fmla="*/ 561844 w 1831375"/>
                  <a:gd name="connsiteY81" fmla="*/ 271025 h 1136806"/>
                  <a:gd name="connsiteX82" fmla="*/ 583703 w 1831375"/>
                  <a:gd name="connsiteY82" fmla="*/ 248292 h 1136806"/>
                  <a:gd name="connsiteX83" fmla="*/ 617802 w 1831375"/>
                  <a:gd name="connsiteY83" fmla="*/ 258784 h 1136806"/>
                  <a:gd name="connsiteX84" fmla="*/ 705237 w 1831375"/>
                  <a:gd name="connsiteY84" fmla="*/ 309496 h 1136806"/>
                  <a:gd name="connsiteX85" fmla="*/ 859996 w 1831375"/>
                  <a:gd name="connsiteY85" fmla="*/ 396931 h 1136806"/>
                  <a:gd name="connsiteX86" fmla="*/ 936938 w 1831375"/>
                  <a:gd name="connsiteY86" fmla="*/ 438900 h 1136806"/>
                  <a:gd name="connsiteX87" fmla="*/ 994645 w 1831375"/>
                  <a:gd name="connsiteY87" fmla="*/ 484365 h 1136806"/>
                  <a:gd name="connsiteX88" fmla="*/ 994645 w 1831375"/>
                  <a:gd name="connsiteY88" fmla="*/ 546444 h 1136806"/>
                  <a:gd name="connsiteX89" fmla="*/ 968415 w 1831375"/>
                  <a:gd name="connsiteY89" fmla="*/ 651366 h 1136806"/>
                  <a:gd name="connsiteX90" fmla="*/ 1135415 w 1831375"/>
                  <a:gd name="connsiteY90" fmla="*/ 598905 h 1136806"/>
                  <a:gd name="connsiteX91" fmla="*/ 1083829 w 1831375"/>
                  <a:gd name="connsiteY91" fmla="*/ 613769 h 1136806"/>
                  <a:gd name="connsiteX92" fmla="*/ 1032242 w 1831375"/>
                  <a:gd name="connsiteY92" fmla="*/ 603276 h 1136806"/>
                  <a:gd name="connsiteX93" fmla="*/ 1023499 w 1831375"/>
                  <a:gd name="connsiteY93" fmla="*/ 569177 h 1136806"/>
                  <a:gd name="connsiteX94" fmla="*/ 1023499 w 1831375"/>
                  <a:gd name="connsiteY94" fmla="*/ 524586 h 1136806"/>
                  <a:gd name="connsiteX95" fmla="*/ 1048855 w 1831375"/>
                  <a:gd name="connsiteY95" fmla="*/ 493109 h 1136806"/>
                  <a:gd name="connsiteX96" fmla="*/ 1098692 w 1831375"/>
                  <a:gd name="connsiteY96" fmla="*/ 522837 h 1136806"/>
                  <a:gd name="connsiteX97" fmla="*/ 1141535 w 1831375"/>
                  <a:gd name="connsiteY97" fmla="*/ 549067 h 1136806"/>
                  <a:gd name="connsiteX98" fmla="*/ 1171263 w 1831375"/>
                  <a:gd name="connsiteY98" fmla="*/ 577046 h 1136806"/>
                  <a:gd name="connsiteX99" fmla="*/ 1136289 w 1831375"/>
                  <a:gd name="connsiteY99" fmla="*/ 598905 h 1136806"/>
                  <a:gd name="connsiteX100" fmla="*/ 1179132 w 1831375"/>
                  <a:gd name="connsiteY100" fmla="*/ 546444 h 1136806"/>
                  <a:gd name="connsiteX101" fmla="*/ 1025247 w 1831375"/>
                  <a:gd name="connsiteY101" fmla="*/ 459010 h 1136806"/>
                  <a:gd name="connsiteX102" fmla="*/ 1055850 w 1831375"/>
                  <a:gd name="connsiteY102" fmla="*/ 389936 h 1136806"/>
                  <a:gd name="connsiteX103" fmla="*/ 1103064 w 1831375"/>
                  <a:gd name="connsiteY103" fmla="*/ 322611 h 1136806"/>
                  <a:gd name="connsiteX104" fmla="*/ 1152902 w 1831375"/>
                  <a:gd name="connsiteY104" fmla="*/ 322611 h 1136806"/>
                  <a:gd name="connsiteX105" fmla="*/ 1277059 w 1831375"/>
                  <a:gd name="connsiteY105" fmla="*/ 393434 h 1136806"/>
                  <a:gd name="connsiteX106" fmla="*/ 1420452 w 1831375"/>
                  <a:gd name="connsiteY106" fmla="*/ 488737 h 1136806"/>
                  <a:gd name="connsiteX107" fmla="*/ 1351379 w 1831375"/>
                  <a:gd name="connsiteY107" fmla="*/ 551690 h 1136806"/>
                  <a:gd name="connsiteX108" fmla="*/ 1180007 w 1831375"/>
                  <a:gd name="connsiteY108" fmla="*/ 546444 h 1136806"/>
                  <a:gd name="connsiteX109" fmla="*/ 1696745 w 1831375"/>
                  <a:gd name="connsiteY109" fmla="*/ 459010 h 1136806"/>
                  <a:gd name="connsiteX110" fmla="*/ 1653028 w 1831375"/>
                  <a:gd name="connsiteY110" fmla="*/ 472999 h 1136806"/>
                  <a:gd name="connsiteX111" fmla="*/ 1556850 w 1831375"/>
                  <a:gd name="connsiteY111" fmla="*/ 498355 h 1136806"/>
                  <a:gd name="connsiteX112" fmla="*/ 1477284 w 1831375"/>
                  <a:gd name="connsiteY112" fmla="*/ 498355 h 1136806"/>
                  <a:gd name="connsiteX113" fmla="*/ 1413457 w 1831375"/>
                  <a:gd name="connsiteY113" fmla="*/ 458135 h 1136806"/>
                  <a:gd name="connsiteX114" fmla="*/ 1326022 w 1831375"/>
                  <a:gd name="connsiteY114" fmla="*/ 398680 h 1136806"/>
                  <a:gd name="connsiteX115" fmla="*/ 1180881 w 1831375"/>
                  <a:gd name="connsiteY115" fmla="*/ 311245 h 1136806"/>
                  <a:gd name="connsiteX116" fmla="*/ 1141535 w 1831375"/>
                  <a:gd name="connsiteY116" fmla="*/ 285889 h 1136806"/>
                  <a:gd name="connsiteX117" fmla="*/ 1178258 w 1831375"/>
                  <a:gd name="connsiteY117" fmla="*/ 222061 h 1136806"/>
                  <a:gd name="connsiteX118" fmla="*/ 1245582 w 1831375"/>
                  <a:gd name="connsiteY118" fmla="*/ 142496 h 1136806"/>
                  <a:gd name="connsiteX119" fmla="*/ 1296295 w 1831375"/>
                  <a:gd name="connsiteY119" fmla="*/ 167852 h 1136806"/>
                  <a:gd name="connsiteX120" fmla="*/ 1494771 w 1831375"/>
                  <a:gd name="connsiteY120" fmla="*/ 308622 h 1136806"/>
                  <a:gd name="connsiteX121" fmla="*/ 1588326 w 1831375"/>
                  <a:gd name="connsiteY121" fmla="*/ 375072 h 1136806"/>
                  <a:gd name="connsiteX122" fmla="*/ 1657400 w 1831375"/>
                  <a:gd name="connsiteY122" fmla="*/ 421413 h 1136806"/>
                  <a:gd name="connsiteX123" fmla="*/ 1688002 w 1831375"/>
                  <a:gd name="connsiteY123" fmla="*/ 438900 h 1136806"/>
                  <a:gd name="connsiteX124" fmla="*/ 1697619 w 1831375"/>
                  <a:gd name="connsiteY124" fmla="*/ 455512 h 1136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831375" h="1136806">
                    <a:moveTo>
                      <a:pt x="1815656" y="432779"/>
                    </a:moveTo>
                    <a:cubicBezTo>
                      <a:pt x="1793290" y="443936"/>
                      <a:pt x="1768905" y="450476"/>
                      <a:pt x="1743960" y="452015"/>
                    </a:cubicBezTo>
                    <a:cubicBezTo>
                      <a:pt x="1711399" y="421264"/>
                      <a:pt x="1674589" y="395357"/>
                      <a:pt x="1634666" y="375072"/>
                    </a:cubicBezTo>
                    <a:lnTo>
                      <a:pt x="1562970" y="324360"/>
                    </a:lnTo>
                    <a:cubicBezTo>
                      <a:pt x="1521002" y="294632"/>
                      <a:pt x="1481656" y="261407"/>
                      <a:pt x="1437939" y="236926"/>
                    </a:cubicBezTo>
                    <a:cubicBezTo>
                      <a:pt x="1394221" y="212444"/>
                      <a:pt x="1350504" y="181842"/>
                      <a:pt x="1307661" y="149491"/>
                    </a:cubicBezTo>
                    <a:cubicBezTo>
                      <a:pt x="1293672" y="139873"/>
                      <a:pt x="1262195" y="122386"/>
                      <a:pt x="1269190" y="101402"/>
                    </a:cubicBezTo>
                    <a:cubicBezTo>
                      <a:pt x="1276185" y="80418"/>
                      <a:pt x="1294546" y="76920"/>
                      <a:pt x="1305038" y="69051"/>
                    </a:cubicBezTo>
                    <a:cubicBezTo>
                      <a:pt x="1320348" y="58332"/>
                      <a:pt x="1337564" y="50620"/>
                      <a:pt x="1355750" y="46318"/>
                    </a:cubicBezTo>
                    <a:cubicBezTo>
                      <a:pt x="1409960" y="35826"/>
                      <a:pt x="1463295" y="46318"/>
                      <a:pt x="1513132" y="20962"/>
                    </a:cubicBezTo>
                    <a:cubicBezTo>
                      <a:pt x="1525373" y="13967"/>
                      <a:pt x="1513132" y="-6142"/>
                      <a:pt x="1503515" y="1727"/>
                    </a:cubicBezTo>
                    <a:cubicBezTo>
                      <a:pt x="1447556" y="33203"/>
                      <a:pt x="1381106" y="8722"/>
                      <a:pt x="1323400" y="32329"/>
                    </a:cubicBezTo>
                    <a:cubicBezTo>
                      <a:pt x="1265692" y="55936"/>
                      <a:pt x="1206237" y="148617"/>
                      <a:pt x="1163394" y="207198"/>
                    </a:cubicBezTo>
                    <a:cubicBezTo>
                      <a:pt x="1120551" y="265779"/>
                      <a:pt x="1065467" y="326109"/>
                      <a:pt x="1026996" y="393434"/>
                    </a:cubicBezTo>
                    <a:cubicBezTo>
                      <a:pt x="1017885" y="409496"/>
                      <a:pt x="1010558" y="426493"/>
                      <a:pt x="1005137" y="444145"/>
                    </a:cubicBezTo>
                    <a:cubicBezTo>
                      <a:pt x="908085" y="389062"/>
                      <a:pt x="809284" y="336601"/>
                      <a:pt x="711357" y="284141"/>
                    </a:cubicBezTo>
                    <a:lnTo>
                      <a:pt x="591572" y="214193"/>
                    </a:lnTo>
                    <a:cubicBezTo>
                      <a:pt x="589482" y="211334"/>
                      <a:pt x="586335" y="209445"/>
                      <a:pt x="582828" y="208947"/>
                    </a:cubicBezTo>
                    <a:lnTo>
                      <a:pt x="467415" y="138999"/>
                    </a:lnTo>
                    <a:cubicBezTo>
                      <a:pt x="420200" y="108397"/>
                      <a:pt x="379980" y="73423"/>
                      <a:pt x="328394" y="45444"/>
                    </a:cubicBezTo>
                    <a:cubicBezTo>
                      <a:pt x="276807" y="17465"/>
                      <a:pt x="240959" y="-8766"/>
                      <a:pt x="191121" y="8722"/>
                    </a:cubicBezTo>
                    <a:cubicBezTo>
                      <a:pt x="171012" y="15716"/>
                      <a:pt x="156147" y="40198"/>
                      <a:pt x="183252" y="51564"/>
                    </a:cubicBezTo>
                    <a:cubicBezTo>
                      <a:pt x="209483" y="11344"/>
                      <a:pt x="261943" y="36701"/>
                      <a:pt x="295168" y="51564"/>
                    </a:cubicBezTo>
                    <a:cubicBezTo>
                      <a:pt x="356373" y="83041"/>
                      <a:pt x="409708" y="126758"/>
                      <a:pt x="470038" y="163480"/>
                    </a:cubicBezTo>
                    <a:lnTo>
                      <a:pt x="568839" y="222936"/>
                    </a:lnTo>
                    <a:lnTo>
                      <a:pt x="433315" y="432779"/>
                    </a:lnTo>
                    <a:lnTo>
                      <a:pt x="433315" y="439774"/>
                    </a:lnTo>
                    <a:lnTo>
                      <a:pt x="320525" y="607648"/>
                    </a:lnTo>
                    <a:lnTo>
                      <a:pt x="274184" y="577921"/>
                    </a:lnTo>
                    <a:cubicBezTo>
                      <a:pt x="231341" y="549941"/>
                      <a:pt x="186750" y="521088"/>
                      <a:pt x="143907" y="497481"/>
                    </a:cubicBezTo>
                    <a:cubicBezTo>
                      <a:pt x="101064" y="473873"/>
                      <a:pt x="45105" y="457261"/>
                      <a:pt x="12755" y="486989"/>
                    </a:cubicBezTo>
                    <a:cubicBezTo>
                      <a:pt x="5760" y="493983"/>
                      <a:pt x="-4732" y="509721"/>
                      <a:pt x="2263" y="515842"/>
                    </a:cubicBezTo>
                    <a:cubicBezTo>
                      <a:pt x="47729" y="459884"/>
                      <a:pt x="126420" y="510596"/>
                      <a:pt x="171012" y="538575"/>
                    </a:cubicBezTo>
                    <a:cubicBezTo>
                      <a:pt x="215603" y="566554"/>
                      <a:pt x="240085" y="584915"/>
                      <a:pt x="276807" y="605025"/>
                    </a:cubicBezTo>
                    <a:cubicBezTo>
                      <a:pt x="292309" y="612545"/>
                      <a:pt x="303571" y="626701"/>
                      <a:pt x="307409" y="643497"/>
                    </a:cubicBezTo>
                    <a:cubicBezTo>
                      <a:pt x="312157" y="659523"/>
                      <a:pt x="315663" y="675891"/>
                      <a:pt x="317902" y="692460"/>
                    </a:cubicBezTo>
                    <a:cubicBezTo>
                      <a:pt x="327519" y="740549"/>
                      <a:pt x="338886" y="789512"/>
                      <a:pt x="352875" y="836727"/>
                    </a:cubicBezTo>
                    <a:cubicBezTo>
                      <a:pt x="359870" y="861209"/>
                      <a:pt x="368614" y="886565"/>
                      <a:pt x="373860" y="911921"/>
                    </a:cubicBezTo>
                    <a:cubicBezTo>
                      <a:pt x="377549" y="926452"/>
                      <a:pt x="375346" y="941850"/>
                      <a:pt x="367739" y="954764"/>
                    </a:cubicBezTo>
                    <a:cubicBezTo>
                      <a:pt x="359870" y="969627"/>
                      <a:pt x="344132" y="974873"/>
                      <a:pt x="330142" y="984491"/>
                    </a:cubicBezTo>
                    <a:cubicBezTo>
                      <a:pt x="316153" y="994109"/>
                      <a:pt x="275933" y="1020340"/>
                      <a:pt x="249702" y="1040449"/>
                    </a:cubicBezTo>
                    <a:cubicBezTo>
                      <a:pt x="223472" y="1060559"/>
                      <a:pt x="168388" y="1098156"/>
                      <a:pt x="186750" y="1127884"/>
                    </a:cubicBezTo>
                    <a:cubicBezTo>
                      <a:pt x="186750" y="1133130"/>
                      <a:pt x="196367" y="1140125"/>
                      <a:pt x="202488" y="1134879"/>
                    </a:cubicBezTo>
                    <a:cubicBezTo>
                      <a:pt x="208608" y="1129633"/>
                      <a:pt x="202488" y="1121763"/>
                      <a:pt x="202488" y="1115643"/>
                    </a:cubicBezTo>
                    <a:cubicBezTo>
                      <a:pt x="202488" y="1109523"/>
                      <a:pt x="233090" y="1084166"/>
                      <a:pt x="245331" y="1072800"/>
                    </a:cubicBezTo>
                    <a:lnTo>
                      <a:pt x="277681" y="1046570"/>
                    </a:lnTo>
                    <a:cubicBezTo>
                      <a:pt x="312655" y="1019465"/>
                      <a:pt x="350252" y="994109"/>
                      <a:pt x="387849" y="969627"/>
                    </a:cubicBezTo>
                    <a:cubicBezTo>
                      <a:pt x="464791" y="918041"/>
                      <a:pt x="545231" y="868204"/>
                      <a:pt x="626546" y="822737"/>
                    </a:cubicBezTo>
                    <a:cubicBezTo>
                      <a:pt x="629081" y="823673"/>
                      <a:pt x="631879" y="823673"/>
                      <a:pt x="634415" y="822737"/>
                    </a:cubicBezTo>
                    <a:cubicBezTo>
                      <a:pt x="695409" y="790133"/>
                      <a:pt x="758170" y="760948"/>
                      <a:pt x="822399" y="735303"/>
                    </a:cubicBezTo>
                    <a:cubicBezTo>
                      <a:pt x="986173" y="667401"/>
                      <a:pt x="1155962" y="615001"/>
                      <a:pt x="1329520" y="578795"/>
                    </a:cubicBezTo>
                    <a:cubicBezTo>
                      <a:pt x="1416955" y="558685"/>
                      <a:pt x="1510510" y="535952"/>
                      <a:pt x="1600567" y="512345"/>
                    </a:cubicBezTo>
                    <a:cubicBezTo>
                      <a:pt x="1642160" y="498154"/>
                      <a:pt x="1684478" y="486193"/>
                      <a:pt x="1727347" y="476496"/>
                    </a:cubicBezTo>
                    <a:cubicBezTo>
                      <a:pt x="1761150" y="475307"/>
                      <a:pt x="1794401" y="467587"/>
                      <a:pt x="1825274" y="453763"/>
                    </a:cubicBezTo>
                    <a:cubicBezTo>
                      <a:pt x="1838389" y="445894"/>
                      <a:pt x="1827897" y="425784"/>
                      <a:pt x="1815656" y="432779"/>
                    </a:cubicBezTo>
                    <a:close/>
                    <a:moveTo>
                      <a:pt x="530367" y="855088"/>
                    </a:moveTo>
                    <a:lnTo>
                      <a:pt x="442933" y="911921"/>
                    </a:lnTo>
                    <a:cubicBezTo>
                      <a:pt x="429398" y="921014"/>
                      <a:pt x="411063" y="917499"/>
                      <a:pt x="401839" y="904051"/>
                    </a:cubicBezTo>
                    <a:cubicBezTo>
                      <a:pt x="384806" y="873353"/>
                      <a:pt x="373274" y="839918"/>
                      <a:pt x="367739" y="805251"/>
                    </a:cubicBezTo>
                    <a:lnTo>
                      <a:pt x="367739" y="793884"/>
                    </a:lnTo>
                    <a:cubicBezTo>
                      <a:pt x="356845" y="759190"/>
                      <a:pt x="348084" y="723858"/>
                      <a:pt x="341509" y="688088"/>
                    </a:cubicBezTo>
                    <a:cubicBezTo>
                      <a:pt x="338912" y="679240"/>
                      <a:pt x="338912" y="669831"/>
                      <a:pt x="341509" y="660983"/>
                    </a:cubicBezTo>
                    <a:cubicBezTo>
                      <a:pt x="347629" y="646120"/>
                      <a:pt x="372111" y="660983"/>
                      <a:pt x="380854" y="668852"/>
                    </a:cubicBezTo>
                    <a:lnTo>
                      <a:pt x="414080" y="688962"/>
                    </a:lnTo>
                    <a:lnTo>
                      <a:pt x="480530" y="730931"/>
                    </a:lnTo>
                    <a:lnTo>
                      <a:pt x="546980" y="772025"/>
                    </a:lnTo>
                    <a:cubicBezTo>
                      <a:pt x="560095" y="779895"/>
                      <a:pt x="584577" y="787763"/>
                      <a:pt x="589823" y="802628"/>
                    </a:cubicBezTo>
                    <a:cubicBezTo>
                      <a:pt x="595069" y="817491"/>
                      <a:pt x="546106" y="845470"/>
                      <a:pt x="530367" y="855088"/>
                    </a:cubicBezTo>
                    <a:close/>
                    <a:moveTo>
                      <a:pt x="967540" y="650491"/>
                    </a:moveTo>
                    <a:cubicBezTo>
                      <a:pt x="904798" y="671038"/>
                      <a:pt x="843209" y="694969"/>
                      <a:pt x="783054" y="722187"/>
                    </a:cubicBezTo>
                    <a:cubicBezTo>
                      <a:pt x="760320" y="731805"/>
                      <a:pt x="738462" y="742298"/>
                      <a:pt x="715729" y="753664"/>
                    </a:cubicBezTo>
                    <a:cubicBezTo>
                      <a:pt x="692996" y="765031"/>
                      <a:pt x="642284" y="801753"/>
                      <a:pt x="600315" y="785140"/>
                    </a:cubicBezTo>
                    <a:cubicBezTo>
                      <a:pt x="588127" y="778085"/>
                      <a:pt x="576445" y="770198"/>
                      <a:pt x="565341" y="761533"/>
                    </a:cubicBezTo>
                    <a:lnTo>
                      <a:pt x="520750" y="733554"/>
                    </a:lnTo>
                    <a:lnTo>
                      <a:pt x="485776" y="712570"/>
                    </a:lnTo>
                    <a:lnTo>
                      <a:pt x="365116" y="637376"/>
                    </a:lnTo>
                    <a:cubicBezTo>
                      <a:pt x="348504" y="626884"/>
                      <a:pt x="341509" y="619015"/>
                      <a:pt x="350252" y="598905"/>
                    </a:cubicBezTo>
                    <a:cubicBezTo>
                      <a:pt x="358261" y="584277"/>
                      <a:pt x="367319" y="570253"/>
                      <a:pt x="377357" y="556936"/>
                    </a:cubicBezTo>
                    <a:lnTo>
                      <a:pt x="442059" y="456386"/>
                    </a:lnTo>
                    <a:lnTo>
                      <a:pt x="447305" y="448517"/>
                    </a:lnTo>
                    <a:lnTo>
                      <a:pt x="522498" y="331355"/>
                    </a:lnTo>
                    <a:lnTo>
                      <a:pt x="561844" y="271025"/>
                    </a:lnTo>
                    <a:cubicBezTo>
                      <a:pt x="566478" y="261285"/>
                      <a:pt x="574146" y="253302"/>
                      <a:pt x="583703" y="248292"/>
                    </a:cubicBezTo>
                    <a:cubicBezTo>
                      <a:pt x="597692" y="242172"/>
                      <a:pt x="606436" y="248292"/>
                      <a:pt x="617802" y="258784"/>
                    </a:cubicBezTo>
                    <a:lnTo>
                      <a:pt x="705237" y="309496"/>
                    </a:lnTo>
                    <a:lnTo>
                      <a:pt x="859996" y="396931"/>
                    </a:lnTo>
                    <a:lnTo>
                      <a:pt x="936938" y="438900"/>
                    </a:lnTo>
                    <a:cubicBezTo>
                      <a:pt x="956174" y="450266"/>
                      <a:pt x="990274" y="459010"/>
                      <a:pt x="994645" y="484365"/>
                    </a:cubicBezTo>
                    <a:cubicBezTo>
                      <a:pt x="996394" y="505018"/>
                      <a:pt x="996394" y="525792"/>
                      <a:pt x="994645" y="546444"/>
                    </a:cubicBezTo>
                    <a:cubicBezTo>
                      <a:pt x="999891" y="583167"/>
                      <a:pt x="1020001" y="634753"/>
                      <a:pt x="968415" y="651366"/>
                    </a:cubicBezTo>
                    <a:close/>
                    <a:moveTo>
                      <a:pt x="1135415" y="598905"/>
                    </a:moveTo>
                    <a:lnTo>
                      <a:pt x="1083829" y="613769"/>
                    </a:lnTo>
                    <a:cubicBezTo>
                      <a:pt x="1064593" y="619889"/>
                      <a:pt x="1043609" y="625135"/>
                      <a:pt x="1032242" y="603276"/>
                    </a:cubicBezTo>
                    <a:cubicBezTo>
                      <a:pt x="1027599" y="592426"/>
                      <a:pt x="1024653" y="580919"/>
                      <a:pt x="1023499" y="569177"/>
                    </a:cubicBezTo>
                    <a:cubicBezTo>
                      <a:pt x="1022196" y="554339"/>
                      <a:pt x="1022196" y="539423"/>
                      <a:pt x="1023499" y="524586"/>
                    </a:cubicBezTo>
                    <a:cubicBezTo>
                      <a:pt x="1023499" y="502727"/>
                      <a:pt x="1023499" y="475622"/>
                      <a:pt x="1048855" y="493109"/>
                    </a:cubicBezTo>
                    <a:lnTo>
                      <a:pt x="1098692" y="522837"/>
                    </a:lnTo>
                    <a:lnTo>
                      <a:pt x="1141535" y="549067"/>
                    </a:lnTo>
                    <a:cubicBezTo>
                      <a:pt x="1152027" y="555188"/>
                      <a:pt x="1172137" y="562183"/>
                      <a:pt x="1171263" y="577046"/>
                    </a:cubicBezTo>
                    <a:cubicBezTo>
                      <a:pt x="1170389" y="591910"/>
                      <a:pt x="1148530" y="596282"/>
                      <a:pt x="1136289" y="598905"/>
                    </a:cubicBezTo>
                    <a:close/>
                    <a:moveTo>
                      <a:pt x="1179132" y="546444"/>
                    </a:moveTo>
                    <a:cubicBezTo>
                      <a:pt x="1126401" y="519908"/>
                      <a:pt x="1075041" y="490722"/>
                      <a:pt x="1025247" y="459010"/>
                    </a:cubicBezTo>
                    <a:cubicBezTo>
                      <a:pt x="1032268" y="434703"/>
                      <a:pt x="1042559" y="411463"/>
                      <a:pt x="1055850" y="389936"/>
                    </a:cubicBezTo>
                    <a:cubicBezTo>
                      <a:pt x="1070713" y="366329"/>
                      <a:pt x="1087326" y="345345"/>
                      <a:pt x="1103064" y="322611"/>
                    </a:cubicBezTo>
                    <a:cubicBezTo>
                      <a:pt x="1118803" y="299879"/>
                      <a:pt x="1132792" y="308622"/>
                      <a:pt x="1152902" y="322611"/>
                    </a:cubicBezTo>
                    <a:cubicBezTo>
                      <a:pt x="1195518" y="343989"/>
                      <a:pt x="1236962" y="367631"/>
                      <a:pt x="1277059" y="393434"/>
                    </a:cubicBezTo>
                    <a:cubicBezTo>
                      <a:pt x="1325148" y="424910"/>
                      <a:pt x="1373237" y="455512"/>
                      <a:pt x="1420452" y="488737"/>
                    </a:cubicBezTo>
                    <a:cubicBezTo>
                      <a:pt x="1467666" y="521962"/>
                      <a:pt x="1374111" y="545570"/>
                      <a:pt x="1351379" y="551690"/>
                    </a:cubicBezTo>
                    <a:cubicBezTo>
                      <a:pt x="1295280" y="569186"/>
                      <a:pt x="1234933" y="567341"/>
                      <a:pt x="1180007" y="546444"/>
                    </a:cubicBezTo>
                    <a:close/>
                    <a:moveTo>
                      <a:pt x="1696745" y="459010"/>
                    </a:moveTo>
                    <a:cubicBezTo>
                      <a:pt x="1683027" y="466022"/>
                      <a:pt x="1668268" y="470743"/>
                      <a:pt x="1653028" y="472999"/>
                    </a:cubicBezTo>
                    <a:lnTo>
                      <a:pt x="1556850" y="498355"/>
                    </a:lnTo>
                    <a:cubicBezTo>
                      <a:pt x="1531196" y="507938"/>
                      <a:pt x="1502938" y="507938"/>
                      <a:pt x="1477284" y="498355"/>
                    </a:cubicBezTo>
                    <a:cubicBezTo>
                      <a:pt x="1454770" y="487015"/>
                      <a:pt x="1433401" y="473550"/>
                      <a:pt x="1413457" y="458135"/>
                    </a:cubicBezTo>
                    <a:cubicBezTo>
                      <a:pt x="1384603" y="439774"/>
                      <a:pt x="1356624" y="418789"/>
                      <a:pt x="1326022" y="398680"/>
                    </a:cubicBezTo>
                    <a:cubicBezTo>
                      <a:pt x="1279595" y="366407"/>
                      <a:pt x="1231112" y="337196"/>
                      <a:pt x="1180881" y="311245"/>
                    </a:cubicBezTo>
                    <a:cubicBezTo>
                      <a:pt x="1168640" y="305125"/>
                      <a:pt x="1147656" y="299879"/>
                      <a:pt x="1141535" y="285889"/>
                    </a:cubicBezTo>
                    <a:cubicBezTo>
                      <a:pt x="1135415" y="271900"/>
                      <a:pt x="1168640" y="236051"/>
                      <a:pt x="1178258" y="222061"/>
                    </a:cubicBezTo>
                    <a:cubicBezTo>
                      <a:pt x="1187876" y="208072"/>
                      <a:pt x="1217603" y="143371"/>
                      <a:pt x="1245582" y="142496"/>
                    </a:cubicBezTo>
                    <a:cubicBezTo>
                      <a:pt x="1264451" y="146256"/>
                      <a:pt x="1281964" y="155017"/>
                      <a:pt x="1296295" y="167852"/>
                    </a:cubicBezTo>
                    <a:cubicBezTo>
                      <a:pt x="1364494" y="211570"/>
                      <a:pt x="1430070" y="260533"/>
                      <a:pt x="1494771" y="308622"/>
                    </a:cubicBezTo>
                    <a:lnTo>
                      <a:pt x="1588326" y="375072"/>
                    </a:lnTo>
                    <a:cubicBezTo>
                      <a:pt x="1611059" y="390810"/>
                      <a:pt x="1633792" y="406548"/>
                      <a:pt x="1657400" y="421413"/>
                    </a:cubicBezTo>
                    <a:cubicBezTo>
                      <a:pt x="1667017" y="428407"/>
                      <a:pt x="1680132" y="431905"/>
                      <a:pt x="1688002" y="438900"/>
                    </a:cubicBezTo>
                    <a:cubicBezTo>
                      <a:pt x="1695871" y="445894"/>
                      <a:pt x="1702865" y="451140"/>
                      <a:pt x="1697619" y="455512"/>
                    </a:cubicBezTo>
                    <a:close/>
                  </a:path>
                </a:pathLst>
              </a:custGeom>
              <a:solidFill>
                <a:srgbClr val="2D2D2D"/>
              </a:solidFill>
              <a:ln w="87213" cap="flat">
                <a:noFill/>
                <a:prstDash val="solid"/>
                <a:miter/>
              </a:ln>
            </p:spPr>
            <p:txBody>
              <a:bodyPr rtlCol="0" anchor="ctr"/>
              <a:lstStyle/>
              <a:p>
                <a:endParaRPr lang="en-IN" dirty="0"/>
              </a:p>
            </p:txBody>
          </p:sp>
          <p:sp>
            <p:nvSpPr>
              <p:cNvPr id="2553" name="Freeform: Shape 2552">
                <a:extLst>
                  <a:ext uri="{FF2B5EF4-FFF2-40B4-BE49-F238E27FC236}">
                    <a16:creationId xmlns:a16="http://schemas.microsoft.com/office/drawing/2014/main" id="{0427778F-4220-6B04-A104-51C2C0E62EE1}"/>
                  </a:ext>
                </a:extLst>
              </p:cNvPr>
              <p:cNvSpPr/>
              <p:nvPr/>
            </p:nvSpPr>
            <p:spPr>
              <a:xfrm>
                <a:off x="2740959" y="5118078"/>
                <a:ext cx="146643" cy="146567"/>
              </a:xfrm>
              <a:custGeom>
                <a:avLst/>
                <a:gdLst>
                  <a:gd name="connsiteX0" fmla="*/ 137759 w 146643"/>
                  <a:gd name="connsiteY0" fmla="*/ -70 h 146567"/>
                  <a:gd name="connsiteX1" fmla="*/ 115900 w 146643"/>
                  <a:gd name="connsiteY1" fmla="*/ 12171 h 146567"/>
                  <a:gd name="connsiteX2" fmla="*/ 77429 w 146643"/>
                  <a:gd name="connsiteY2" fmla="*/ 20040 h 146567"/>
                  <a:gd name="connsiteX3" fmla="*/ 36335 w 146643"/>
                  <a:gd name="connsiteY3" fmla="*/ 10422 h 146567"/>
                  <a:gd name="connsiteX4" fmla="*/ 487 w 146643"/>
                  <a:gd name="connsiteY4" fmla="*/ 81244 h 146567"/>
                  <a:gd name="connsiteX5" fmla="*/ 116775 w 146643"/>
                  <a:gd name="connsiteY5" fmla="*/ 145072 h 146567"/>
                  <a:gd name="connsiteX6" fmla="*/ 143879 w 146643"/>
                  <a:gd name="connsiteY6" fmla="*/ 41024 h 146567"/>
                  <a:gd name="connsiteX7" fmla="*/ 143879 w 146643"/>
                  <a:gd name="connsiteY7" fmla="*/ -70 h 14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43" h="146567">
                    <a:moveTo>
                      <a:pt x="137759" y="-70"/>
                    </a:moveTo>
                    <a:cubicBezTo>
                      <a:pt x="130764" y="-70"/>
                      <a:pt x="121146" y="9548"/>
                      <a:pt x="115900" y="12171"/>
                    </a:cubicBezTo>
                    <a:cubicBezTo>
                      <a:pt x="104341" y="19078"/>
                      <a:pt x="90772" y="21850"/>
                      <a:pt x="77429" y="20040"/>
                    </a:cubicBezTo>
                    <a:cubicBezTo>
                      <a:pt x="64078" y="15502"/>
                      <a:pt x="50316" y="12276"/>
                      <a:pt x="36335" y="10422"/>
                    </a:cubicBezTo>
                    <a:cubicBezTo>
                      <a:pt x="10979" y="10422"/>
                      <a:pt x="-3011" y="58512"/>
                      <a:pt x="487" y="81244"/>
                    </a:cubicBezTo>
                    <a:cubicBezTo>
                      <a:pt x="19949" y="126737"/>
                      <a:pt x="67943" y="153081"/>
                      <a:pt x="116775" y="145072"/>
                    </a:cubicBezTo>
                    <a:cubicBezTo>
                      <a:pt x="150000" y="133705"/>
                      <a:pt x="143005" y="70752"/>
                      <a:pt x="143879" y="41024"/>
                    </a:cubicBezTo>
                    <a:cubicBezTo>
                      <a:pt x="143879" y="32281"/>
                      <a:pt x="150000" y="4302"/>
                      <a:pt x="143879" y="-70"/>
                    </a:cubicBezTo>
                    <a:close/>
                  </a:path>
                </a:pathLst>
              </a:custGeom>
              <a:solidFill>
                <a:srgbClr val="3A3834"/>
              </a:solidFill>
              <a:ln w="87213" cap="flat">
                <a:noFill/>
                <a:prstDash val="solid"/>
                <a:miter/>
              </a:ln>
            </p:spPr>
            <p:txBody>
              <a:bodyPr rtlCol="0" anchor="ctr"/>
              <a:lstStyle/>
              <a:p>
                <a:endParaRPr lang="en-IN" dirty="0"/>
              </a:p>
            </p:txBody>
          </p:sp>
          <p:sp>
            <p:nvSpPr>
              <p:cNvPr id="2554" name="Freeform: Shape 2553">
                <a:extLst>
                  <a:ext uri="{FF2B5EF4-FFF2-40B4-BE49-F238E27FC236}">
                    <a16:creationId xmlns:a16="http://schemas.microsoft.com/office/drawing/2014/main" id="{BF01CDD9-A073-027C-5867-A7E9465DFF2F}"/>
                  </a:ext>
                </a:extLst>
              </p:cNvPr>
              <p:cNvSpPr/>
              <p:nvPr/>
            </p:nvSpPr>
            <p:spPr>
              <a:xfrm>
                <a:off x="2740959" y="5118078"/>
                <a:ext cx="146643" cy="146567"/>
              </a:xfrm>
              <a:custGeom>
                <a:avLst/>
                <a:gdLst>
                  <a:gd name="connsiteX0" fmla="*/ 137759 w 146643"/>
                  <a:gd name="connsiteY0" fmla="*/ -70 h 146567"/>
                  <a:gd name="connsiteX1" fmla="*/ 115900 w 146643"/>
                  <a:gd name="connsiteY1" fmla="*/ 12171 h 146567"/>
                  <a:gd name="connsiteX2" fmla="*/ 77429 w 146643"/>
                  <a:gd name="connsiteY2" fmla="*/ 20040 h 146567"/>
                  <a:gd name="connsiteX3" fmla="*/ 36335 w 146643"/>
                  <a:gd name="connsiteY3" fmla="*/ 10422 h 146567"/>
                  <a:gd name="connsiteX4" fmla="*/ 487 w 146643"/>
                  <a:gd name="connsiteY4" fmla="*/ 81244 h 146567"/>
                  <a:gd name="connsiteX5" fmla="*/ 116775 w 146643"/>
                  <a:gd name="connsiteY5" fmla="*/ 145072 h 146567"/>
                  <a:gd name="connsiteX6" fmla="*/ 143879 w 146643"/>
                  <a:gd name="connsiteY6" fmla="*/ 41024 h 146567"/>
                  <a:gd name="connsiteX7" fmla="*/ 143879 w 146643"/>
                  <a:gd name="connsiteY7" fmla="*/ -70 h 14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43" h="146567">
                    <a:moveTo>
                      <a:pt x="137759" y="-70"/>
                    </a:moveTo>
                    <a:cubicBezTo>
                      <a:pt x="130764" y="-70"/>
                      <a:pt x="121146" y="9548"/>
                      <a:pt x="115900" y="12171"/>
                    </a:cubicBezTo>
                    <a:cubicBezTo>
                      <a:pt x="104341" y="19078"/>
                      <a:pt x="90772" y="21850"/>
                      <a:pt x="77429" y="20040"/>
                    </a:cubicBezTo>
                    <a:cubicBezTo>
                      <a:pt x="64078" y="15502"/>
                      <a:pt x="50316" y="12276"/>
                      <a:pt x="36335" y="10422"/>
                    </a:cubicBezTo>
                    <a:cubicBezTo>
                      <a:pt x="10979" y="10422"/>
                      <a:pt x="-3011" y="58512"/>
                      <a:pt x="487" y="81244"/>
                    </a:cubicBezTo>
                    <a:cubicBezTo>
                      <a:pt x="19949" y="126737"/>
                      <a:pt x="67943" y="153081"/>
                      <a:pt x="116775" y="145072"/>
                    </a:cubicBezTo>
                    <a:cubicBezTo>
                      <a:pt x="150000" y="133705"/>
                      <a:pt x="143005" y="70752"/>
                      <a:pt x="143879" y="41024"/>
                    </a:cubicBezTo>
                    <a:cubicBezTo>
                      <a:pt x="143879" y="32281"/>
                      <a:pt x="150000" y="4302"/>
                      <a:pt x="143879" y="-70"/>
                    </a:cubicBezTo>
                    <a:close/>
                  </a:path>
                </a:pathLst>
              </a:custGeom>
              <a:gradFill>
                <a:gsLst>
                  <a:gs pos="0">
                    <a:srgbClr val="CCE0F4">
                      <a:alpha val="0"/>
                    </a:srgbClr>
                  </a:gs>
                  <a:gs pos="99000">
                    <a:srgbClr val="000000"/>
                  </a:gs>
                </a:gsLst>
                <a:lin ang="20929320" scaled="1"/>
              </a:gradFill>
              <a:ln w="87213" cap="flat">
                <a:noFill/>
                <a:prstDash val="solid"/>
                <a:miter/>
              </a:ln>
            </p:spPr>
            <p:txBody>
              <a:bodyPr rtlCol="0" anchor="ctr"/>
              <a:lstStyle/>
              <a:p>
                <a:endParaRPr lang="en-IN" dirty="0"/>
              </a:p>
            </p:txBody>
          </p:sp>
          <p:sp>
            <p:nvSpPr>
              <p:cNvPr id="2555" name="Freeform: Shape 2554">
                <a:extLst>
                  <a:ext uri="{FF2B5EF4-FFF2-40B4-BE49-F238E27FC236}">
                    <a16:creationId xmlns:a16="http://schemas.microsoft.com/office/drawing/2014/main" id="{04073D23-2145-8585-0C55-CA73E183189F}"/>
                  </a:ext>
                </a:extLst>
              </p:cNvPr>
              <p:cNvSpPr/>
              <p:nvPr/>
            </p:nvSpPr>
            <p:spPr>
              <a:xfrm>
                <a:off x="2575364" y="4399366"/>
                <a:ext cx="318359" cy="769970"/>
              </a:xfrm>
              <a:custGeom>
                <a:avLst/>
                <a:gdLst>
                  <a:gd name="connsiteX0" fmla="*/ -44 w 318359"/>
                  <a:gd name="connsiteY0" fmla="*/ -70 h 769970"/>
                  <a:gd name="connsiteX1" fmla="*/ 55914 w 318359"/>
                  <a:gd name="connsiteY1" fmla="*/ 280595 h 769970"/>
                  <a:gd name="connsiteX2" fmla="*/ 159087 w 318359"/>
                  <a:gd name="connsiteY2" fmla="*/ 675799 h 769970"/>
                  <a:gd name="connsiteX3" fmla="*/ 188815 w 318359"/>
                  <a:gd name="connsiteY3" fmla="*/ 749244 h 769970"/>
                  <a:gd name="connsiteX4" fmla="*/ 258762 w 318359"/>
                  <a:gd name="connsiteY4" fmla="*/ 766731 h 769970"/>
                  <a:gd name="connsiteX5" fmla="*/ 290239 w 318359"/>
                  <a:gd name="connsiteY5" fmla="*/ 760611 h 769970"/>
                  <a:gd name="connsiteX6" fmla="*/ 315595 w 318359"/>
                  <a:gd name="connsiteY6" fmla="*/ 754490 h 769970"/>
                  <a:gd name="connsiteX7" fmla="*/ 315595 w 318359"/>
                  <a:gd name="connsiteY7" fmla="*/ 728260 h 769970"/>
                  <a:gd name="connsiteX8" fmla="*/ 315595 w 318359"/>
                  <a:gd name="connsiteY8" fmla="*/ 689789 h 769970"/>
                  <a:gd name="connsiteX9" fmla="*/ 315595 w 318359"/>
                  <a:gd name="connsiteY9" fmla="*/ 639077 h 769970"/>
                  <a:gd name="connsiteX10" fmla="*/ 309474 w 318359"/>
                  <a:gd name="connsiteY10" fmla="*/ 590987 h 769970"/>
                  <a:gd name="connsiteX11" fmla="*/ 280621 w 318359"/>
                  <a:gd name="connsiteY11" fmla="*/ 435354 h 769970"/>
                  <a:gd name="connsiteX12" fmla="*/ 222040 w 318359"/>
                  <a:gd name="connsiteY12" fmla="*/ 257862 h 769970"/>
                  <a:gd name="connsiteX13" fmla="*/ 110997 w 318359"/>
                  <a:gd name="connsiteY13" fmla="*/ 117092 h 769970"/>
                  <a:gd name="connsiteX14" fmla="*/ 49794 w 318359"/>
                  <a:gd name="connsiteY14" fmla="*/ 46270 h 769970"/>
                  <a:gd name="connsiteX15" fmla="*/ 13946 w 318359"/>
                  <a:gd name="connsiteY15" fmla="*/ 9548 h 76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8359" h="769970">
                    <a:moveTo>
                      <a:pt x="-44" y="-70"/>
                    </a:moveTo>
                    <a:cubicBezTo>
                      <a:pt x="23563" y="87365"/>
                      <a:pt x="38427" y="187914"/>
                      <a:pt x="55914" y="280595"/>
                    </a:cubicBezTo>
                    <a:cubicBezTo>
                      <a:pt x="83307" y="414055"/>
                      <a:pt x="117748" y="545976"/>
                      <a:pt x="159087" y="675799"/>
                    </a:cubicBezTo>
                    <a:cubicBezTo>
                      <a:pt x="163450" y="702178"/>
                      <a:pt x="173601" y="727254"/>
                      <a:pt x="188815" y="749244"/>
                    </a:cubicBezTo>
                    <a:cubicBezTo>
                      <a:pt x="207001" y="767745"/>
                      <a:pt x="234010" y="774495"/>
                      <a:pt x="258762" y="766731"/>
                    </a:cubicBezTo>
                    <a:cubicBezTo>
                      <a:pt x="268861" y="763015"/>
                      <a:pt x="279484" y="760951"/>
                      <a:pt x="290239" y="760611"/>
                    </a:cubicBezTo>
                    <a:cubicBezTo>
                      <a:pt x="298982" y="760611"/>
                      <a:pt x="309474" y="760611"/>
                      <a:pt x="315595" y="754490"/>
                    </a:cubicBezTo>
                    <a:cubicBezTo>
                      <a:pt x="321715" y="748370"/>
                      <a:pt x="315595" y="735254"/>
                      <a:pt x="315595" y="728260"/>
                    </a:cubicBezTo>
                    <a:cubicBezTo>
                      <a:pt x="314720" y="715450"/>
                      <a:pt x="314720" y="702598"/>
                      <a:pt x="315595" y="689789"/>
                    </a:cubicBezTo>
                    <a:cubicBezTo>
                      <a:pt x="315595" y="673176"/>
                      <a:pt x="315595" y="656563"/>
                      <a:pt x="315595" y="639077"/>
                    </a:cubicBezTo>
                    <a:cubicBezTo>
                      <a:pt x="315595" y="621590"/>
                      <a:pt x="315595" y="607600"/>
                      <a:pt x="309474" y="590987"/>
                    </a:cubicBezTo>
                    <a:cubicBezTo>
                      <a:pt x="309474" y="539401"/>
                      <a:pt x="290239" y="486941"/>
                      <a:pt x="280621" y="435354"/>
                    </a:cubicBezTo>
                    <a:cubicBezTo>
                      <a:pt x="269246" y="373800"/>
                      <a:pt x="249538" y="314091"/>
                      <a:pt x="222040" y="257862"/>
                    </a:cubicBezTo>
                    <a:cubicBezTo>
                      <a:pt x="190563" y="206817"/>
                      <a:pt x="153307" y="159585"/>
                      <a:pt x="110997" y="117092"/>
                    </a:cubicBezTo>
                    <a:cubicBezTo>
                      <a:pt x="90013" y="93485"/>
                      <a:pt x="69029" y="70752"/>
                      <a:pt x="49794" y="46270"/>
                    </a:cubicBezTo>
                    <a:cubicBezTo>
                      <a:pt x="30558" y="21789"/>
                      <a:pt x="27060" y="13045"/>
                      <a:pt x="13946" y="9548"/>
                    </a:cubicBezTo>
                    <a:close/>
                  </a:path>
                </a:pathLst>
              </a:custGeom>
              <a:solidFill>
                <a:srgbClr val="19140F"/>
              </a:solidFill>
              <a:ln w="87213" cap="flat">
                <a:noFill/>
                <a:prstDash val="solid"/>
                <a:miter/>
              </a:ln>
            </p:spPr>
            <p:txBody>
              <a:bodyPr rtlCol="0" anchor="ctr"/>
              <a:lstStyle/>
              <a:p>
                <a:endParaRPr lang="en-IN" dirty="0"/>
              </a:p>
            </p:txBody>
          </p:sp>
          <p:sp>
            <p:nvSpPr>
              <p:cNvPr id="2556" name="Freeform: Shape 2555">
                <a:extLst>
                  <a:ext uri="{FF2B5EF4-FFF2-40B4-BE49-F238E27FC236}">
                    <a16:creationId xmlns:a16="http://schemas.microsoft.com/office/drawing/2014/main" id="{3E3FD32B-2E50-64ED-6D9E-0032BEEDA3D9}"/>
                  </a:ext>
                </a:extLst>
              </p:cNvPr>
              <p:cNvSpPr/>
              <p:nvPr/>
            </p:nvSpPr>
            <p:spPr>
              <a:xfrm>
                <a:off x="2717804" y="5078732"/>
                <a:ext cx="473890" cy="259126"/>
              </a:xfrm>
              <a:custGeom>
                <a:avLst/>
                <a:gdLst>
                  <a:gd name="connsiteX0" fmla="*/ 469558 w 473890"/>
                  <a:gd name="connsiteY0" fmla="*/ 200155 h 259126"/>
                  <a:gd name="connsiteX1" fmla="*/ 426716 w 473890"/>
                  <a:gd name="connsiteY1" fmla="*/ 231632 h 259126"/>
                  <a:gd name="connsiteX2" fmla="*/ 378626 w 473890"/>
                  <a:gd name="connsiteY2" fmla="*/ 245621 h 259126"/>
                  <a:gd name="connsiteX3" fmla="*/ 143427 w 473890"/>
                  <a:gd name="connsiteY3" fmla="*/ 257862 h 259126"/>
                  <a:gd name="connsiteX4" fmla="*/ 21019 w 473890"/>
                  <a:gd name="connsiteY4" fmla="*/ 211521 h 259126"/>
                  <a:gd name="connsiteX5" fmla="*/ 18369 w 473890"/>
                  <a:gd name="connsiteY5" fmla="*/ 116349 h 259126"/>
                  <a:gd name="connsiteX6" fmla="*/ 26265 w 473890"/>
                  <a:gd name="connsiteY6" fmla="*/ 109223 h 259126"/>
                  <a:gd name="connsiteX7" fmla="*/ 74354 w 473890"/>
                  <a:gd name="connsiteY7" fmla="*/ 162558 h 259126"/>
                  <a:gd name="connsiteX8" fmla="*/ 148674 w 473890"/>
                  <a:gd name="connsiteY8" fmla="*/ 172176 h 259126"/>
                  <a:gd name="connsiteX9" fmla="*/ 294689 w 473890"/>
                  <a:gd name="connsiteY9" fmla="*/ 141574 h 259126"/>
                  <a:gd name="connsiteX10" fmla="*/ 369008 w 473890"/>
                  <a:gd name="connsiteY10" fmla="*/ 96108 h 259126"/>
                  <a:gd name="connsiteX11" fmla="*/ 359391 w 473890"/>
                  <a:gd name="connsiteY11" fmla="*/ 49768 h 259126"/>
                  <a:gd name="connsiteX12" fmla="*/ 359391 w 473890"/>
                  <a:gd name="connsiteY12" fmla="*/ -70 h 259126"/>
                  <a:gd name="connsiteX13" fmla="*/ 397862 w 473890"/>
                  <a:gd name="connsiteY13" fmla="*/ 46270 h 259126"/>
                  <a:gd name="connsiteX14" fmla="*/ 417972 w 473890"/>
                  <a:gd name="connsiteY14" fmla="*/ 98731 h 259126"/>
                  <a:gd name="connsiteX15" fmla="*/ 438956 w 473890"/>
                  <a:gd name="connsiteY15" fmla="*/ 116218 h 259126"/>
                  <a:gd name="connsiteX16" fmla="*/ 455568 w 473890"/>
                  <a:gd name="connsiteY16" fmla="*/ 144197 h 259126"/>
                  <a:gd name="connsiteX17" fmla="*/ 473056 w 473890"/>
                  <a:gd name="connsiteY17" fmla="*/ 196658 h 25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3890" h="259126">
                    <a:moveTo>
                      <a:pt x="469558" y="200155"/>
                    </a:moveTo>
                    <a:cubicBezTo>
                      <a:pt x="444202" y="190537"/>
                      <a:pt x="436333" y="216768"/>
                      <a:pt x="426716" y="231632"/>
                    </a:cubicBezTo>
                    <a:cubicBezTo>
                      <a:pt x="417098" y="246495"/>
                      <a:pt x="403108" y="252616"/>
                      <a:pt x="378626" y="245621"/>
                    </a:cubicBezTo>
                    <a:cubicBezTo>
                      <a:pt x="303432" y="223762"/>
                      <a:pt x="222993" y="266606"/>
                      <a:pt x="143427" y="257862"/>
                    </a:cubicBezTo>
                    <a:cubicBezTo>
                      <a:pt x="98504" y="256979"/>
                      <a:pt x="55267" y="240611"/>
                      <a:pt x="21019" y="211521"/>
                    </a:cubicBezTo>
                    <a:cubicBezTo>
                      <a:pt x="-5999" y="185973"/>
                      <a:pt x="-7179" y="143358"/>
                      <a:pt x="18369" y="116349"/>
                    </a:cubicBezTo>
                    <a:cubicBezTo>
                      <a:pt x="20809" y="113770"/>
                      <a:pt x="23449" y="111383"/>
                      <a:pt x="26265" y="109223"/>
                    </a:cubicBezTo>
                    <a:cubicBezTo>
                      <a:pt x="29588" y="135296"/>
                      <a:pt x="48762" y="156560"/>
                      <a:pt x="74354" y="162558"/>
                    </a:cubicBezTo>
                    <a:cubicBezTo>
                      <a:pt x="98066" y="171416"/>
                      <a:pt x="123492" y="174703"/>
                      <a:pt x="148674" y="172176"/>
                    </a:cubicBezTo>
                    <a:cubicBezTo>
                      <a:pt x="198275" y="167052"/>
                      <a:pt x="247204" y="156796"/>
                      <a:pt x="294689" y="141574"/>
                    </a:cubicBezTo>
                    <a:cubicBezTo>
                      <a:pt x="322668" y="133705"/>
                      <a:pt x="366385" y="131082"/>
                      <a:pt x="369008" y="96108"/>
                    </a:cubicBezTo>
                    <a:cubicBezTo>
                      <a:pt x="367155" y="80414"/>
                      <a:pt x="363929" y="64903"/>
                      <a:pt x="359391" y="49768"/>
                    </a:cubicBezTo>
                    <a:cubicBezTo>
                      <a:pt x="359391" y="32281"/>
                      <a:pt x="359391" y="16543"/>
                      <a:pt x="359391" y="-70"/>
                    </a:cubicBezTo>
                    <a:cubicBezTo>
                      <a:pt x="373398" y="14357"/>
                      <a:pt x="386260" y="29850"/>
                      <a:pt x="397862" y="46270"/>
                    </a:cubicBezTo>
                    <a:cubicBezTo>
                      <a:pt x="408354" y="63758"/>
                      <a:pt x="403108" y="82993"/>
                      <a:pt x="417972" y="98731"/>
                    </a:cubicBezTo>
                    <a:cubicBezTo>
                      <a:pt x="432836" y="114469"/>
                      <a:pt x="432836" y="107475"/>
                      <a:pt x="438956" y="116218"/>
                    </a:cubicBezTo>
                    <a:cubicBezTo>
                      <a:pt x="445505" y="124909"/>
                      <a:pt x="451074" y="134290"/>
                      <a:pt x="455568" y="144197"/>
                    </a:cubicBezTo>
                    <a:cubicBezTo>
                      <a:pt x="462563" y="158186"/>
                      <a:pt x="477427" y="186165"/>
                      <a:pt x="473056" y="196658"/>
                    </a:cubicBezTo>
                    <a:close/>
                  </a:path>
                </a:pathLst>
              </a:custGeom>
              <a:solidFill>
                <a:srgbClr val="1E1D1B"/>
              </a:solidFill>
              <a:ln w="87213" cap="flat">
                <a:noFill/>
                <a:prstDash val="solid"/>
                <a:miter/>
              </a:ln>
            </p:spPr>
            <p:txBody>
              <a:bodyPr rtlCol="0" anchor="ctr"/>
              <a:lstStyle/>
              <a:p>
                <a:endParaRPr lang="en-IN" dirty="0"/>
              </a:p>
            </p:txBody>
          </p:sp>
          <p:sp>
            <p:nvSpPr>
              <p:cNvPr id="2557" name="Freeform: Shape 2556">
                <a:extLst>
                  <a:ext uri="{FF2B5EF4-FFF2-40B4-BE49-F238E27FC236}">
                    <a16:creationId xmlns:a16="http://schemas.microsoft.com/office/drawing/2014/main" id="{A30FB088-D98D-A157-CBE6-598BF250CF8A}"/>
                  </a:ext>
                </a:extLst>
              </p:cNvPr>
              <p:cNvSpPr/>
              <p:nvPr/>
            </p:nvSpPr>
            <p:spPr>
              <a:xfrm>
                <a:off x="2800071" y="4680031"/>
                <a:ext cx="293294" cy="584936"/>
              </a:xfrm>
              <a:custGeom>
                <a:avLst/>
                <a:gdLst>
                  <a:gd name="connsiteX0" fmla="*/ -44 w 293294"/>
                  <a:gd name="connsiteY0" fmla="*/ -70 h 584936"/>
                  <a:gd name="connsiteX1" fmla="*/ 32307 w 293294"/>
                  <a:gd name="connsiteY1" fmla="*/ 144197 h 584936"/>
                  <a:gd name="connsiteX2" fmla="*/ 74275 w 293294"/>
                  <a:gd name="connsiteY2" fmla="*/ 433605 h 584936"/>
                  <a:gd name="connsiteX3" fmla="*/ 74275 w 293294"/>
                  <a:gd name="connsiteY3" fmla="*/ 521040 h 584936"/>
                  <a:gd name="connsiteX4" fmla="*/ 74275 w 293294"/>
                  <a:gd name="connsiteY4" fmla="*/ 561260 h 584936"/>
                  <a:gd name="connsiteX5" fmla="*/ 84768 w 293294"/>
                  <a:gd name="connsiteY5" fmla="*/ 584867 h 584936"/>
                  <a:gd name="connsiteX6" fmla="*/ 119741 w 293294"/>
                  <a:gd name="connsiteY6" fmla="*/ 584867 h 584936"/>
                  <a:gd name="connsiteX7" fmla="*/ 196684 w 293294"/>
                  <a:gd name="connsiteY7" fmla="*/ 516668 h 584936"/>
                  <a:gd name="connsiteX8" fmla="*/ 243898 w 293294"/>
                  <a:gd name="connsiteY8" fmla="*/ 549019 h 584936"/>
                  <a:gd name="connsiteX9" fmla="*/ 280621 w 293294"/>
                  <a:gd name="connsiteY9" fmla="*/ 539401 h 584936"/>
                  <a:gd name="connsiteX10" fmla="*/ 292862 w 293294"/>
                  <a:gd name="connsiteY10" fmla="*/ 508799 h 584936"/>
                  <a:gd name="connsiteX11" fmla="*/ 292862 w 293294"/>
                  <a:gd name="connsiteY11" fmla="*/ 467705 h 584936"/>
                  <a:gd name="connsiteX12" fmla="*/ 264883 w 293294"/>
                  <a:gd name="connsiteY12" fmla="*/ 380270 h 584936"/>
                  <a:gd name="connsiteX13" fmla="*/ 200181 w 293294"/>
                  <a:gd name="connsiteY13" fmla="*/ 275349 h 584936"/>
                  <a:gd name="connsiteX14" fmla="*/ 112747 w 293294"/>
                  <a:gd name="connsiteY14" fmla="*/ 146820 h 584936"/>
                  <a:gd name="connsiteX15" fmla="*/ 58537 w 293294"/>
                  <a:gd name="connsiteY15" fmla="*/ 74249 h 584936"/>
                  <a:gd name="connsiteX16" fmla="*/ 29684 w 293294"/>
                  <a:gd name="connsiteY16" fmla="*/ 36652 h 584936"/>
                  <a:gd name="connsiteX17" fmla="*/ -44 w 293294"/>
                  <a:gd name="connsiteY17" fmla="*/ -70 h 5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3294" h="584936">
                    <a:moveTo>
                      <a:pt x="-44" y="-70"/>
                    </a:moveTo>
                    <a:cubicBezTo>
                      <a:pt x="12197" y="47145"/>
                      <a:pt x="22689" y="96108"/>
                      <a:pt x="32307" y="144197"/>
                    </a:cubicBezTo>
                    <a:cubicBezTo>
                      <a:pt x="52827" y="239605"/>
                      <a:pt x="66852" y="336299"/>
                      <a:pt x="74275" y="433605"/>
                    </a:cubicBezTo>
                    <a:cubicBezTo>
                      <a:pt x="75954" y="462730"/>
                      <a:pt x="75954" y="491916"/>
                      <a:pt x="74275" y="521040"/>
                    </a:cubicBezTo>
                    <a:cubicBezTo>
                      <a:pt x="74275" y="535029"/>
                      <a:pt x="74275" y="548145"/>
                      <a:pt x="74275" y="561260"/>
                    </a:cubicBezTo>
                    <a:cubicBezTo>
                      <a:pt x="74275" y="574375"/>
                      <a:pt x="67280" y="583993"/>
                      <a:pt x="84768" y="584867"/>
                    </a:cubicBezTo>
                    <a:cubicBezTo>
                      <a:pt x="96405" y="583993"/>
                      <a:pt x="108104" y="583993"/>
                      <a:pt x="119741" y="584867"/>
                    </a:cubicBezTo>
                    <a:cubicBezTo>
                      <a:pt x="123816" y="545618"/>
                      <a:pt x="157233" y="516004"/>
                      <a:pt x="196684" y="516668"/>
                    </a:cubicBezTo>
                    <a:cubicBezTo>
                      <a:pt x="217668" y="516668"/>
                      <a:pt x="251767" y="516668"/>
                      <a:pt x="243898" y="549019"/>
                    </a:cubicBezTo>
                    <a:cubicBezTo>
                      <a:pt x="256752" y="548932"/>
                      <a:pt x="269377" y="545626"/>
                      <a:pt x="280621" y="539401"/>
                    </a:cubicBezTo>
                    <a:cubicBezTo>
                      <a:pt x="292862" y="532406"/>
                      <a:pt x="291988" y="521915"/>
                      <a:pt x="292862" y="508799"/>
                    </a:cubicBezTo>
                    <a:cubicBezTo>
                      <a:pt x="293736" y="495684"/>
                      <a:pt x="292862" y="480820"/>
                      <a:pt x="292862" y="467705"/>
                    </a:cubicBezTo>
                    <a:cubicBezTo>
                      <a:pt x="292223" y="436464"/>
                      <a:pt x="282501" y="406081"/>
                      <a:pt x="264883" y="380270"/>
                    </a:cubicBezTo>
                    <a:cubicBezTo>
                      <a:pt x="243898" y="345296"/>
                      <a:pt x="222040" y="310322"/>
                      <a:pt x="200181" y="275349"/>
                    </a:cubicBezTo>
                    <a:cubicBezTo>
                      <a:pt x="178323" y="240375"/>
                      <a:pt x="143349" y="187914"/>
                      <a:pt x="112747" y="146820"/>
                    </a:cubicBezTo>
                    <a:cubicBezTo>
                      <a:pt x="95260" y="122339"/>
                      <a:pt x="76898" y="98731"/>
                      <a:pt x="58537" y="74249"/>
                    </a:cubicBezTo>
                    <a:lnTo>
                      <a:pt x="29684" y="36652"/>
                    </a:lnTo>
                    <a:cubicBezTo>
                      <a:pt x="21814" y="27034"/>
                      <a:pt x="2579" y="10422"/>
                      <a:pt x="-44" y="-70"/>
                    </a:cubicBezTo>
                    <a:close/>
                  </a:path>
                </a:pathLst>
              </a:custGeom>
              <a:solidFill>
                <a:srgbClr val="353129"/>
              </a:solidFill>
              <a:ln w="87213" cap="flat">
                <a:noFill/>
                <a:prstDash val="solid"/>
                <a:miter/>
              </a:ln>
            </p:spPr>
            <p:txBody>
              <a:bodyPr rtlCol="0" anchor="ctr"/>
              <a:lstStyle/>
              <a:p>
                <a:endParaRPr lang="en-IN" dirty="0"/>
              </a:p>
            </p:txBody>
          </p:sp>
          <p:sp>
            <p:nvSpPr>
              <p:cNvPr id="2558" name="Freeform: Shape 2557">
                <a:extLst>
                  <a:ext uri="{FF2B5EF4-FFF2-40B4-BE49-F238E27FC236}">
                    <a16:creationId xmlns:a16="http://schemas.microsoft.com/office/drawing/2014/main" id="{85F165EC-31B4-F4D9-EF3E-AD8B1E83D84B}"/>
                  </a:ext>
                </a:extLst>
              </p:cNvPr>
              <p:cNvSpPr/>
              <p:nvPr/>
            </p:nvSpPr>
            <p:spPr>
              <a:xfrm>
                <a:off x="1219148" y="3086294"/>
                <a:ext cx="2441571" cy="2185668"/>
              </a:xfrm>
              <a:custGeom>
                <a:avLst/>
                <a:gdLst>
                  <a:gd name="connsiteX0" fmla="*/ 20171 w 2441571"/>
                  <a:gd name="connsiteY0" fmla="*/ 268158 h 2185668"/>
                  <a:gd name="connsiteX1" fmla="*/ 313077 w 2441571"/>
                  <a:gd name="connsiteY1" fmla="*/ 479750 h 2185668"/>
                  <a:gd name="connsiteX2" fmla="*/ 438983 w 2441571"/>
                  <a:gd name="connsiteY2" fmla="*/ 409803 h 2185668"/>
                  <a:gd name="connsiteX3" fmla="*/ 453847 w 2441571"/>
                  <a:gd name="connsiteY3" fmla="*/ 415048 h 2185668"/>
                  <a:gd name="connsiteX4" fmla="*/ 1385025 w 2441571"/>
                  <a:gd name="connsiteY4" fmla="*/ 2357 h 2185668"/>
                  <a:gd name="connsiteX5" fmla="*/ 1909633 w 2441571"/>
                  <a:gd name="connsiteY5" fmla="*/ 213949 h 2185668"/>
                  <a:gd name="connsiteX6" fmla="*/ 2387026 w 2441571"/>
                  <a:gd name="connsiteY6" fmla="*/ 784022 h 2185668"/>
                  <a:gd name="connsiteX7" fmla="*/ 2435114 w 2441571"/>
                  <a:gd name="connsiteY7" fmla="*/ 1221195 h 2185668"/>
                  <a:gd name="connsiteX8" fmla="*/ 2281230 w 2441571"/>
                  <a:gd name="connsiteY8" fmla="*/ 1716075 h 2185668"/>
                  <a:gd name="connsiteX9" fmla="*/ 1977832 w 2441571"/>
                  <a:gd name="connsiteY9" fmla="*/ 2185599 h 2185668"/>
                  <a:gd name="connsiteX10" fmla="*/ 1961219 w 2441571"/>
                  <a:gd name="connsiteY10" fmla="*/ 2182976 h 2185668"/>
                  <a:gd name="connsiteX11" fmla="*/ 1517051 w 2441571"/>
                  <a:gd name="connsiteY11" fmla="*/ 1508855 h 2185668"/>
                  <a:gd name="connsiteX12" fmla="*/ 849051 w 2441571"/>
                  <a:gd name="connsiteY12" fmla="*/ 923043 h 2185668"/>
                  <a:gd name="connsiteX13" fmla="*/ 44653 w 2441571"/>
                  <a:gd name="connsiteY13" fmla="*/ 346850 h 2185668"/>
                  <a:gd name="connsiteX14" fmla="*/ 61 w 2441571"/>
                  <a:gd name="connsiteY14" fmla="*/ 275153 h 2185668"/>
                  <a:gd name="connsiteX15" fmla="*/ 20171 w 2441571"/>
                  <a:gd name="connsiteY15" fmla="*/ 268158 h 21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1571" h="2185668">
                    <a:moveTo>
                      <a:pt x="20171" y="268158"/>
                    </a:moveTo>
                    <a:cubicBezTo>
                      <a:pt x="20171" y="268158"/>
                      <a:pt x="107606" y="324116"/>
                      <a:pt x="313077" y="479750"/>
                    </a:cubicBezTo>
                    <a:cubicBezTo>
                      <a:pt x="364935" y="482303"/>
                      <a:pt x="413749" y="455181"/>
                      <a:pt x="438983" y="409803"/>
                    </a:cubicBezTo>
                    <a:lnTo>
                      <a:pt x="453847" y="415048"/>
                    </a:lnTo>
                    <a:cubicBezTo>
                      <a:pt x="453847" y="415048"/>
                      <a:pt x="910255" y="-36988"/>
                      <a:pt x="1385025" y="2357"/>
                    </a:cubicBezTo>
                    <a:cubicBezTo>
                      <a:pt x="1575265" y="26262"/>
                      <a:pt x="1756037" y="99173"/>
                      <a:pt x="1909633" y="213949"/>
                    </a:cubicBezTo>
                    <a:cubicBezTo>
                      <a:pt x="2116267" y="358539"/>
                      <a:pt x="2280968" y="555215"/>
                      <a:pt x="2387026" y="784022"/>
                    </a:cubicBezTo>
                    <a:cubicBezTo>
                      <a:pt x="2435526" y="924320"/>
                      <a:pt x="2451955" y="1073711"/>
                      <a:pt x="2435114" y="1221195"/>
                    </a:cubicBezTo>
                    <a:cubicBezTo>
                      <a:pt x="2415250" y="1394333"/>
                      <a:pt x="2363051" y="1562199"/>
                      <a:pt x="2281230" y="1716075"/>
                    </a:cubicBezTo>
                    <a:cubicBezTo>
                      <a:pt x="2199452" y="1884273"/>
                      <a:pt x="2097582" y="2041935"/>
                      <a:pt x="1977832" y="2185599"/>
                    </a:cubicBezTo>
                    <a:lnTo>
                      <a:pt x="1961219" y="2182976"/>
                    </a:lnTo>
                    <a:cubicBezTo>
                      <a:pt x="1834482" y="1944926"/>
                      <a:pt x="1685782" y="1719240"/>
                      <a:pt x="1517051" y="1508855"/>
                    </a:cubicBezTo>
                    <a:cubicBezTo>
                      <a:pt x="1336508" y="1270220"/>
                      <a:pt x="1109213" y="1070887"/>
                      <a:pt x="849051" y="923043"/>
                    </a:cubicBezTo>
                    <a:cubicBezTo>
                      <a:pt x="849051" y="923043"/>
                      <a:pt x="250998" y="602158"/>
                      <a:pt x="44653" y="346850"/>
                    </a:cubicBezTo>
                    <a:cubicBezTo>
                      <a:pt x="44653" y="346850"/>
                      <a:pt x="-2562" y="299635"/>
                      <a:pt x="61" y="275153"/>
                    </a:cubicBezTo>
                    <a:cubicBezTo>
                      <a:pt x="61" y="278651"/>
                      <a:pt x="6182" y="259415"/>
                      <a:pt x="20171" y="268158"/>
                    </a:cubicBezTo>
                    <a:close/>
                  </a:path>
                </a:pathLst>
              </a:custGeom>
              <a:solidFill>
                <a:schemeClr val="bg1"/>
              </a:solidFill>
              <a:ln w="87213" cap="flat">
                <a:noFill/>
                <a:prstDash val="solid"/>
                <a:miter/>
              </a:ln>
            </p:spPr>
            <p:txBody>
              <a:bodyPr rtlCol="0" anchor="ctr"/>
              <a:lstStyle/>
              <a:p>
                <a:endParaRPr lang="en-IN" dirty="0"/>
              </a:p>
            </p:txBody>
          </p:sp>
          <p:sp>
            <p:nvSpPr>
              <p:cNvPr id="2559" name="Freeform: Shape 2558">
                <a:extLst>
                  <a:ext uri="{FF2B5EF4-FFF2-40B4-BE49-F238E27FC236}">
                    <a16:creationId xmlns:a16="http://schemas.microsoft.com/office/drawing/2014/main" id="{192BD443-9EA6-7E71-BAB3-157045E2E0E5}"/>
                  </a:ext>
                </a:extLst>
              </p:cNvPr>
              <p:cNvSpPr/>
              <p:nvPr/>
            </p:nvSpPr>
            <p:spPr>
              <a:xfrm>
                <a:off x="2805317" y="4692272"/>
                <a:ext cx="84217" cy="574445"/>
              </a:xfrm>
              <a:custGeom>
                <a:avLst/>
                <a:gdLst>
                  <a:gd name="connsiteX0" fmla="*/ -44 w 84217"/>
                  <a:gd name="connsiteY0" fmla="*/ -70 h 574445"/>
                  <a:gd name="connsiteX1" fmla="*/ 9574 w 84217"/>
                  <a:gd name="connsiteY1" fmla="*/ 35778 h 574445"/>
                  <a:gd name="connsiteX2" fmla="*/ 20066 w 84217"/>
                  <a:gd name="connsiteY2" fmla="*/ 89113 h 574445"/>
                  <a:gd name="connsiteX3" fmla="*/ 43673 w 84217"/>
                  <a:gd name="connsiteY3" fmla="*/ 192286 h 574445"/>
                  <a:gd name="connsiteX4" fmla="*/ 60286 w 84217"/>
                  <a:gd name="connsiteY4" fmla="*/ 323438 h 574445"/>
                  <a:gd name="connsiteX5" fmla="*/ 70778 w 84217"/>
                  <a:gd name="connsiteY5" fmla="*/ 448469 h 574445"/>
                  <a:gd name="connsiteX6" fmla="*/ 70778 w 84217"/>
                  <a:gd name="connsiteY6" fmla="*/ 529783 h 574445"/>
                  <a:gd name="connsiteX7" fmla="*/ 70778 w 84217"/>
                  <a:gd name="connsiteY7" fmla="*/ 556014 h 574445"/>
                  <a:gd name="connsiteX8" fmla="*/ 70778 w 84217"/>
                  <a:gd name="connsiteY8" fmla="*/ 569129 h 574445"/>
                  <a:gd name="connsiteX9" fmla="*/ 78647 w 84217"/>
                  <a:gd name="connsiteY9" fmla="*/ 574375 h 574445"/>
                  <a:gd name="connsiteX10" fmla="*/ 83893 w 84217"/>
                  <a:gd name="connsiteY10" fmla="*/ 574375 h 574445"/>
                  <a:gd name="connsiteX11" fmla="*/ 83893 w 84217"/>
                  <a:gd name="connsiteY11" fmla="*/ 559511 h 574445"/>
                  <a:gd name="connsiteX12" fmla="*/ 83893 w 84217"/>
                  <a:gd name="connsiteY12" fmla="*/ 529783 h 574445"/>
                  <a:gd name="connsiteX13" fmla="*/ 83893 w 84217"/>
                  <a:gd name="connsiteY13" fmla="*/ 473825 h 574445"/>
                  <a:gd name="connsiteX14" fmla="*/ 83893 w 84217"/>
                  <a:gd name="connsiteY14" fmla="*/ 381145 h 574445"/>
                  <a:gd name="connsiteX15" fmla="*/ 78647 w 84217"/>
                  <a:gd name="connsiteY15" fmla="*/ 318192 h 574445"/>
                  <a:gd name="connsiteX16" fmla="*/ 32307 w 84217"/>
                  <a:gd name="connsiteY16" fmla="*/ 102228 h 574445"/>
                  <a:gd name="connsiteX17" fmla="*/ 15694 w 84217"/>
                  <a:gd name="connsiteY17" fmla="*/ 41898 h 574445"/>
                  <a:gd name="connsiteX18" fmla="*/ -44 w 84217"/>
                  <a:gd name="connsiteY18" fmla="*/ 805 h 57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4217" h="574445">
                    <a:moveTo>
                      <a:pt x="-44" y="-70"/>
                    </a:moveTo>
                    <a:cubicBezTo>
                      <a:pt x="6076" y="6925"/>
                      <a:pt x="6951" y="26160"/>
                      <a:pt x="9574" y="35778"/>
                    </a:cubicBezTo>
                    <a:cubicBezTo>
                      <a:pt x="12197" y="45396"/>
                      <a:pt x="15694" y="71626"/>
                      <a:pt x="20066" y="89113"/>
                    </a:cubicBezTo>
                    <a:cubicBezTo>
                      <a:pt x="27061" y="123212"/>
                      <a:pt x="35804" y="158186"/>
                      <a:pt x="43673" y="192286"/>
                    </a:cubicBezTo>
                    <a:cubicBezTo>
                      <a:pt x="52697" y="235487"/>
                      <a:pt x="58249" y="279345"/>
                      <a:pt x="60286" y="323438"/>
                    </a:cubicBezTo>
                    <a:cubicBezTo>
                      <a:pt x="60286" y="365407"/>
                      <a:pt x="69029" y="410872"/>
                      <a:pt x="70778" y="448469"/>
                    </a:cubicBezTo>
                    <a:cubicBezTo>
                      <a:pt x="72544" y="475548"/>
                      <a:pt x="72544" y="502705"/>
                      <a:pt x="70778" y="529783"/>
                    </a:cubicBezTo>
                    <a:cubicBezTo>
                      <a:pt x="70778" y="538527"/>
                      <a:pt x="70778" y="547271"/>
                      <a:pt x="70778" y="556014"/>
                    </a:cubicBezTo>
                    <a:cubicBezTo>
                      <a:pt x="69886" y="560342"/>
                      <a:pt x="69886" y="564801"/>
                      <a:pt x="70778" y="569129"/>
                    </a:cubicBezTo>
                    <a:cubicBezTo>
                      <a:pt x="72868" y="571568"/>
                      <a:pt x="75596" y="573379"/>
                      <a:pt x="78647" y="574375"/>
                    </a:cubicBezTo>
                    <a:cubicBezTo>
                      <a:pt x="78647" y="574375"/>
                      <a:pt x="85642" y="574375"/>
                      <a:pt x="83893" y="574375"/>
                    </a:cubicBezTo>
                    <a:cubicBezTo>
                      <a:pt x="81681" y="569671"/>
                      <a:pt x="81681" y="564224"/>
                      <a:pt x="83893" y="559511"/>
                    </a:cubicBezTo>
                    <a:cubicBezTo>
                      <a:pt x="83893" y="549894"/>
                      <a:pt x="83893" y="539401"/>
                      <a:pt x="83893" y="529783"/>
                    </a:cubicBezTo>
                    <a:cubicBezTo>
                      <a:pt x="83893" y="520165"/>
                      <a:pt x="83893" y="493061"/>
                      <a:pt x="83893" y="473825"/>
                    </a:cubicBezTo>
                    <a:cubicBezTo>
                      <a:pt x="83893" y="454590"/>
                      <a:pt x="83893" y="411747"/>
                      <a:pt x="83893" y="381145"/>
                    </a:cubicBezTo>
                    <a:cubicBezTo>
                      <a:pt x="83447" y="360073"/>
                      <a:pt x="81699" y="339045"/>
                      <a:pt x="78647" y="318192"/>
                    </a:cubicBezTo>
                    <a:cubicBezTo>
                      <a:pt x="67211" y="245402"/>
                      <a:pt x="51743" y="173304"/>
                      <a:pt x="32307" y="102228"/>
                    </a:cubicBezTo>
                    <a:cubicBezTo>
                      <a:pt x="27061" y="82118"/>
                      <a:pt x="21814" y="61134"/>
                      <a:pt x="15694" y="41898"/>
                    </a:cubicBezTo>
                    <a:cubicBezTo>
                      <a:pt x="12049" y="27638"/>
                      <a:pt x="6767" y="13849"/>
                      <a:pt x="-44" y="805"/>
                    </a:cubicBezTo>
                    <a:close/>
                  </a:path>
                </a:pathLst>
              </a:custGeom>
              <a:solidFill>
                <a:srgbClr val="848484">
                  <a:alpha val="20000"/>
                </a:srgbClr>
              </a:solidFill>
              <a:ln w="87213" cap="flat">
                <a:noFill/>
                <a:prstDash val="solid"/>
                <a:miter/>
              </a:ln>
            </p:spPr>
            <p:txBody>
              <a:bodyPr rtlCol="0" anchor="ctr"/>
              <a:lstStyle/>
              <a:p>
                <a:endParaRPr lang="en-IN" dirty="0"/>
              </a:p>
            </p:txBody>
          </p:sp>
          <p:sp>
            <p:nvSpPr>
              <p:cNvPr id="2560" name="Freeform: Shape 2559">
                <a:extLst>
                  <a:ext uri="{FF2B5EF4-FFF2-40B4-BE49-F238E27FC236}">
                    <a16:creationId xmlns:a16="http://schemas.microsoft.com/office/drawing/2014/main" id="{2D8C2C9C-C3BD-0CCA-2065-AA6B53049D66}"/>
                  </a:ext>
                </a:extLst>
              </p:cNvPr>
              <p:cNvSpPr/>
              <p:nvPr/>
            </p:nvSpPr>
            <p:spPr>
              <a:xfrm>
                <a:off x="1532269" y="3496167"/>
                <a:ext cx="472174" cy="469621"/>
              </a:xfrm>
              <a:custGeom>
                <a:avLst/>
                <a:gdLst>
                  <a:gd name="connsiteX0" fmla="*/ 125862 w 472174"/>
                  <a:gd name="connsiteY0" fmla="*/ -70 h 469621"/>
                  <a:gd name="connsiteX1" fmla="*/ 140726 w 472174"/>
                  <a:gd name="connsiteY1" fmla="*/ 5176 h 469621"/>
                  <a:gd name="connsiteX2" fmla="*/ 472103 w 472174"/>
                  <a:gd name="connsiteY2" fmla="*/ 465082 h 469621"/>
                  <a:gd name="connsiteX3" fmla="*/ 442375 w 472174"/>
                  <a:gd name="connsiteY3" fmla="*/ 455464 h 469621"/>
                  <a:gd name="connsiteX4" fmla="*/ 309474 w 472174"/>
                  <a:gd name="connsiteY4" fmla="*/ 333930 h 469621"/>
                  <a:gd name="connsiteX5" fmla="*/ -44 w 472174"/>
                  <a:gd name="connsiteY5" fmla="*/ 71626 h 469621"/>
                  <a:gd name="connsiteX6" fmla="*/ 125862 w 472174"/>
                  <a:gd name="connsiteY6" fmla="*/ -70 h 46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174" h="469620">
                    <a:moveTo>
                      <a:pt x="125862" y="-70"/>
                    </a:moveTo>
                    <a:lnTo>
                      <a:pt x="140726" y="5176"/>
                    </a:lnTo>
                    <a:cubicBezTo>
                      <a:pt x="140726" y="5176"/>
                      <a:pt x="475600" y="255239"/>
                      <a:pt x="472103" y="465082"/>
                    </a:cubicBezTo>
                    <a:cubicBezTo>
                      <a:pt x="472103" y="465082"/>
                      <a:pt x="472103" y="479946"/>
                      <a:pt x="442375" y="455464"/>
                    </a:cubicBezTo>
                    <a:cubicBezTo>
                      <a:pt x="407480" y="405740"/>
                      <a:pt x="362110" y="364253"/>
                      <a:pt x="309474" y="333930"/>
                    </a:cubicBezTo>
                    <a:cubicBezTo>
                      <a:pt x="196404" y="258894"/>
                      <a:pt x="92523" y="170855"/>
                      <a:pt x="-44" y="71626"/>
                    </a:cubicBezTo>
                    <a:cubicBezTo>
                      <a:pt x="52845" y="76689"/>
                      <a:pt x="103225" y="48001"/>
                      <a:pt x="125862" y="-70"/>
                    </a:cubicBezTo>
                    <a:close/>
                  </a:path>
                </a:pathLst>
              </a:custGeom>
              <a:solidFill>
                <a:schemeClr val="accent3"/>
              </a:solidFill>
              <a:ln w="87213" cap="flat">
                <a:noFill/>
                <a:prstDash val="solid"/>
                <a:miter/>
              </a:ln>
            </p:spPr>
            <p:txBody>
              <a:bodyPr rtlCol="0" anchor="ctr"/>
              <a:lstStyle/>
              <a:p>
                <a:endParaRPr lang="en-IN" dirty="0"/>
              </a:p>
            </p:txBody>
          </p:sp>
          <p:sp>
            <p:nvSpPr>
              <p:cNvPr id="2561" name="Freeform: Shape 2560">
                <a:extLst>
                  <a:ext uri="{FF2B5EF4-FFF2-40B4-BE49-F238E27FC236}">
                    <a16:creationId xmlns:a16="http://schemas.microsoft.com/office/drawing/2014/main" id="{A3B445B5-BC37-E869-B50E-6DA48D200CA8}"/>
                  </a:ext>
                </a:extLst>
              </p:cNvPr>
              <p:cNvSpPr/>
              <p:nvPr/>
            </p:nvSpPr>
            <p:spPr>
              <a:xfrm>
                <a:off x="1794573" y="3258345"/>
                <a:ext cx="762429" cy="699476"/>
              </a:xfrm>
              <a:custGeom>
                <a:avLst/>
                <a:gdLst>
                  <a:gd name="connsiteX0" fmla="*/ 209799 w 762429"/>
                  <a:gd name="connsiteY0" fmla="*/ 699407 h 699476"/>
                  <a:gd name="connsiteX1" fmla="*/ 762386 w 762429"/>
                  <a:gd name="connsiteY1" fmla="*/ -70 h 699476"/>
                  <a:gd name="connsiteX2" fmla="*/ 526312 w 762429"/>
                  <a:gd name="connsiteY2" fmla="*/ 82119 h 699476"/>
                  <a:gd name="connsiteX3" fmla="*/ 320841 w 762429"/>
                  <a:gd name="connsiteY3" fmla="*/ 235129 h 699476"/>
                  <a:gd name="connsiteX4" fmla="*/ 188815 w 762429"/>
                  <a:gd name="connsiteY4" fmla="*/ 316443 h 699476"/>
                  <a:gd name="connsiteX5" fmla="*/ -44 w 762429"/>
                  <a:gd name="connsiteY5" fmla="*/ 336553 h 699476"/>
                  <a:gd name="connsiteX6" fmla="*/ 209799 w 762429"/>
                  <a:gd name="connsiteY6" fmla="*/ 699407 h 69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429" h="699476">
                    <a:moveTo>
                      <a:pt x="209799" y="699407"/>
                    </a:moveTo>
                    <a:cubicBezTo>
                      <a:pt x="209799" y="699407"/>
                      <a:pt x="344448" y="93485"/>
                      <a:pt x="762386" y="-70"/>
                    </a:cubicBezTo>
                    <a:cubicBezTo>
                      <a:pt x="680626" y="17557"/>
                      <a:pt x="601340" y="45160"/>
                      <a:pt x="526312" y="82119"/>
                    </a:cubicBezTo>
                    <a:cubicBezTo>
                      <a:pt x="452587" y="125687"/>
                      <a:pt x="383706" y="176976"/>
                      <a:pt x="320841" y="235129"/>
                    </a:cubicBezTo>
                    <a:cubicBezTo>
                      <a:pt x="282029" y="269884"/>
                      <a:pt x="237314" y="297426"/>
                      <a:pt x="188815" y="316443"/>
                    </a:cubicBezTo>
                    <a:cubicBezTo>
                      <a:pt x="129053" y="340942"/>
                      <a:pt x="63538" y="347920"/>
                      <a:pt x="-44" y="336553"/>
                    </a:cubicBezTo>
                    <a:cubicBezTo>
                      <a:pt x="-44" y="336553"/>
                      <a:pt x="209799" y="515794"/>
                      <a:pt x="209799" y="699407"/>
                    </a:cubicBezTo>
                    <a:close/>
                  </a:path>
                </a:pathLst>
              </a:custGeom>
              <a:solidFill>
                <a:schemeClr val="accent3"/>
              </a:solidFill>
              <a:ln w="87213" cap="flat">
                <a:noFill/>
                <a:prstDash val="solid"/>
                <a:miter/>
              </a:ln>
            </p:spPr>
            <p:txBody>
              <a:bodyPr rtlCol="0" anchor="ctr"/>
              <a:lstStyle/>
              <a:p>
                <a:endParaRPr lang="en-IN" dirty="0"/>
              </a:p>
            </p:txBody>
          </p:sp>
          <p:sp>
            <p:nvSpPr>
              <p:cNvPr id="2562" name="Freeform: Shape 2561">
                <a:extLst>
                  <a:ext uri="{FF2B5EF4-FFF2-40B4-BE49-F238E27FC236}">
                    <a16:creationId xmlns:a16="http://schemas.microsoft.com/office/drawing/2014/main" id="{67317D0D-6BE5-C23D-12A5-C9B030933683}"/>
                  </a:ext>
                </a:extLst>
              </p:cNvPr>
              <p:cNvSpPr/>
              <p:nvPr/>
            </p:nvSpPr>
            <p:spPr>
              <a:xfrm>
                <a:off x="838039" y="4187774"/>
                <a:ext cx="2339450" cy="1140146"/>
              </a:xfrm>
              <a:custGeom>
                <a:avLst/>
                <a:gdLst>
                  <a:gd name="connsiteX0" fmla="*/ 2338831 w 2339450"/>
                  <a:gd name="connsiteY0" fmla="*/ 403878 h 1140146"/>
                  <a:gd name="connsiteX1" fmla="*/ 2326354 w 2339450"/>
                  <a:gd name="connsiteY1" fmla="*/ 382526 h 1140146"/>
                  <a:gd name="connsiteX2" fmla="*/ 2312601 w 2339450"/>
                  <a:gd name="connsiteY2" fmla="*/ 384642 h 1140146"/>
                  <a:gd name="connsiteX3" fmla="*/ 2157841 w 2339450"/>
                  <a:gd name="connsiteY3" fmla="*/ 532407 h 1140146"/>
                  <a:gd name="connsiteX4" fmla="*/ 1421642 w 2339450"/>
                  <a:gd name="connsiteY4" fmla="*/ 182669 h 1140146"/>
                  <a:gd name="connsiteX5" fmla="*/ 1534433 w 2339450"/>
                  <a:gd name="connsiteY5" fmla="*/ 119716 h 1140146"/>
                  <a:gd name="connsiteX6" fmla="*/ 1630611 w 2339450"/>
                  <a:gd name="connsiteY6" fmla="*/ 119716 h 1140146"/>
                  <a:gd name="connsiteX7" fmla="*/ 1777501 w 2339450"/>
                  <a:gd name="connsiteY7" fmla="*/ 62008 h 1140146"/>
                  <a:gd name="connsiteX8" fmla="*/ 1772255 w 2339450"/>
                  <a:gd name="connsiteY8" fmla="*/ 46271 h 1140146"/>
                  <a:gd name="connsiteX9" fmla="*/ 1755459 w 2339450"/>
                  <a:gd name="connsiteY9" fmla="*/ 42082 h 1140146"/>
                  <a:gd name="connsiteX10" fmla="*/ 1751271 w 2339450"/>
                  <a:gd name="connsiteY10" fmla="*/ 46271 h 1140146"/>
                  <a:gd name="connsiteX11" fmla="*/ 1558040 w 2339450"/>
                  <a:gd name="connsiteY11" fmla="*/ 90862 h 1140146"/>
                  <a:gd name="connsiteX12" fmla="*/ 1470606 w 2339450"/>
                  <a:gd name="connsiteY12" fmla="*/ 96982 h 1140146"/>
                  <a:gd name="connsiteX13" fmla="*/ 1397161 w 2339450"/>
                  <a:gd name="connsiteY13" fmla="*/ 156438 h 1140146"/>
                  <a:gd name="connsiteX14" fmla="*/ 1234532 w 2339450"/>
                  <a:gd name="connsiteY14" fmla="*/ 382019 h 1140146"/>
                  <a:gd name="connsiteX15" fmla="*/ 1080648 w 2339450"/>
                  <a:gd name="connsiteY15" fmla="*/ 597983 h 1140146"/>
                  <a:gd name="connsiteX16" fmla="*/ 744899 w 2339450"/>
                  <a:gd name="connsiteY16" fmla="*/ 412621 h 1140146"/>
                  <a:gd name="connsiteX17" fmla="*/ 395160 w 2339450"/>
                  <a:gd name="connsiteY17" fmla="*/ 175674 h 1140146"/>
                  <a:gd name="connsiteX18" fmla="*/ 300731 w 2339450"/>
                  <a:gd name="connsiteY18" fmla="*/ 106600 h 1140146"/>
                  <a:gd name="connsiteX19" fmla="*/ 243024 w 2339450"/>
                  <a:gd name="connsiteY19" fmla="*/ 62008 h 1140146"/>
                  <a:gd name="connsiteX20" fmla="*/ 229034 w 2339450"/>
                  <a:gd name="connsiteY20" fmla="*/ 42773 h 1140146"/>
                  <a:gd name="connsiteX21" fmla="*/ 243024 w 2339450"/>
                  <a:gd name="connsiteY21" fmla="*/ -70 h 1140146"/>
                  <a:gd name="connsiteX22" fmla="*/ 195809 w 2339450"/>
                  <a:gd name="connsiteY22" fmla="*/ 18291 h 1140146"/>
                  <a:gd name="connsiteX23" fmla="*/ 187940 w 2339450"/>
                  <a:gd name="connsiteY23" fmla="*/ 50642 h 1140146"/>
                  <a:gd name="connsiteX24" fmla="*/ 176574 w 2339450"/>
                  <a:gd name="connsiteY24" fmla="*/ 83867 h 1140146"/>
                  <a:gd name="connsiteX25" fmla="*/ 141600 w 2339450"/>
                  <a:gd name="connsiteY25" fmla="*/ 166056 h 1140146"/>
                  <a:gd name="connsiteX26" fmla="*/ 70778 w 2339450"/>
                  <a:gd name="connsiteY26" fmla="*/ 326936 h 1140146"/>
                  <a:gd name="connsiteX27" fmla="*/ -44 w 2339450"/>
                  <a:gd name="connsiteY27" fmla="*/ 604978 h 1140146"/>
                  <a:gd name="connsiteX28" fmla="*/ 101380 w 2339450"/>
                  <a:gd name="connsiteY28" fmla="*/ 974826 h 1140146"/>
                  <a:gd name="connsiteX29" fmla="*/ 173076 w 2339450"/>
                  <a:gd name="connsiteY29" fmla="*/ 1091114 h 1140146"/>
                  <a:gd name="connsiteX30" fmla="*/ 236904 w 2339450"/>
                  <a:gd name="connsiteY30" fmla="*/ 1140077 h 1140146"/>
                  <a:gd name="connsiteX31" fmla="*/ 282370 w 2339450"/>
                  <a:gd name="connsiteY31" fmla="*/ 1132208 h 1140146"/>
                  <a:gd name="connsiteX32" fmla="*/ 339202 w 2339450"/>
                  <a:gd name="connsiteY32" fmla="*/ 1118218 h 1140146"/>
                  <a:gd name="connsiteX33" fmla="*/ 352317 w 2339450"/>
                  <a:gd name="connsiteY33" fmla="*/ 1118218 h 1140146"/>
                  <a:gd name="connsiteX34" fmla="*/ 493087 w 2339450"/>
                  <a:gd name="connsiteY34" fmla="*/ 1081496 h 1140146"/>
                  <a:gd name="connsiteX35" fmla="*/ 563035 w 2339450"/>
                  <a:gd name="connsiteY35" fmla="*/ 1062260 h 1140146"/>
                  <a:gd name="connsiteX36" fmla="*/ 614621 w 2339450"/>
                  <a:gd name="connsiteY36" fmla="*/ 1052642 h 1140146"/>
                  <a:gd name="connsiteX37" fmla="*/ 638228 w 2339450"/>
                  <a:gd name="connsiteY37" fmla="*/ 1044774 h 1140146"/>
                  <a:gd name="connsiteX38" fmla="*/ 695061 w 2339450"/>
                  <a:gd name="connsiteY38" fmla="*/ 1025538 h 1140146"/>
                  <a:gd name="connsiteX39" fmla="*/ 765883 w 2339450"/>
                  <a:gd name="connsiteY39" fmla="*/ 1004554 h 1140146"/>
                  <a:gd name="connsiteX40" fmla="*/ 909275 w 2339450"/>
                  <a:gd name="connsiteY40" fmla="*/ 961710 h 1140146"/>
                  <a:gd name="connsiteX41" fmla="*/ 1019443 w 2339450"/>
                  <a:gd name="connsiteY41" fmla="*/ 928485 h 1140146"/>
                  <a:gd name="connsiteX42" fmla="*/ 1073653 w 2339450"/>
                  <a:gd name="connsiteY42" fmla="*/ 911873 h 1140146"/>
                  <a:gd name="connsiteX43" fmla="*/ 1109501 w 2339450"/>
                  <a:gd name="connsiteY43" fmla="*/ 911873 h 1140146"/>
                  <a:gd name="connsiteX44" fmla="*/ 1132234 w 2339450"/>
                  <a:gd name="connsiteY44" fmla="*/ 897883 h 1140146"/>
                  <a:gd name="connsiteX45" fmla="*/ 1161087 w 2339450"/>
                  <a:gd name="connsiteY45" fmla="*/ 890014 h 1140146"/>
                  <a:gd name="connsiteX46" fmla="*/ 1226663 w 2339450"/>
                  <a:gd name="connsiteY46" fmla="*/ 870778 h 1140146"/>
                  <a:gd name="connsiteX47" fmla="*/ 1358689 w 2339450"/>
                  <a:gd name="connsiteY47" fmla="*/ 833182 h 1140146"/>
                  <a:gd name="connsiteX48" fmla="*/ 1402407 w 2339450"/>
                  <a:gd name="connsiteY48" fmla="*/ 820941 h 1140146"/>
                  <a:gd name="connsiteX49" fmla="*/ 1417271 w 2339450"/>
                  <a:gd name="connsiteY49" fmla="*/ 816569 h 1140146"/>
                  <a:gd name="connsiteX50" fmla="*/ 1806355 w 2339450"/>
                  <a:gd name="connsiteY50" fmla="*/ 705527 h 1140146"/>
                  <a:gd name="connsiteX51" fmla="*/ 1811600 w 2339450"/>
                  <a:gd name="connsiteY51" fmla="*/ 705527 h 1140146"/>
                  <a:gd name="connsiteX52" fmla="*/ 1824550 w 2339450"/>
                  <a:gd name="connsiteY52" fmla="*/ 701365 h 1140146"/>
                  <a:gd name="connsiteX53" fmla="*/ 1825590 w 2339450"/>
                  <a:gd name="connsiteY53" fmla="*/ 697658 h 1140146"/>
                  <a:gd name="connsiteX54" fmla="*/ 1904282 w 2339450"/>
                  <a:gd name="connsiteY54" fmla="*/ 671428 h 1140146"/>
                  <a:gd name="connsiteX55" fmla="*/ 2156968 w 2339450"/>
                  <a:gd name="connsiteY55" fmla="*/ 574375 h 1140146"/>
                  <a:gd name="connsiteX56" fmla="*/ 2163088 w 2339450"/>
                  <a:gd name="connsiteY56" fmla="*/ 574375 h 1140146"/>
                  <a:gd name="connsiteX57" fmla="*/ 2163088 w 2339450"/>
                  <a:gd name="connsiteY57" fmla="*/ 574375 h 1140146"/>
                  <a:gd name="connsiteX58" fmla="*/ 2178450 w 2339450"/>
                  <a:gd name="connsiteY58" fmla="*/ 569654 h 1140146"/>
                  <a:gd name="connsiteX59" fmla="*/ 2179700 w 2339450"/>
                  <a:gd name="connsiteY59" fmla="*/ 563009 h 1140146"/>
                  <a:gd name="connsiteX60" fmla="*/ 2338831 w 2339450"/>
                  <a:gd name="connsiteY60" fmla="*/ 403878 h 1140146"/>
                  <a:gd name="connsiteX61" fmla="*/ 222914 w 2339450"/>
                  <a:gd name="connsiteY61" fmla="*/ 99605 h 1140146"/>
                  <a:gd name="connsiteX62" fmla="*/ 321715 w 2339450"/>
                  <a:gd name="connsiteY62" fmla="*/ 175674 h 1140146"/>
                  <a:gd name="connsiteX63" fmla="*/ 574401 w 2339450"/>
                  <a:gd name="connsiteY63" fmla="*/ 359286 h 1140146"/>
                  <a:gd name="connsiteX64" fmla="*/ 441500 w 2339450"/>
                  <a:gd name="connsiteY64" fmla="*/ 561260 h 1140146"/>
                  <a:gd name="connsiteX65" fmla="*/ 326087 w 2339450"/>
                  <a:gd name="connsiteY65" fmla="*/ 754491 h 1140146"/>
                  <a:gd name="connsiteX66" fmla="*/ 316469 w 2339450"/>
                  <a:gd name="connsiteY66" fmla="*/ 778972 h 1140146"/>
                  <a:gd name="connsiteX67" fmla="*/ 160836 w 2339450"/>
                  <a:gd name="connsiteY67" fmla="*/ 651318 h 1140146"/>
                  <a:gd name="connsiteX68" fmla="*/ 62909 w 2339450"/>
                  <a:gd name="connsiteY68" fmla="*/ 563883 h 1140146"/>
                  <a:gd name="connsiteX69" fmla="*/ 35804 w 2339450"/>
                  <a:gd name="connsiteY69" fmla="*/ 530658 h 1140146"/>
                  <a:gd name="connsiteX70" fmla="*/ 105752 w 2339450"/>
                  <a:gd name="connsiteY70" fmla="*/ 330433 h 1140146"/>
                  <a:gd name="connsiteX71" fmla="*/ 211547 w 2339450"/>
                  <a:gd name="connsiteY71" fmla="*/ 88239 h 1140146"/>
                  <a:gd name="connsiteX72" fmla="*/ 1127862 w 2339450"/>
                  <a:gd name="connsiteY72" fmla="*/ 624213 h 1140146"/>
                  <a:gd name="connsiteX73" fmla="*/ 1109501 w 2339450"/>
                  <a:gd name="connsiteY73" fmla="*/ 614596 h 1140146"/>
                  <a:gd name="connsiteX74" fmla="*/ 1249396 w 2339450"/>
                  <a:gd name="connsiteY74" fmla="*/ 419616 h 1140146"/>
                  <a:gd name="connsiteX75" fmla="*/ 1578150 w 2339450"/>
                  <a:gd name="connsiteY75" fmla="*/ 583119 h 1140146"/>
                  <a:gd name="connsiteX76" fmla="*/ 1665585 w 2339450"/>
                  <a:gd name="connsiteY76" fmla="*/ 632082 h 1140146"/>
                  <a:gd name="connsiteX77" fmla="*/ 1739904 w 2339450"/>
                  <a:gd name="connsiteY77" fmla="*/ 667930 h 1140146"/>
                  <a:gd name="connsiteX78" fmla="*/ 1677826 w 2339450"/>
                  <a:gd name="connsiteY78" fmla="*/ 704653 h 1140146"/>
                  <a:gd name="connsiteX79" fmla="*/ 1562412 w 2339450"/>
                  <a:gd name="connsiteY79" fmla="*/ 736130 h 1140146"/>
                  <a:gd name="connsiteX80" fmla="*/ 1423391 w 2339450"/>
                  <a:gd name="connsiteY80" fmla="*/ 756239 h 1140146"/>
                  <a:gd name="connsiteX81" fmla="*/ 1408527 w 2339450"/>
                  <a:gd name="connsiteY81" fmla="*/ 756239 h 1140146"/>
                  <a:gd name="connsiteX82" fmla="*/ 1310600 w 2339450"/>
                  <a:gd name="connsiteY82" fmla="*/ 716019 h 1140146"/>
                  <a:gd name="connsiteX83" fmla="*/ 1125239 w 2339450"/>
                  <a:gd name="connsiteY83" fmla="*/ 622464 h 1140146"/>
                  <a:gd name="connsiteX84" fmla="*/ 1714548 w 2339450"/>
                  <a:gd name="connsiteY84" fmla="*/ 624213 h 1140146"/>
                  <a:gd name="connsiteX85" fmla="*/ 1570281 w 2339450"/>
                  <a:gd name="connsiteY85" fmla="*/ 547271 h 1140146"/>
                  <a:gd name="connsiteX86" fmla="*/ 1263386 w 2339450"/>
                  <a:gd name="connsiteY86" fmla="*/ 394260 h 1140146"/>
                  <a:gd name="connsiteX87" fmla="*/ 1405904 w 2339450"/>
                  <a:gd name="connsiteY87" fmla="*/ 201904 h 1140146"/>
                  <a:gd name="connsiteX88" fmla="*/ 1815972 w 2339450"/>
                  <a:gd name="connsiteY88" fmla="*/ 401255 h 1140146"/>
                  <a:gd name="connsiteX89" fmla="*/ 1980349 w 2339450"/>
                  <a:gd name="connsiteY89" fmla="*/ 475574 h 1140146"/>
                  <a:gd name="connsiteX90" fmla="*/ 2059041 w 2339450"/>
                  <a:gd name="connsiteY90" fmla="*/ 509674 h 1140146"/>
                  <a:gd name="connsiteX91" fmla="*/ 2097512 w 2339450"/>
                  <a:gd name="connsiteY91" fmla="*/ 528035 h 1140146"/>
                  <a:gd name="connsiteX92" fmla="*/ 2097512 w 2339450"/>
                  <a:gd name="connsiteY92" fmla="*/ 537653 h 1140146"/>
                  <a:gd name="connsiteX93" fmla="*/ 2097512 w 2339450"/>
                  <a:gd name="connsiteY93" fmla="*/ 543773 h 1140146"/>
                  <a:gd name="connsiteX94" fmla="*/ 2078276 w 2339450"/>
                  <a:gd name="connsiteY94" fmla="*/ 559511 h 1140146"/>
                  <a:gd name="connsiteX95" fmla="*/ 2010951 w 2339450"/>
                  <a:gd name="connsiteY95" fmla="*/ 591862 h 1140146"/>
                  <a:gd name="connsiteX96" fmla="*/ 1945375 w 2339450"/>
                  <a:gd name="connsiteY96" fmla="*/ 617219 h 1140146"/>
                  <a:gd name="connsiteX97" fmla="*/ 1875428 w 2339450"/>
                  <a:gd name="connsiteY97" fmla="*/ 640826 h 1140146"/>
                  <a:gd name="connsiteX98" fmla="*/ 1801983 w 2339450"/>
                  <a:gd name="connsiteY98" fmla="*/ 653941 h 1140146"/>
                  <a:gd name="connsiteX99" fmla="*/ 1714548 w 2339450"/>
                  <a:gd name="connsiteY99" fmla="*/ 625962 h 1140146"/>
                  <a:gd name="connsiteX100" fmla="*/ 1057914 w 2339450"/>
                  <a:gd name="connsiteY100" fmla="*/ 750119 h 1140146"/>
                  <a:gd name="connsiteX101" fmla="*/ 1072778 w 2339450"/>
                  <a:gd name="connsiteY101" fmla="*/ 863784 h 1140146"/>
                  <a:gd name="connsiteX102" fmla="*/ 985344 w 2339450"/>
                  <a:gd name="connsiteY102" fmla="*/ 900506 h 1140146"/>
                  <a:gd name="connsiteX103" fmla="*/ 870804 w 2339450"/>
                  <a:gd name="connsiteY103" fmla="*/ 935480 h 1140146"/>
                  <a:gd name="connsiteX104" fmla="*/ 757139 w 2339450"/>
                  <a:gd name="connsiteY104" fmla="*/ 969580 h 1140146"/>
                  <a:gd name="connsiteX105" fmla="*/ 698558 w 2339450"/>
                  <a:gd name="connsiteY105" fmla="*/ 986193 h 1140146"/>
                  <a:gd name="connsiteX106" fmla="*/ 642600 w 2339450"/>
                  <a:gd name="connsiteY106" fmla="*/ 1002805 h 1140146"/>
                  <a:gd name="connsiteX107" fmla="*/ 341825 w 2339450"/>
                  <a:gd name="connsiteY107" fmla="*/ 798208 h 1140146"/>
                  <a:gd name="connsiteX108" fmla="*/ 356689 w 2339450"/>
                  <a:gd name="connsiteY108" fmla="*/ 757114 h 1140146"/>
                  <a:gd name="connsiteX109" fmla="*/ 473851 w 2339450"/>
                  <a:gd name="connsiteY109" fmla="*/ 566506 h 1140146"/>
                  <a:gd name="connsiteX110" fmla="*/ 598883 w 2339450"/>
                  <a:gd name="connsiteY110" fmla="*/ 375024 h 1140146"/>
                  <a:gd name="connsiteX111" fmla="*/ 651344 w 2339450"/>
                  <a:gd name="connsiteY111" fmla="*/ 409124 h 1140146"/>
                  <a:gd name="connsiteX112" fmla="*/ 1045674 w 2339450"/>
                  <a:gd name="connsiteY112" fmla="*/ 631208 h 1140146"/>
                  <a:gd name="connsiteX113" fmla="*/ 1060537 w 2339450"/>
                  <a:gd name="connsiteY113" fmla="*/ 639077 h 1140146"/>
                  <a:gd name="connsiteX114" fmla="*/ 1057914 w 2339450"/>
                  <a:gd name="connsiteY114" fmla="*/ 751868 h 1140146"/>
                  <a:gd name="connsiteX115" fmla="*/ 31432 w 2339450"/>
                  <a:gd name="connsiteY115" fmla="*/ 601480 h 1140146"/>
                  <a:gd name="connsiteX116" fmla="*/ 31432 w 2339450"/>
                  <a:gd name="connsiteY116" fmla="*/ 561260 h 1140146"/>
                  <a:gd name="connsiteX117" fmla="*/ 49794 w 2339450"/>
                  <a:gd name="connsiteY117" fmla="*/ 581370 h 1140146"/>
                  <a:gd name="connsiteX118" fmla="*/ 137228 w 2339450"/>
                  <a:gd name="connsiteY118" fmla="*/ 663559 h 1140146"/>
                  <a:gd name="connsiteX119" fmla="*/ 305102 w 2339450"/>
                  <a:gd name="connsiteY119" fmla="*/ 800831 h 1140146"/>
                  <a:gd name="connsiteX120" fmla="*/ 305102 w 2339450"/>
                  <a:gd name="connsiteY120" fmla="*/ 800831 h 1140146"/>
                  <a:gd name="connsiteX121" fmla="*/ 291987 w 2339450"/>
                  <a:gd name="connsiteY121" fmla="*/ 860287 h 1140146"/>
                  <a:gd name="connsiteX122" fmla="*/ 291987 w 2339450"/>
                  <a:gd name="connsiteY122" fmla="*/ 996684 h 1140146"/>
                  <a:gd name="connsiteX123" fmla="*/ 305102 w 2339450"/>
                  <a:gd name="connsiteY123" fmla="*/ 1057014 h 1140146"/>
                  <a:gd name="connsiteX124" fmla="*/ 298108 w 2339450"/>
                  <a:gd name="connsiteY124" fmla="*/ 1077124 h 1140146"/>
                  <a:gd name="connsiteX125" fmla="*/ 210673 w 2339450"/>
                  <a:gd name="connsiteY125" fmla="*/ 1096360 h 1140146"/>
                  <a:gd name="connsiteX126" fmla="*/ 123239 w 2339450"/>
                  <a:gd name="connsiteY126" fmla="*/ 969580 h 1140146"/>
                  <a:gd name="connsiteX127" fmla="*/ 31432 w 2339450"/>
                  <a:gd name="connsiteY127" fmla="*/ 601480 h 1140146"/>
                  <a:gd name="connsiteX128" fmla="*/ 338328 w 2339450"/>
                  <a:gd name="connsiteY128" fmla="*/ 824438 h 1140146"/>
                  <a:gd name="connsiteX129" fmla="*/ 481720 w 2339450"/>
                  <a:gd name="connsiteY129" fmla="*/ 934606 h 1140146"/>
                  <a:gd name="connsiteX130" fmla="*/ 546422 w 2339450"/>
                  <a:gd name="connsiteY130" fmla="*/ 980072 h 1140146"/>
                  <a:gd name="connsiteX131" fmla="*/ 575275 w 2339450"/>
                  <a:gd name="connsiteY131" fmla="*/ 995810 h 1140146"/>
                  <a:gd name="connsiteX132" fmla="*/ 575275 w 2339450"/>
                  <a:gd name="connsiteY132" fmla="*/ 995810 h 1140146"/>
                  <a:gd name="connsiteX133" fmla="*/ 477349 w 2339450"/>
                  <a:gd name="connsiteY133" fmla="*/ 1046522 h 1140146"/>
                  <a:gd name="connsiteX134" fmla="*/ 349694 w 2339450"/>
                  <a:gd name="connsiteY134" fmla="*/ 1079748 h 1140146"/>
                  <a:gd name="connsiteX135" fmla="*/ 338328 w 2339450"/>
                  <a:gd name="connsiteY135" fmla="*/ 824438 h 1140146"/>
                  <a:gd name="connsiteX136" fmla="*/ 1097260 w 2339450"/>
                  <a:gd name="connsiteY136" fmla="*/ 780721 h 1140146"/>
                  <a:gd name="connsiteX137" fmla="*/ 1092014 w 2339450"/>
                  <a:gd name="connsiteY137" fmla="*/ 655689 h 1140146"/>
                  <a:gd name="connsiteX138" fmla="*/ 1123490 w 2339450"/>
                  <a:gd name="connsiteY138" fmla="*/ 669679 h 1140146"/>
                  <a:gd name="connsiteX139" fmla="*/ 1281747 w 2339450"/>
                  <a:gd name="connsiteY139" fmla="*/ 757114 h 1140146"/>
                  <a:gd name="connsiteX140" fmla="*/ 1328962 w 2339450"/>
                  <a:gd name="connsiteY140" fmla="*/ 784218 h 1140146"/>
                  <a:gd name="connsiteX141" fmla="*/ 1328962 w 2339450"/>
                  <a:gd name="connsiteY141" fmla="*/ 784218 h 1140146"/>
                  <a:gd name="connsiteX142" fmla="*/ 1322841 w 2339450"/>
                  <a:gd name="connsiteY142" fmla="*/ 804329 h 1140146"/>
                  <a:gd name="connsiteX143" fmla="*/ 1287867 w 2339450"/>
                  <a:gd name="connsiteY143" fmla="*/ 814820 h 1140146"/>
                  <a:gd name="connsiteX144" fmla="*/ 1247648 w 2339450"/>
                  <a:gd name="connsiteY144" fmla="*/ 826187 h 1140146"/>
                  <a:gd name="connsiteX145" fmla="*/ 1125239 w 2339450"/>
                  <a:gd name="connsiteY145" fmla="*/ 862035 h 1140146"/>
                  <a:gd name="connsiteX146" fmla="*/ 1095511 w 2339450"/>
                  <a:gd name="connsiteY146" fmla="*/ 780721 h 114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2339450" h="1140146">
                    <a:moveTo>
                      <a:pt x="2338831" y="403878"/>
                    </a:moveTo>
                    <a:cubicBezTo>
                      <a:pt x="2341279" y="394540"/>
                      <a:pt x="2335692" y="384974"/>
                      <a:pt x="2326354" y="382526"/>
                    </a:cubicBezTo>
                    <a:cubicBezTo>
                      <a:pt x="2321677" y="381302"/>
                      <a:pt x="2316693" y="382063"/>
                      <a:pt x="2312601" y="384642"/>
                    </a:cubicBezTo>
                    <a:cubicBezTo>
                      <a:pt x="2273474" y="445488"/>
                      <a:pt x="2220428" y="496139"/>
                      <a:pt x="2157841" y="532407"/>
                    </a:cubicBezTo>
                    <a:cubicBezTo>
                      <a:pt x="1913899" y="412621"/>
                      <a:pt x="1661213" y="312946"/>
                      <a:pt x="1421642" y="182669"/>
                    </a:cubicBezTo>
                    <a:cubicBezTo>
                      <a:pt x="1446928" y="144766"/>
                      <a:pt x="1488897" y="121342"/>
                      <a:pt x="1534433" y="119716"/>
                    </a:cubicBezTo>
                    <a:cubicBezTo>
                      <a:pt x="1566784" y="119716"/>
                      <a:pt x="1598260" y="119716"/>
                      <a:pt x="1630611" y="119716"/>
                    </a:cubicBezTo>
                    <a:cubicBezTo>
                      <a:pt x="1686123" y="126125"/>
                      <a:pt x="1741198" y="104493"/>
                      <a:pt x="1777501" y="62008"/>
                    </a:cubicBezTo>
                    <a:cubicBezTo>
                      <a:pt x="1782747" y="55014"/>
                      <a:pt x="1777501" y="48894"/>
                      <a:pt x="1772255" y="46271"/>
                    </a:cubicBezTo>
                    <a:cubicBezTo>
                      <a:pt x="1768775" y="40473"/>
                      <a:pt x="1761256" y="38603"/>
                      <a:pt x="1755459" y="42082"/>
                    </a:cubicBezTo>
                    <a:cubicBezTo>
                      <a:pt x="1753745" y="43114"/>
                      <a:pt x="1752302" y="44557"/>
                      <a:pt x="1751271" y="46271"/>
                    </a:cubicBezTo>
                    <a:cubicBezTo>
                      <a:pt x="1705805" y="105726"/>
                      <a:pt x="1624490" y="94359"/>
                      <a:pt x="1558040" y="90862"/>
                    </a:cubicBezTo>
                    <a:cubicBezTo>
                      <a:pt x="1528776" y="87277"/>
                      <a:pt x="1499092" y="89358"/>
                      <a:pt x="1470606" y="96982"/>
                    </a:cubicBezTo>
                    <a:cubicBezTo>
                      <a:pt x="1441271" y="109914"/>
                      <a:pt x="1415915" y="130435"/>
                      <a:pt x="1397161" y="156438"/>
                    </a:cubicBezTo>
                    <a:cubicBezTo>
                      <a:pt x="1339104" y="228781"/>
                      <a:pt x="1284825" y="304071"/>
                      <a:pt x="1234532" y="382019"/>
                    </a:cubicBezTo>
                    <a:cubicBezTo>
                      <a:pt x="1185569" y="456339"/>
                      <a:pt x="1129611" y="524537"/>
                      <a:pt x="1080648" y="597983"/>
                    </a:cubicBezTo>
                    <a:cubicBezTo>
                      <a:pt x="967857" y="538527"/>
                      <a:pt x="855940" y="476449"/>
                      <a:pt x="744899" y="412621"/>
                    </a:cubicBezTo>
                    <a:cubicBezTo>
                      <a:pt x="623286" y="341327"/>
                      <a:pt x="506464" y="262182"/>
                      <a:pt x="395160" y="175674"/>
                    </a:cubicBezTo>
                    <a:lnTo>
                      <a:pt x="300731" y="106600"/>
                    </a:lnTo>
                    <a:cubicBezTo>
                      <a:pt x="280350" y="93275"/>
                      <a:pt x="261053" y="78368"/>
                      <a:pt x="243024" y="62008"/>
                    </a:cubicBezTo>
                    <a:cubicBezTo>
                      <a:pt x="237201" y="56526"/>
                      <a:pt x="232453" y="50004"/>
                      <a:pt x="229034" y="42773"/>
                    </a:cubicBezTo>
                    <a:cubicBezTo>
                      <a:pt x="219417" y="23538"/>
                      <a:pt x="221165" y="9548"/>
                      <a:pt x="243024" y="-70"/>
                    </a:cubicBezTo>
                    <a:cubicBezTo>
                      <a:pt x="226411" y="-70"/>
                      <a:pt x="206302" y="-70"/>
                      <a:pt x="195809" y="18291"/>
                    </a:cubicBezTo>
                    <a:cubicBezTo>
                      <a:pt x="190554" y="28259"/>
                      <a:pt x="187853" y="39372"/>
                      <a:pt x="187940" y="50642"/>
                    </a:cubicBezTo>
                    <a:cubicBezTo>
                      <a:pt x="185334" y="62087"/>
                      <a:pt x="181522" y="73227"/>
                      <a:pt x="176574" y="83867"/>
                    </a:cubicBezTo>
                    <a:cubicBezTo>
                      <a:pt x="165207" y="110972"/>
                      <a:pt x="153841" y="138951"/>
                      <a:pt x="141600" y="166056"/>
                    </a:cubicBezTo>
                    <a:cubicBezTo>
                      <a:pt x="117992" y="219391"/>
                      <a:pt x="93511" y="273601"/>
                      <a:pt x="70778" y="326936"/>
                    </a:cubicBezTo>
                    <a:cubicBezTo>
                      <a:pt x="24927" y="412481"/>
                      <a:pt x="620" y="507917"/>
                      <a:pt x="-44" y="604978"/>
                    </a:cubicBezTo>
                    <a:cubicBezTo>
                      <a:pt x="8035" y="733908"/>
                      <a:pt x="42562" y="859806"/>
                      <a:pt x="101380" y="974826"/>
                    </a:cubicBezTo>
                    <a:cubicBezTo>
                      <a:pt x="121394" y="1015859"/>
                      <a:pt x="145403" y="1054802"/>
                      <a:pt x="173076" y="1091114"/>
                    </a:cubicBezTo>
                    <a:cubicBezTo>
                      <a:pt x="186847" y="1115403"/>
                      <a:pt x="209877" y="1133065"/>
                      <a:pt x="236904" y="1140077"/>
                    </a:cubicBezTo>
                    <a:cubicBezTo>
                      <a:pt x="252397" y="1140025"/>
                      <a:pt x="267759" y="1137358"/>
                      <a:pt x="282370" y="1132208"/>
                    </a:cubicBezTo>
                    <a:lnTo>
                      <a:pt x="339202" y="1118218"/>
                    </a:lnTo>
                    <a:cubicBezTo>
                      <a:pt x="343032" y="1121288"/>
                      <a:pt x="348488" y="1121288"/>
                      <a:pt x="352317" y="1118218"/>
                    </a:cubicBezTo>
                    <a:cubicBezTo>
                      <a:pt x="399532" y="1106852"/>
                      <a:pt x="445872" y="1094611"/>
                      <a:pt x="493087" y="1081496"/>
                    </a:cubicBezTo>
                    <a:lnTo>
                      <a:pt x="563035" y="1062260"/>
                    </a:lnTo>
                    <a:cubicBezTo>
                      <a:pt x="579735" y="1056796"/>
                      <a:pt x="597073" y="1053560"/>
                      <a:pt x="614621" y="1052642"/>
                    </a:cubicBezTo>
                    <a:cubicBezTo>
                      <a:pt x="623146" y="1052704"/>
                      <a:pt x="631452" y="1049941"/>
                      <a:pt x="638228" y="1044774"/>
                    </a:cubicBezTo>
                    <a:cubicBezTo>
                      <a:pt x="656196" y="1035767"/>
                      <a:pt x="675318" y="1029298"/>
                      <a:pt x="695061" y="1025538"/>
                    </a:cubicBezTo>
                    <a:lnTo>
                      <a:pt x="765883" y="1004554"/>
                    </a:lnTo>
                    <a:lnTo>
                      <a:pt x="909275" y="961710"/>
                    </a:lnTo>
                    <a:lnTo>
                      <a:pt x="1019443" y="928485"/>
                    </a:lnTo>
                    <a:cubicBezTo>
                      <a:pt x="1036930" y="923240"/>
                      <a:pt x="1056166" y="918868"/>
                      <a:pt x="1073653" y="911873"/>
                    </a:cubicBezTo>
                    <a:cubicBezTo>
                      <a:pt x="1085561" y="910535"/>
                      <a:pt x="1097592" y="910535"/>
                      <a:pt x="1109501" y="911873"/>
                    </a:cubicBezTo>
                    <a:cubicBezTo>
                      <a:pt x="1118244" y="911873"/>
                      <a:pt x="1123490" y="900506"/>
                      <a:pt x="1132234" y="897883"/>
                    </a:cubicBezTo>
                    <a:cubicBezTo>
                      <a:pt x="1140977" y="895261"/>
                      <a:pt x="1152344" y="892637"/>
                      <a:pt x="1161087" y="890014"/>
                    </a:cubicBezTo>
                    <a:lnTo>
                      <a:pt x="1226663" y="870778"/>
                    </a:lnTo>
                    <a:lnTo>
                      <a:pt x="1358689" y="833182"/>
                    </a:lnTo>
                    <a:lnTo>
                      <a:pt x="1402407" y="820941"/>
                    </a:lnTo>
                    <a:cubicBezTo>
                      <a:pt x="1407661" y="820819"/>
                      <a:pt x="1412785" y="819315"/>
                      <a:pt x="1417271" y="816569"/>
                    </a:cubicBezTo>
                    <a:cubicBezTo>
                      <a:pt x="1546674" y="780721"/>
                      <a:pt x="1679574" y="744873"/>
                      <a:pt x="1806355" y="705527"/>
                    </a:cubicBezTo>
                    <a:lnTo>
                      <a:pt x="1811600" y="705527"/>
                    </a:lnTo>
                    <a:cubicBezTo>
                      <a:pt x="1816322" y="707958"/>
                      <a:pt x="1822119" y="706095"/>
                      <a:pt x="1824550" y="701365"/>
                    </a:cubicBezTo>
                    <a:cubicBezTo>
                      <a:pt x="1825144" y="700211"/>
                      <a:pt x="1825494" y="698952"/>
                      <a:pt x="1825590" y="697658"/>
                    </a:cubicBezTo>
                    <a:lnTo>
                      <a:pt x="1904282" y="671428"/>
                    </a:lnTo>
                    <a:cubicBezTo>
                      <a:pt x="1990728" y="645189"/>
                      <a:pt x="2075181" y="612751"/>
                      <a:pt x="2156968" y="574375"/>
                    </a:cubicBezTo>
                    <a:lnTo>
                      <a:pt x="2163088" y="574375"/>
                    </a:lnTo>
                    <a:lnTo>
                      <a:pt x="2163088" y="574375"/>
                    </a:lnTo>
                    <a:cubicBezTo>
                      <a:pt x="2168631" y="577313"/>
                      <a:pt x="2175512" y="575206"/>
                      <a:pt x="2178450" y="569654"/>
                    </a:cubicBezTo>
                    <a:cubicBezTo>
                      <a:pt x="2179534" y="567617"/>
                      <a:pt x="2179972" y="565300"/>
                      <a:pt x="2179700" y="563009"/>
                    </a:cubicBezTo>
                    <a:cubicBezTo>
                      <a:pt x="2244463" y="523139"/>
                      <a:pt x="2298961" y="468641"/>
                      <a:pt x="2338831" y="403878"/>
                    </a:cubicBezTo>
                    <a:close/>
                    <a:moveTo>
                      <a:pt x="222914" y="99605"/>
                    </a:moveTo>
                    <a:cubicBezTo>
                      <a:pt x="252546" y="128984"/>
                      <a:pt x="285736" y="154541"/>
                      <a:pt x="321715" y="175674"/>
                    </a:cubicBezTo>
                    <a:cubicBezTo>
                      <a:pt x="409150" y="235129"/>
                      <a:pt x="488715" y="299831"/>
                      <a:pt x="574401" y="359286"/>
                    </a:cubicBezTo>
                    <a:cubicBezTo>
                      <a:pt x="528935" y="425737"/>
                      <a:pt x="486967" y="493935"/>
                      <a:pt x="441500" y="561260"/>
                    </a:cubicBezTo>
                    <a:cubicBezTo>
                      <a:pt x="397381" y="622124"/>
                      <a:pt x="358752" y="686790"/>
                      <a:pt x="326087" y="754491"/>
                    </a:cubicBezTo>
                    <a:cubicBezTo>
                      <a:pt x="326087" y="762360"/>
                      <a:pt x="319966" y="770229"/>
                      <a:pt x="316469" y="778972"/>
                    </a:cubicBezTo>
                    <a:cubicBezTo>
                      <a:pt x="264008" y="737004"/>
                      <a:pt x="212422" y="691538"/>
                      <a:pt x="160836" y="651318"/>
                    </a:cubicBezTo>
                    <a:cubicBezTo>
                      <a:pt x="126587" y="624021"/>
                      <a:pt x="93895" y="594835"/>
                      <a:pt x="62909" y="563883"/>
                    </a:cubicBezTo>
                    <a:cubicBezTo>
                      <a:pt x="53291" y="553391"/>
                      <a:pt x="44547" y="542025"/>
                      <a:pt x="35804" y="530658"/>
                    </a:cubicBezTo>
                    <a:cubicBezTo>
                      <a:pt x="50676" y="461262"/>
                      <a:pt x="74179" y="393998"/>
                      <a:pt x="105752" y="330433"/>
                    </a:cubicBezTo>
                    <a:cubicBezTo>
                      <a:pt x="140726" y="249993"/>
                      <a:pt x="178322" y="169553"/>
                      <a:pt x="211547" y="88239"/>
                    </a:cubicBezTo>
                    <a:close/>
                    <a:moveTo>
                      <a:pt x="1127862" y="624213"/>
                    </a:moveTo>
                    <a:lnTo>
                      <a:pt x="1109501" y="614596"/>
                    </a:lnTo>
                    <a:cubicBezTo>
                      <a:pt x="1154093" y="548145"/>
                      <a:pt x="1204805" y="486067"/>
                      <a:pt x="1249396" y="419616"/>
                    </a:cubicBezTo>
                    <a:cubicBezTo>
                      <a:pt x="1361313" y="468579"/>
                      <a:pt x="1469731" y="527161"/>
                      <a:pt x="1578150" y="583119"/>
                    </a:cubicBezTo>
                    <a:lnTo>
                      <a:pt x="1665585" y="632082"/>
                    </a:lnTo>
                    <a:cubicBezTo>
                      <a:pt x="1690066" y="645198"/>
                      <a:pt x="1717171" y="653941"/>
                      <a:pt x="1739904" y="667930"/>
                    </a:cubicBezTo>
                    <a:cubicBezTo>
                      <a:pt x="1745150" y="684543"/>
                      <a:pt x="1688318" y="702030"/>
                      <a:pt x="1677826" y="704653"/>
                    </a:cubicBezTo>
                    <a:lnTo>
                      <a:pt x="1562412" y="736130"/>
                    </a:lnTo>
                    <a:cubicBezTo>
                      <a:pt x="1517645" y="751098"/>
                      <a:pt x="1470562" y="757910"/>
                      <a:pt x="1423391" y="756239"/>
                    </a:cubicBezTo>
                    <a:lnTo>
                      <a:pt x="1408527" y="756239"/>
                    </a:lnTo>
                    <a:cubicBezTo>
                      <a:pt x="1374218" y="747312"/>
                      <a:pt x="1341281" y="733786"/>
                      <a:pt x="1310600" y="716019"/>
                    </a:cubicBezTo>
                    <a:cubicBezTo>
                      <a:pt x="1250271" y="687166"/>
                      <a:pt x="1189066" y="654815"/>
                      <a:pt x="1125239" y="622464"/>
                    </a:cubicBezTo>
                    <a:close/>
                    <a:moveTo>
                      <a:pt x="1714548" y="624213"/>
                    </a:moveTo>
                    <a:cubicBezTo>
                      <a:pt x="1665585" y="598857"/>
                      <a:pt x="1618370" y="571752"/>
                      <a:pt x="1570281" y="547271"/>
                    </a:cubicBezTo>
                    <a:cubicBezTo>
                      <a:pt x="1468857" y="494810"/>
                      <a:pt x="1368307" y="440600"/>
                      <a:pt x="1263386" y="394260"/>
                    </a:cubicBezTo>
                    <a:cubicBezTo>
                      <a:pt x="1307977" y="327810"/>
                      <a:pt x="1356066" y="264857"/>
                      <a:pt x="1405904" y="201904"/>
                    </a:cubicBezTo>
                    <a:cubicBezTo>
                      <a:pt x="1539679" y="275349"/>
                      <a:pt x="1677826" y="338302"/>
                      <a:pt x="1815972" y="401255"/>
                    </a:cubicBezTo>
                    <a:lnTo>
                      <a:pt x="1980349" y="475574"/>
                    </a:lnTo>
                    <a:cubicBezTo>
                      <a:pt x="2006580" y="486941"/>
                      <a:pt x="2031936" y="499181"/>
                      <a:pt x="2059041" y="509674"/>
                    </a:cubicBezTo>
                    <a:cubicBezTo>
                      <a:pt x="2072514" y="514325"/>
                      <a:pt x="2085419" y="520490"/>
                      <a:pt x="2097512" y="528035"/>
                    </a:cubicBezTo>
                    <a:cubicBezTo>
                      <a:pt x="2098290" y="531192"/>
                      <a:pt x="2098290" y="534496"/>
                      <a:pt x="2097512" y="537653"/>
                    </a:cubicBezTo>
                    <a:cubicBezTo>
                      <a:pt x="2097993" y="539664"/>
                      <a:pt x="2097993" y="541763"/>
                      <a:pt x="2097512" y="543773"/>
                    </a:cubicBezTo>
                    <a:cubicBezTo>
                      <a:pt x="2097512" y="551643"/>
                      <a:pt x="2085271" y="556014"/>
                      <a:pt x="2078276" y="559511"/>
                    </a:cubicBezTo>
                    <a:cubicBezTo>
                      <a:pt x="2055543" y="570004"/>
                      <a:pt x="2031936" y="579622"/>
                      <a:pt x="2010951" y="591862"/>
                    </a:cubicBezTo>
                    <a:cubicBezTo>
                      <a:pt x="1990002" y="602494"/>
                      <a:pt x="1968030" y="610993"/>
                      <a:pt x="1945375" y="617219"/>
                    </a:cubicBezTo>
                    <a:cubicBezTo>
                      <a:pt x="1922669" y="626784"/>
                      <a:pt x="1899289" y="634671"/>
                      <a:pt x="1875428" y="640826"/>
                    </a:cubicBezTo>
                    <a:cubicBezTo>
                      <a:pt x="1851908" y="649482"/>
                      <a:pt x="1827042" y="653915"/>
                      <a:pt x="1801983" y="653941"/>
                    </a:cubicBezTo>
                    <a:cubicBezTo>
                      <a:pt x="1771249" y="650610"/>
                      <a:pt x="1741504" y="641096"/>
                      <a:pt x="1714548" y="625962"/>
                    </a:cubicBezTo>
                    <a:close/>
                    <a:moveTo>
                      <a:pt x="1057914" y="750119"/>
                    </a:moveTo>
                    <a:cubicBezTo>
                      <a:pt x="1064909" y="784218"/>
                      <a:pt x="1096385" y="831433"/>
                      <a:pt x="1072778" y="863784"/>
                    </a:cubicBezTo>
                    <a:cubicBezTo>
                      <a:pt x="1049171" y="896134"/>
                      <a:pt x="1013323" y="892637"/>
                      <a:pt x="985344" y="900506"/>
                    </a:cubicBezTo>
                    <a:lnTo>
                      <a:pt x="870804" y="935480"/>
                    </a:lnTo>
                    <a:lnTo>
                      <a:pt x="757139" y="969580"/>
                    </a:lnTo>
                    <a:lnTo>
                      <a:pt x="698558" y="986193"/>
                    </a:lnTo>
                    <a:cubicBezTo>
                      <a:pt x="688066" y="986193"/>
                      <a:pt x="652218" y="1006302"/>
                      <a:pt x="642600" y="1002805"/>
                    </a:cubicBezTo>
                    <a:cubicBezTo>
                      <a:pt x="532983" y="949496"/>
                      <a:pt x="431673" y="880580"/>
                      <a:pt x="341825" y="798208"/>
                    </a:cubicBezTo>
                    <a:cubicBezTo>
                      <a:pt x="341825" y="784218"/>
                      <a:pt x="351443" y="770229"/>
                      <a:pt x="356689" y="757114"/>
                    </a:cubicBezTo>
                    <a:cubicBezTo>
                      <a:pt x="389984" y="690209"/>
                      <a:pt x="429190" y="626416"/>
                      <a:pt x="473851" y="566506"/>
                    </a:cubicBezTo>
                    <a:cubicBezTo>
                      <a:pt x="515820" y="503553"/>
                      <a:pt x="556040" y="438852"/>
                      <a:pt x="598883" y="375024"/>
                    </a:cubicBezTo>
                    <a:cubicBezTo>
                      <a:pt x="616370" y="387265"/>
                      <a:pt x="632982" y="398632"/>
                      <a:pt x="651344" y="409124"/>
                    </a:cubicBezTo>
                    <a:cubicBezTo>
                      <a:pt x="778998" y="488690"/>
                      <a:pt x="913647" y="558637"/>
                      <a:pt x="1045674" y="631208"/>
                    </a:cubicBezTo>
                    <a:lnTo>
                      <a:pt x="1060537" y="639077"/>
                    </a:lnTo>
                    <a:cubicBezTo>
                      <a:pt x="1047221" y="675353"/>
                      <a:pt x="1046303" y="715014"/>
                      <a:pt x="1057914" y="751868"/>
                    </a:cubicBezTo>
                    <a:close/>
                    <a:moveTo>
                      <a:pt x="31432" y="601480"/>
                    </a:moveTo>
                    <a:cubicBezTo>
                      <a:pt x="30558" y="588085"/>
                      <a:pt x="30558" y="574655"/>
                      <a:pt x="31432" y="561260"/>
                    </a:cubicBezTo>
                    <a:lnTo>
                      <a:pt x="49794" y="581370"/>
                    </a:lnTo>
                    <a:cubicBezTo>
                      <a:pt x="77458" y="610302"/>
                      <a:pt x="106644" y="637730"/>
                      <a:pt x="137228" y="663559"/>
                    </a:cubicBezTo>
                    <a:cubicBezTo>
                      <a:pt x="192312" y="709899"/>
                      <a:pt x="248270" y="756239"/>
                      <a:pt x="305102" y="800831"/>
                    </a:cubicBezTo>
                    <a:lnTo>
                      <a:pt x="305102" y="800831"/>
                    </a:lnTo>
                    <a:cubicBezTo>
                      <a:pt x="305102" y="810449"/>
                      <a:pt x="292862" y="855041"/>
                      <a:pt x="291987" y="860287"/>
                    </a:cubicBezTo>
                    <a:cubicBezTo>
                      <a:pt x="285579" y="905525"/>
                      <a:pt x="285579" y="951446"/>
                      <a:pt x="291987" y="996684"/>
                    </a:cubicBezTo>
                    <a:cubicBezTo>
                      <a:pt x="298930" y="1016147"/>
                      <a:pt x="303345" y="1036423"/>
                      <a:pt x="305102" y="1057014"/>
                    </a:cubicBezTo>
                    <a:cubicBezTo>
                      <a:pt x="305041" y="1064306"/>
                      <a:pt x="302585" y="1071371"/>
                      <a:pt x="298108" y="1077124"/>
                    </a:cubicBezTo>
                    <a:cubicBezTo>
                      <a:pt x="278557" y="1105532"/>
                      <a:pt x="240340" y="1113934"/>
                      <a:pt x="210673" y="1096360"/>
                    </a:cubicBezTo>
                    <a:cubicBezTo>
                      <a:pt x="172001" y="1061535"/>
                      <a:pt x="142054" y="1018106"/>
                      <a:pt x="123239" y="969580"/>
                    </a:cubicBezTo>
                    <a:cubicBezTo>
                      <a:pt x="68137" y="854324"/>
                      <a:pt x="36914" y="729117"/>
                      <a:pt x="31432" y="601480"/>
                    </a:cubicBezTo>
                    <a:close/>
                    <a:moveTo>
                      <a:pt x="338328" y="824438"/>
                    </a:moveTo>
                    <a:lnTo>
                      <a:pt x="481720" y="934606"/>
                    </a:lnTo>
                    <a:cubicBezTo>
                      <a:pt x="502705" y="950344"/>
                      <a:pt x="523689" y="965208"/>
                      <a:pt x="546422" y="980072"/>
                    </a:cubicBezTo>
                    <a:cubicBezTo>
                      <a:pt x="556302" y="984820"/>
                      <a:pt x="565929" y="990074"/>
                      <a:pt x="575275" y="995810"/>
                    </a:cubicBezTo>
                    <a:lnTo>
                      <a:pt x="575275" y="995810"/>
                    </a:lnTo>
                    <a:cubicBezTo>
                      <a:pt x="585768" y="1028161"/>
                      <a:pt x="495710" y="1041276"/>
                      <a:pt x="477349" y="1046522"/>
                    </a:cubicBezTo>
                    <a:cubicBezTo>
                      <a:pt x="458987" y="1051769"/>
                      <a:pt x="370678" y="1076250"/>
                      <a:pt x="349694" y="1079748"/>
                    </a:cubicBezTo>
                    <a:cubicBezTo>
                      <a:pt x="319853" y="997812"/>
                      <a:pt x="315883" y="908699"/>
                      <a:pt x="338328" y="824438"/>
                    </a:cubicBezTo>
                    <a:close/>
                    <a:moveTo>
                      <a:pt x="1097260" y="780721"/>
                    </a:moveTo>
                    <a:cubicBezTo>
                      <a:pt x="1079458" y="741279"/>
                      <a:pt x="1077578" y="696487"/>
                      <a:pt x="1092014" y="655689"/>
                    </a:cubicBezTo>
                    <a:cubicBezTo>
                      <a:pt x="1102733" y="659825"/>
                      <a:pt x="1113243" y="664494"/>
                      <a:pt x="1123490" y="669679"/>
                    </a:cubicBezTo>
                    <a:cubicBezTo>
                      <a:pt x="1175951" y="699407"/>
                      <a:pt x="1229286" y="725637"/>
                      <a:pt x="1281747" y="757114"/>
                    </a:cubicBezTo>
                    <a:cubicBezTo>
                      <a:pt x="1297957" y="765297"/>
                      <a:pt x="1313722" y="774347"/>
                      <a:pt x="1328962" y="784218"/>
                    </a:cubicBezTo>
                    <a:lnTo>
                      <a:pt x="1328962" y="784218"/>
                    </a:lnTo>
                    <a:cubicBezTo>
                      <a:pt x="1328962" y="791213"/>
                      <a:pt x="1328962" y="798208"/>
                      <a:pt x="1322841" y="804329"/>
                    </a:cubicBezTo>
                    <a:cubicBezTo>
                      <a:pt x="1311615" y="809137"/>
                      <a:pt x="1299881" y="812652"/>
                      <a:pt x="1287867" y="814820"/>
                    </a:cubicBezTo>
                    <a:lnTo>
                      <a:pt x="1247648" y="826187"/>
                    </a:lnTo>
                    <a:lnTo>
                      <a:pt x="1125239" y="862035"/>
                    </a:lnTo>
                    <a:cubicBezTo>
                      <a:pt x="1112998" y="834930"/>
                      <a:pt x="1103380" y="807826"/>
                      <a:pt x="1095511" y="780721"/>
                    </a:cubicBezTo>
                    <a:close/>
                  </a:path>
                </a:pathLst>
              </a:custGeom>
              <a:solidFill>
                <a:schemeClr val="bg1"/>
              </a:solidFill>
              <a:ln w="87213" cap="flat">
                <a:noFill/>
                <a:prstDash val="solid"/>
                <a:miter/>
              </a:ln>
            </p:spPr>
            <p:txBody>
              <a:bodyPr rtlCol="0" anchor="ctr"/>
              <a:lstStyle/>
              <a:p>
                <a:endParaRPr lang="en-IN" dirty="0"/>
              </a:p>
            </p:txBody>
          </p:sp>
          <p:grpSp>
            <p:nvGrpSpPr>
              <p:cNvPr id="2563" name="Graphic 15">
                <a:extLst>
                  <a:ext uri="{FF2B5EF4-FFF2-40B4-BE49-F238E27FC236}">
                    <a16:creationId xmlns:a16="http://schemas.microsoft.com/office/drawing/2014/main" id="{1BB492DF-0496-4090-38EA-B3F6ED9623A1}"/>
                  </a:ext>
                </a:extLst>
              </p:cNvPr>
              <p:cNvGrpSpPr/>
              <p:nvPr/>
            </p:nvGrpSpPr>
            <p:grpSpPr>
              <a:xfrm>
                <a:off x="2220034" y="3824455"/>
                <a:ext cx="1084687" cy="836790"/>
                <a:chOff x="2220034" y="3824455"/>
                <a:chExt cx="1084687" cy="836790"/>
              </a:xfrm>
            </p:grpSpPr>
            <p:sp>
              <p:nvSpPr>
                <p:cNvPr id="3014" name="Freeform: Shape 3013">
                  <a:extLst>
                    <a:ext uri="{FF2B5EF4-FFF2-40B4-BE49-F238E27FC236}">
                      <a16:creationId xmlns:a16="http://schemas.microsoft.com/office/drawing/2014/main" id="{C49ED222-A88D-3AFD-F015-D14892B57340}"/>
                    </a:ext>
                  </a:extLst>
                </p:cNvPr>
                <p:cNvSpPr/>
                <p:nvPr/>
              </p:nvSpPr>
              <p:spPr>
                <a:xfrm>
                  <a:off x="2220034" y="3824455"/>
                  <a:ext cx="1083872" cy="836790"/>
                </a:xfrm>
                <a:custGeom>
                  <a:avLst/>
                  <a:gdLst>
                    <a:gd name="connsiteX0" fmla="*/ 632453 w 1083872"/>
                    <a:gd name="connsiteY0" fmla="*/ 278438 h 836790"/>
                    <a:gd name="connsiteX1" fmla="*/ 1031155 w 1083872"/>
                    <a:gd name="connsiteY1" fmla="*/ 534621 h 836790"/>
                    <a:gd name="connsiteX2" fmla="*/ 1076621 w 1083872"/>
                    <a:gd name="connsiteY2" fmla="*/ 583584 h 836790"/>
                    <a:gd name="connsiteX3" fmla="*/ 1076621 w 1083872"/>
                    <a:gd name="connsiteY3" fmla="*/ 650909 h 836790"/>
                    <a:gd name="connsiteX4" fmla="*/ 1056511 w 1083872"/>
                    <a:gd name="connsiteY4" fmla="*/ 688506 h 836790"/>
                    <a:gd name="connsiteX5" fmla="*/ 994432 w 1083872"/>
                    <a:gd name="connsiteY5" fmla="*/ 785558 h 836790"/>
                    <a:gd name="connsiteX6" fmla="*/ 966453 w 1083872"/>
                    <a:gd name="connsiteY6" fmla="*/ 817909 h 836790"/>
                    <a:gd name="connsiteX7" fmla="*/ 879019 w 1083872"/>
                    <a:gd name="connsiteY7" fmla="*/ 830150 h 836790"/>
                    <a:gd name="connsiteX8" fmla="*/ 841422 w 1083872"/>
                    <a:gd name="connsiteY8" fmla="*/ 810040 h 836790"/>
                    <a:gd name="connsiteX9" fmla="*/ 57134 w 1083872"/>
                    <a:gd name="connsiteY9" fmla="*/ 308165 h 836790"/>
                    <a:gd name="connsiteX10" fmla="*/ 11668 w 1083872"/>
                    <a:gd name="connsiteY10" fmla="*/ 263574 h 836790"/>
                    <a:gd name="connsiteX11" fmla="*/ 11668 w 1083872"/>
                    <a:gd name="connsiteY11" fmla="*/ 176139 h 836790"/>
                    <a:gd name="connsiteX12" fmla="*/ 91233 w 1083872"/>
                    <a:gd name="connsiteY12" fmla="*/ 51107 h 836790"/>
                    <a:gd name="connsiteX13" fmla="*/ 135825 w 1083872"/>
                    <a:gd name="connsiteY13" fmla="*/ 8265 h 836790"/>
                    <a:gd name="connsiteX14" fmla="*/ 217139 w 1083872"/>
                    <a:gd name="connsiteY14" fmla="*/ 13511 h 836790"/>
                    <a:gd name="connsiteX15" fmla="*/ 521412 w 1083872"/>
                    <a:gd name="connsiteY15" fmla="*/ 206741 h 83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872" h="836790">
                      <a:moveTo>
                        <a:pt x="632453" y="278438"/>
                      </a:moveTo>
                      <a:lnTo>
                        <a:pt x="1031155" y="534621"/>
                      </a:lnTo>
                      <a:cubicBezTo>
                        <a:pt x="1050741" y="546180"/>
                        <a:pt x="1066540" y="563195"/>
                        <a:pt x="1076621" y="583584"/>
                      </a:cubicBezTo>
                      <a:cubicBezTo>
                        <a:pt x="1086230" y="604997"/>
                        <a:pt x="1086230" y="629496"/>
                        <a:pt x="1076621" y="650909"/>
                      </a:cubicBezTo>
                      <a:cubicBezTo>
                        <a:pt x="1071323" y="664137"/>
                        <a:pt x="1064573" y="676746"/>
                        <a:pt x="1056511" y="688506"/>
                      </a:cubicBezTo>
                      <a:cubicBezTo>
                        <a:pt x="1036401" y="720857"/>
                        <a:pt x="1015417" y="753207"/>
                        <a:pt x="994432" y="785558"/>
                      </a:cubicBezTo>
                      <a:cubicBezTo>
                        <a:pt x="986319" y="797327"/>
                        <a:pt x="976937" y="808177"/>
                        <a:pt x="966453" y="817909"/>
                      </a:cubicBezTo>
                      <a:cubicBezTo>
                        <a:pt x="941657" y="837486"/>
                        <a:pt x="908240" y="842163"/>
                        <a:pt x="879019" y="830150"/>
                      </a:cubicBezTo>
                      <a:cubicBezTo>
                        <a:pt x="865790" y="824851"/>
                        <a:pt x="853182" y="818101"/>
                        <a:pt x="841422" y="810040"/>
                      </a:cubicBezTo>
                      <a:lnTo>
                        <a:pt x="57134" y="308165"/>
                      </a:lnTo>
                      <a:cubicBezTo>
                        <a:pt x="38711" y="297044"/>
                        <a:pt x="23139" y="281777"/>
                        <a:pt x="11668" y="263574"/>
                      </a:cubicBezTo>
                      <a:cubicBezTo>
                        <a:pt x="-3948" y="236522"/>
                        <a:pt x="-3948" y="203191"/>
                        <a:pt x="11668" y="176139"/>
                      </a:cubicBezTo>
                      <a:cubicBezTo>
                        <a:pt x="35275" y="132422"/>
                        <a:pt x="64128" y="88704"/>
                        <a:pt x="91233" y="51107"/>
                      </a:cubicBezTo>
                      <a:cubicBezTo>
                        <a:pt x="101498" y="32703"/>
                        <a:pt x="117027" y="17787"/>
                        <a:pt x="135825" y="8265"/>
                      </a:cubicBezTo>
                      <a:cubicBezTo>
                        <a:pt x="161950" y="-4492"/>
                        <a:pt x="192867" y="-2499"/>
                        <a:pt x="217139" y="13511"/>
                      </a:cubicBezTo>
                      <a:cubicBezTo>
                        <a:pt x="320312" y="74715"/>
                        <a:pt x="419987" y="142914"/>
                        <a:pt x="521412" y="206741"/>
                      </a:cubicBezTo>
                      <a:close/>
                    </a:path>
                  </a:pathLst>
                </a:custGeom>
                <a:solidFill>
                  <a:srgbClr val="FBFBFC"/>
                </a:solidFill>
                <a:ln w="87213" cap="flat">
                  <a:noFill/>
                  <a:prstDash val="solid"/>
                  <a:miter/>
                </a:ln>
              </p:spPr>
              <p:txBody>
                <a:bodyPr rtlCol="0" anchor="ctr"/>
                <a:lstStyle/>
                <a:p>
                  <a:endParaRPr lang="en-IN" dirty="0"/>
                </a:p>
              </p:txBody>
            </p:sp>
            <p:sp>
              <p:nvSpPr>
                <p:cNvPr id="3015" name="Freeform: Shape 3014">
                  <a:extLst>
                    <a:ext uri="{FF2B5EF4-FFF2-40B4-BE49-F238E27FC236}">
                      <a16:creationId xmlns:a16="http://schemas.microsoft.com/office/drawing/2014/main" id="{7C526BCB-F2DF-566F-A47E-D1D323CC56E1}"/>
                    </a:ext>
                  </a:extLst>
                </p:cNvPr>
                <p:cNvSpPr/>
                <p:nvPr/>
              </p:nvSpPr>
              <p:spPr>
                <a:xfrm>
                  <a:off x="2224991" y="3829524"/>
                  <a:ext cx="1042661" cy="822182"/>
                </a:xfrm>
                <a:custGeom>
                  <a:avLst/>
                  <a:gdLst>
                    <a:gd name="connsiteX0" fmla="*/ 88025 w 1042661"/>
                    <a:gd name="connsiteY0" fmla="*/ 46913 h 822182"/>
                    <a:gd name="connsiteX1" fmla="*/ 95894 w 1042661"/>
                    <a:gd name="connsiteY1" fmla="*/ 37295 h 822182"/>
                    <a:gd name="connsiteX2" fmla="*/ 116004 w 1042661"/>
                    <a:gd name="connsiteY2" fmla="*/ 16311 h 822182"/>
                    <a:gd name="connsiteX3" fmla="*/ 156224 w 1042661"/>
                    <a:gd name="connsiteY3" fmla="*/ 573 h 822182"/>
                    <a:gd name="connsiteX4" fmla="*/ 164968 w 1042661"/>
                    <a:gd name="connsiteY4" fmla="*/ 573 h 822182"/>
                    <a:gd name="connsiteX5" fmla="*/ 185078 w 1042661"/>
                    <a:gd name="connsiteY5" fmla="*/ 573 h 822182"/>
                    <a:gd name="connsiteX6" fmla="*/ 212182 w 1042661"/>
                    <a:gd name="connsiteY6" fmla="*/ 11939 h 822182"/>
                    <a:gd name="connsiteX7" fmla="*/ 223549 w 1042661"/>
                    <a:gd name="connsiteY7" fmla="*/ 17186 h 822182"/>
                    <a:gd name="connsiteX8" fmla="*/ 232293 w 1042661"/>
                    <a:gd name="connsiteY8" fmla="*/ 24180 h 822182"/>
                    <a:gd name="connsiteX9" fmla="*/ 1019204 w 1042661"/>
                    <a:gd name="connsiteY9" fmla="*/ 532175 h 822182"/>
                    <a:gd name="connsiteX10" fmla="*/ 1031445 w 1042661"/>
                    <a:gd name="connsiteY10" fmla="*/ 540919 h 822182"/>
                    <a:gd name="connsiteX11" fmla="*/ 1041063 w 1042661"/>
                    <a:gd name="connsiteY11" fmla="*/ 549662 h 822182"/>
                    <a:gd name="connsiteX12" fmla="*/ 1041063 w 1042661"/>
                    <a:gd name="connsiteY12" fmla="*/ 554908 h 822182"/>
                    <a:gd name="connsiteX13" fmla="*/ 1018329 w 1042661"/>
                    <a:gd name="connsiteY13" fmla="*/ 540044 h 822182"/>
                    <a:gd name="connsiteX14" fmla="*/ 1006963 w 1042661"/>
                    <a:gd name="connsiteY14" fmla="*/ 531301 h 822182"/>
                    <a:gd name="connsiteX15" fmla="*/ 231418 w 1042661"/>
                    <a:gd name="connsiteY15" fmla="*/ 32049 h 822182"/>
                    <a:gd name="connsiteX16" fmla="*/ 170214 w 1042661"/>
                    <a:gd name="connsiteY16" fmla="*/ 7568 h 822182"/>
                    <a:gd name="connsiteX17" fmla="*/ 138738 w 1042661"/>
                    <a:gd name="connsiteY17" fmla="*/ 12814 h 822182"/>
                    <a:gd name="connsiteX18" fmla="*/ 87151 w 1042661"/>
                    <a:gd name="connsiteY18" fmla="*/ 62651 h 822182"/>
                    <a:gd name="connsiteX19" fmla="*/ 29444 w 1042661"/>
                    <a:gd name="connsiteY19" fmla="*/ 150086 h 822182"/>
                    <a:gd name="connsiteX20" fmla="*/ 9334 w 1042661"/>
                    <a:gd name="connsiteY20" fmla="*/ 194678 h 822182"/>
                    <a:gd name="connsiteX21" fmla="*/ 25947 w 1042661"/>
                    <a:gd name="connsiteY21" fmla="*/ 264625 h 822182"/>
                    <a:gd name="connsiteX22" fmla="*/ 69664 w 1042661"/>
                    <a:gd name="connsiteY22" fmla="*/ 301348 h 822182"/>
                    <a:gd name="connsiteX23" fmla="*/ 830345 w 1042661"/>
                    <a:gd name="connsiteY23" fmla="*/ 790107 h 822182"/>
                    <a:gd name="connsiteX24" fmla="*/ 881057 w 1042661"/>
                    <a:gd name="connsiteY24" fmla="*/ 814589 h 822182"/>
                    <a:gd name="connsiteX25" fmla="*/ 905539 w 1042661"/>
                    <a:gd name="connsiteY25" fmla="*/ 814589 h 822182"/>
                    <a:gd name="connsiteX26" fmla="*/ 949256 w 1042661"/>
                    <a:gd name="connsiteY26" fmla="*/ 801473 h 822182"/>
                    <a:gd name="connsiteX27" fmla="*/ 957999 w 1042661"/>
                    <a:gd name="connsiteY27" fmla="*/ 801473 h 822182"/>
                    <a:gd name="connsiteX28" fmla="*/ 937015 w 1042661"/>
                    <a:gd name="connsiteY28" fmla="*/ 818086 h 822182"/>
                    <a:gd name="connsiteX29" fmla="*/ 884555 w 1042661"/>
                    <a:gd name="connsiteY29" fmla="*/ 818086 h 822182"/>
                    <a:gd name="connsiteX30" fmla="*/ 872314 w 1042661"/>
                    <a:gd name="connsiteY30" fmla="*/ 818086 h 822182"/>
                    <a:gd name="connsiteX31" fmla="*/ 863570 w 1042661"/>
                    <a:gd name="connsiteY31" fmla="*/ 818086 h 822182"/>
                    <a:gd name="connsiteX32" fmla="*/ 852203 w 1042661"/>
                    <a:gd name="connsiteY32" fmla="*/ 812840 h 822182"/>
                    <a:gd name="connsiteX33" fmla="*/ 839963 w 1042661"/>
                    <a:gd name="connsiteY33" fmla="*/ 804971 h 822182"/>
                    <a:gd name="connsiteX34" fmla="*/ 61795 w 1042661"/>
                    <a:gd name="connsiteY34" fmla="*/ 303096 h 822182"/>
                    <a:gd name="connsiteX35" fmla="*/ 18952 w 1042661"/>
                    <a:gd name="connsiteY35" fmla="*/ 268122 h 822182"/>
                    <a:gd name="connsiteX36" fmla="*/ 4088 w 1042661"/>
                    <a:gd name="connsiteY36" fmla="*/ 190306 h 822182"/>
                    <a:gd name="connsiteX37" fmla="*/ 17203 w 1042661"/>
                    <a:gd name="connsiteY37" fmla="*/ 157081 h 822182"/>
                    <a:gd name="connsiteX38" fmla="*/ 21575 w 1042661"/>
                    <a:gd name="connsiteY38" fmla="*/ 157081 h 822182"/>
                    <a:gd name="connsiteX39" fmla="*/ 88025 w 1042661"/>
                    <a:gd name="connsiteY39" fmla="*/ 53033 h 822182"/>
                    <a:gd name="connsiteX40" fmla="*/ 88025 w 1042661"/>
                    <a:gd name="connsiteY40" fmla="*/ 46913 h 82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42661" h="822181">
                      <a:moveTo>
                        <a:pt x="88025" y="46913"/>
                      </a:moveTo>
                      <a:cubicBezTo>
                        <a:pt x="88025" y="46913"/>
                        <a:pt x="88025" y="39044"/>
                        <a:pt x="95894" y="37295"/>
                      </a:cubicBezTo>
                      <a:lnTo>
                        <a:pt x="116004" y="16311"/>
                      </a:lnTo>
                      <a:cubicBezTo>
                        <a:pt x="126820" y="5976"/>
                        <a:pt x="141273" y="319"/>
                        <a:pt x="156224" y="573"/>
                      </a:cubicBezTo>
                      <a:lnTo>
                        <a:pt x="164968" y="573"/>
                      </a:lnTo>
                      <a:cubicBezTo>
                        <a:pt x="171648" y="-284"/>
                        <a:pt x="178398" y="-284"/>
                        <a:pt x="185078" y="573"/>
                      </a:cubicBezTo>
                      <a:lnTo>
                        <a:pt x="212182" y="11939"/>
                      </a:lnTo>
                      <a:lnTo>
                        <a:pt x="223549" y="17186"/>
                      </a:lnTo>
                      <a:cubicBezTo>
                        <a:pt x="223549" y="17186"/>
                        <a:pt x="229669" y="21557"/>
                        <a:pt x="232293" y="24180"/>
                      </a:cubicBezTo>
                      <a:lnTo>
                        <a:pt x="1019204" y="532175"/>
                      </a:lnTo>
                      <a:cubicBezTo>
                        <a:pt x="1019204" y="532175"/>
                        <a:pt x="1028822" y="536547"/>
                        <a:pt x="1031445" y="540919"/>
                      </a:cubicBezTo>
                      <a:cubicBezTo>
                        <a:pt x="1034068" y="545290"/>
                        <a:pt x="1037565" y="547039"/>
                        <a:pt x="1041063" y="549662"/>
                      </a:cubicBezTo>
                      <a:cubicBezTo>
                        <a:pt x="1044560" y="552285"/>
                        <a:pt x="1041063" y="549662"/>
                        <a:pt x="1041063" y="554908"/>
                      </a:cubicBezTo>
                      <a:cubicBezTo>
                        <a:pt x="1033097" y="550571"/>
                        <a:pt x="1025490" y="545605"/>
                        <a:pt x="1018329" y="540044"/>
                      </a:cubicBezTo>
                      <a:lnTo>
                        <a:pt x="1006963" y="531301"/>
                      </a:lnTo>
                      <a:lnTo>
                        <a:pt x="231418" y="32049"/>
                      </a:lnTo>
                      <a:cubicBezTo>
                        <a:pt x="213398" y="18881"/>
                        <a:pt x="192344" y="10462"/>
                        <a:pt x="170214" y="7568"/>
                      </a:cubicBezTo>
                      <a:cubicBezTo>
                        <a:pt x="159450" y="4901"/>
                        <a:pt x="148058" y="6798"/>
                        <a:pt x="138738" y="12814"/>
                      </a:cubicBezTo>
                      <a:cubicBezTo>
                        <a:pt x="116616" y="23419"/>
                        <a:pt x="98517" y="40906"/>
                        <a:pt x="87151" y="62651"/>
                      </a:cubicBezTo>
                      <a:cubicBezTo>
                        <a:pt x="67041" y="90630"/>
                        <a:pt x="48680" y="120358"/>
                        <a:pt x="29444" y="150086"/>
                      </a:cubicBezTo>
                      <a:cubicBezTo>
                        <a:pt x="20683" y="163936"/>
                        <a:pt x="13916" y="178948"/>
                        <a:pt x="9334" y="194678"/>
                      </a:cubicBezTo>
                      <a:cubicBezTo>
                        <a:pt x="1745" y="219281"/>
                        <a:pt x="8110" y="246063"/>
                        <a:pt x="25947" y="264625"/>
                      </a:cubicBezTo>
                      <a:cubicBezTo>
                        <a:pt x="39071" y="278492"/>
                        <a:pt x="53733" y="290820"/>
                        <a:pt x="69664" y="301348"/>
                      </a:cubicBezTo>
                      <a:lnTo>
                        <a:pt x="830345" y="790107"/>
                      </a:lnTo>
                      <a:cubicBezTo>
                        <a:pt x="845865" y="800862"/>
                        <a:pt x="862975" y="809124"/>
                        <a:pt x="881057" y="814589"/>
                      </a:cubicBezTo>
                      <a:cubicBezTo>
                        <a:pt x="889171" y="815865"/>
                        <a:pt x="897425" y="815865"/>
                        <a:pt x="905539" y="814589"/>
                      </a:cubicBezTo>
                      <a:cubicBezTo>
                        <a:pt x="921312" y="816626"/>
                        <a:pt x="937207" y="811861"/>
                        <a:pt x="949256" y="801473"/>
                      </a:cubicBezTo>
                      <a:cubicBezTo>
                        <a:pt x="949256" y="801473"/>
                        <a:pt x="954502" y="801473"/>
                        <a:pt x="957999" y="801473"/>
                      </a:cubicBezTo>
                      <a:cubicBezTo>
                        <a:pt x="961497" y="801473"/>
                        <a:pt x="945758" y="814589"/>
                        <a:pt x="937015" y="818086"/>
                      </a:cubicBezTo>
                      <a:cubicBezTo>
                        <a:pt x="919939" y="823455"/>
                        <a:pt x="901630" y="823455"/>
                        <a:pt x="884555" y="818086"/>
                      </a:cubicBezTo>
                      <a:cubicBezTo>
                        <a:pt x="884555" y="818086"/>
                        <a:pt x="876685" y="818086"/>
                        <a:pt x="872314" y="818086"/>
                      </a:cubicBezTo>
                      <a:cubicBezTo>
                        <a:pt x="867942" y="818086"/>
                        <a:pt x="867068" y="818086"/>
                        <a:pt x="863570" y="818086"/>
                      </a:cubicBezTo>
                      <a:cubicBezTo>
                        <a:pt x="860073" y="818086"/>
                        <a:pt x="856575" y="812840"/>
                        <a:pt x="852203" y="812840"/>
                      </a:cubicBezTo>
                      <a:cubicBezTo>
                        <a:pt x="847316" y="811765"/>
                        <a:pt x="842971" y="808967"/>
                        <a:pt x="839963" y="804971"/>
                      </a:cubicBezTo>
                      <a:lnTo>
                        <a:pt x="61795" y="303096"/>
                      </a:lnTo>
                      <a:cubicBezTo>
                        <a:pt x="46590" y="292622"/>
                        <a:pt x="32260" y="280923"/>
                        <a:pt x="18952" y="268122"/>
                      </a:cubicBezTo>
                      <a:cubicBezTo>
                        <a:pt x="844" y="246517"/>
                        <a:pt x="-4787" y="217069"/>
                        <a:pt x="4088" y="190306"/>
                      </a:cubicBezTo>
                      <a:cubicBezTo>
                        <a:pt x="9334" y="178939"/>
                        <a:pt x="12831" y="168447"/>
                        <a:pt x="17203" y="157081"/>
                      </a:cubicBezTo>
                      <a:cubicBezTo>
                        <a:pt x="21575" y="145714"/>
                        <a:pt x="17203" y="157081"/>
                        <a:pt x="21575" y="157081"/>
                      </a:cubicBezTo>
                      <a:lnTo>
                        <a:pt x="88025" y="53033"/>
                      </a:lnTo>
                      <a:cubicBezTo>
                        <a:pt x="88506" y="51022"/>
                        <a:pt x="88506" y="48924"/>
                        <a:pt x="88025" y="46913"/>
                      </a:cubicBezTo>
                      <a:close/>
                    </a:path>
                  </a:pathLst>
                </a:custGeom>
                <a:solidFill>
                  <a:srgbClr val="FAFAFB"/>
                </a:solidFill>
                <a:ln w="87213" cap="flat">
                  <a:noFill/>
                  <a:prstDash val="solid"/>
                  <a:miter/>
                </a:ln>
              </p:spPr>
              <p:txBody>
                <a:bodyPr rtlCol="0" anchor="ctr"/>
                <a:lstStyle/>
                <a:p>
                  <a:endParaRPr lang="en-IN" dirty="0"/>
                </a:p>
              </p:txBody>
            </p:sp>
            <p:sp>
              <p:nvSpPr>
                <p:cNvPr id="3016" name="Freeform: Shape 3015">
                  <a:extLst>
                    <a:ext uri="{FF2B5EF4-FFF2-40B4-BE49-F238E27FC236}">
                      <a16:creationId xmlns:a16="http://schemas.microsoft.com/office/drawing/2014/main" id="{21ECC2F0-BC32-EC02-49A0-B2DA6AD8FD99}"/>
                    </a:ext>
                  </a:extLst>
                </p:cNvPr>
                <p:cNvSpPr/>
                <p:nvPr/>
              </p:nvSpPr>
              <p:spPr>
                <a:xfrm>
                  <a:off x="2449458" y="3847653"/>
                  <a:ext cx="800026" cy="515864"/>
                </a:xfrm>
                <a:custGeom>
                  <a:avLst/>
                  <a:gdLst>
                    <a:gd name="connsiteX0" fmla="*/ 799108 w 800026"/>
                    <a:gd name="connsiteY0" fmla="*/ 515794 h 515864"/>
                    <a:gd name="connsiteX1" fmla="*/ 7825 w 800026"/>
                    <a:gd name="connsiteY1" fmla="*/ 6925 h 515864"/>
                    <a:gd name="connsiteX2" fmla="*/ -44 w 800026"/>
                    <a:gd name="connsiteY2" fmla="*/ -70 h 515864"/>
                    <a:gd name="connsiteX3" fmla="*/ 799982 w 800026"/>
                    <a:gd name="connsiteY3" fmla="*/ 514920 h 515864"/>
                    <a:gd name="connsiteX4" fmla="*/ 799982 w 800026"/>
                    <a:gd name="connsiteY4" fmla="*/ 514920 h 515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26" h="515864">
                      <a:moveTo>
                        <a:pt x="799108" y="515794"/>
                      </a:moveTo>
                      <a:lnTo>
                        <a:pt x="7825" y="6925"/>
                      </a:lnTo>
                      <a:cubicBezTo>
                        <a:pt x="7825" y="6925"/>
                        <a:pt x="830" y="6925"/>
                        <a:pt x="-44" y="-70"/>
                      </a:cubicBezTo>
                      <a:lnTo>
                        <a:pt x="799982" y="514920"/>
                      </a:lnTo>
                      <a:lnTo>
                        <a:pt x="799982" y="514920"/>
                      </a:lnTo>
                      <a:close/>
                    </a:path>
                  </a:pathLst>
                </a:custGeom>
                <a:solidFill>
                  <a:srgbClr val="FBFBFC"/>
                </a:solidFill>
                <a:ln w="87213" cap="flat">
                  <a:noFill/>
                  <a:prstDash val="solid"/>
                  <a:miter/>
                </a:ln>
              </p:spPr>
              <p:txBody>
                <a:bodyPr rtlCol="0" anchor="ctr"/>
                <a:lstStyle/>
                <a:p>
                  <a:endParaRPr lang="en-IN" dirty="0"/>
                </a:p>
              </p:txBody>
            </p:sp>
            <p:sp>
              <p:nvSpPr>
                <p:cNvPr id="3017" name="Freeform: Shape 3016">
                  <a:extLst>
                    <a:ext uri="{FF2B5EF4-FFF2-40B4-BE49-F238E27FC236}">
                      <a16:creationId xmlns:a16="http://schemas.microsoft.com/office/drawing/2014/main" id="{3388D0D2-3284-B702-2F2F-5FA2399F5A8A}"/>
                    </a:ext>
                  </a:extLst>
                </p:cNvPr>
                <p:cNvSpPr/>
                <p:nvPr/>
              </p:nvSpPr>
              <p:spPr>
                <a:xfrm>
                  <a:off x="3122705" y="4384502"/>
                  <a:ext cx="182016" cy="271993"/>
                </a:xfrm>
                <a:custGeom>
                  <a:avLst/>
                  <a:gdLst>
                    <a:gd name="connsiteX0" fmla="*/ 152092 w 182016"/>
                    <a:gd name="connsiteY0" fmla="*/ -70 h 271993"/>
                    <a:gd name="connsiteX1" fmla="*/ 152092 w 182016"/>
                    <a:gd name="connsiteY1" fmla="*/ -70 h 271993"/>
                    <a:gd name="connsiteX2" fmla="*/ 177448 w 182016"/>
                    <a:gd name="connsiteY2" fmla="*/ 87365 h 271993"/>
                    <a:gd name="connsiteX3" fmla="*/ 161710 w 182016"/>
                    <a:gd name="connsiteY3" fmla="*/ 120590 h 271993"/>
                    <a:gd name="connsiteX4" fmla="*/ 100506 w 182016"/>
                    <a:gd name="connsiteY4" fmla="*/ 215893 h 271993"/>
                    <a:gd name="connsiteX5" fmla="*/ 100506 w 182016"/>
                    <a:gd name="connsiteY5" fmla="*/ 221140 h 271993"/>
                    <a:gd name="connsiteX6" fmla="*/ 58537 w 182016"/>
                    <a:gd name="connsiteY6" fmla="*/ 263108 h 271993"/>
                    <a:gd name="connsiteX7" fmla="*/ -44 w 182016"/>
                    <a:gd name="connsiteY7" fmla="*/ 268354 h 271993"/>
                    <a:gd name="connsiteX8" fmla="*/ 27060 w 182016"/>
                    <a:gd name="connsiteY8" fmla="*/ 268354 h 271993"/>
                    <a:gd name="connsiteX9" fmla="*/ 72526 w 182016"/>
                    <a:gd name="connsiteY9" fmla="*/ 246495 h 271993"/>
                    <a:gd name="connsiteX10" fmla="*/ 72526 w 182016"/>
                    <a:gd name="connsiteY10" fmla="*/ 238627 h 271993"/>
                    <a:gd name="connsiteX11" fmla="*/ 150343 w 182016"/>
                    <a:gd name="connsiteY11" fmla="*/ 123213 h 271993"/>
                    <a:gd name="connsiteX12" fmla="*/ 171328 w 182016"/>
                    <a:gd name="connsiteY12" fmla="*/ 84742 h 271993"/>
                    <a:gd name="connsiteX13" fmla="*/ 165207 w 182016"/>
                    <a:gd name="connsiteY13" fmla="*/ 15668 h 271993"/>
                    <a:gd name="connsiteX14" fmla="*/ 152092 w 182016"/>
                    <a:gd name="connsiteY14" fmla="*/ 10422 h 271993"/>
                    <a:gd name="connsiteX15" fmla="*/ 152092 w 182016"/>
                    <a:gd name="connsiteY15" fmla="*/ 3427 h 27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016" h="271993">
                      <a:moveTo>
                        <a:pt x="152092" y="-70"/>
                      </a:moveTo>
                      <a:lnTo>
                        <a:pt x="152092" y="-70"/>
                      </a:lnTo>
                      <a:cubicBezTo>
                        <a:pt x="178489" y="20573"/>
                        <a:pt x="188701" y="55801"/>
                        <a:pt x="177448" y="87365"/>
                      </a:cubicBezTo>
                      <a:cubicBezTo>
                        <a:pt x="173461" y="98994"/>
                        <a:pt x="168180" y="110142"/>
                        <a:pt x="161710" y="120590"/>
                      </a:cubicBezTo>
                      <a:lnTo>
                        <a:pt x="100506" y="215893"/>
                      </a:lnTo>
                      <a:cubicBezTo>
                        <a:pt x="100506" y="215893"/>
                        <a:pt x="100506" y="215893"/>
                        <a:pt x="100506" y="221140"/>
                      </a:cubicBezTo>
                      <a:cubicBezTo>
                        <a:pt x="89498" y="237822"/>
                        <a:pt x="75219" y="252100"/>
                        <a:pt x="58537" y="263108"/>
                      </a:cubicBezTo>
                      <a:cubicBezTo>
                        <a:pt x="40499" y="272639"/>
                        <a:pt x="19392" y="274527"/>
                        <a:pt x="-44" y="268354"/>
                      </a:cubicBezTo>
                      <a:cubicBezTo>
                        <a:pt x="8970" y="269229"/>
                        <a:pt x="18046" y="269229"/>
                        <a:pt x="27060" y="268354"/>
                      </a:cubicBezTo>
                      <a:cubicBezTo>
                        <a:pt x="44740" y="268302"/>
                        <a:pt x="61449" y="260267"/>
                        <a:pt x="72526" y="246495"/>
                      </a:cubicBezTo>
                      <a:cubicBezTo>
                        <a:pt x="71862" y="243917"/>
                        <a:pt x="71862" y="241206"/>
                        <a:pt x="72526" y="238627"/>
                      </a:cubicBezTo>
                      <a:cubicBezTo>
                        <a:pt x="100462" y="201537"/>
                        <a:pt x="126438" y="163013"/>
                        <a:pt x="150343" y="123213"/>
                      </a:cubicBezTo>
                      <a:cubicBezTo>
                        <a:pt x="158693" y="111182"/>
                        <a:pt x="165732" y="98277"/>
                        <a:pt x="171328" y="84742"/>
                      </a:cubicBezTo>
                      <a:cubicBezTo>
                        <a:pt x="182021" y="62323"/>
                        <a:pt x="179677" y="35857"/>
                        <a:pt x="165207" y="15668"/>
                      </a:cubicBezTo>
                      <a:cubicBezTo>
                        <a:pt x="165207" y="15668"/>
                        <a:pt x="152092" y="10422"/>
                        <a:pt x="152092" y="10422"/>
                      </a:cubicBezTo>
                      <a:cubicBezTo>
                        <a:pt x="152590" y="8114"/>
                        <a:pt x="152590" y="5736"/>
                        <a:pt x="152092" y="3427"/>
                      </a:cubicBezTo>
                      <a:close/>
                    </a:path>
                  </a:pathLst>
                </a:custGeom>
                <a:solidFill>
                  <a:srgbClr val="FBFBFB"/>
                </a:solidFill>
                <a:ln w="87213" cap="flat">
                  <a:noFill/>
                  <a:prstDash val="solid"/>
                  <a:miter/>
                </a:ln>
              </p:spPr>
              <p:txBody>
                <a:bodyPr rtlCol="0" anchor="ctr"/>
                <a:lstStyle/>
                <a:p>
                  <a:endParaRPr lang="en-IN" dirty="0"/>
                </a:p>
              </p:txBody>
            </p:sp>
            <p:sp>
              <p:nvSpPr>
                <p:cNvPr id="3018" name="Freeform: Shape 3017">
                  <a:extLst>
                    <a:ext uri="{FF2B5EF4-FFF2-40B4-BE49-F238E27FC236}">
                      <a16:creationId xmlns:a16="http://schemas.microsoft.com/office/drawing/2014/main" id="{93C14A36-D44C-69D0-7A88-9F6B0253B976}"/>
                    </a:ext>
                  </a:extLst>
                </p:cNvPr>
                <p:cNvSpPr/>
                <p:nvPr/>
              </p:nvSpPr>
              <p:spPr>
                <a:xfrm>
                  <a:off x="2243987" y="3876507"/>
                  <a:ext cx="69073" cy="111041"/>
                </a:xfrm>
                <a:custGeom>
                  <a:avLst/>
                  <a:gdLst>
                    <a:gd name="connsiteX0" fmla="*/ 69029 w 69073"/>
                    <a:gd name="connsiteY0" fmla="*/ -70 h 111041"/>
                    <a:gd name="connsiteX1" fmla="*/ 69029 w 69073"/>
                    <a:gd name="connsiteY1" fmla="*/ 7799 h 111041"/>
                    <a:gd name="connsiteX2" fmla="*/ 5202 w 69073"/>
                    <a:gd name="connsiteY2" fmla="*/ 105726 h 111041"/>
                    <a:gd name="connsiteX3" fmla="*/ -44 w 69073"/>
                    <a:gd name="connsiteY3" fmla="*/ 110972 h 111041"/>
                  </a:gdLst>
                  <a:ahLst/>
                  <a:cxnLst>
                    <a:cxn ang="0">
                      <a:pos x="connsiteX0" y="connsiteY0"/>
                    </a:cxn>
                    <a:cxn ang="0">
                      <a:pos x="connsiteX1" y="connsiteY1"/>
                    </a:cxn>
                    <a:cxn ang="0">
                      <a:pos x="connsiteX2" y="connsiteY2"/>
                    </a:cxn>
                    <a:cxn ang="0">
                      <a:pos x="connsiteX3" y="connsiteY3"/>
                    </a:cxn>
                  </a:cxnLst>
                  <a:rect l="l" t="t" r="r" b="b"/>
                  <a:pathLst>
                    <a:path w="69073" h="111041">
                      <a:moveTo>
                        <a:pt x="69029" y="-70"/>
                      </a:moveTo>
                      <a:cubicBezTo>
                        <a:pt x="69029" y="-70"/>
                        <a:pt x="69029" y="5176"/>
                        <a:pt x="69029" y="7799"/>
                      </a:cubicBezTo>
                      <a:cubicBezTo>
                        <a:pt x="48045" y="40150"/>
                        <a:pt x="27061" y="73375"/>
                        <a:pt x="5202" y="105726"/>
                      </a:cubicBezTo>
                      <a:cubicBezTo>
                        <a:pt x="5202" y="105726"/>
                        <a:pt x="5202" y="110972"/>
                        <a:pt x="-44" y="110972"/>
                      </a:cubicBezTo>
                      <a:close/>
                    </a:path>
                  </a:pathLst>
                </a:custGeom>
                <a:solidFill>
                  <a:srgbClr val="FBFBFC"/>
                </a:solidFill>
                <a:ln w="87213" cap="flat">
                  <a:noFill/>
                  <a:prstDash val="solid"/>
                  <a:miter/>
                </a:ln>
              </p:spPr>
              <p:txBody>
                <a:bodyPr rtlCol="0" anchor="ctr"/>
                <a:lstStyle/>
                <a:p>
                  <a:endParaRPr lang="en-IN" dirty="0"/>
                </a:p>
              </p:txBody>
            </p:sp>
            <p:sp>
              <p:nvSpPr>
                <p:cNvPr id="3019" name="Freeform: Shape 3018">
                  <a:extLst>
                    <a:ext uri="{FF2B5EF4-FFF2-40B4-BE49-F238E27FC236}">
                      <a16:creationId xmlns:a16="http://schemas.microsoft.com/office/drawing/2014/main" id="{56F2E6C4-B690-AB27-03AB-A849AA5E7DDF}"/>
                    </a:ext>
                  </a:extLst>
                </p:cNvPr>
                <p:cNvSpPr/>
                <p:nvPr/>
              </p:nvSpPr>
              <p:spPr>
                <a:xfrm>
                  <a:off x="3210950" y="4502539"/>
                  <a:ext cx="69136" cy="104921"/>
                </a:xfrm>
                <a:custGeom>
                  <a:avLst/>
                  <a:gdLst>
                    <a:gd name="connsiteX0" fmla="*/ 893 w 69136"/>
                    <a:gd name="connsiteY0" fmla="*/ 104851 h 104921"/>
                    <a:gd name="connsiteX1" fmla="*/ 893 w 69136"/>
                    <a:gd name="connsiteY1" fmla="*/ 97856 h 104921"/>
                    <a:gd name="connsiteX2" fmla="*/ 63846 w 69136"/>
                    <a:gd name="connsiteY2" fmla="*/ 5176 h 104921"/>
                    <a:gd name="connsiteX3" fmla="*/ 69092 w 69136"/>
                    <a:gd name="connsiteY3" fmla="*/ -70 h 104921"/>
                  </a:gdLst>
                  <a:ahLst/>
                  <a:cxnLst>
                    <a:cxn ang="0">
                      <a:pos x="connsiteX0" y="connsiteY0"/>
                    </a:cxn>
                    <a:cxn ang="0">
                      <a:pos x="connsiteX1" y="connsiteY1"/>
                    </a:cxn>
                    <a:cxn ang="0">
                      <a:pos x="connsiteX2" y="connsiteY2"/>
                    </a:cxn>
                    <a:cxn ang="0">
                      <a:pos x="connsiteX3" y="connsiteY3"/>
                    </a:cxn>
                  </a:cxnLst>
                  <a:rect l="l" t="t" r="r" b="b"/>
                  <a:pathLst>
                    <a:path w="69136" h="104921">
                      <a:moveTo>
                        <a:pt x="893" y="104851"/>
                      </a:moveTo>
                      <a:cubicBezTo>
                        <a:pt x="-357" y="102691"/>
                        <a:pt x="-357" y="100025"/>
                        <a:pt x="893" y="97856"/>
                      </a:cubicBezTo>
                      <a:lnTo>
                        <a:pt x="63846" y="5176"/>
                      </a:lnTo>
                      <a:cubicBezTo>
                        <a:pt x="63846" y="5176"/>
                        <a:pt x="63846" y="804"/>
                        <a:pt x="69092" y="-70"/>
                      </a:cubicBezTo>
                      <a:close/>
                    </a:path>
                  </a:pathLst>
                </a:custGeom>
                <a:solidFill>
                  <a:srgbClr val="FBFBFC"/>
                </a:solidFill>
                <a:ln w="87213" cap="flat">
                  <a:noFill/>
                  <a:prstDash val="solid"/>
                  <a:miter/>
                </a:ln>
              </p:spPr>
              <p:txBody>
                <a:bodyPr rtlCol="0" anchor="ctr"/>
                <a:lstStyle/>
                <a:p>
                  <a:endParaRPr lang="en-IN" dirty="0"/>
                </a:p>
              </p:txBody>
            </p:sp>
            <p:sp>
              <p:nvSpPr>
                <p:cNvPr id="3020" name="Freeform: Shape 3019">
                  <a:extLst>
                    <a:ext uri="{FF2B5EF4-FFF2-40B4-BE49-F238E27FC236}">
                      <a16:creationId xmlns:a16="http://schemas.microsoft.com/office/drawing/2014/main" id="{33C6CA22-F6F8-650A-9A01-64FB2AA5F749}"/>
                    </a:ext>
                  </a:extLst>
                </p:cNvPr>
                <p:cNvSpPr/>
                <p:nvPr/>
              </p:nvSpPr>
              <p:spPr>
                <a:xfrm>
                  <a:off x="2410987" y="3831041"/>
                  <a:ext cx="27104" cy="11366"/>
                </a:xfrm>
                <a:custGeom>
                  <a:avLst/>
                  <a:gdLst>
                    <a:gd name="connsiteX0" fmla="*/ 27061 w 27104"/>
                    <a:gd name="connsiteY0" fmla="*/ 11296 h 11366"/>
                    <a:gd name="connsiteX1" fmla="*/ -44 w 27104"/>
                    <a:gd name="connsiteY1" fmla="*/ -70 h 11366"/>
                    <a:gd name="connsiteX2" fmla="*/ 27061 w 27104"/>
                    <a:gd name="connsiteY2" fmla="*/ 11296 h 11366"/>
                  </a:gdLst>
                  <a:ahLst/>
                  <a:cxnLst>
                    <a:cxn ang="0">
                      <a:pos x="connsiteX0" y="connsiteY0"/>
                    </a:cxn>
                    <a:cxn ang="0">
                      <a:pos x="connsiteX1" y="connsiteY1"/>
                    </a:cxn>
                    <a:cxn ang="0">
                      <a:pos x="connsiteX2" y="connsiteY2"/>
                    </a:cxn>
                  </a:cxnLst>
                  <a:rect l="l" t="t" r="r" b="b"/>
                  <a:pathLst>
                    <a:path w="27103" h="11366">
                      <a:moveTo>
                        <a:pt x="27061" y="11296"/>
                      </a:moveTo>
                      <a:cubicBezTo>
                        <a:pt x="17670" y="8420"/>
                        <a:pt x="8594" y="4607"/>
                        <a:pt x="-44" y="-70"/>
                      </a:cubicBezTo>
                      <a:cubicBezTo>
                        <a:pt x="9722" y="1652"/>
                        <a:pt x="18990" y="5534"/>
                        <a:pt x="27061" y="11296"/>
                      </a:cubicBezTo>
                      <a:close/>
                    </a:path>
                  </a:pathLst>
                </a:custGeom>
                <a:solidFill>
                  <a:srgbClr val="FBFBFC"/>
                </a:solidFill>
                <a:ln w="87213" cap="flat">
                  <a:noFill/>
                  <a:prstDash val="solid"/>
                  <a:miter/>
                </a:ln>
              </p:spPr>
              <p:txBody>
                <a:bodyPr rtlCol="0" anchor="ctr"/>
                <a:lstStyle/>
                <a:p>
                  <a:endParaRPr lang="en-IN" dirty="0"/>
                </a:p>
              </p:txBody>
            </p:sp>
            <p:sp>
              <p:nvSpPr>
                <p:cNvPr id="3021" name="Freeform: Shape 3020">
                  <a:extLst>
                    <a:ext uri="{FF2B5EF4-FFF2-40B4-BE49-F238E27FC236}">
                      <a16:creationId xmlns:a16="http://schemas.microsoft.com/office/drawing/2014/main" id="{0C2F73D8-47B4-C32D-94A4-B841C778220C}"/>
                    </a:ext>
                  </a:extLst>
                </p:cNvPr>
                <p:cNvSpPr/>
                <p:nvPr/>
              </p:nvSpPr>
              <p:spPr>
                <a:xfrm>
                  <a:off x="2321804" y="3845905"/>
                  <a:ext cx="20110" cy="20984"/>
                </a:xfrm>
                <a:custGeom>
                  <a:avLst/>
                  <a:gdLst>
                    <a:gd name="connsiteX0" fmla="*/ 20066 w 20110"/>
                    <a:gd name="connsiteY0" fmla="*/ -70 h 20984"/>
                    <a:gd name="connsiteX1" fmla="*/ -44 w 20110"/>
                    <a:gd name="connsiteY1" fmla="*/ 20914 h 20984"/>
                    <a:gd name="connsiteX2" fmla="*/ 20066 w 20110"/>
                    <a:gd name="connsiteY2" fmla="*/ -70 h 20984"/>
                  </a:gdLst>
                  <a:ahLst/>
                  <a:cxnLst>
                    <a:cxn ang="0">
                      <a:pos x="connsiteX0" y="connsiteY0"/>
                    </a:cxn>
                    <a:cxn ang="0">
                      <a:pos x="connsiteX1" y="connsiteY1"/>
                    </a:cxn>
                    <a:cxn ang="0">
                      <a:pos x="connsiteX2" y="connsiteY2"/>
                    </a:cxn>
                  </a:cxnLst>
                  <a:rect l="l" t="t" r="r" b="b"/>
                  <a:pathLst>
                    <a:path w="20110" h="20984">
                      <a:moveTo>
                        <a:pt x="20066" y="-70"/>
                      </a:moveTo>
                      <a:cubicBezTo>
                        <a:pt x="14278" y="7747"/>
                        <a:pt x="7528" y="14802"/>
                        <a:pt x="-44" y="20914"/>
                      </a:cubicBezTo>
                      <a:cubicBezTo>
                        <a:pt x="5010" y="12503"/>
                        <a:pt x="11873" y="5333"/>
                        <a:pt x="20066" y="-70"/>
                      </a:cubicBezTo>
                      <a:close/>
                    </a:path>
                  </a:pathLst>
                </a:custGeom>
                <a:solidFill>
                  <a:srgbClr val="FBFBFC"/>
                </a:solidFill>
                <a:ln w="87213" cap="flat">
                  <a:noFill/>
                  <a:prstDash val="solid"/>
                  <a:miter/>
                </a:ln>
              </p:spPr>
              <p:txBody>
                <a:bodyPr rtlCol="0" anchor="ctr"/>
                <a:lstStyle/>
                <a:p>
                  <a:endParaRPr lang="en-IN" dirty="0"/>
                </a:p>
              </p:txBody>
            </p:sp>
            <p:sp>
              <p:nvSpPr>
                <p:cNvPr id="3022" name="Freeform: Shape 3021">
                  <a:extLst>
                    <a:ext uri="{FF2B5EF4-FFF2-40B4-BE49-F238E27FC236}">
                      <a16:creationId xmlns:a16="http://schemas.microsoft.com/office/drawing/2014/main" id="{938B1A7C-2EAC-D024-4DCB-8DF9DD7667E0}"/>
                    </a:ext>
                  </a:extLst>
                </p:cNvPr>
                <p:cNvSpPr/>
                <p:nvPr/>
              </p:nvSpPr>
              <p:spPr>
                <a:xfrm>
                  <a:off x="3099972" y="4651177"/>
                  <a:ext cx="12240" cy="1639"/>
                </a:xfrm>
                <a:custGeom>
                  <a:avLst/>
                  <a:gdLst>
                    <a:gd name="connsiteX0" fmla="*/ -44 w 12240"/>
                    <a:gd name="connsiteY0" fmla="*/ -70 h 1639"/>
                    <a:gd name="connsiteX1" fmla="*/ 12197 w 12240"/>
                    <a:gd name="connsiteY1" fmla="*/ -70 h 1639"/>
                    <a:gd name="connsiteX2" fmla="*/ -44 w 12240"/>
                    <a:gd name="connsiteY2" fmla="*/ -70 h 1639"/>
                  </a:gdLst>
                  <a:ahLst/>
                  <a:cxnLst>
                    <a:cxn ang="0">
                      <a:pos x="connsiteX0" y="connsiteY0"/>
                    </a:cxn>
                    <a:cxn ang="0">
                      <a:pos x="connsiteX1" y="connsiteY1"/>
                    </a:cxn>
                    <a:cxn ang="0">
                      <a:pos x="connsiteX2" y="connsiteY2"/>
                    </a:cxn>
                  </a:cxnLst>
                  <a:rect l="l" t="t" r="r" b="b"/>
                  <a:pathLst>
                    <a:path w="12240" h="1639">
                      <a:moveTo>
                        <a:pt x="-44" y="-70"/>
                      </a:moveTo>
                      <a:cubicBezTo>
                        <a:pt x="5202" y="-70"/>
                        <a:pt x="8699" y="-70"/>
                        <a:pt x="12197" y="-70"/>
                      </a:cubicBezTo>
                      <a:cubicBezTo>
                        <a:pt x="8411" y="2116"/>
                        <a:pt x="3741" y="2116"/>
                        <a:pt x="-44" y="-70"/>
                      </a:cubicBezTo>
                      <a:close/>
                    </a:path>
                  </a:pathLst>
                </a:custGeom>
                <a:solidFill>
                  <a:srgbClr val="FBFBFB"/>
                </a:solidFill>
                <a:ln w="87213" cap="flat">
                  <a:noFill/>
                  <a:prstDash val="solid"/>
                  <a:miter/>
                </a:ln>
              </p:spPr>
              <p:txBody>
                <a:bodyPr rtlCol="0" anchor="ctr"/>
                <a:lstStyle/>
                <a:p>
                  <a:endParaRPr lang="en-IN" dirty="0"/>
                </a:p>
              </p:txBody>
            </p:sp>
            <p:sp>
              <p:nvSpPr>
                <p:cNvPr id="3023" name="Freeform: Shape 3022">
                  <a:extLst>
                    <a:ext uri="{FF2B5EF4-FFF2-40B4-BE49-F238E27FC236}">
                      <a16:creationId xmlns:a16="http://schemas.microsoft.com/office/drawing/2014/main" id="{C5109C0F-6414-5D5D-4EB2-B2E088B54151}"/>
                    </a:ext>
                  </a:extLst>
                </p:cNvPr>
                <p:cNvSpPr/>
                <p:nvPr/>
              </p:nvSpPr>
              <p:spPr>
                <a:xfrm>
                  <a:off x="3248610" y="4363518"/>
                  <a:ext cx="10492" cy="8743"/>
                </a:xfrm>
                <a:custGeom>
                  <a:avLst/>
                  <a:gdLst>
                    <a:gd name="connsiteX0" fmla="*/ -44 w 10492"/>
                    <a:gd name="connsiteY0" fmla="*/ -70 h 8743"/>
                    <a:gd name="connsiteX1" fmla="*/ -44 w 10492"/>
                    <a:gd name="connsiteY1" fmla="*/ -70 h 8743"/>
                    <a:gd name="connsiteX2" fmla="*/ 10448 w 10492"/>
                    <a:gd name="connsiteY2" fmla="*/ 8673 h 8743"/>
                  </a:gdLst>
                  <a:ahLst/>
                  <a:cxnLst>
                    <a:cxn ang="0">
                      <a:pos x="connsiteX0" y="connsiteY0"/>
                    </a:cxn>
                    <a:cxn ang="0">
                      <a:pos x="connsiteX1" y="connsiteY1"/>
                    </a:cxn>
                    <a:cxn ang="0">
                      <a:pos x="connsiteX2" y="connsiteY2"/>
                    </a:cxn>
                  </a:cxnLst>
                  <a:rect l="l" t="t" r="r" b="b"/>
                  <a:pathLst>
                    <a:path w="10492" h="8743">
                      <a:moveTo>
                        <a:pt x="-44" y="-70"/>
                      </a:moveTo>
                      <a:lnTo>
                        <a:pt x="-44" y="-70"/>
                      </a:lnTo>
                      <a:cubicBezTo>
                        <a:pt x="-44" y="-70"/>
                        <a:pt x="8700" y="-70"/>
                        <a:pt x="10448" y="8673"/>
                      </a:cubicBezTo>
                      <a:close/>
                    </a:path>
                  </a:pathLst>
                </a:custGeom>
                <a:solidFill>
                  <a:srgbClr val="FBFBFB"/>
                </a:solidFill>
                <a:ln w="87213" cap="flat">
                  <a:noFill/>
                  <a:prstDash val="solid"/>
                  <a:miter/>
                </a:ln>
              </p:spPr>
              <p:txBody>
                <a:bodyPr rtlCol="0" anchor="ctr"/>
                <a:lstStyle/>
                <a:p>
                  <a:endParaRPr lang="en-IN" dirty="0"/>
                </a:p>
              </p:txBody>
            </p:sp>
            <p:sp>
              <p:nvSpPr>
                <p:cNvPr id="3024" name="Freeform: Shape 3023">
                  <a:extLst>
                    <a:ext uri="{FF2B5EF4-FFF2-40B4-BE49-F238E27FC236}">
                      <a16:creationId xmlns:a16="http://schemas.microsoft.com/office/drawing/2014/main" id="{7D185DFE-B8C4-502C-FE82-8EE4C0C29BD7}"/>
                    </a:ext>
                  </a:extLst>
                </p:cNvPr>
                <p:cNvSpPr/>
                <p:nvPr/>
              </p:nvSpPr>
              <p:spPr>
                <a:xfrm>
                  <a:off x="3066747" y="4634565"/>
                  <a:ext cx="12240" cy="7871"/>
                </a:xfrm>
                <a:custGeom>
                  <a:avLst/>
                  <a:gdLst>
                    <a:gd name="connsiteX0" fmla="*/ -44 w 12240"/>
                    <a:gd name="connsiteY0" fmla="*/ -70 h 7871"/>
                    <a:gd name="connsiteX1" fmla="*/ 12197 w 12240"/>
                    <a:gd name="connsiteY1" fmla="*/ 7799 h 7871"/>
                    <a:gd name="connsiteX2" fmla="*/ -44 w 12240"/>
                    <a:gd name="connsiteY2" fmla="*/ -70 h 7871"/>
                  </a:gdLst>
                  <a:ahLst/>
                  <a:cxnLst>
                    <a:cxn ang="0">
                      <a:pos x="connsiteX0" y="connsiteY0"/>
                    </a:cxn>
                    <a:cxn ang="0">
                      <a:pos x="connsiteX1" y="connsiteY1"/>
                    </a:cxn>
                    <a:cxn ang="0">
                      <a:pos x="connsiteX2" y="connsiteY2"/>
                    </a:cxn>
                  </a:cxnLst>
                  <a:rect l="l" t="t" r="r" b="b"/>
                  <a:pathLst>
                    <a:path w="12240" h="7870">
                      <a:moveTo>
                        <a:pt x="-44" y="-70"/>
                      </a:moveTo>
                      <a:lnTo>
                        <a:pt x="12197" y="7799"/>
                      </a:lnTo>
                      <a:cubicBezTo>
                        <a:pt x="6898" y="7887"/>
                        <a:pt x="2072" y="4783"/>
                        <a:pt x="-44" y="-70"/>
                      </a:cubicBezTo>
                      <a:close/>
                    </a:path>
                  </a:pathLst>
                </a:custGeom>
                <a:solidFill>
                  <a:srgbClr val="FBFBFB"/>
                </a:solidFill>
                <a:ln w="87213" cap="flat">
                  <a:noFill/>
                  <a:prstDash val="solid"/>
                  <a:miter/>
                </a:ln>
              </p:spPr>
              <p:txBody>
                <a:bodyPr rtlCol="0" anchor="ctr"/>
                <a:lstStyle/>
                <a:p>
                  <a:endParaRPr lang="en-IN" dirty="0"/>
                </a:p>
              </p:txBody>
            </p:sp>
            <p:sp>
              <p:nvSpPr>
                <p:cNvPr id="3025" name="Freeform: Shape 3024">
                  <a:extLst>
                    <a:ext uri="{FF2B5EF4-FFF2-40B4-BE49-F238E27FC236}">
                      <a16:creationId xmlns:a16="http://schemas.microsoft.com/office/drawing/2014/main" id="{46616BF8-C303-1DAC-81E9-FF23822007C7}"/>
                    </a:ext>
                  </a:extLst>
                </p:cNvPr>
                <p:cNvSpPr/>
                <p:nvPr/>
              </p:nvSpPr>
              <p:spPr>
                <a:xfrm>
                  <a:off x="3078988" y="4642434"/>
                  <a:ext cx="12067" cy="6901"/>
                </a:xfrm>
                <a:custGeom>
                  <a:avLst/>
                  <a:gdLst>
                    <a:gd name="connsiteX0" fmla="*/ -44 w 12067"/>
                    <a:gd name="connsiteY0" fmla="*/ -70 h 6901"/>
                    <a:gd name="connsiteX1" fmla="*/ 11322 w 12067"/>
                    <a:gd name="connsiteY1" fmla="*/ 5176 h 6901"/>
                    <a:gd name="connsiteX2" fmla="*/ -44 w 12067"/>
                    <a:gd name="connsiteY2" fmla="*/ -70 h 6901"/>
                  </a:gdLst>
                  <a:ahLst/>
                  <a:cxnLst>
                    <a:cxn ang="0">
                      <a:pos x="connsiteX0" y="connsiteY0"/>
                    </a:cxn>
                    <a:cxn ang="0">
                      <a:pos x="connsiteX1" y="connsiteY1"/>
                    </a:cxn>
                    <a:cxn ang="0">
                      <a:pos x="connsiteX2" y="connsiteY2"/>
                    </a:cxn>
                  </a:cxnLst>
                  <a:rect l="l" t="t" r="r" b="b"/>
                  <a:pathLst>
                    <a:path w="12067" h="6901">
                      <a:moveTo>
                        <a:pt x="-44" y="-70"/>
                      </a:moveTo>
                      <a:cubicBezTo>
                        <a:pt x="5202" y="-70"/>
                        <a:pt x="7825" y="-70"/>
                        <a:pt x="11322" y="5176"/>
                      </a:cubicBezTo>
                      <a:cubicBezTo>
                        <a:pt x="14820" y="10422"/>
                        <a:pt x="4327" y="1678"/>
                        <a:pt x="-44" y="-70"/>
                      </a:cubicBezTo>
                      <a:close/>
                    </a:path>
                  </a:pathLst>
                </a:custGeom>
                <a:solidFill>
                  <a:srgbClr val="FBFBFB"/>
                </a:solidFill>
                <a:ln w="87213" cap="flat">
                  <a:noFill/>
                  <a:prstDash val="solid"/>
                  <a:miter/>
                </a:ln>
              </p:spPr>
              <p:txBody>
                <a:bodyPr rtlCol="0" anchor="ctr"/>
                <a:lstStyle/>
                <a:p>
                  <a:endParaRPr lang="en-IN" dirty="0"/>
                </a:p>
              </p:txBody>
            </p:sp>
            <p:sp>
              <p:nvSpPr>
                <p:cNvPr id="3026" name="Freeform: Shape 3025">
                  <a:extLst>
                    <a:ext uri="{FF2B5EF4-FFF2-40B4-BE49-F238E27FC236}">
                      <a16:creationId xmlns:a16="http://schemas.microsoft.com/office/drawing/2014/main" id="{8A84FB96-A2C5-7042-FA31-A6A9BA322C04}"/>
                    </a:ext>
                  </a:extLst>
                </p:cNvPr>
                <p:cNvSpPr/>
                <p:nvPr/>
              </p:nvSpPr>
              <p:spPr>
                <a:xfrm>
                  <a:off x="2382134" y="3827968"/>
                  <a:ext cx="8743" cy="2649"/>
                </a:xfrm>
                <a:custGeom>
                  <a:avLst/>
                  <a:gdLst>
                    <a:gd name="connsiteX0" fmla="*/ 8699 w 8743"/>
                    <a:gd name="connsiteY0" fmla="*/ 1254 h 2649"/>
                    <a:gd name="connsiteX1" fmla="*/ -44 w 8743"/>
                    <a:gd name="connsiteY1" fmla="*/ 1254 h 2649"/>
                    <a:gd name="connsiteX2" fmla="*/ 8699 w 8743"/>
                    <a:gd name="connsiteY2" fmla="*/ 1254 h 2649"/>
                  </a:gdLst>
                  <a:ahLst/>
                  <a:cxnLst>
                    <a:cxn ang="0">
                      <a:pos x="connsiteX0" y="connsiteY0"/>
                    </a:cxn>
                    <a:cxn ang="0">
                      <a:pos x="connsiteX1" y="connsiteY1"/>
                    </a:cxn>
                    <a:cxn ang="0">
                      <a:pos x="connsiteX2" y="connsiteY2"/>
                    </a:cxn>
                  </a:cxnLst>
                  <a:rect l="l" t="t" r="r" b="b"/>
                  <a:pathLst>
                    <a:path w="8743" h="2649">
                      <a:moveTo>
                        <a:pt x="8699" y="1254"/>
                      </a:moveTo>
                      <a:cubicBezTo>
                        <a:pt x="6050" y="3021"/>
                        <a:pt x="2605" y="3021"/>
                        <a:pt x="-44" y="1254"/>
                      </a:cubicBezTo>
                      <a:cubicBezTo>
                        <a:pt x="2605" y="-511"/>
                        <a:pt x="6050" y="-511"/>
                        <a:pt x="8699" y="1254"/>
                      </a:cubicBezTo>
                      <a:close/>
                    </a:path>
                  </a:pathLst>
                </a:custGeom>
                <a:solidFill>
                  <a:srgbClr val="FBFBFC"/>
                </a:solidFill>
                <a:ln w="87213" cap="flat">
                  <a:noFill/>
                  <a:prstDash val="solid"/>
                  <a:miter/>
                </a:ln>
              </p:spPr>
              <p:txBody>
                <a:bodyPr rtlCol="0" anchor="ctr"/>
                <a:lstStyle/>
                <a:p>
                  <a:endParaRPr lang="en-IN" dirty="0"/>
                </a:p>
              </p:txBody>
            </p:sp>
            <p:sp>
              <p:nvSpPr>
                <p:cNvPr id="3027" name="Freeform: Shape 3026">
                  <a:extLst>
                    <a:ext uri="{FF2B5EF4-FFF2-40B4-BE49-F238E27FC236}">
                      <a16:creationId xmlns:a16="http://schemas.microsoft.com/office/drawing/2014/main" id="{CCCC0034-3897-C108-A611-08D1E89878E0}"/>
                    </a:ext>
                  </a:extLst>
                </p:cNvPr>
                <p:cNvSpPr/>
                <p:nvPr/>
              </p:nvSpPr>
              <p:spPr>
                <a:xfrm>
                  <a:off x="3090354" y="4647680"/>
                  <a:ext cx="9228" cy="777"/>
                </a:xfrm>
                <a:custGeom>
                  <a:avLst/>
                  <a:gdLst>
                    <a:gd name="connsiteX0" fmla="*/ -44 w 9228"/>
                    <a:gd name="connsiteY0" fmla="*/ -70 h 777"/>
                    <a:gd name="connsiteX1" fmla="*/ 8699 w 9228"/>
                    <a:gd name="connsiteY1" fmla="*/ -70 h 777"/>
                    <a:gd name="connsiteX2" fmla="*/ -44 w 9228"/>
                    <a:gd name="connsiteY2" fmla="*/ -70 h 777"/>
                  </a:gdLst>
                  <a:ahLst/>
                  <a:cxnLst>
                    <a:cxn ang="0">
                      <a:pos x="connsiteX0" y="connsiteY0"/>
                    </a:cxn>
                    <a:cxn ang="0">
                      <a:pos x="connsiteX1" y="connsiteY1"/>
                    </a:cxn>
                    <a:cxn ang="0">
                      <a:pos x="connsiteX2" y="connsiteY2"/>
                    </a:cxn>
                  </a:cxnLst>
                  <a:rect l="l" t="t" r="r" b="b"/>
                  <a:pathLst>
                    <a:path w="9228" h="777">
                      <a:moveTo>
                        <a:pt x="-44" y="-70"/>
                      </a:moveTo>
                      <a:cubicBezTo>
                        <a:pt x="-44" y="-70"/>
                        <a:pt x="6076" y="-70"/>
                        <a:pt x="8699" y="-70"/>
                      </a:cubicBezTo>
                      <a:cubicBezTo>
                        <a:pt x="11322" y="-70"/>
                        <a:pt x="2579" y="1679"/>
                        <a:pt x="-44" y="-70"/>
                      </a:cubicBezTo>
                      <a:close/>
                    </a:path>
                  </a:pathLst>
                </a:custGeom>
                <a:solidFill>
                  <a:srgbClr val="FBFBFB"/>
                </a:solidFill>
                <a:ln w="87213" cap="flat">
                  <a:noFill/>
                  <a:prstDash val="solid"/>
                  <a:miter/>
                </a:ln>
              </p:spPr>
              <p:txBody>
                <a:bodyPr rtlCol="0" anchor="ctr"/>
                <a:lstStyle/>
                <a:p>
                  <a:endParaRPr lang="en-IN" dirty="0"/>
                </a:p>
              </p:txBody>
            </p:sp>
            <p:sp>
              <p:nvSpPr>
                <p:cNvPr id="3028" name="Freeform: Shape 3027">
                  <a:extLst>
                    <a:ext uri="{FF2B5EF4-FFF2-40B4-BE49-F238E27FC236}">
                      <a16:creationId xmlns:a16="http://schemas.microsoft.com/office/drawing/2014/main" id="{9C90CBD8-0A94-CA60-4E33-36BA266A062F}"/>
                    </a:ext>
                  </a:extLst>
                </p:cNvPr>
                <p:cNvSpPr/>
                <p:nvPr/>
              </p:nvSpPr>
              <p:spPr>
                <a:xfrm>
                  <a:off x="2230570" y="3840562"/>
                  <a:ext cx="1062127" cy="810757"/>
                </a:xfrm>
                <a:custGeom>
                  <a:avLst/>
                  <a:gdLst>
                    <a:gd name="connsiteX0" fmla="*/ 904331 w 1062127"/>
                    <a:gd name="connsiteY0" fmla="*/ 810546 h 810757"/>
                    <a:gd name="connsiteX1" fmla="*/ 854494 w 1062127"/>
                    <a:gd name="connsiteY1" fmla="*/ 798305 h 810757"/>
                    <a:gd name="connsiteX2" fmla="*/ 454043 w 1062127"/>
                    <a:gd name="connsiteY2" fmla="*/ 543870 h 810757"/>
                    <a:gd name="connsiteX3" fmla="*/ 56216 w 1062127"/>
                    <a:gd name="connsiteY3" fmla="*/ 286813 h 810757"/>
                    <a:gd name="connsiteX4" fmla="*/ 5503 w 1062127"/>
                    <a:gd name="connsiteY4" fmla="*/ 233478 h 810757"/>
                    <a:gd name="connsiteX5" fmla="*/ 5503 w 1062127"/>
                    <a:gd name="connsiteY5" fmla="*/ 175771 h 810757"/>
                    <a:gd name="connsiteX6" fmla="*/ 63210 w 1062127"/>
                    <a:gd name="connsiteY6" fmla="*/ 76970 h 810757"/>
                    <a:gd name="connsiteX7" fmla="*/ 99933 w 1062127"/>
                    <a:gd name="connsiteY7" fmla="*/ 29755 h 810757"/>
                    <a:gd name="connsiteX8" fmla="*/ 133158 w 1062127"/>
                    <a:gd name="connsiteY8" fmla="*/ 5273 h 810757"/>
                    <a:gd name="connsiteX9" fmla="*/ 205729 w 1062127"/>
                    <a:gd name="connsiteY9" fmla="*/ 13142 h 810757"/>
                    <a:gd name="connsiteX10" fmla="*/ 895588 w 1062127"/>
                    <a:gd name="connsiteY10" fmla="*/ 455562 h 810757"/>
                    <a:gd name="connsiteX11" fmla="*/ 1004881 w 1062127"/>
                    <a:gd name="connsiteY11" fmla="*/ 525509 h 810757"/>
                    <a:gd name="connsiteX12" fmla="*/ 1038106 w 1062127"/>
                    <a:gd name="connsiteY12" fmla="*/ 550865 h 810757"/>
                    <a:gd name="connsiteX13" fmla="*/ 1061713 w 1062127"/>
                    <a:gd name="connsiteY13" fmla="*/ 612943 h 810757"/>
                    <a:gd name="connsiteX14" fmla="*/ 1045101 w 1062127"/>
                    <a:gd name="connsiteY14" fmla="*/ 657535 h 810757"/>
                    <a:gd name="connsiteX15" fmla="*/ 984771 w 1062127"/>
                    <a:gd name="connsiteY15" fmla="*/ 752839 h 810757"/>
                    <a:gd name="connsiteX16" fmla="*/ 958540 w 1062127"/>
                    <a:gd name="connsiteY16" fmla="*/ 788687 h 810757"/>
                    <a:gd name="connsiteX17" fmla="*/ 904331 w 1062127"/>
                    <a:gd name="connsiteY17" fmla="*/ 810546 h 81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2127" h="810757">
                      <a:moveTo>
                        <a:pt x="904331" y="810546"/>
                      </a:moveTo>
                      <a:cubicBezTo>
                        <a:pt x="886871" y="811542"/>
                        <a:pt x="869506" y="807276"/>
                        <a:pt x="854494" y="798305"/>
                      </a:cubicBezTo>
                      <a:cubicBezTo>
                        <a:pt x="718095" y="718739"/>
                        <a:pt x="592190" y="628682"/>
                        <a:pt x="454043" y="543870"/>
                      </a:cubicBezTo>
                      <a:cubicBezTo>
                        <a:pt x="315896" y="459059"/>
                        <a:pt x="191739" y="373373"/>
                        <a:pt x="56216" y="286813"/>
                      </a:cubicBezTo>
                      <a:cubicBezTo>
                        <a:pt x="33378" y="275805"/>
                        <a:pt x="15349" y="256840"/>
                        <a:pt x="5503" y="233478"/>
                      </a:cubicBezTo>
                      <a:cubicBezTo>
                        <a:pt x="-1893" y="214950"/>
                        <a:pt x="-1893" y="194298"/>
                        <a:pt x="5503" y="175771"/>
                      </a:cubicBezTo>
                      <a:cubicBezTo>
                        <a:pt x="21985" y="141304"/>
                        <a:pt x="41291" y="108263"/>
                        <a:pt x="63210" y="76970"/>
                      </a:cubicBezTo>
                      <a:cubicBezTo>
                        <a:pt x="73886" y="60077"/>
                        <a:pt x="86188" y="44260"/>
                        <a:pt x="99933" y="29755"/>
                      </a:cubicBezTo>
                      <a:cubicBezTo>
                        <a:pt x="107942" y="18091"/>
                        <a:pt x="119649" y="9470"/>
                        <a:pt x="133158" y="5273"/>
                      </a:cubicBezTo>
                      <a:cubicBezTo>
                        <a:pt x="157194" y="-4012"/>
                        <a:pt x="184237" y="-1075"/>
                        <a:pt x="205729" y="13142"/>
                      </a:cubicBezTo>
                      <a:cubicBezTo>
                        <a:pt x="437430" y="157409"/>
                        <a:pt x="664761" y="308671"/>
                        <a:pt x="895588" y="455562"/>
                      </a:cubicBezTo>
                      <a:lnTo>
                        <a:pt x="1004881" y="525509"/>
                      </a:lnTo>
                      <a:cubicBezTo>
                        <a:pt x="1016877" y="532679"/>
                        <a:pt x="1028025" y="541186"/>
                        <a:pt x="1038106" y="550865"/>
                      </a:cubicBezTo>
                      <a:cubicBezTo>
                        <a:pt x="1055296" y="566699"/>
                        <a:pt x="1064039" y="589686"/>
                        <a:pt x="1061713" y="612943"/>
                      </a:cubicBezTo>
                      <a:cubicBezTo>
                        <a:pt x="1059755" y="628909"/>
                        <a:pt x="1054063" y="644184"/>
                        <a:pt x="1045101" y="657535"/>
                      </a:cubicBezTo>
                      <a:cubicBezTo>
                        <a:pt x="1025865" y="689886"/>
                        <a:pt x="1004881" y="721363"/>
                        <a:pt x="984771" y="752839"/>
                      </a:cubicBezTo>
                      <a:cubicBezTo>
                        <a:pt x="977243" y="765630"/>
                        <a:pt x="968456" y="777644"/>
                        <a:pt x="958540" y="788687"/>
                      </a:cubicBezTo>
                      <a:cubicBezTo>
                        <a:pt x="943851" y="802510"/>
                        <a:pt x="924502" y="810318"/>
                        <a:pt x="904331" y="810546"/>
                      </a:cubicBezTo>
                      <a:close/>
                    </a:path>
                  </a:pathLst>
                </a:custGeom>
                <a:solidFill>
                  <a:srgbClr val="F4F4F6"/>
                </a:solidFill>
                <a:ln w="87213" cap="flat">
                  <a:noFill/>
                  <a:prstDash val="solid"/>
                  <a:miter/>
                </a:ln>
              </p:spPr>
              <p:txBody>
                <a:bodyPr rtlCol="0" anchor="ctr"/>
                <a:lstStyle/>
                <a:p>
                  <a:endParaRPr lang="en-IN" dirty="0"/>
                </a:p>
              </p:txBody>
            </p:sp>
            <p:sp>
              <p:nvSpPr>
                <p:cNvPr id="3029" name="Freeform: Shape 3028">
                  <a:extLst>
                    <a:ext uri="{FF2B5EF4-FFF2-40B4-BE49-F238E27FC236}">
                      <a16:creationId xmlns:a16="http://schemas.microsoft.com/office/drawing/2014/main" id="{C96C6000-2ADB-1E84-8D8F-8001FF9BCF5E}"/>
                    </a:ext>
                  </a:extLst>
                </p:cNvPr>
                <p:cNvSpPr/>
                <p:nvPr/>
              </p:nvSpPr>
              <p:spPr>
                <a:xfrm>
                  <a:off x="2369018" y="3832966"/>
                  <a:ext cx="931200" cy="818655"/>
                </a:xfrm>
                <a:custGeom>
                  <a:avLst/>
                  <a:gdLst>
                    <a:gd name="connsiteX0" fmla="*/ 765883 w 931200"/>
                    <a:gd name="connsiteY0" fmla="*/ 818141 h 818655"/>
                    <a:gd name="connsiteX1" fmla="*/ 785119 w 931200"/>
                    <a:gd name="connsiteY1" fmla="*/ 812021 h 818655"/>
                    <a:gd name="connsiteX2" fmla="*/ 827087 w 931200"/>
                    <a:gd name="connsiteY2" fmla="*/ 779670 h 818655"/>
                    <a:gd name="connsiteX3" fmla="*/ 897035 w 931200"/>
                    <a:gd name="connsiteY3" fmla="*/ 672999 h 818655"/>
                    <a:gd name="connsiteX4" fmla="*/ 919768 w 931200"/>
                    <a:gd name="connsiteY4" fmla="*/ 627534 h 818655"/>
                    <a:gd name="connsiteX5" fmla="*/ 905778 w 931200"/>
                    <a:gd name="connsiteY5" fmla="*/ 561958 h 818655"/>
                    <a:gd name="connsiteX6" fmla="*/ 870804 w 931200"/>
                    <a:gd name="connsiteY6" fmla="*/ 534853 h 818655"/>
                    <a:gd name="connsiteX7" fmla="*/ 83893 w 931200"/>
                    <a:gd name="connsiteY7" fmla="*/ 26858 h 818655"/>
                    <a:gd name="connsiteX8" fmla="*/ 29684 w 931200"/>
                    <a:gd name="connsiteY8" fmla="*/ 7623 h 818655"/>
                    <a:gd name="connsiteX9" fmla="*/ 8700 w 931200"/>
                    <a:gd name="connsiteY9" fmla="*/ 7623 h 818655"/>
                    <a:gd name="connsiteX10" fmla="*/ -44 w 931200"/>
                    <a:gd name="connsiteY10" fmla="*/ 7623 h 818655"/>
                    <a:gd name="connsiteX11" fmla="*/ 31432 w 931200"/>
                    <a:gd name="connsiteY11" fmla="*/ 628 h 818655"/>
                    <a:gd name="connsiteX12" fmla="*/ 69903 w 931200"/>
                    <a:gd name="connsiteY12" fmla="*/ 11119 h 818655"/>
                    <a:gd name="connsiteX13" fmla="*/ 92637 w 931200"/>
                    <a:gd name="connsiteY13" fmla="*/ 24235 h 818655"/>
                    <a:gd name="connsiteX14" fmla="*/ 873427 w 931200"/>
                    <a:gd name="connsiteY14" fmla="*/ 527858 h 818655"/>
                    <a:gd name="connsiteX15" fmla="*/ 900532 w 931200"/>
                    <a:gd name="connsiteY15" fmla="*/ 547968 h 818655"/>
                    <a:gd name="connsiteX16" fmla="*/ 906653 w 931200"/>
                    <a:gd name="connsiteY16" fmla="*/ 547968 h 818655"/>
                    <a:gd name="connsiteX17" fmla="*/ 911899 w 931200"/>
                    <a:gd name="connsiteY17" fmla="*/ 553214 h 818655"/>
                    <a:gd name="connsiteX18" fmla="*/ 918019 w 931200"/>
                    <a:gd name="connsiteY18" fmla="*/ 564581 h 818655"/>
                    <a:gd name="connsiteX19" fmla="*/ 928512 w 931200"/>
                    <a:gd name="connsiteY19" fmla="*/ 624036 h 818655"/>
                    <a:gd name="connsiteX20" fmla="*/ 913647 w 931200"/>
                    <a:gd name="connsiteY20" fmla="*/ 657261 h 818655"/>
                    <a:gd name="connsiteX21" fmla="*/ 854192 w 931200"/>
                    <a:gd name="connsiteY21" fmla="*/ 751690 h 818655"/>
                    <a:gd name="connsiteX22" fmla="*/ 820092 w 931200"/>
                    <a:gd name="connsiteY22" fmla="*/ 797157 h 818655"/>
                    <a:gd name="connsiteX23" fmla="*/ 804354 w 931200"/>
                    <a:gd name="connsiteY23" fmla="*/ 806775 h 818655"/>
                    <a:gd name="connsiteX24" fmla="*/ 765883 w 931200"/>
                    <a:gd name="connsiteY24" fmla="*/ 818141 h 81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31200" h="818655">
                      <a:moveTo>
                        <a:pt x="765883" y="818141"/>
                      </a:moveTo>
                      <a:cubicBezTo>
                        <a:pt x="771129" y="813769"/>
                        <a:pt x="778998" y="818141"/>
                        <a:pt x="785119" y="812021"/>
                      </a:cubicBezTo>
                      <a:cubicBezTo>
                        <a:pt x="801906" y="805463"/>
                        <a:pt x="816473" y="794236"/>
                        <a:pt x="827087" y="779670"/>
                      </a:cubicBezTo>
                      <a:cubicBezTo>
                        <a:pt x="852443" y="745570"/>
                        <a:pt x="874302" y="708848"/>
                        <a:pt x="897035" y="672999"/>
                      </a:cubicBezTo>
                      <a:cubicBezTo>
                        <a:pt x="907693" y="659587"/>
                        <a:pt x="915431" y="644102"/>
                        <a:pt x="919768" y="627534"/>
                      </a:cubicBezTo>
                      <a:cubicBezTo>
                        <a:pt x="924009" y="604687"/>
                        <a:pt x="918972" y="581089"/>
                        <a:pt x="905778" y="561958"/>
                      </a:cubicBezTo>
                      <a:cubicBezTo>
                        <a:pt x="895750" y="550994"/>
                        <a:pt x="883920" y="541830"/>
                        <a:pt x="870804" y="534853"/>
                      </a:cubicBezTo>
                      <a:lnTo>
                        <a:pt x="83893" y="26858"/>
                      </a:lnTo>
                      <a:cubicBezTo>
                        <a:pt x="67674" y="16104"/>
                        <a:pt x="49059" y="9503"/>
                        <a:pt x="29684" y="7623"/>
                      </a:cubicBezTo>
                      <a:cubicBezTo>
                        <a:pt x="22750" y="6337"/>
                        <a:pt x="15633" y="6337"/>
                        <a:pt x="8700" y="7623"/>
                      </a:cubicBezTo>
                      <a:cubicBezTo>
                        <a:pt x="8700" y="7623"/>
                        <a:pt x="3453" y="7623"/>
                        <a:pt x="-44" y="7623"/>
                      </a:cubicBezTo>
                      <a:cubicBezTo>
                        <a:pt x="9058" y="1100"/>
                        <a:pt x="20424" y="-1427"/>
                        <a:pt x="31432" y="628"/>
                      </a:cubicBezTo>
                      <a:cubicBezTo>
                        <a:pt x="44845" y="1424"/>
                        <a:pt x="57943" y="4999"/>
                        <a:pt x="69903" y="11119"/>
                      </a:cubicBezTo>
                      <a:cubicBezTo>
                        <a:pt x="76898" y="16366"/>
                        <a:pt x="85642" y="19863"/>
                        <a:pt x="92637" y="24235"/>
                      </a:cubicBezTo>
                      <a:lnTo>
                        <a:pt x="873427" y="527858"/>
                      </a:lnTo>
                      <a:cubicBezTo>
                        <a:pt x="883168" y="533559"/>
                        <a:pt x="892252" y="540300"/>
                        <a:pt x="900532" y="547968"/>
                      </a:cubicBezTo>
                      <a:cubicBezTo>
                        <a:pt x="900532" y="547968"/>
                        <a:pt x="904904" y="547968"/>
                        <a:pt x="906653" y="547968"/>
                      </a:cubicBezTo>
                      <a:cubicBezTo>
                        <a:pt x="908401" y="547968"/>
                        <a:pt x="906653" y="547968"/>
                        <a:pt x="911899" y="553214"/>
                      </a:cubicBezTo>
                      <a:cubicBezTo>
                        <a:pt x="917145" y="558460"/>
                        <a:pt x="911899" y="561083"/>
                        <a:pt x="918019" y="564581"/>
                      </a:cubicBezTo>
                      <a:cubicBezTo>
                        <a:pt x="930453" y="581744"/>
                        <a:pt x="934317" y="603655"/>
                        <a:pt x="928512" y="624036"/>
                      </a:cubicBezTo>
                      <a:cubicBezTo>
                        <a:pt x="924831" y="635638"/>
                        <a:pt x="919846" y="646787"/>
                        <a:pt x="913647" y="657261"/>
                      </a:cubicBezTo>
                      <a:cubicBezTo>
                        <a:pt x="896160" y="689612"/>
                        <a:pt x="873427" y="720214"/>
                        <a:pt x="854192" y="751690"/>
                      </a:cubicBezTo>
                      <a:cubicBezTo>
                        <a:pt x="843604" y="767411"/>
                        <a:pt x="832220" y="782590"/>
                        <a:pt x="820092" y="797157"/>
                      </a:cubicBezTo>
                      <a:cubicBezTo>
                        <a:pt x="814549" y="799841"/>
                        <a:pt x="809277" y="803058"/>
                        <a:pt x="804354" y="806775"/>
                      </a:cubicBezTo>
                      <a:cubicBezTo>
                        <a:pt x="793739" y="815885"/>
                        <a:pt x="779742" y="820021"/>
                        <a:pt x="765883" y="818141"/>
                      </a:cubicBezTo>
                      <a:close/>
                    </a:path>
                  </a:pathLst>
                </a:custGeom>
                <a:solidFill>
                  <a:srgbClr val="F6F6F7"/>
                </a:solidFill>
                <a:ln w="87213" cap="flat">
                  <a:noFill/>
                  <a:prstDash val="solid"/>
                  <a:miter/>
                </a:ln>
              </p:spPr>
              <p:txBody>
                <a:bodyPr rtlCol="0" anchor="ctr"/>
                <a:lstStyle/>
                <a:p>
                  <a:endParaRPr lang="en-IN" dirty="0"/>
                </a:p>
              </p:txBody>
            </p:sp>
            <p:sp>
              <p:nvSpPr>
                <p:cNvPr id="3030" name="Freeform: Shape 3029">
                  <a:extLst>
                    <a:ext uri="{FF2B5EF4-FFF2-40B4-BE49-F238E27FC236}">
                      <a16:creationId xmlns:a16="http://schemas.microsoft.com/office/drawing/2014/main" id="{CE3653FC-4DAE-E7FD-D04B-A9C846FFE9A5}"/>
                    </a:ext>
                  </a:extLst>
                </p:cNvPr>
                <p:cNvSpPr/>
                <p:nvPr/>
              </p:nvSpPr>
              <p:spPr>
                <a:xfrm>
                  <a:off x="3269510" y="4382737"/>
                  <a:ext cx="5331" cy="7011"/>
                </a:xfrm>
                <a:custGeom>
                  <a:avLst/>
                  <a:gdLst>
                    <a:gd name="connsiteX0" fmla="*/ 5287 w 5331"/>
                    <a:gd name="connsiteY0" fmla="*/ 6941 h 7011"/>
                    <a:gd name="connsiteX1" fmla="*/ 41 w 5331"/>
                    <a:gd name="connsiteY1" fmla="*/ 1695 h 7011"/>
                    <a:gd name="connsiteX2" fmla="*/ 5287 w 5331"/>
                    <a:gd name="connsiteY2" fmla="*/ 6941 h 7011"/>
                  </a:gdLst>
                  <a:ahLst/>
                  <a:cxnLst>
                    <a:cxn ang="0">
                      <a:pos x="connsiteX0" y="connsiteY0"/>
                    </a:cxn>
                    <a:cxn ang="0">
                      <a:pos x="connsiteX1" y="connsiteY1"/>
                    </a:cxn>
                    <a:cxn ang="0">
                      <a:pos x="connsiteX2" y="connsiteY2"/>
                    </a:cxn>
                  </a:cxnLst>
                  <a:rect l="l" t="t" r="r" b="b"/>
                  <a:pathLst>
                    <a:path w="5331" h="7011">
                      <a:moveTo>
                        <a:pt x="5287" y="6941"/>
                      </a:moveTo>
                      <a:cubicBezTo>
                        <a:pt x="5287" y="6941"/>
                        <a:pt x="-833" y="6941"/>
                        <a:pt x="41" y="1695"/>
                      </a:cubicBezTo>
                      <a:cubicBezTo>
                        <a:pt x="915" y="-3551"/>
                        <a:pt x="5287" y="4318"/>
                        <a:pt x="5287" y="6941"/>
                      </a:cubicBezTo>
                      <a:close/>
                    </a:path>
                  </a:pathLst>
                </a:custGeom>
                <a:solidFill>
                  <a:srgbClr val="FAFAFB"/>
                </a:solidFill>
                <a:ln w="87213" cap="flat">
                  <a:noFill/>
                  <a:prstDash val="solid"/>
                  <a:miter/>
                </a:ln>
              </p:spPr>
              <p:txBody>
                <a:bodyPr rtlCol="0" anchor="ctr"/>
                <a:lstStyle/>
                <a:p>
                  <a:endParaRPr lang="en-IN" dirty="0"/>
                </a:p>
              </p:txBody>
            </p:sp>
            <p:sp>
              <p:nvSpPr>
                <p:cNvPr id="3031" name="Freeform: Shape 3030">
                  <a:extLst>
                    <a:ext uri="{FF2B5EF4-FFF2-40B4-BE49-F238E27FC236}">
                      <a16:creationId xmlns:a16="http://schemas.microsoft.com/office/drawing/2014/main" id="{FDE1C898-34B3-EFCC-51B6-B61A6A273A54}"/>
                    </a:ext>
                  </a:extLst>
                </p:cNvPr>
                <p:cNvSpPr/>
                <p:nvPr/>
              </p:nvSpPr>
              <p:spPr>
                <a:xfrm>
                  <a:off x="2236150" y="3841765"/>
                  <a:ext cx="1049786" cy="803169"/>
                </a:xfrm>
                <a:custGeom>
                  <a:avLst/>
                  <a:gdLst>
                    <a:gd name="connsiteX0" fmla="*/ 607594 w 1049786"/>
                    <a:gd name="connsiteY0" fmla="*/ 274243 h 803169"/>
                    <a:gd name="connsiteX1" fmla="*/ 1002798 w 1049786"/>
                    <a:gd name="connsiteY1" fmla="*/ 529552 h 803169"/>
                    <a:gd name="connsiteX2" fmla="*/ 1043018 w 1049786"/>
                    <a:gd name="connsiteY2" fmla="*/ 571521 h 803169"/>
                    <a:gd name="connsiteX3" fmla="*/ 1038646 w 1049786"/>
                    <a:gd name="connsiteY3" fmla="*/ 640594 h 803169"/>
                    <a:gd name="connsiteX4" fmla="*/ 963453 w 1049786"/>
                    <a:gd name="connsiteY4" fmla="*/ 760380 h 803169"/>
                    <a:gd name="connsiteX5" fmla="*/ 921484 w 1049786"/>
                    <a:gd name="connsiteY5" fmla="*/ 798850 h 803169"/>
                    <a:gd name="connsiteX6" fmla="*/ 870772 w 1049786"/>
                    <a:gd name="connsiteY6" fmla="*/ 798850 h 803169"/>
                    <a:gd name="connsiteX7" fmla="*/ 829678 w 1049786"/>
                    <a:gd name="connsiteY7" fmla="*/ 779615 h 803169"/>
                    <a:gd name="connsiteX8" fmla="*/ 51510 w 1049786"/>
                    <a:gd name="connsiteY8" fmla="*/ 278615 h 803169"/>
                    <a:gd name="connsiteX9" fmla="*/ 14787 w 1049786"/>
                    <a:gd name="connsiteY9" fmla="*/ 245390 h 803169"/>
                    <a:gd name="connsiteX10" fmla="*/ 6044 w 1049786"/>
                    <a:gd name="connsiteY10" fmla="*/ 172819 h 803169"/>
                    <a:gd name="connsiteX11" fmla="*/ 26154 w 1049786"/>
                    <a:gd name="connsiteY11" fmla="*/ 135222 h 803169"/>
                    <a:gd name="connsiteX12" fmla="*/ 83861 w 1049786"/>
                    <a:gd name="connsiteY12" fmla="*/ 47788 h 803169"/>
                    <a:gd name="connsiteX13" fmla="*/ 125829 w 1049786"/>
                    <a:gd name="connsiteY13" fmla="*/ 8442 h 803169"/>
                    <a:gd name="connsiteX14" fmla="*/ 194902 w 1049786"/>
                    <a:gd name="connsiteY14" fmla="*/ 8442 h 803169"/>
                    <a:gd name="connsiteX15" fmla="*/ 298075 w 1049786"/>
                    <a:gd name="connsiteY15" fmla="*/ 72269 h 80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9786" h="803169">
                      <a:moveTo>
                        <a:pt x="607594" y="274243"/>
                      </a:moveTo>
                      <a:cubicBezTo>
                        <a:pt x="739908" y="358766"/>
                        <a:pt x="871646" y="443866"/>
                        <a:pt x="1002798" y="529552"/>
                      </a:cubicBezTo>
                      <a:cubicBezTo>
                        <a:pt x="1019953" y="539397"/>
                        <a:pt x="1033908" y="553964"/>
                        <a:pt x="1043018" y="571521"/>
                      </a:cubicBezTo>
                      <a:cubicBezTo>
                        <a:pt x="1053344" y="593799"/>
                        <a:pt x="1051692" y="619793"/>
                        <a:pt x="1038646" y="640594"/>
                      </a:cubicBezTo>
                      <a:cubicBezTo>
                        <a:pt x="1016788" y="682563"/>
                        <a:pt x="988809" y="721034"/>
                        <a:pt x="963453" y="760380"/>
                      </a:cubicBezTo>
                      <a:cubicBezTo>
                        <a:pt x="953503" y="777010"/>
                        <a:pt x="938918" y="790378"/>
                        <a:pt x="921484" y="798850"/>
                      </a:cubicBezTo>
                      <a:cubicBezTo>
                        <a:pt x="905055" y="804516"/>
                        <a:pt x="887201" y="804516"/>
                        <a:pt x="870772" y="798850"/>
                      </a:cubicBezTo>
                      <a:cubicBezTo>
                        <a:pt x="856293" y="794252"/>
                        <a:pt x="842478" y="787782"/>
                        <a:pt x="829678" y="779615"/>
                      </a:cubicBezTo>
                      <a:lnTo>
                        <a:pt x="51510" y="278615"/>
                      </a:lnTo>
                      <a:cubicBezTo>
                        <a:pt x="37101" y="270195"/>
                        <a:pt x="24597" y="258881"/>
                        <a:pt x="14787" y="245390"/>
                      </a:cubicBezTo>
                      <a:cubicBezTo>
                        <a:pt x="-1170" y="224615"/>
                        <a:pt x="-4518" y="196794"/>
                        <a:pt x="6044" y="172819"/>
                      </a:cubicBezTo>
                      <a:cubicBezTo>
                        <a:pt x="11876" y="159844"/>
                        <a:pt x="18599" y="147280"/>
                        <a:pt x="26154" y="135222"/>
                      </a:cubicBezTo>
                      <a:cubicBezTo>
                        <a:pt x="45389" y="105494"/>
                        <a:pt x="63751" y="75767"/>
                        <a:pt x="83861" y="47788"/>
                      </a:cubicBezTo>
                      <a:cubicBezTo>
                        <a:pt x="93986" y="31079"/>
                        <a:pt x="108500" y="17465"/>
                        <a:pt x="125829" y="8442"/>
                      </a:cubicBezTo>
                      <a:cubicBezTo>
                        <a:pt x="147452" y="-2907"/>
                        <a:pt x="173280" y="-2907"/>
                        <a:pt x="194902" y="8442"/>
                      </a:cubicBezTo>
                      <a:cubicBezTo>
                        <a:pt x="230751" y="26804"/>
                        <a:pt x="263976" y="50411"/>
                        <a:pt x="298075" y="72269"/>
                      </a:cubicBezTo>
                      <a:close/>
                    </a:path>
                  </a:pathLst>
                </a:custGeom>
                <a:solidFill>
                  <a:srgbClr val="EBECEE"/>
                </a:solidFill>
                <a:ln w="87213" cap="flat">
                  <a:noFill/>
                  <a:prstDash val="solid"/>
                  <a:miter/>
                </a:ln>
              </p:spPr>
              <p:txBody>
                <a:bodyPr rtlCol="0" anchor="ctr"/>
                <a:lstStyle/>
                <a:p>
                  <a:endParaRPr lang="en-IN" dirty="0"/>
                </a:p>
              </p:txBody>
            </p:sp>
            <p:sp>
              <p:nvSpPr>
                <p:cNvPr id="3032" name="Freeform: Shape 3031">
                  <a:extLst>
                    <a:ext uri="{FF2B5EF4-FFF2-40B4-BE49-F238E27FC236}">
                      <a16:creationId xmlns:a16="http://schemas.microsoft.com/office/drawing/2014/main" id="{E01CE8C7-481A-FEF8-900C-AE370811346F}"/>
                    </a:ext>
                  </a:extLst>
                </p:cNvPr>
                <p:cNvSpPr/>
                <p:nvPr/>
              </p:nvSpPr>
              <p:spPr>
                <a:xfrm>
                  <a:off x="2245255" y="3848130"/>
                  <a:ext cx="1040550" cy="787794"/>
                </a:xfrm>
                <a:custGeom>
                  <a:avLst/>
                  <a:gdLst>
                    <a:gd name="connsiteX0" fmla="*/ 942107 w 1040550"/>
                    <a:gd name="connsiteY0" fmla="*/ 768003 h 787794"/>
                    <a:gd name="connsiteX1" fmla="*/ 936862 w 1040550"/>
                    <a:gd name="connsiteY1" fmla="*/ 773249 h 787794"/>
                    <a:gd name="connsiteX2" fmla="*/ 928992 w 1040550"/>
                    <a:gd name="connsiteY2" fmla="*/ 778496 h 787794"/>
                    <a:gd name="connsiteX3" fmla="*/ 921123 w 1040550"/>
                    <a:gd name="connsiteY3" fmla="*/ 784616 h 787794"/>
                    <a:gd name="connsiteX4" fmla="*/ 911505 w 1040550"/>
                    <a:gd name="connsiteY4" fmla="*/ 784616 h 787794"/>
                    <a:gd name="connsiteX5" fmla="*/ 878280 w 1040550"/>
                    <a:gd name="connsiteY5" fmla="*/ 784616 h 787794"/>
                    <a:gd name="connsiteX6" fmla="*/ 870411 w 1040550"/>
                    <a:gd name="connsiteY6" fmla="*/ 784616 h 787794"/>
                    <a:gd name="connsiteX7" fmla="*/ 856421 w 1040550"/>
                    <a:gd name="connsiteY7" fmla="*/ 784616 h 787794"/>
                    <a:gd name="connsiteX8" fmla="*/ 838935 w 1040550"/>
                    <a:gd name="connsiteY8" fmla="*/ 775873 h 787794"/>
                    <a:gd name="connsiteX9" fmla="*/ 42405 w 1040550"/>
                    <a:gd name="connsiteY9" fmla="*/ 263506 h 787794"/>
                    <a:gd name="connsiteX10" fmla="*/ 30165 w 1040550"/>
                    <a:gd name="connsiteY10" fmla="*/ 254763 h 787794"/>
                    <a:gd name="connsiteX11" fmla="*/ 7432 w 1040550"/>
                    <a:gd name="connsiteY11" fmla="*/ 161207 h 787794"/>
                    <a:gd name="connsiteX12" fmla="*/ 15301 w 1040550"/>
                    <a:gd name="connsiteY12" fmla="*/ 148966 h 787794"/>
                    <a:gd name="connsiteX13" fmla="*/ 87871 w 1040550"/>
                    <a:gd name="connsiteY13" fmla="*/ 36176 h 787794"/>
                    <a:gd name="connsiteX14" fmla="*/ 96615 w 1040550"/>
                    <a:gd name="connsiteY14" fmla="*/ 23935 h 787794"/>
                    <a:gd name="connsiteX15" fmla="*/ 129840 w 1040550"/>
                    <a:gd name="connsiteY15" fmla="*/ 1202 h 787794"/>
                    <a:gd name="connsiteX16" fmla="*/ 159568 w 1040550"/>
                    <a:gd name="connsiteY16" fmla="*/ 1202 h 787794"/>
                    <a:gd name="connsiteX17" fmla="*/ 169186 w 1040550"/>
                    <a:gd name="connsiteY17" fmla="*/ 1202 h 787794"/>
                    <a:gd name="connsiteX18" fmla="*/ 184050 w 1040550"/>
                    <a:gd name="connsiteY18" fmla="*/ 7323 h 787794"/>
                    <a:gd name="connsiteX19" fmla="*/ 198039 w 1040550"/>
                    <a:gd name="connsiteY19" fmla="*/ 12569 h 787794"/>
                    <a:gd name="connsiteX20" fmla="*/ 998940 w 1040550"/>
                    <a:gd name="connsiteY20" fmla="*/ 528433 h 787794"/>
                    <a:gd name="connsiteX21" fmla="*/ 1005935 w 1040550"/>
                    <a:gd name="connsiteY21" fmla="*/ 533679 h 787794"/>
                    <a:gd name="connsiteX22" fmla="*/ 1017301 w 1040550"/>
                    <a:gd name="connsiteY22" fmla="*/ 543296 h 787794"/>
                    <a:gd name="connsiteX23" fmla="*/ 1022547 w 1040550"/>
                    <a:gd name="connsiteY23" fmla="*/ 548542 h 787794"/>
                    <a:gd name="connsiteX24" fmla="*/ 1029542 w 1040550"/>
                    <a:gd name="connsiteY24" fmla="*/ 557286 h 787794"/>
                    <a:gd name="connsiteX25" fmla="*/ 1040034 w 1040550"/>
                    <a:gd name="connsiteY25" fmla="*/ 606249 h 787794"/>
                    <a:gd name="connsiteX26" fmla="*/ 1040034 w 1040550"/>
                    <a:gd name="connsiteY26" fmla="*/ 617616 h 787794"/>
                    <a:gd name="connsiteX27" fmla="*/ 1040034 w 1040550"/>
                    <a:gd name="connsiteY27" fmla="*/ 624611 h 787794"/>
                    <a:gd name="connsiteX28" fmla="*/ 1033914 w 1040550"/>
                    <a:gd name="connsiteY28" fmla="*/ 637726 h 787794"/>
                    <a:gd name="connsiteX29" fmla="*/ 1033914 w 1040550"/>
                    <a:gd name="connsiteY29" fmla="*/ 642972 h 787794"/>
                    <a:gd name="connsiteX30" fmla="*/ 963092 w 1040550"/>
                    <a:gd name="connsiteY30" fmla="*/ 752265 h 787794"/>
                    <a:gd name="connsiteX31" fmla="*/ 963092 w 1040550"/>
                    <a:gd name="connsiteY31" fmla="*/ 757511 h 787794"/>
                    <a:gd name="connsiteX32" fmla="*/ 942107 w 1040550"/>
                    <a:gd name="connsiteY32" fmla="*/ 768003 h 78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40550" h="787794">
                      <a:moveTo>
                        <a:pt x="942107" y="768003"/>
                      </a:moveTo>
                      <a:cubicBezTo>
                        <a:pt x="942107" y="768003"/>
                        <a:pt x="942107" y="768003"/>
                        <a:pt x="936862" y="773249"/>
                      </a:cubicBezTo>
                      <a:cubicBezTo>
                        <a:pt x="931615" y="778496"/>
                        <a:pt x="936862" y="773249"/>
                        <a:pt x="928992" y="778496"/>
                      </a:cubicBezTo>
                      <a:lnTo>
                        <a:pt x="921123" y="784616"/>
                      </a:lnTo>
                      <a:lnTo>
                        <a:pt x="911505" y="784616"/>
                      </a:lnTo>
                      <a:cubicBezTo>
                        <a:pt x="901013" y="784616"/>
                        <a:pt x="889647" y="791611"/>
                        <a:pt x="878280" y="784616"/>
                      </a:cubicBezTo>
                      <a:cubicBezTo>
                        <a:pt x="866914" y="777621"/>
                        <a:pt x="873034" y="784616"/>
                        <a:pt x="870411" y="784616"/>
                      </a:cubicBezTo>
                      <a:lnTo>
                        <a:pt x="856421" y="784616"/>
                      </a:lnTo>
                      <a:cubicBezTo>
                        <a:pt x="850301" y="784616"/>
                        <a:pt x="845930" y="776747"/>
                        <a:pt x="838935" y="775873"/>
                      </a:cubicBezTo>
                      <a:lnTo>
                        <a:pt x="42405" y="263506"/>
                      </a:lnTo>
                      <a:cubicBezTo>
                        <a:pt x="42405" y="263506"/>
                        <a:pt x="36285" y="255637"/>
                        <a:pt x="30165" y="254763"/>
                      </a:cubicBezTo>
                      <a:cubicBezTo>
                        <a:pt x="1302" y="232947"/>
                        <a:pt x="-8202" y="193829"/>
                        <a:pt x="7432" y="161207"/>
                      </a:cubicBezTo>
                      <a:cubicBezTo>
                        <a:pt x="12678" y="161207"/>
                        <a:pt x="13552" y="153338"/>
                        <a:pt x="15301" y="148966"/>
                      </a:cubicBezTo>
                      <a:cubicBezTo>
                        <a:pt x="38908" y="111369"/>
                        <a:pt x="63390" y="73772"/>
                        <a:pt x="87871" y="36176"/>
                      </a:cubicBezTo>
                      <a:cubicBezTo>
                        <a:pt x="91998" y="33116"/>
                        <a:pt x="95058" y="28831"/>
                        <a:pt x="96615" y="23935"/>
                      </a:cubicBezTo>
                      <a:cubicBezTo>
                        <a:pt x="105997" y="14142"/>
                        <a:pt x="117311" y="6395"/>
                        <a:pt x="129840" y="1202"/>
                      </a:cubicBezTo>
                      <a:cubicBezTo>
                        <a:pt x="139676" y="-494"/>
                        <a:pt x="149731" y="-494"/>
                        <a:pt x="159568" y="1202"/>
                      </a:cubicBezTo>
                      <a:lnTo>
                        <a:pt x="169186" y="1202"/>
                      </a:lnTo>
                      <a:lnTo>
                        <a:pt x="184050" y="7323"/>
                      </a:lnTo>
                      <a:cubicBezTo>
                        <a:pt x="189296" y="7323"/>
                        <a:pt x="192793" y="12569"/>
                        <a:pt x="198039" y="12569"/>
                      </a:cubicBezTo>
                      <a:lnTo>
                        <a:pt x="998940" y="528433"/>
                      </a:lnTo>
                      <a:cubicBezTo>
                        <a:pt x="1001616" y="529674"/>
                        <a:pt x="1003994" y="531458"/>
                        <a:pt x="1005935" y="533679"/>
                      </a:cubicBezTo>
                      <a:cubicBezTo>
                        <a:pt x="1005935" y="538925"/>
                        <a:pt x="1014678" y="538925"/>
                        <a:pt x="1017301" y="543296"/>
                      </a:cubicBezTo>
                      <a:cubicBezTo>
                        <a:pt x="1019924" y="547668"/>
                        <a:pt x="1017301" y="543296"/>
                        <a:pt x="1022547" y="548542"/>
                      </a:cubicBezTo>
                      <a:cubicBezTo>
                        <a:pt x="1027794" y="553789"/>
                        <a:pt x="1027794" y="553789"/>
                        <a:pt x="1029542" y="557286"/>
                      </a:cubicBezTo>
                      <a:cubicBezTo>
                        <a:pt x="1038215" y="572054"/>
                        <a:pt x="1041896" y="589226"/>
                        <a:pt x="1040034" y="606249"/>
                      </a:cubicBezTo>
                      <a:cubicBezTo>
                        <a:pt x="1040034" y="606249"/>
                        <a:pt x="1040034" y="614118"/>
                        <a:pt x="1040034" y="617616"/>
                      </a:cubicBezTo>
                      <a:cubicBezTo>
                        <a:pt x="1038784" y="619776"/>
                        <a:pt x="1038784" y="622442"/>
                        <a:pt x="1040034" y="624611"/>
                      </a:cubicBezTo>
                      <a:cubicBezTo>
                        <a:pt x="1040034" y="629856"/>
                        <a:pt x="1033914" y="632480"/>
                        <a:pt x="1033914" y="637726"/>
                      </a:cubicBezTo>
                      <a:cubicBezTo>
                        <a:pt x="1033914" y="642972"/>
                        <a:pt x="1033914" y="637726"/>
                        <a:pt x="1033914" y="642972"/>
                      </a:cubicBezTo>
                      <a:lnTo>
                        <a:pt x="963092" y="752265"/>
                      </a:lnTo>
                      <a:cubicBezTo>
                        <a:pt x="963092" y="752265"/>
                        <a:pt x="963092" y="756637"/>
                        <a:pt x="963092" y="757511"/>
                      </a:cubicBezTo>
                      <a:cubicBezTo>
                        <a:pt x="963092" y="758385"/>
                        <a:pt x="942107" y="765380"/>
                        <a:pt x="942107" y="768003"/>
                      </a:cubicBezTo>
                      <a:close/>
                    </a:path>
                  </a:pathLst>
                </a:custGeom>
                <a:solidFill>
                  <a:srgbClr val="E3E5E8"/>
                </a:solidFill>
                <a:ln w="87213" cap="flat">
                  <a:noFill/>
                  <a:prstDash val="solid"/>
                  <a:miter/>
                </a:ln>
              </p:spPr>
              <p:txBody>
                <a:bodyPr rtlCol="0" anchor="ctr"/>
                <a:lstStyle/>
                <a:p>
                  <a:endParaRPr lang="en-IN" dirty="0"/>
                </a:p>
              </p:txBody>
            </p:sp>
            <p:sp>
              <p:nvSpPr>
                <p:cNvPr id="3033" name="Freeform: Shape 3032">
                  <a:extLst>
                    <a:ext uri="{FF2B5EF4-FFF2-40B4-BE49-F238E27FC236}">
                      <a16:creationId xmlns:a16="http://schemas.microsoft.com/office/drawing/2014/main" id="{53769A4F-269E-38FE-948D-C6BA42E1885F}"/>
                    </a:ext>
                  </a:extLst>
                </p:cNvPr>
                <p:cNvSpPr/>
                <p:nvPr/>
              </p:nvSpPr>
              <p:spPr>
                <a:xfrm>
                  <a:off x="2436343" y="3857271"/>
                  <a:ext cx="810518" cy="524607"/>
                </a:xfrm>
                <a:custGeom>
                  <a:avLst/>
                  <a:gdLst>
                    <a:gd name="connsiteX0" fmla="*/ 810475 w 810518"/>
                    <a:gd name="connsiteY0" fmla="*/ 524537 h 524607"/>
                    <a:gd name="connsiteX1" fmla="*/ -44 w 810518"/>
                    <a:gd name="connsiteY1" fmla="*/ -70 h 524607"/>
                    <a:gd name="connsiteX2" fmla="*/ -44 w 810518"/>
                    <a:gd name="connsiteY2" fmla="*/ -70 h 524607"/>
                    <a:gd name="connsiteX3" fmla="*/ 8699 w 810518"/>
                    <a:gd name="connsiteY3" fmla="*/ -70 h 524607"/>
                    <a:gd name="connsiteX4" fmla="*/ 804354 w 810518"/>
                    <a:gd name="connsiteY4" fmla="*/ 512297 h 524607"/>
                    <a:gd name="connsiteX5" fmla="*/ 810475 w 810518"/>
                    <a:gd name="connsiteY5" fmla="*/ 524537 h 52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0518" h="524607">
                      <a:moveTo>
                        <a:pt x="810475" y="524537"/>
                      </a:moveTo>
                      <a:lnTo>
                        <a:pt x="-44" y="-70"/>
                      </a:lnTo>
                      <a:cubicBezTo>
                        <a:pt x="-44" y="-70"/>
                        <a:pt x="-44" y="-70"/>
                        <a:pt x="-44" y="-70"/>
                      </a:cubicBezTo>
                      <a:cubicBezTo>
                        <a:pt x="-44" y="-70"/>
                        <a:pt x="6076" y="-70"/>
                        <a:pt x="8699" y="-70"/>
                      </a:cubicBezTo>
                      <a:lnTo>
                        <a:pt x="804354" y="512297"/>
                      </a:lnTo>
                      <a:cubicBezTo>
                        <a:pt x="804354" y="512297"/>
                        <a:pt x="809600" y="521040"/>
                        <a:pt x="810475" y="524537"/>
                      </a:cubicBezTo>
                      <a:close/>
                    </a:path>
                  </a:pathLst>
                </a:custGeom>
                <a:solidFill>
                  <a:srgbClr val="E7E8EB"/>
                </a:solidFill>
                <a:ln w="87213" cap="flat">
                  <a:noFill/>
                  <a:prstDash val="solid"/>
                  <a:miter/>
                </a:ln>
              </p:spPr>
              <p:txBody>
                <a:bodyPr rtlCol="0" anchor="ctr"/>
                <a:lstStyle/>
                <a:p>
                  <a:endParaRPr lang="en-IN" dirty="0"/>
                </a:p>
              </p:txBody>
            </p:sp>
            <p:sp>
              <p:nvSpPr>
                <p:cNvPr id="3034" name="Freeform: Shape 3033">
                  <a:extLst>
                    <a:ext uri="{FF2B5EF4-FFF2-40B4-BE49-F238E27FC236}">
                      <a16:creationId xmlns:a16="http://schemas.microsoft.com/office/drawing/2014/main" id="{E1051A82-D957-468A-CB4D-7E4AE27377DB}"/>
                    </a:ext>
                  </a:extLst>
                </p:cNvPr>
                <p:cNvSpPr/>
                <p:nvPr/>
              </p:nvSpPr>
              <p:spPr>
                <a:xfrm>
                  <a:off x="2279835" y="4104801"/>
                  <a:ext cx="801775" cy="520145"/>
                </a:xfrm>
                <a:custGeom>
                  <a:avLst/>
                  <a:gdLst>
                    <a:gd name="connsiteX0" fmla="*/ 1705 w 801775"/>
                    <a:gd name="connsiteY0" fmla="*/ 5960 h 520145"/>
                    <a:gd name="connsiteX1" fmla="*/ 801731 w 801775"/>
                    <a:gd name="connsiteY1" fmla="*/ 520076 h 520145"/>
                    <a:gd name="connsiteX2" fmla="*/ 801731 w 801775"/>
                    <a:gd name="connsiteY2" fmla="*/ 520076 h 520145"/>
                    <a:gd name="connsiteX3" fmla="*/ 792988 w 801775"/>
                    <a:gd name="connsiteY3" fmla="*/ 515704 h 520145"/>
                    <a:gd name="connsiteX4" fmla="*/ 6076 w 801775"/>
                    <a:gd name="connsiteY4" fmla="*/ 9458 h 520145"/>
                    <a:gd name="connsiteX5" fmla="*/ -44 w 801775"/>
                    <a:gd name="connsiteY5" fmla="*/ 2463 h 520145"/>
                    <a:gd name="connsiteX6" fmla="*/ 1705 w 801775"/>
                    <a:gd name="connsiteY6" fmla="*/ 5960 h 52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775" h="520145">
                      <a:moveTo>
                        <a:pt x="1705" y="5960"/>
                      </a:moveTo>
                      <a:lnTo>
                        <a:pt x="801731" y="520076"/>
                      </a:lnTo>
                      <a:lnTo>
                        <a:pt x="801731" y="520076"/>
                      </a:lnTo>
                      <a:cubicBezTo>
                        <a:pt x="801731" y="520076"/>
                        <a:pt x="795611" y="520076"/>
                        <a:pt x="792988" y="515704"/>
                      </a:cubicBezTo>
                      <a:lnTo>
                        <a:pt x="6076" y="9458"/>
                      </a:lnTo>
                      <a:cubicBezTo>
                        <a:pt x="6076" y="9458"/>
                        <a:pt x="-44" y="9458"/>
                        <a:pt x="-44" y="2463"/>
                      </a:cubicBezTo>
                      <a:cubicBezTo>
                        <a:pt x="-44" y="-4532"/>
                        <a:pt x="1705" y="5086"/>
                        <a:pt x="1705" y="5960"/>
                      </a:cubicBezTo>
                      <a:close/>
                    </a:path>
                  </a:pathLst>
                </a:custGeom>
                <a:solidFill>
                  <a:srgbClr val="E7E8EB"/>
                </a:solidFill>
                <a:ln w="87213" cap="flat">
                  <a:noFill/>
                  <a:prstDash val="solid"/>
                  <a:miter/>
                </a:ln>
              </p:spPr>
              <p:txBody>
                <a:bodyPr rtlCol="0" anchor="ctr"/>
                <a:lstStyle/>
                <a:p>
                  <a:endParaRPr lang="en-IN" dirty="0"/>
                </a:p>
              </p:txBody>
            </p:sp>
            <p:sp>
              <p:nvSpPr>
                <p:cNvPr id="3035" name="Freeform: Shape 3034">
                  <a:extLst>
                    <a:ext uri="{FF2B5EF4-FFF2-40B4-BE49-F238E27FC236}">
                      <a16:creationId xmlns:a16="http://schemas.microsoft.com/office/drawing/2014/main" id="{1218E1A6-253A-3A27-2DE9-31C657FF1899}"/>
                    </a:ext>
                  </a:extLst>
                </p:cNvPr>
                <p:cNvSpPr/>
                <p:nvPr/>
              </p:nvSpPr>
              <p:spPr>
                <a:xfrm>
                  <a:off x="2255354" y="3879616"/>
                  <a:ext cx="77039" cy="120174"/>
                </a:xfrm>
                <a:custGeom>
                  <a:avLst/>
                  <a:gdLst>
                    <a:gd name="connsiteX0" fmla="*/ 75150 w 77039"/>
                    <a:gd name="connsiteY0" fmla="*/ 3816 h 120174"/>
                    <a:gd name="connsiteX1" fmla="*/ -44 w 77039"/>
                    <a:gd name="connsiteY1" fmla="*/ 120104 h 120174"/>
                    <a:gd name="connsiteX2" fmla="*/ -44 w 77039"/>
                    <a:gd name="connsiteY2" fmla="*/ 120104 h 120174"/>
                    <a:gd name="connsiteX3" fmla="*/ -44 w 77039"/>
                    <a:gd name="connsiteY3" fmla="*/ 120104 h 120174"/>
                    <a:gd name="connsiteX4" fmla="*/ -44 w 77039"/>
                    <a:gd name="connsiteY4" fmla="*/ 112235 h 120174"/>
                    <a:gd name="connsiteX5" fmla="*/ 68155 w 77039"/>
                    <a:gd name="connsiteY5" fmla="*/ 6439 h 120174"/>
                    <a:gd name="connsiteX6" fmla="*/ 74275 w 77039"/>
                    <a:gd name="connsiteY6" fmla="*/ 319 h 120174"/>
                    <a:gd name="connsiteX7" fmla="*/ 74275 w 77039"/>
                    <a:gd name="connsiteY7" fmla="*/ 319 h 12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039" h="120174">
                      <a:moveTo>
                        <a:pt x="75150" y="3816"/>
                      </a:moveTo>
                      <a:lnTo>
                        <a:pt x="-44" y="120104"/>
                      </a:lnTo>
                      <a:lnTo>
                        <a:pt x="-44" y="120104"/>
                      </a:lnTo>
                      <a:lnTo>
                        <a:pt x="-44" y="120104"/>
                      </a:lnTo>
                      <a:cubicBezTo>
                        <a:pt x="-44" y="120104"/>
                        <a:pt x="-44" y="114858"/>
                        <a:pt x="-44" y="112235"/>
                      </a:cubicBezTo>
                      <a:lnTo>
                        <a:pt x="68155" y="6439"/>
                      </a:lnTo>
                      <a:cubicBezTo>
                        <a:pt x="68155" y="6439"/>
                        <a:pt x="68155" y="1193"/>
                        <a:pt x="74275" y="319"/>
                      </a:cubicBezTo>
                      <a:cubicBezTo>
                        <a:pt x="80396" y="-556"/>
                        <a:pt x="74275" y="319"/>
                        <a:pt x="74275" y="319"/>
                      </a:cubicBezTo>
                      <a:close/>
                    </a:path>
                  </a:pathLst>
                </a:custGeom>
                <a:solidFill>
                  <a:srgbClr val="E7E8EB"/>
                </a:solidFill>
                <a:ln w="87213" cap="flat">
                  <a:noFill/>
                  <a:prstDash val="solid"/>
                  <a:miter/>
                </a:ln>
              </p:spPr>
              <p:txBody>
                <a:bodyPr rtlCol="0" anchor="ctr"/>
                <a:lstStyle/>
                <a:p>
                  <a:endParaRPr lang="en-IN" dirty="0"/>
                </a:p>
              </p:txBody>
            </p:sp>
            <p:sp>
              <p:nvSpPr>
                <p:cNvPr id="3036" name="Freeform: Shape 3035">
                  <a:extLst>
                    <a:ext uri="{FF2B5EF4-FFF2-40B4-BE49-F238E27FC236}">
                      <a16:creationId xmlns:a16="http://schemas.microsoft.com/office/drawing/2014/main" id="{1102194B-1667-E0DD-5BB8-D08B402870C3}"/>
                    </a:ext>
                  </a:extLst>
                </p:cNvPr>
                <p:cNvSpPr/>
                <p:nvPr/>
              </p:nvSpPr>
              <p:spPr>
                <a:xfrm>
                  <a:off x="3192652" y="4482429"/>
                  <a:ext cx="76942" cy="123283"/>
                </a:xfrm>
                <a:custGeom>
                  <a:avLst/>
                  <a:gdLst>
                    <a:gd name="connsiteX0" fmla="*/ -44 w 76942"/>
                    <a:gd name="connsiteY0" fmla="*/ 123213 h 123283"/>
                    <a:gd name="connsiteX1" fmla="*/ 76899 w 76942"/>
                    <a:gd name="connsiteY1" fmla="*/ -70 h 123283"/>
                    <a:gd name="connsiteX2" fmla="*/ 76899 w 76942"/>
                    <a:gd name="connsiteY2" fmla="*/ 7799 h 123283"/>
                    <a:gd name="connsiteX3" fmla="*/ 8700 w 76942"/>
                    <a:gd name="connsiteY3" fmla="*/ 113595 h 123283"/>
                    <a:gd name="connsiteX4" fmla="*/ -44 w 76942"/>
                    <a:gd name="connsiteY4" fmla="*/ 123213 h 1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42" h="123283">
                      <a:moveTo>
                        <a:pt x="-44" y="123213"/>
                      </a:moveTo>
                      <a:lnTo>
                        <a:pt x="76899" y="-70"/>
                      </a:lnTo>
                      <a:cubicBezTo>
                        <a:pt x="76899" y="-70"/>
                        <a:pt x="76899" y="5176"/>
                        <a:pt x="76899" y="7799"/>
                      </a:cubicBezTo>
                      <a:lnTo>
                        <a:pt x="8700" y="113595"/>
                      </a:lnTo>
                      <a:cubicBezTo>
                        <a:pt x="8700" y="113595"/>
                        <a:pt x="3453" y="122339"/>
                        <a:pt x="-44" y="123213"/>
                      </a:cubicBezTo>
                      <a:close/>
                    </a:path>
                  </a:pathLst>
                </a:custGeom>
                <a:solidFill>
                  <a:srgbClr val="E7E8EB"/>
                </a:solidFill>
                <a:ln w="87213" cap="flat">
                  <a:noFill/>
                  <a:prstDash val="solid"/>
                  <a:miter/>
                </a:ln>
              </p:spPr>
              <p:txBody>
                <a:bodyPr rtlCol="0" anchor="ctr"/>
                <a:lstStyle/>
                <a:p>
                  <a:endParaRPr lang="en-IN" dirty="0"/>
                </a:p>
              </p:txBody>
            </p:sp>
            <p:sp>
              <p:nvSpPr>
                <p:cNvPr id="3037" name="Freeform: Shape 3036">
                  <a:extLst>
                    <a:ext uri="{FF2B5EF4-FFF2-40B4-BE49-F238E27FC236}">
                      <a16:creationId xmlns:a16="http://schemas.microsoft.com/office/drawing/2014/main" id="{E2826D89-35C7-4054-9620-327CE511904A}"/>
                    </a:ext>
                  </a:extLst>
                </p:cNvPr>
                <p:cNvSpPr/>
                <p:nvPr/>
              </p:nvSpPr>
              <p:spPr>
                <a:xfrm>
                  <a:off x="3083359" y="4626696"/>
                  <a:ext cx="16794" cy="9193"/>
                </a:xfrm>
                <a:custGeom>
                  <a:avLst/>
                  <a:gdLst>
                    <a:gd name="connsiteX0" fmla="*/ -44 w 16794"/>
                    <a:gd name="connsiteY0" fmla="*/ -70 h 9193"/>
                    <a:gd name="connsiteX1" fmla="*/ -44 w 16794"/>
                    <a:gd name="connsiteY1" fmla="*/ -70 h 9193"/>
                    <a:gd name="connsiteX2" fmla="*/ 15694 w 16794"/>
                    <a:gd name="connsiteY2" fmla="*/ 8673 h 9193"/>
                    <a:gd name="connsiteX3" fmla="*/ -44 w 16794"/>
                    <a:gd name="connsiteY3" fmla="*/ -70 h 9193"/>
                  </a:gdLst>
                  <a:ahLst/>
                  <a:cxnLst>
                    <a:cxn ang="0">
                      <a:pos x="connsiteX0" y="connsiteY0"/>
                    </a:cxn>
                    <a:cxn ang="0">
                      <a:pos x="connsiteX1" y="connsiteY1"/>
                    </a:cxn>
                    <a:cxn ang="0">
                      <a:pos x="connsiteX2" y="connsiteY2"/>
                    </a:cxn>
                    <a:cxn ang="0">
                      <a:pos x="connsiteX3" y="connsiteY3"/>
                    </a:cxn>
                  </a:cxnLst>
                  <a:rect l="l" t="t" r="r" b="b"/>
                  <a:pathLst>
                    <a:path w="16794" h="9193">
                      <a:moveTo>
                        <a:pt x="-44" y="-70"/>
                      </a:moveTo>
                      <a:lnTo>
                        <a:pt x="-44" y="-70"/>
                      </a:lnTo>
                      <a:cubicBezTo>
                        <a:pt x="6951" y="-70"/>
                        <a:pt x="10448" y="6050"/>
                        <a:pt x="15694" y="8673"/>
                      </a:cubicBezTo>
                      <a:cubicBezTo>
                        <a:pt x="20941" y="11296"/>
                        <a:pt x="5202" y="1678"/>
                        <a:pt x="-44" y="-70"/>
                      </a:cubicBezTo>
                      <a:close/>
                    </a:path>
                  </a:pathLst>
                </a:custGeom>
                <a:solidFill>
                  <a:srgbClr val="E6E7EA"/>
                </a:solidFill>
                <a:ln w="87213" cap="flat">
                  <a:noFill/>
                  <a:prstDash val="solid"/>
                  <a:miter/>
                </a:ln>
              </p:spPr>
              <p:txBody>
                <a:bodyPr rtlCol="0" anchor="ctr"/>
                <a:lstStyle/>
                <a:p>
                  <a:endParaRPr lang="en-IN" dirty="0"/>
                </a:p>
              </p:txBody>
            </p:sp>
            <p:sp>
              <p:nvSpPr>
                <p:cNvPr id="3038" name="Freeform: Shape 3037">
                  <a:extLst>
                    <a:ext uri="{FF2B5EF4-FFF2-40B4-BE49-F238E27FC236}">
                      <a16:creationId xmlns:a16="http://schemas.microsoft.com/office/drawing/2014/main" id="{C0ED848D-EA46-E820-8695-1D4F515FB84A}"/>
                    </a:ext>
                  </a:extLst>
                </p:cNvPr>
                <p:cNvSpPr/>
                <p:nvPr/>
              </p:nvSpPr>
              <p:spPr>
                <a:xfrm>
                  <a:off x="3246680" y="4381547"/>
                  <a:ext cx="11548" cy="13447"/>
                </a:xfrm>
                <a:custGeom>
                  <a:avLst/>
                  <a:gdLst>
                    <a:gd name="connsiteX0" fmla="*/ 11504 w 11548"/>
                    <a:gd name="connsiteY0" fmla="*/ 13377 h 13447"/>
                    <a:gd name="connsiteX1" fmla="*/ 138 w 11548"/>
                    <a:gd name="connsiteY1" fmla="*/ 3759 h 13447"/>
                    <a:gd name="connsiteX2" fmla="*/ 11504 w 11548"/>
                    <a:gd name="connsiteY2" fmla="*/ 13377 h 13447"/>
                  </a:gdLst>
                  <a:ahLst/>
                  <a:cxnLst>
                    <a:cxn ang="0">
                      <a:pos x="connsiteX0" y="connsiteY0"/>
                    </a:cxn>
                    <a:cxn ang="0">
                      <a:pos x="connsiteX1" y="connsiteY1"/>
                    </a:cxn>
                    <a:cxn ang="0">
                      <a:pos x="connsiteX2" y="connsiteY2"/>
                    </a:cxn>
                  </a:cxnLst>
                  <a:rect l="l" t="t" r="r" b="b"/>
                  <a:pathLst>
                    <a:path w="11548" h="13447">
                      <a:moveTo>
                        <a:pt x="11504" y="13377"/>
                      </a:moveTo>
                      <a:cubicBezTo>
                        <a:pt x="11504" y="13377"/>
                        <a:pt x="1886" y="13377"/>
                        <a:pt x="138" y="3759"/>
                      </a:cubicBezTo>
                      <a:cubicBezTo>
                        <a:pt x="-1610" y="-5859"/>
                        <a:pt x="9756" y="4634"/>
                        <a:pt x="11504" y="13377"/>
                      </a:cubicBezTo>
                      <a:close/>
                    </a:path>
                  </a:pathLst>
                </a:custGeom>
                <a:solidFill>
                  <a:srgbClr val="E7E8EB"/>
                </a:solidFill>
                <a:ln w="87213" cap="flat">
                  <a:noFill/>
                  <a:prstDash val="solid"/>
                  <a:miter/>
                </a:ln>
              </p:spPr>
              <p:txBody>
                <a:bodyPr rtlCol="0" anchor="ctr"/>
                <a:lstStyle/>
                <a:p>
                  <a:endParaRPr lang="en-IN" dirty="0"/>
                </a:p>
              </p:txBody>
            </p:sp>
            <p:sp>
              <p:nvSpPr>
                <p:cNvPr id="3039" name="Freeform: Shape 3038">
                  <a:extLst>
                    <a:ext uri="{FF2B5EF4-FFF2-40B4-BE49-F238E27FC236}">
                      <a16:creationId xmlns:a16="http://schemas.microsoft.com/office/drawing/2014/main" id="{D7EF119C-BEA8-FDFA-0FC1-0EE2573E473E}"/>
                    </a:ext>
                  </a:extLst>
                </p:cNvPr>
                <p:cNvSpPr/>
                <p:nvPr/>
              </p:nvSpPr>
              <p:spPr>
                <a:xfrm>
                  <a:off x="3187406" y="4605516"/>
                  <a:ext cx="12310" cy="10687"/>
                </a:xfrm>
                <a:custGeom>
                  <a:avLst/>
                  <a:gdLst>
                    <a:gd name="connsiteX0" fmla="*/ -44 w 12310"/>
                    <a:gd name="connsiteY0" fmla="*/ 10618 h 10687"/>
                    <a:gd name="connsiteX1" fmla="*/ 9574 w 12310"/>
                    <a:gd name="connsiteY1" fmla="*/ 126 h 10687"/>
                    <a:gd name="connsiteX2" fmla="*/ -44 w 12310"/>
                    <a:gd name="connsiteY2" fmla="*/ 10618 h 10687"/>
                  </a:gdLst>
                  <a:ahLst/>
                  <a:cxnLst>
                    <a:cxn ang="0">
                      <a:pos x="connsiteX0" y="connsiteY0"/>
                    </a:cxn>
                    <a:cxn ang="0">
                      <a:pos x="connsiteX1" y="connsiteY1"/>
                    </a:cxn>
                    <a:cxn ang="0">
                      <a:pos x="connsiteX2" y="connsiteY2"/>
                    </a:cxn>
                  </a:cxnLst>
                  <a:rect l="l" t="t" r="r" b="b"/>
                  <a:pathLst>
                    <a:path w="12310" h="10687">
                      <a:moveTo>
                        <a:pt x="-44" y="10618"/>
                      </a:moveTo>
                      <a:cubicBezTo>
                        <a:pt x="-44" y="10618"/>
                        <a:pt x="-44" y="1874"/>
                        <a:pt x="9574" y="126"/>
                      </a:cubicBezTo>
                      <a:cubicBezTo>
                        <a:pt x="19192" y="-1623"/>
                        <a:pt x="-44" y="8869"/>
                        <a:pt x="-44" y="10618"/>
                      </a:cubicBezTo>
                      <a:close/>
                    </a:path>
                  </a:pathLst>
                </a:custGeom>
                <a:solidFill>
                  <a:srgbClr val="E7E8EB"/>
                </a:solidFill>
                <a:ln w="87213" cap="flat">
                  <a:noFill/>
                  <a:prstDash val="solid"/>
                  <a:miter/>
                </a:ln>
              </p:spPr>
              <p:txBody>
                <a:bodyPr rtlCol="0" anchor="ctr"/>
                <a:lstStyle/>
                <a:p>
                  <a:endParaRPr lang="en-IN" dirty="0"/>
                </a:p>
              </p:txBody>
            </p:sp>
            <p:sp>
              <p:nvSpPr>
                <p:cNvPr id="3040" name="Freeform: Shape 3039">
                  <a:extLst>
                    <a:ext uri="{FF2B5EF4-FFF2-40B4-BE49-F238E27FC236}">
                      <a16:creationId xmlns:a16="http://schemas.microsoft.com/office/drawing/2014/main" id="{D4E543DE-FA53-1B16-122E-F386B9BA6095}"/>
                    </a:ext>
                  </a:extLst>
                </p:cNvPr>
                <p:cNvSpPr/>
                <p:nvPr/>
              </p:nvSpPr>
              <p:spPr>
                <a:xfrm>
                  <a:off x="3269595" y="4468612"/>
                  <a:ext cx="8503" cy="13816"/>
                </a:xfrm>
                <a:custGeom>
                  <a:avLst/>
                  <a:gdLst>
                    <a:gd name="connsiteX0" fmla="*/ -44 w 8503"/>
                    <a:gd name="connsiteY0" fmla="*/ 13747 h 13816"/>
                    <a:gd name="connsiteX1" fmla="*/ 6076 w 8503"/>
                    <a:gd name="connsiteY1" fmla="*/ 631 h 13816"/>
                    <a:gd name="connsiteX2" fmla="*/ -44 w 8503"/>
                    <a:gd name="connsiteY2" fmla="*/ 13747 h 13816"/>
                  </a:gdLst>
                  <a:ahLst/>
                  <a:cxnLst>
                    <a:cxn ang="0">
                      <a:pos x="connsiteX0" y="connsiteY0"/>
                    </a:cxn>
                    <a:cxn ang="0">
                      <a:pos x="connsiteX1" y="connsiteY1"/>
                    </a:cxn>
                    <a:cxn ang="0">
                      <a:pos x="connsiteX2" y="connsiteY2"/>
                    </a:cxn>
                  </a:cxnLst>
                  <a:rect l="l" t="t" r="r" b="b"/>
                  <a:pathLst>
                    <a:path w="8503" h="13816">
                      <a:moveTo>
                        <a:pt x="-44" y="13747"/>
                      </a:moveTo>
                      <a:cubicBezTo>
                        <a:pt x="-44" y="7626"/>
                        <a:pt x="-44" y="5003"/>
                        <a:pt x="6076" y="631"/>
                      </a:cubicBezTo>
                      <a:cubicBezTo>
                        <a:pt x="12197" y="-3740"/>
                        <a:pt x="5202" y="13747"/>
                        <a:pt x="-44" y="13747"/>
                      </a:cubicBezTo>
                      <a:close/>
                    </a:path>
                  </a:pathLst>
                </a:custGeom>
                <a:solidFill>
                  <a:srgbClr val="E7E8EB"/>
                </a:solidFill>
                <a:ln w="87213" cap="flat">
                  <a:noFill/>
                  <a:prstDash val="solid"/>
                  <a:miter/>
                </a:ln>
              </p:spPr>
              <p:txBody>
                <a:bodyPr rtlCol="0" anchor="ctr"/>
                <a:lstStyle/>
                <a:p>
                  <a:endParaRPr lang="en-IN" dirty="0"/>
                </a:p>
              </p:txBody>
            </p:sp>
            <p:sp>
              <p:nvSpPr>
                <p:cNvPr id="3041" name="Freeform: Shape 3040">
                  <a:extLst>
                    <a:ext uri="{FF2B5EF4-FFF2-40B4-BE49-F238E27FC236}">
                      <a16:creationId xmlns:a16="http://schemas.microsoft.com/office/drawing/2014/main" id="{4C5F2509-0021-E71C-1037-E259F925D0D9}"/>
                    </a:ext>
                  </a:extLst>
                </p:cNvPr>
                <p:cNvSpPr/>
                <p:nvPr/>
              </p:nvSpPr>
              <p:spPr>
                <a:xfrm>
                  <a:off x="3273838" y="4454450"/>
                  <a:ext cx="2006" cy="11366"/>
                </a:xfrm>
                <a:custGeom>
                  <a:avLst/>
                  <a:gdLst>
                    <a:gd name="connsiteX0" fmla="*/ 959 w 2006"/>
                    <a:gd name="connsiteY0" fmla="*/ 11296 h 11366"/>
                    <a:gd name="connsiteX1" fmla="*/ 959 w 2006"/>
                    <a:gd name="connsiteY1" fmla="*/ -70 h 11366"/>
                    <a:gd name="connsiteX2" fmla="*/ 959 w 2006"/>
                    <a:gd name="connsiteY2" fmla="*/ 11296 h 11366"/>
                  </a:gdLst>
                  <a:ahLst/>
                  <a:cxnLst>
                    <a:cxn ang="0">
                      <a:pos x="connsiteX0" y="connsiteY0"/>
                    </a:cxn>
                    <a:cxn ang="0">
                      <a:pos x="connsiteX1" y="connsiteY1"/>
                    </a:cxn>
                    <a:cxn ang="0">
                      <a:pos x="connsiteX2" y="connsiteY2"/>
                    </a:cxn>
                  </a:cxnLst>
                  <a:rect l="l" t="t" r="r" b="b"/>
                  <a:pathLst>
                    <a:path w="2006" h="11366">
                      <a:moveTo>
                        <a:pt x="959" y="11296"/>
                      </a:moveTo>
                      <a:cubicBezTo>
                        <a:pt x="-379" y="7624"/>
                        <a:pt x="-379" y="3602"/>
                        <a:pt x="959" y="-70"/>
                      </a:cubicBezTo>
                      <a:cubicBezTo>
                        <a:pt x="2296" y="3602"/>
                        <a:pt x="2296" y="7624"/>
                        <a:pt x="959" y="11296"/>
                      </a:cubicBezTo>
                      <a:close/>
                    </a:path>
                  </a:pathLst>
                </a:custGeom>
                <a:solidFill>
                  <a:srgbClr val="E7E8EB"/>
                </a:solidFill>
                <a:ln w="87213" cap="flat">
                  <a:noFill/>
                  <a:prstDash val="solid"/>
                  <a:miter/>
                </a:ln>
              </p:spPr>
              <p:txBody>
                <a:bodyPr rtlCol="0" anchor="ctr"/>
                <a:lstStyle/>
                <a:p>
                  <a:endParaRPr lang="en-IN" dirty="0"/>
                </a:p>
              </p:txBody>
            </p:sp>
            <p:sp>
              <p:nvSpPr>
                <p:cNvPr id="3042" name="Freeform: Shape 3041">
                  <a:extLst>
                    <a:ext uri="{FF2B5EF4-FFF2-40B4-BE49-F238E27FC236}">
                      <a16:creationId xmlns:a16="http://schemas.microsoft.com/office/drawing/2014/main" id="{FC515D7A-58F0-F10E-80C5-567763DB0497}"/>
                    </a:ext>
                  </a:extLst>
                </p:cNvPr>
                <p:cNvSpPr/>
                <p:nvPr/>
              </p:nvSpPr>
              <p:spPr>
                <a:xfrm>
                  <a:off x="3152432" y="4637188"/>
                  <a:ext cx="10424" cy="87434"/>
                </a:xfrm>
                <a:custGeom>
                  <a:avLst/>
                  <a:gdLst>
                    <a:gd name="connsiteX0" fmla="*/ -44 w 10424"/>
                    <a:gd name="connsiteY0" fmla="*/ -70 h 87434"/>
                    <a:gd name="connsiteX1" fmla="*/ 9574 w 10424"/>
                    <a:gd name="connsiteY1" fmla="*/ -70 h 87434"/>
                    <a:gd name="connsiteX2" fmla="*/ -44 w 10424"/>
                    <a:gd name="connsiteY2" fmla="*/ -70 h 87434"/>
                  </a:gdLst>
                  <a:ahLst/>
                  <a:cxnLst>
                    <a:cxn ang="0">
                      <a:pos x="connsiteX0" y="connsiteY0"/>
                    </a:cxn>
                    <a:cxn ang="0">
                      <a:pos x="connsiteX1" y="connsiteY1"/>
                    </a:cxn>
                    <a:cxn ang="0">
                      <a:pos x="connsiteX2" y="connsiteY2"/>
                    </a:cxn>
                  </a:cxnLst>
                  <a:rect l="l" t="t" r="r" b="b"/>
                  <a:pathLst>
                    <a:path w="10424" h="87434">
                      <a:moveTo>
                        <a:pt x="-44" y="-70"/>
                      </a:moveTo>
                      <a:cubicBezTo>
                        <a:pt x="-44" y="-70"/>
                        <a:pt x="6076" y="-70"/>
                        <a:pt x="9574" y="-70"/>
                      </a:cubicBezTo>
                      <a:cubicBezTo>
                        <a:pt x="13071" y="-70"/>
                        <a:pt x="4328" y="-70"/>
                        <a:pt x="-44" y="-70"/>
                      </a:cubicBezTo>
                      <a:close/>
                    </a:path>
                  </a:pathLst>
                </a:custGeom>
                <a:solidFill>
                  <a:srgbClr val="E7E8EB"/>
                </a:solidFill>
                <a:ln w="87213" cap="flat">
                  <a:noFill/>
                  <a:prstDash val="solid"/>
                  <a:miter/>
                </a:ln>
              </p:spPr>
              <p:txBody>
                <a:bodyPr rtlCol="0" anchor="ctr"/>
                <a:lstStyle/>
                <a:p>
                  <a:endParaRPr lang="en-IN" dirty="0"/>
                </a:p>
              </p:txBody>
            </p:sp>
            <p:sp>
              <p:nvSpPr>
                <p:cNvPr id="3043" name="Freeform: Shape 3042">
                  <a:extLst>
                    <a:ext uri="{FF2B5EF4-FFF2-40B4-BE49-F238E27FC236}">
                      <a16:creationId xmlns:a16="http://schemas.microsoft.com/office/drawing/2014/main" id="{0F4BB00A-319C-71DB-3A85-CB3FD4DF8542}"/>
                    </a:ext>
                  </a:extLst>
                </p:cNvPr>
                <p:cNvSpPr/>
                <p:nvPr/>
              </p:nvSpPr>
              <p:spPr>
                <a:xfrm>
                  <a:off x="3267846" y="4396743"/>
                  <a:ext cx="6994" cy="8743"/>
                </a:xfrm>
                <a:custGeom>
                  <a:avLst/>
                  <a:gdLst>
                    <a:gd name="connsiteX0" fmla="*/ 6951 w 6994"/>
                    <a:gd name="connsiteY0" fmla="*/ 8674 h 8743"/>
                    <a:gd name="connsiteX1" fmla="*/ -44 w 6994"/>
                    <a:gd name="connsiteY1" fmla="*/ -70 h 8743"/>
                    <a:gd name="connsiteX2" fmla="*/ 6951 w 6994"/>
                    <a:gd name="connsiteY2" fmla="*/ 8674 h 8743"/>
                  </a:gdLst>
                  <a:ahLst/>
                  <a:cxnLst>
                    <a:cxn ang="0">
                      <a:pos x="connsiteX0" y="connsiteY0"/>
                    </a:cxn>
                    <a:cxn ang="0">
                      <a:pos x="connsiteX1" y="connsiteY1"/>
                    </a:cxn>
                    <a:cxn ang="0">
                      <a:pos x="connsiteX2" y="connsiteY2"/>
                    </a:cxn>
                  </a:cxnLst>
                  <a:rect l="l" t="t" r="r" b="b"/>
                  <a:pathLst>
                    <a:path w="6994" h="8743">
                      <a:moveTo>
                        <a:pt x="6951" y="8674"/>
                      </a:moveTo>
                      <a:cubicBezTo>
                        <a:pt x="3681" y="6654"/>
                        <a:pt x="1207" y="3568"/>
                        <a:pt x="-44" y="-70"/>
                      </a:cubicBezTo>
                      <a:cubicBezTo>
                        <a:pt x="3401" y="1740"/>
                        <a:pt x="5937" y="4914"/>
                        <a:pt x="6951" y="8674"/>
                      </a:cubicBezTo>
                      <a:close/>
                    </a:path>
                  </a:pathLst>
                </a:custGeom>
                <a:solidFill>
                  <a:srgbClr val="E7E8EB"/>
                </a:solidFill>
                <a:ln w="87213" cap="flat">
                  <a:noFill/>
                  <a:prstDash val="solid"/>
                  <a:miter/>
                </a:ln>
              </p:spPr>
              <p:txBody>
                <a:bodyPr rtlCol="0" anchor="ctr"/>
                <a:lstStyle/>
                <a:p>
                  <a:endParaRPr lang="en-IN" dirty="0"/>
                </a:p>
              </p:txBody>
            </p:sp>
            <p:sp>
              <p:nvSpPr>
                <p:cNvPr id="3044" name="Freeform: Shape 3043">
                  <a:extLst>
                    <a:ext uri="{FF2B5EF4-FFF2-40B4-BE49-F238E27FC236}">
                      <a16:creationId xmlns:a16="http://schemas.microsoft.com/office/drawing/2014/main" id="{766125E6-2468-4BB2-6163-27A72DCDDD3E}"/>
                    </a:ext>
                  </a:extLst>
                </p:cNvPr>
                <p:cNvSpPr/>
                <p:nvPr/>
              </p:nvSpPr>
              <p:spPr>
                <a:xfrm>
                  <a:off x="2247484" y="4001539"/>
                  <a:ext cx="7072" cy="10492"/>
                </a:xfrm>
                <a:custGeom>
                  <a:avLst/>
                  <a:gdLst>
                    <a:gd name="connsiteX0" fmla="*/ 6951 w 7072"/>
                    <a:gd name="connsiteY0" fmla="*/ -70 h 10492"/>
                    <a:gd name="connsiteX1" fmla="*/ 6951 w 7072"/>
                    <a:gd name="connsiteY1" fmla="*/ -70 h 10492"/>
                    <a:gd name="connsiteX2" fmla="*/ -44 w 7072"/>
                    <a:gd name="connsiteY2" fmla="*/ 10422 h 10492"/>
                  </a:gdLst>
                  <a:ahLst/>
                  <a:cxnLst>
                    <a:cxn ang="0">
                      <a:pos x="connsiteX0" y="connsiteY0"/>
                    </a:cxn>
                    <a:cxn ang="0">
                      <a:pos x="connsiteX1" y="connsiteY1"/>
                    </a:cxn>
                    <a:cxn ang="0">
                      <a:pos x="connsiteX2" y="connsiteY2"/>
                    </a:cxn>
                  </a:cxnLst>
                  <a:rect l="l" t="t" r="r" b="b"/>
                  <a:pathLst>
                    <a:path w="7072" h="10492">
                      <a:moveTo>
                        <a:pt x="6951" y="-70"/>
                      </a:moveTo>
                      <a:lnTo>
                        <a:pt x="6951" y="-70"/>
                      </a:lnTo>
                      <a:cubicBezTo>
                        <a:pt x="7554" y="4678"/>
                        <a:pt x="4572" y="9154"/>
                        <a:pt x="-44" y="10422"/>
                      </a:cubicBezTo>
                      <a:close/>
                    </a:path>
                  </a:pathLst>
                </a:custGeom>
                <a:solidFill>
                  <a:srgbClr val="E6E7EA"/>
                </a:solidFill>
                <a:ln w="87213" cap="flat">
                  <a:noFill/>
                  <a:prstDash val="solid"/>
                  <a:miter/>
                </a:ln>
              </p:spPr>
              <p:txBody>
                <a:bodyPr rtlCol="0" anchor="ctr"/>
                <a:lstStyle/>
                <a:p>
                  <a:endParaRPr lang="en-IN" dirty="0"/>
                </a:p>
              </p:txBody>
            </p:sp>
            <p:sp>
              <p:nvSpPr>
                <p:cNvPr id="3045" name="Freeform: Shape 3044">
                  <a:extLst>
                    <a:ext uri="{FF2B5EF4-FFF2-40B4-BE49-F238E27FC236}">
                      <a16:creationId xmlns:a16="http://schemas.microsoft.com/office/drawing/2014/main" id="{A2D0A191-5751-224C-B1CE-3F9C09E188B1}"/>
                    </a:ext>
                  </a:extLst>
                </p:cNvPr>
                <p:cNvSpPr/>
                <p:nvPr/>
              </p:nvSpPr>
              <p:spPr>
                <a:xfrm>
                  <a:off x="2271966" y="4105530"/>
                  <a:ext cx="9617" cy="5301"/>
                </a:xfrm>
                <a:custGeom>
                  <a:avLst/>
                  <a:gdLst>
                    <a:gd name="connsiteX0" fmla="*/ 9574 w 9617"/>
                    <a:gd name="connsiteY0" fmla="*/ 5231 h 5301"/>
                    <a:gd name="connsiteX1" fmla="*/ 9574 w 9617"/>
                    <a:gd name="connsiteY1" fmla="*/ 5231 h 5301"/>
                    <a:gd name="connsiteX2" fmla="*/ -44 w 9617"/>
                    <a:gd name="connsiteY2" fmla="*/ -15 h 5301"/>
                    <a:gd name="connsiteX3" fmla="*/ 9574 w 9617"/>
                    <a:gd name="connsiteY3" fmla="*/ 5231 h 5301"/>
                  </a:gdLst>
                  <a:ahLst/>
                  <a:cxnLst>
                    <a:cxn ang="0">
                      <a:pos x="connsiteX0" y="connsiteY0"/>
                    </a:cxn>
                    <a:cxn ang="0">
                      <a:pos x="connsiteX1" y="connsiteY1"/>
                    </a:cxn>
                    <a:cxn ang="0">
                      <a:pos x="connsiteX2" y="connsiteY2"/>
                    </a:cxn>
                    <a:cxn ang="0">
                      <a:pos x="connsiteX3" y="connsiteY3"/>
                    </a:cxn>
                  </a:cxnLst>
                  <a:rect l="l" t="t" r="r" b="b"/>
                  <a:pathLst>
                    <a:path w="9617" h="5301">
                      <a:moveTo>
                        <a:pt x="9574" y="5231"/>
                      </a:moveTo>
                      <a:lnTo>
                        <a:pt x="9574" y="5231"/>
                      </a:lnTo>
                      <a:lnTo>
                        <a:pt x="-44" y="-15"/>
                      </a:lnTo>
                      <a:cubicBezTo>
                        <a:pt x="3943" y="-444"/>
                        <a:pt x="7773" y="1646"/>
                        <a:pt x="9574" y="5231"/>
                      </a:cubicBezTo>
                      <a:close/>
                    </a:path>
                  </a:pathLst>
                </a:custGeom>
                <a:solidFill>
                  <a:srgbClr val="E6E7EA"/>
                </a:solidFill>
                <a:ln w="87213" cap="flat">
                  <a:noFill/>
                  <a:prstDash val="solid"/>
                  <a:miter/>
                </a:ln>
              </p:spPr>
              <p:txBody>
                <a:bodyPr rtlCol="0" anchor="ctr"/>
                <a:lstStyle/>
                <a:p>
                  <a:endParaRPr lang="en-IN" dirty="0"/>
                </a:p>
              </p:txBody>
            </p:sp>
            <p:sp>
              <p:nvSpPr>
                <p:cNvPr id="3046" name="Freeform: Shape 3045">
                  <a:extLst>
                    <a:ext uri="{FF2B5EF4-FFF2-40B4-BE49-F238E27FC236}">
                      <a16:creationId xmlns:a16="http://schemas.microsoft.com/office/drawing/2014/main" id="{5102F053-88F4-98DC-6CBA-0B72A8E643C9}"/>
                    </a:ext>
                  </a:extLst>
                </p:cNvPr>
                <p:cNvSpPr/>
                <p:nvPr/>
              </p:nvSpPr>
              <p:spPr>
                <a:xfrm>
                  <a:off x="2423171" y="3852993"/>
                  <a:ext cx="12298" cy="6901"/>
                </a:xfrm>
                <a:custGeom>
                  <a:avLst/>
                  <a:gdLst>
                    <a:gd name="connsiteX0" fmla="*/ 12254 w 12298"/>
                    <a:gd name="connsiteY0" fmla="*/ 6831 h 6901"/>
                    <a:gd name="connsiteX1" fmla="*/ 12254 w 12298"/>
                    <a:gd name="connsiteY1" fmla="*/ 6831 h 6901"/>
                    <a:gd name="connsiteX2" fmla="*/ 887 w 12298"/>
                    <a:gd name="connsiteY2" fmla="*/ 1585 h 6901"/>
                    <a:gd name="connsiteX3" fmla="*/ 12254 w 12298"/>
                    <a:gd name="connsiteY3" fmla="*/ 6831 h 6901"/>
                  </a:gdLst>
                  <a:ahLst/>
                  <a:cxnLst>
                    <a:cxn ang="0">
                      <a:pos x="connsiteX0" y="connsiteY0"/>
                    </a:cxn>
                    <a:cxn ang="0">
                      <a:pos x="connsiteX1" y="connsiteY1"/>
                    </a:cxn>
                    <a:cxn ang="0">
                      <a:pos x="connsiteX2" y="connsiteY2"/>
                    </a:cxn>
                    <a:cxn ang="0">
                      <a:pos x="connsiteX3" y="connsiteY3"/>
                    </a:cxn>
                  </a:cxnLst>
                  <a:rect l="l" t="t" r="r" b="b"/>
                  <a:pathLst>
                    <a:path w="12298" h="6901">
                      <a:moveTo>
                        <a:pt x="12254" y="6831"/>
                      </a:moveTo>
                      <a:lnTo>
                        <a:pt x="12254" y="6831"/>
                      </a:lnTo>
                      <a:cubicBezTo>
                        <a:pt x="12254" y="6831"/>
                        <a:pt x="5259" y="6831"/>
                        <a:pt x="887" y="1585"/>
                      </a:cubicBezTo>
                      <a:cubicBezTo>
                        <a:pt x="-3484" y="-3661"/>
                        <a:pt x="8757" y="5083"/>
                        <a:pt x="12254" y="6831"/>
                      </a:cubicBezTo>
                      <a:close/>
                    </a:path>
                  </a:pathLst>
                </a:custGeom>
                <a:solidFill>
                  <a:srgbClr val="E6E7EA"/>
                </a:solidFill>
                <a:ln w="87213" cap="flat">
                  <a:noFill/>
                  <a:prstDash val="solid"/>
                  <a:miter/>
                </a:ln>
              </p:spPr>
              <p:txBody>
                <a:bodyPr rtlCol="0" anchor="ctr"/>
                <a:lstStyle/>
                <a:p>
                  <a:endParaRPr lang="en-IN" dirty="0"/>
                </a:p>
              </p:txBody>
            </p:sp>
            <p:sp>
              <p:nvSpPr>
                <p:cNvPr id="3047" name="Freeform: Shape 3046">
                  <a:extLst>
                    <a:ext uri="{FF2B5EF4-FFF2-40B4-BE49-F238E27FC236}">
                      <a16:creationId xmlns:a16="http://schemas.microsoft.com/office/drawing/2014/main" id="{02803825-7A34-EA5A-EDB0-1372273FE558}"/>
                    </a:ext>
                  </a:extLst>
                </p:cNvPr>
                <p:cNvSpPr/>
                <p:nvPr/>
              </p:nvSpPr>
              <p:spPr>
                <a:xfrm>
                  <a:off x="2330547" y="3874759"/>
                  <a:ext cx="6120" cy="8743"/>
                </a:xfrm>
                <a:custGeom>
                  <a:avLst/>
                  <a:gdLst>
                    <a:gd name="connsiteX0" fmla="*/ -44 w 6120"/>
                    <a:gd name="connsiteY0" fmla="*/ 8673 h 8743"/>
                    <a:gd name="connsiteX1" fmla="*/ -44 w 6120"/>
                    <a:gd name="connsiteY1" fmla="*/ 8673 h 8743"/>
                    <a:gd name="connsiteX2" fmla="*/ 6076 w 6120"/>
                    <a:gd name="connsiteY2" fmla="*/ -70 h 8743"/>
                    <a:gd name="connsiteX3" fmla="*/ -44 w 6120"/>
                    <a:gd name="connsiteY3" fmla="*/ 8673 h 8743"/>
                  </a:gdLst>
                  <a:ahLst/>
                  <a:cxnLst>
                    <a:cxn ang="0">
                      <a:pos x="connsiteX0" y="connsiteY0"/>
                    </a:cxn>
                    <a:cxn ang="0">
                      <a:pos x="connsiteX1" y="connsiteY1"/>
                    </a:cxn>
                    <a:cxn ang="0">
                      <a:pos x="connsiteX2" y="connsiteY2"/>
                    </a:cxn>
                    <a:cxn ang="0">
                      <a:pos x="connsiteX3" y="connsiteY3"/>
                    </a:cxn>
                  </a:cxnLst>
                  <a:rect l="l" t="t" r="r" b="b"/>
                  <a:pathLst>
                    <a:path w="6120" h="8743">
                      <a:moveTo>
                        <a:pt x="-44" y="8673"/>
                      </a:moveTo>
                      <a:lnTo>
                        <a:pt x="-44" y="8673"/>
                      </a:lnTo>
                      <a:lnTo>
                        <a:pt x="6076" y="-70"/>
                      </a:lnTo>
                      <a:cubicBezTo>
                        <a:pt x="5779" y="3742"/>
                        <a:pt x="3436" y="7090"/>
                        <a:pt x="-44" y="8673"/>
                      </a:cubicBezTo>
                      <a:close/>
                    </a:path>
                  </a:pathLst>
                </a:custGeom>
                <a:solidFill>
                  <a:srgbClr val="E6E7EA"/>
                </a:solidFill>
                <a:ln w="87213" cap="flat">
                  <a:noFill/>
                  <a:prstDash val="solid"/>
                  <a:miter/>
                </a:ln>
              </p:spPr>
              <p:txBody>
                <a:bodyPr rtlCol="0" anchor="ctr"/>
                <a:lstStyle/>
                <a:p>
                  <a:endParaRPr lang="en-IN" dirty="0"/>
                </a:p>
              </p:txBody>
            </p:sp>
            <p:sp>
              <p:nvSpPr>
                <p:cNvPr id="3048" name="Freeform: Shape 3047">
                  <a:extLst>
                    <a:ext uri="{FF2B5EF4-FFF2-40B4-BE49-F238E27FC236}">
                      <a16:creationId xmlns:a16="http://schemas.microsoft.com/office/drawing/2014/main" id="{5A86229C-7B2C-2FC3-1DC5-7A757D7D6BEF}"/>
                    </a:ext>
                  </a:extLst>
                </p:cNvPr>
                <p:cNvSpPr/>
                <p:nvPr/>
              </p:nvSpPr>
              <p:spPr>
                <a:xfrm>
                  <a:off x="3169920" y="4621374"/>
                  <a:ext cx="10574" cy="5398"/>
                </a:xfrm>
                <a:custGeom>
                  <a:avLst/>
                  <a:gdLst>
                    <a:gd name="connsiteX0" fmla="*/ -44 w 10574"/>
                    <a:gd name="connsiteY0" fmla="*/ 5252 h 5398"/>
                    <a:gd name="connsiteX1" fmla="*/ 7825 w 10574"/>
                    <a:gd name="connsiteY1" fmla="*/ 6 h 5398"/>
                    <a:gd name="connsiteX2" fmla="*/ -44 w 10574"/>
                    <a:gd name="connsiteY2" fmla="*/ 5252 h 5398"/>
                  </a:gdLst>
                  <a:ahLst/>
                  <a:cxnLst>
                    <a:cxn ang="0">
                      <a:pos x="connsiteX0" y="connsiteY0"/>
                    </a:cxn>
                    <a:cxn ang="0">
                      <a:pos x="connsiteX1" y="connsiteY1"/>
                    </a:cxn>
                    <a:cxn ang="0">
                      <a:pos x="connsiteX2" y="connsiteY2"/>
                    </a:cxn>
                  </a:cxnLst>
                  <a:rect l="l" t="t" r="r" b="b"/>
                  <a:pathLst>
                    <a:path w="10574" h="5398">
                      <a:moveTo>
                        <a:pt x="-44" y="5252"/>
                      </a:moveTo>
                      <a:cubicBezTo>
                        <a:pt x="-44" y="5252"/>
                        <a:pt x="-44" y="880"/>
                        <a:pt x="7825" y="6"/>
                      </a:cubicBezTo>
                      <a:cubicBezTo>
                        <a:pt x="15694" y="-868"/>
                        <a:pt x="4327" y="6127"/>
                        <a:pt x="-44" y="5252"/>
                      </a:cubicBezTo>
                      <a:close/>
                    </a:path>
                  </a:pathLst>
                </a:custGeom>
                <a:solidFill>
                  <a:srgbClr val="E7E8EB"/>
                </a:solidFill>
                <a:ln w="87213" cap="flat">
                  <a:noFill/>
                  <a:prstDash val="solid"/>
                  <a:miter/>
                </a:ln>
              </p:spPr>
              <p:txBody>
                <a:bodyPr rtlCol="0" anchor="ctr"/>
                <a:lstStyle/>
                <a:p>
                  <a:endParaRPr lang="en-IN" dirty="0"/>
                </a:p>
              </p:txBody>
            </p:sp>
            <p:sp>
              <p:nvSpPr>
                <p:cNvPr id="3049" name="Freeform: Shape 3048">
                  <a:extLst>
                    <a:ext uri="{FF2B5EF4-FFF2-40B4-BE49-F238E27FC236}">
                      <a16:creationId xmlns:a16="http://schemas.microsoft.com/office/drawing/2014/main" id="{B33EB198-191F-20BA-2487-B4C8E147824C}"/>
                    </a:ext>
                  </a:extLst>
                </p:cNvPr>
                <p:cNvSpPr/>
                <p:nvPr/>
              </p:nvSpPr>
              <p:spPr>
                <a:xfrm>
                  <a:off x="2400495" y="3848491"/>
                  <a:ext cx="9617" cy="2203"/>
                </a:xfrm>
                <a:custGeom>
                  <a:avLst/>
                  <a:gdLst>
                    <a:gd name="connsiteX0" fmla="*/ 9574 w 9617"/>
                    <a:gd name="connsiteY0" fmla="*/ 842 h 2203"/>
                    <a:gd name="connsiteX1" fmla="*/ -44 w 9617"/>
                    <a:gd name="connsiteY1" fmla="*/ 842 h 2203"/>
                    <a:gd name="connsiteX2" fmla="*/ 9574 w 9617"/>
                    <a:gd name="connsiteY2" fmla="*/ 842 h 2203"/>
                  </a:gdLst>
                  <a:ahLst/>
                  <a:cxnLst>
                    <a:cxn ang="0">
                      <a:pos x="connsiteX0" y="connsiteY0"/>
                    </a:cxn>
                    <a:cxn ang="0">
                      <a:pos x="connsiteX1" y="connsiteY1"/>
                    </a:cxn>
                    <a:cxn ang="0">
                      <a:pos x="connsiteX2" y="connsiteY2"/>
                    </a:cxn>
                  </a:cxnLst>
                  <a:rect l="l" t="t" r="r" b="b"/>
                  <a:pathLst>
                    <a:path w="9617" h="2203">
                      <a:moveTo>
                        <a:pt x="9574" y="842"/>
                      </a:moveTo>
                      <a:cubicBezTo>
                        <a:pt x="6601" y="2564"/>
                        <a:pt x="2929" y="2564"/>
                        <a:pt x="-44" y="842"/>
                      </a:cubicBezTo>
                      <a:cubicBezTo>
                        <a:pt x="3042" y="-374"/>
                        <a:pt x="6487" y="-374"/>
                        <a:pt x="9574" y="842"/>
                      </a:cubicBezTo>
                      <a:close/>
                    </a:path>
                  </a:pathLst>
                </a:custGeom>
                <a:solidFill>
                  <a:srgbClr val="E6E7EA"/>
                </a:solidFill>
                <a:ln w="87213" cap="flat">
                  <a:noFill/>
                  <a:prstDash val="solid"/>
                  <a:miter/>
                </a:ln>
              </p:spPr>
              <p:txBody>
                <a:bodyPr rtlCol="0" anchor="ctr"/>
                <a:lstStyle/>
                <a:p>
                  <a:endParaRPr lang="en-IN" dirty="0"/>
                </a:p>
              </p:txBody>
            </p:sp>
            <p:sp>
              <p:nvSpPr>
                <p:cNvPr id="3050" name="Freeform: Shape 3049">
                  <a:extLst>
                    <a:ext uri="{FF2B5EF4-FFF2-40B4-BE49-F238E27FC236}">
                      <a16:creationId xmlns:a16="http://schemas.microsoft.com/office/drawing/2014/main" id="{9BD9D79E-C310-6AA4-CFC2-3D2E53DE9AA3}"/>
                    </a:ext>
                  </a:extLst>
                </p:cNvPr>
                <p:cNvSpPr/>
                <p:nvPr/>
              </p:nvSpPr>
              <p:spPr>
                <a:xfrm>
                  <a:off x="3111338" y="4637361"/>
                  <a:ext cx="7869" cy="1914"/>
                </a:xfrm>
                <a:custGeom>
                  <a:avLst/>
                  <a:gdLst>
                    <a:gd name="connsiteX0" fmla="*/ -44 w 7869"/>
                    <a:gd name="connsiteY0" fmla="*/ 631 h 1914"/>
                    <a:gd name="connsiteX1" fmla="*/ 7825 w 7869"/>
                    <a:gd name="connsiteY1" fmla="*/ 631 h 1914"/>
                    <a:gd name="connsiteX2" fmla="*/ -44 w 7869"/>
                    <a:gd name="connsiteY2" fmla="*/ 631 h 1914"/>
                  </a:gdLst>
                  <a:ahLst/>
                  <a:cxnLst>
                    <a:cxn ang="0">
                      <a:pos x="connsiteX0" y="connsiteY0"/>
                    </a:cxn>
                    <a:cxn ang="0">
                      <a:pos x="connsiteX1" y="connsiteY1"/>
                    </a:cxn>
                    <a:cxn ang="0">
                      <a:pos x="connsiteX2" y="connsiteY2"/>
                    </a:cxn>
                  </a:cxnLst>
                  <a:rect l="l" t="t" r="r" b="b"/>
                  <a:pathLst>
                    <a:path w="7869" h="1914">
                      <a:moveTo>
                        <a:pt x="-44" y="631"/>
                      </a:moveTo>
                      <a:cubicBezTo>
                        <a:pt x="2491" y="-304"/>
                        <a:pt x="5290" y="-304"/>
                        <a:pt x="7825" y="631"/>
                      </a:cubicBezTo>
                      <a:cubicBezTo>
                        <a:pt x="5447" y="2249"/>
                        <a:pt x="2335" y="2249"/>
                        <a:pt x="-44" y="631"/>
                      </a:cubicBezTo>
                      <a:close/>
                    </a:path>
                  </a:pathLst>
                </a:custGeom>
                <a:solidFill>
                  <a:srgbClr val="E6E7EA"/>
                </a:solidFill>
                <a:ln w="87213" cap="flat">
                  <a:noFill/>
                  <a:prstDash val="solid"/>
                  <a:miter/>
                </a:ln>
              </p:spPr>
              <p:txBody>
                <a:bodyPr rtlCol="0" anchor="ctr"/>
                <a:lstStyle/>
                <a:p>
                  <a:endParaRPr lang="en-IN" dirty="0"/>
                </a:p>
              </p:txBody>
            </p:sp>
            <p:sp>
              <p:nvSpPr>
                <p:cNvPr id="3051" name="Freeform: Shape 3050">
                  <a:extLst>
                    <a:ext uri="{FF2B5EF4-FFF2-40B4-BE49-F238E27FC236}">
                      <a16:creationId xmlns:a16="http://schemas.microsoft.com/office/drawing/2014/main" id="{31B34E25-CF97-E88C-B2EF-BF6B48E26970}"/>
                    </a:ext>
                  </a:extLst>
                </p:cNvPr>
                <p:cNvSpPr/>
                <p:nvPr/>
              </p:nvSpPr>
              <p:spPr>
                <a:xfrm>
                  <a:off x="2245518" y="3847526"/>
                  <a:ext cx="1029962" cy="789122"/>
                </a:xfrm>
                <a:custGeom>
                  <a:avLst/>
                  <a:gdLst>
                    <a:gd name="connsiteX0" fmla="*/ 585986 w 1029962"/>
                    <a:gd name="connsiteY0" fmla="*/ 271105 h 789122"/>
                    <a:gd name="connsiteX1" fmla="*/ 585986 w 1029962"/>
                    <a:gd name="connsiteY1" fmla="*/ 271105 h 789122"/>
                    <a:gd name="connsiteX2" fmla="*/ 593855 w 1029962"/>
                    <a:gd name="connsiteY2" fmla="*/ 277226 h 789122"/>
                    <a:gd name="connsiteX3" fmla="*/ 977693 w 1029962"/>
                    <a:gd name="connsiteY3" fmla="*/ 523791 h 789122"/>
                    <a:gd name="connsiteX4" fmla="*/ 1003049 w 1029962"/>
                    <a:gd name="connsiteY4" fmla="*/ 543026 h 789122"/>
                    <a:gd name="connsiteX5" fmla="*/ 1019661 w 1029962"/>
                    <a:gd name="connsiteY5" fmla="*/ 630461 h 789122"/>
                    <a:gd name="connsiteX6" fmla="*/ 995180 w 1029962"/>
                    <a:gd name="connsiteY6" fmla="*/ 671555 h 789122"/>
                    <a:gd name="connsiteX7" fmla="*/ 937473 w 1029962"/>
                    <a:gd name="connsiteY7" fmla="*/ 758990 h 789122"/>
                    <a:gd name="connsiteX8" fmla="*/ 905122 w 1029962"/>
                    <a:gd name="connsiteY8" fmla="*/ 785221 h 789122"/>
                    <a:gd name="connsiteX9" fmla="*/ 905122 w 1029962"/>
                    <a:gd name="connsiteY9" fmla="*/ 785221 h 789122"/>
                    <a:gd name="connsiteX10" fmla="*/ 835174 w 1029962"/>
                    <a:gd name="connsiteY10" fmla="*/ 774728 h 789122"/>
                    <a:gd name="connsiteX11" fmla="*/ 780091 w 1029962"/>
                    <a:gd name="connsiteY11" fmla="*/ 739754 h 789122"/>
                    <a:gd name="connsiteX12" fmla="*/ 378766 w 1029962"/>
                    <a:gd name="connsiteY12" fmla="*/ 477451 h 789122"/>
                    <a:gd name="connsiteX13" fmla="*/ 53509 w 1029962"/>
                    <a:gd name="connsiteY13" fmla="*/ 267608 h 789122"/>
                    <a:gd name="connsiteX14" fmla="*/ 15912 w 1029962"/>
                    <a:gd name="connsiteY14" fmla="*/ 237005 h 789122"/>
                    <a:gd name="connsiteX15" fmla="*/ 6294 w 1029962"/>
                    <a:gd name="connsiteY15" fmla="*/ 167058 h 789122"/>
                    <a:gd name="connsiteX16" fmla="*/ 19410 w 1029962"/>
                    <a:gd name="connsiteY16" fmla="*/ 142577 h 789122"/>
                    <a:gd name="connsiteX17" fmla="*/ 88483 w 1029962"/>
                    <a:gd name="connsiteY17" fmla="*/ 35906 h 789122"/>
                    <a:gd name="connsiteX18" fmla="*/ 108593 w 1029962"/>
                    <a:gd name="connsiteY18" fmla="*/ 18419 h 789122"/>
                    <a:gd name="connsiteX19" fmla="*/ 108593 w 1029962"/>
                    <a:gd name="connsiteY19" fmla="*/ 28037 h 789122"/>
                    <a:gd name="connsiteX20" fmla="*/ 88483 w 1029962"/>
                    <a:gd name="connsiteY20" fmla="*/ 53393 h 789122"/>
                    <a:gd name="connsiteX21" fmla="*/ 22907 w 1029962"/>
                    <a:gd name="connsiteY21" fmla="*/ 154817 h 789122"/>
                    <a:gd name="connsiteX22" fmla="*/ 17661 w 1029962"/>
                    <a:gd name="connsiteY22" fmla="*/ 222142 h 789122"/>
                    <a:gd name="connsiteX23" fmla="*/ 50012 w 1029962"/>
                    <a:gd name="connsiteY23" fmla="*/ 255367 h 789122"/>
                    <a:gd name="connsiteX24" fmla="*/ 224881 w 1029962"/>
                    <a:gd name="connsiteY24" fmla="*/ 367283 h 789122"/>
                    <a:gd name="connsiteX25" fmla="*/ 836923 w 1029962"/>
                    <a:gd name="connsiteY25" fmla="*/ 759865 h 789122"/>
                    <a:gd name="connsiteX26" fmla="*/ 870148 w 1029962"/>
                    <a:gd name="connsiteY26" fmla="*/ 775603 h 789122"/>
                    <a:gd name="connsiteX27" fmla="*/ 935724 w 1029962"/>
                    <a:gd name="connsiteY27" fmla="*/ 755493 h 789122"/>
                    <a:gd name="connsiteX28" fmla="*/ 966326 w 1029962"/>
                    <a:gd name="connsiteY28" fmla="*/ 710901 h 789122"/>
                    <a:gd name="connsiteX29" fmla="*/ 1013541 w 1029962"/>
                    <a:gd name="connsiteY29" fmla="*/ 637456 h 789122"/>
                    <a:gd name="connsiteX30" fmla="*/ 1027531 w 1029962"/>
                    <a:gd name="connsiteY30" fmla="*/ 601608 h 789122"/>
                    <a:gd name="connsiteX31" fmla="*/ 1019661 w 1029962"/>
                    <a:gd name="connsiteY31" fmla="*/ 564885 h 789122"/>
                    <a:gd name="connsiteX32" fmla="*/ 989934 w 1029962"/>
                    <a:gd name="connsiteY32" fmla="*/ 536032 h 789122"/>
                    <a:gd name="connsiteX33" fmla="*/ 314939 w 1029962"/>
                    <a:gd name="connsiteY33" fmla="*/ 98859 h 789122"/>
                    <a:gd name="connsiteX34" fmla="*/ 197776 w 1029962"/>
                    <a:gd name="connsiteY34" fmla="*/ 22791 h 789122"/>
                    <a:gd name="connsiteX35" fmla="*/ 177666 w 1029962"/>
                    <a:gd name="connsiteY35" fmla="*/ 12299 h 789122"/>
                    <a:gd name="connsiteX36" fmla="*/ 122583 w 1029962"/>
                    <a:gd name="connsiteY36" fmla="*/ 12299 h 789122"/>
                    <a:gd name="connsiteX37" fmla="*/ 115588 w 1029962"/>
                    <a:gd name="connsiteY37" fmla="*/ 12299 h 789122"/>
                    <a:gd name="connsiteX38" fmla="*/ 115588 w 1029962"/>
                    <a:gd name="connsiteY38" fmla="*/ 6178 h 789122"/>
                    <a:gd name="connsiteX39" fmla="*/ 122583 w 1029962"/>
                    <a:gd name="connsiteY39" fmla="*/ 6178 h 789122"/>
                    <a:gd name="connsiteX40" fmla="*/ 122583 w 1029962"/>
                    <a:gd name="connsiteY40" fmla="*/ 6178 h 789122"/>
                    <a:gd name="connsiteX41" fmla="*/ 152310 w 1029962"/>
                    <a:gd name="connsiteY41" fmla="*/ 58 h 789122"/>
                    <a:gd name="connsiteX42" fmla="*/ 152310 w 1029962"/>
                    <a:gd name="connsiteY42" fmla="*/ 58 h 789122"/>
                    <a:gd name="connsiteX43" fmla="*/ 203897 w 1029962"/>
                    <a:gd name="connsiteY43" fmla="*/ 19294 h 789122"/>
                    <a:gd name="connsiteX44" fmla="*/ 578991 w 1029962"/>
                    <a:gd name="connsiteY44" fmla="*/ 261488 h 789122"/>
                    <a:gd name="connsiteX45" fmla="*/ 585986 w 1029962"/>
                    <a:gd name="connsiteY45" fmla="*/ 271105 h 78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29961" h="789122">
                      <a:moveTo>
                        <a:pt x="585986" y="271105"/>
                      </a:moveTo>
                      <a:lnTo>
                        <a:pt x="585986" y="271105"/>
                      </a:lnTo>
                      <a:cubicBezTo>
                        <a:pt x="588207" y="273614"/>
                        <a:pt x="590874" y="275687"/>
                        <a:pt x="593855" y="277226"/>
                      </a:cubicBezTo>
                      <a:lnTo>
                        <a:pt x="977693" y="523791"/>
                      </a:lnTo>
                      <a:cubicBezTo>
                        <a:pt x="986507" y="529710"/>
                        <a:pt x="994978" y="536128"/>
                        <a:pt x="1003049" y="543026"/>
                      </a:cubicBezTo>
                      <a:cubicBezTo>
                        <a:pt x="1030932" y="563128"/>
                        <a:pt x="1038233" y="601529"/>
                        <a:pt x="1019661" y="630461"/>
                      </a:cubicBezTo>
                      <a:cubicBezTo>
                        <a:pt x="1012544" y="644757"/>
                        <a:pt x="1004360" y="658493"/>
                        <a:pt x="995180" y="671555"/>
                      </a:cubicBezTo>
                      <a:cubicBezTo>
                        <a:pt x="975944" y="700409"/>
                        <a:pt x="959331" y="731011"/>
                        <a:pt x="937473" y="758990"/>
                      </a:cubicBezTo>
                      <a:cubicBezTo>
                        <a:pt x="928957" y="770208"/>
                        <a:pt x="917861" y="779214"/>
                        <a:pt x="905122" y="785221"/>
                      </a:cubicBezTo>
                      <a:lnTo>
                        <a:pt x="905122" y="785221"/>
                      </a:lnTo>
                      <a:cubicBezTo>
                        <a:pt x="881445" y="792845"/>
                        <a:pt x="855573" y="788963"/>
                        <a:pt x="835174" y="774728"/>
                      </a:cubicBezTo>
                      <a:cubicBezTo>
                        <a:pt x="815939" y="764237"/>
                        <a:pt x="798452" y="751995"/>
                        <a:pt x="780091" y="739754"/>
                      </a:cubicBezTo>
                      <a:lnTo>
                        <a:pt x="378766" y="477451"/>
                      </a:lnTo>
                      <a:lnTo>
                        <a:pt x="53509" y="267608"/>
                      </a:lnTo>
                      <a:cubicBezTo>
                        <a:pt x="39301" y="259660"/>
                        <a:pt x="26579" y="249308"/>
                        <a:pt x="15912" y="237005"/>
                      </a:cubicBezTo>
                      <a:cubicBezTo>
                        <a:pt x="-1067" y="217744"/>
                        <a:pt x="-4862" y="190184"/>
                        <a:pt x="6294" y="167058"/>
                      </a:cubicBezTo>
                      <a:cubicBezTo>
                        <a:pt x="9792" y="158463"/>
                        <a:pt x="14190" y="150253"/>
                        <a:pt x="19410" y="142577"/>
                      </a:cubicBezTo>
                      <a:cubicBezTo>
                        <a:pt x="42143" y="106728"/>
                        <a:pt x="64001" y="70006"/>
                        <a:pt x="88483" y="35906"/>
                      </a:cubicBezTo>
                      <a:cubicBezTo>
                        <a:pt x="92951" y="27915"/>
                        <a:pt x="100059" y="21733"/>
                        <a:pt x="108593" y="18419"/>
                      </a:cubicBezTo>
                      <a:cubicBezTo>
                        <a:pt x="108593" y="18419"/>
                        <a:pt x="108593" y="25414"/>
                        <a:pt x="108593" y="28037"/>
                      </a:cubicBezTo>
                      <a:cubicBezTo>
                        <a:pt x="100698" y="35469"/>
                        <a:pt x="93921" y="44011"/>
                        <a:pt x="88483" y="53393"/>
                      </a:cubicBezTo>
                      <a:cubicBezTo>
                        <a:pt x="66625" y="86619"/>
                        <a:pt x="43891" y="120718"/>
                        <a:pt x="22907" y="154817"/>
                      </a:cubicBezTo>
                      <a:cubicBezTo>
                        <a:pt x="8655" y="174490"/>
                        <a:pt x="6636" y="200493"/>
                        <a:pt x="17661" y="222142"/>
                      </a:cubicBezTo>
                      <a:cubicBezTo>
                        <a:pt x="25626" y="235651"/>
                        <a:pt x="36722" y="247043"/>
                        <a:pt x="50012" y="255367"/>
                      </a:cubicBezTo>
                      <a:lnTo>
                        <a:pt x="224881" y="367283"/>
                      </a:lnTo>
                      <a:lnTo>
                        <a:pt x="836923" y="759865"/>
                      </a:lnTo>
                      <a:cubicBezTo>
                        <a:pt x="847092" y="766842"/>
                        <a:pt x="858310" y="772149"/>
                        <a:pt x="870148" y="775603"/>
                      </a:cubicBezTo>
                      <a:cubicBezTo>
                        <a:pt x="894062" y="782676"/>
                        <a:pt x="919890" y="774764"/>
                        <a:pt x="935724" y="755493"/>
                      </a:cubicBezTo>
                      <a:cubicBezTo>
                        <a:pt x="947003" y="741399"/>
                        <a:pt x="957233" y="726500"/>
                        <a:pt x="966326" y="710901"/>
                      </a:cubicBezTo>
                      <a:lnTo>
                        <a:pt x="1013541" y="637456"/>
                      </a:lnTo>
                      <a:cubicBezTo>
                        <a:pt x="1020807" y="626693"/>
                        <a:pt x="1025590" y="614452"/>
                        <a:pt x="1027531" y="601608"/>
                      </a:cubicBezTo>
                      <a:cubicBezTo>
                        <a:pt x="1029367" y="588816"/>
                        <a:pt x="1026578" y="575797"/>
                        <a:pt x="1019661" y="564885"/>
                      </a:cubicBezTo>
                      <a:cubicBezTo>
                        <a:pt x="1011783" y="553370"/>
                        <a:pt x="1001676" y="543560"/>
                        <a:pt x="989934" y="536032"/>
                      </a:cubicBezTo>
                      <a:lnTo>
                        <a:pt x="314939" y="98859"/>
                      </a:lnTo>
                      <a:lnTo>
                        <a:pt x="197776" y="22791"/>
                      </a:lnTo>
                      <a:cubicBezTo>
                        <a:pt x="191359" y="18778"/>
                        <a:pt x="184635" y="15272"/>
                        <a:pt x="177666" y="12299"/>
                      </a:cubicBezTo>
                      <a:cubicBezTo>
                        <a:pt x="160346" y="3573"/>
                        <a:pt x="139903" y="3573"/>
                        <a:pt x="122583" y="12299"/>
                      </a:cubicBezTo>
                      <a:cubicBezTo>
                        <a:pt x="122583" y="12299"/>
                        <a:pt x="122583" y="12299"/>
                        <a:pt x="115588" y="12299"/>
                      </a:cubicBezTo>
                      <a:cubicBezTo>
                        <a:pt x="108593" y="12299"/>
                        <a:pt x="115588" y="7053"/>
                        <a:pt x="115588" y="6178"/>
                      </a:cubicBezTo>
                      <a:lnTo>
                        <a:pt x="122583" y="6178"/>
                      </a:lnTo>
                      <a:lnTo>
                        <a:pt x="122583" y="6178"/>
                      </a:lnTo>
                      <a:cubicBezTo>
                        <a:pt x="131755" y="1483"/>
                        <a:pt x="142028" y="-633"/>
                        <a:pt x="152310" y="58"/>
                      </a:cubicBezTo>
                      <a:lnTo>
                        <a:pt x="152310" y="58"/>
                      </a:lnTo>
                      <a:cubicBezTo>
                        <a:pt x="170864" y="1964"/>
                        <a:pt x="188622" y="8583"/>
                        <a:pt x="203897" y="19294"/>
                      </a:cubicBezTo>
                      <a:lnTo>
                        <a:pt x="578991" y="261488"/>
                      </a:lnTo>
                      <a:cubicBezTo>
                        <a:pt x="578991" y="261488"/>
                        <a:pt x="582488" y="271105"/>
                        <a:pt x="585986" y="271105"/>
                      </a:cubicBezTo>
                      <a:close/>
                    </a:path>
                  </a:pathLst>
                </a:custGeom>
                <a:solidFill>
                  <a:srgbClr val="D4D6DC"/>
                </a:solidFill>
                <a:ln w="87213" cap="flat">
                  <a:noFill/>
                  <a:prstDash val="solid"/>
                  <a:miter/>
                </a:ln>
              </p:spPr>
              <p:txBody>
                <a:bodyPr rtlCol="0" anchor="ctr"/>
                <a:lstStyle/>
                <a:p>
                  <a:endParaRPr lang="en-IN" dirty="0"/>
                </a:p>
              </p:txBody>
            </p:sp>
            <p:sp>
              <p:nvSpPr>
                <p:cNvPr id="3052" name="Freeform: Shape 3051">
                  <a:extLst>
                    <a:ext uri="{FF2B5EF4-FFF2-40B4-BE49-F238E27FC236}">
                      <a16:creationId xmlns:a16="http://schemas.microsoft.com/office/drawing/2014/main" id="{8AD8BB12-01C3-A189-A4B5-F777092E3A67}"/>
                    </a:ext>
                  </a:extLst>
                </p:cNvPr>
                <p:cNvSpPr/>
                <p:nvPr/>
              </p:nvSpPr>
              <p:spPr>
                <a:xfrm>
                  <a:off x="2829799" y="4120450"/>
                  <a:ext cx="445498" cy="510617"/>
                </a:xfrm>
                <a:custGeom>
                  <a:avLst/>
                  <a:gdLst>
                    <a:gd name="connsiteX0" fmla="*/ 322589 w 445498"/>
                    <a:gd name="connsiteY0" fmla="*/ 510548 h 510617"/>
                    <a:gd name="connsiteX1" fmla="*/ 349694 w 445498"/>
                    <a:gd name="connsiteY1" fmla="*/ 488689 h 510617"/>
                    <a:gd name="connsiteX2" fmla="*/ 369804 w 445498"/>
                    <a:gd name="connsiteY2" fmla="*/ 462459 h 510617"/>
                    <a:gd name="connsiteX3" fmla="*/ 422264 w 445498"/>
                    <a:gd name="connsiteY3" fmla="*/ 381145 h 510617"/>
                    <a:gd name="connsiteX4" fmla="*/ 444123 w 445498"/>
                    <a:gd name="connsiteY4" fmla="*/ 332182 h 510617"/>
                    <a:gd name="connsiteX5" fmla="*/ 424014 w 445498"/>
                    <a:gd name="connsiteY5" fmla="*/ 276223 h 510617"/>
                    <a:gd name="connsiteX6" fmla="*/ 375050 w 445498"/>
                    <a:gd name="connsiteY6" fmla="*/ 241250 h 510617"/>
                    <a:gd name="connsiteX7" fmla="*/ 7825 w 445498"/>
                    <a:gd name="connsiteY7" fmla="*/ 6925 h 510617"/>
                    <a:gd name="connsiteX8" fmla="*/ -44 w 445498"/>
                    <a:gd name="connsiteY8" fmla="*/ -70 h 510617"/>
                    <a:gd name="connsiteX9" fmla="*/ 404778 w 445498"/>
                    <a:gd name="connsiteY9" fmla="*/ 262234 h 510617"/>
                    <a:gd name="connsiteX10" fmla="*/ 438877 w 445498"/>
                    <a:gd name="connsiteY10" fmla="*/ 298956 h 510617"/>
                    <a:gd name="connsiteX11" fmla="*/ 438877 w 445498"/>
                    <a:gd name="connsiteY11" fmla="*/ 355789 h 510617"/>
                    <a:gd name="connsiteX12" fmla="*/ 357563 w 445498"/>
                    <a:gd name="connsiteY12" fmla="*/ 479946 h 510617"/>
                    <a:gd name="connsiteX13" fmla="*/ 322589 w 445498"/>
                    <a:gd name="connsiteY13" fmla="*/ 510548 h 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498" h="510617">
                      <a:moveTo>
                        <a:pt x="322589" y="510548"/>
                      </a:moveTo>
                      <a:cubicBezTo>
                        <a:pt x="332723" y="504742"/>
                        <a:pt x="341877" y="497363"/>
                        <a:pt x="349694" y="488689"/>
                      </a:cubicBezTo>
                      <a:cubicBezTo>
                        <a:pt x="355815" y="479946"/>
                        <a:pt x="363683" y="472077"/>
                        <a:pt x="369804" y="462459"/>
                      </a:cubicBezTo>
                      <a:cubicBezTo>
                        <a:pt x="388165" y="435354"/>
                        <a:pt x="405652" y="409124"/>
                        <a:pt x="422264" y="381145"/>
                      </a:cubicBezTo>
                      <a:cubicBezTo>
                        <a:pt x="432870" y="366517"/>
                        <a:pt x="440311" y="349843"/>
                        <a:pt x="444123" y="332182"/>
                      </a:cubicBezTo>
                      <a:cubicBezTo>
                        <a:pt x="447210" y="311337"/>
                        <a:pt x="439656" y="290335"/>
                        <a:pt x="424014" y="276223"/>
                      </a:cubicBezTo>
                      <a:cubicBezTo>
                        <a:pt x="408791" y="263100"/>
                        <a:pt x="392397" y="251392"/>
                        <a:pt x="375050" y="241250"/>
                      </a:cubicBezTo>
                      <a:lnTo>
                        <a:pt x="7825" y="6925"/>
                      </a:lnTo>
                      <a:cubicBezTo>
                        <a:pt x="7825" y="6925"/>
                        <a:pt x="830" y="6925"/>
                        <a:pt x="-44" y="-70"/>
                      </a:cubicBezTo>
                      <a:lnTo>
                        <a:pt x="404778" y="262234"/>
                      </a:lnTo>
                      <a:cubicBezTo>
                        <a:pt x="419694" y="270627"/>
                        <a:pt x="431611" y="283463"/>
                        <a:pt x="438877" y="298956"/>
                      </a:cubicBezTo>
                      <a:cubicBezTo>
                        <a:pt x="447647" y="316889"/>
                        <a:pt x="447647" y="337856"/>
                        <a:pt x="438877" y="355789"/>
                      </a:cubicBezTo>
                      <a:cubicBezTo>
                        <a:pt x="413906" y="398535"/>
                        <a:pt x="386766" y="439971"/>
                        <a:pt x="357563" y="479946"/>
                      </a:cubicBezTo>
                      <a:cubicBezTo>
                        <a:pt x="350708" y="494600"/>
                        <a:pt x="338021" y="505695"/>
                        <a:pt x="322589" y="510548"/>
                      </a:cubicBezTo>
                      <a:close/>
                    </a:path>
                  </a:pathLst>
                </a:custGeom>
                <a:solidFill>
                  <a:srgbClr val="D4D7DC"/>
                </a:solidFill>
                <a:ln w="87213" cap="flat">
                  <a:noFill/>
                  <a:prstDash val="solid"/>
                  <a:miter/>
                </a:ln>
              </p:spPr>
              <p:txBody>
                <a:bodyPr rtlCol="0" anchor="ctr"/>
                <a:lstStyle/>
                <a:p>
                  <a:endParaRPr lang="en-IN" dirty="0"/>
                </a:p>
              </p:txBody>
            </p:sp>
            <p:sp>
              <p:nvSpPr>
                <p:cNvPr id="3053" name="Freeform: Shape 3052">
                  <a:extLst>
                    <a:ext uri="{FF2B5EF4-FFF2-40B4-BE49-F238E27FC236}">
                      <a16:creationId xmlns:a16="http://schemas.microsoft.com/office/drawing/2014/main" id="{5D923F57-A687-4A05-2D40-B1A823B60BF4}"/>
                    </a:ext>
                  </a:extLst>
                </p:cNvPr>
                <p:cNvSpPr/>
                <p:nvPr/>
              </p:nvSpPr>
              <p:spPr>
                <a:xfrm>
                  <a:off x="2247196" y="3859020"/>
                  <a:ext cx="378880" cy="466900"/>
                </a:xfrm>
                <a:custGeom>
                  <a:avLst/>
                  <a:gdLst>
                    <a:gd name="connsiteX0" fmla="*/ 118281 w 378880"/>
                    <a:gd name="connsiteY0" fmla="*/ -70 h 466900"/>
                    <a:gd name="connsiteX1" fmla="*/ 108663 w 378880"/>
                    <a:gd name="connsiteY1" fmla="*/ 8673 h 466900"/>
                    <a:gd name="connsiteX2" fmla="*/ 108663 w 378880"/>
                    <a:gd name="connsiteY2" fmla="*/ 8673 h 466900"/>
                    <a:gd name="connsiteX3" fmla="*/ 80684 w 378880"/>
                    <a:gd name="connsiteY3" fmla="*/ 40150 h 466900"/>
                    <a:gd name="connsiteX4" fmla="*/ 17731 w 378880"/>
                    <a:gd name="connsiteY4" fmla="*/ 137202 h 466900"/>
                    <a:gd name="connsiteX5" fmla="*/ 1993 w 378880"/>
                    <a:gd name="connsiteY5" fmla="*/ 180920 h 466900"/>
                    <a:gd name="connsiteX6" fmla="*/ 17731 w 378880"/>
                    <a:gd name="connsiteY6" fmla="*/ 228134 h 466900"/>
                    <a:gd name="connsiteX7" fmla="*/ 64072 w 378880"/>
                    <a:gd name="connsiteY7" fmla="*/ 263982 h 466900"/>
                    <a:gd name="connsiteX8" fmla="*/ 378836 w 378880"/>
                    <a:gd name="connsiteY8" fmla="*/ 466830 h 466900"/>
                    <a:gd name="connsiteX9" fmla="*/ 378836 w 378880"/>
                    <a:gd name="connsiteY9" fmla="*/ 466830 h 466900"/>
                    <a:gd name="connsiteX10" fmla="*/ 378836 w 378880"/>
                    <a:gd name="connsiteY10" fmla="*/ 466830 h 466900"/>
                    <a:gd name="connsiteX11" fmla="*/ 39590 w 378880"/>
                    <a:gd name="connsiteY11" fmla="*/ 248244 h 466900"/>
                    <a:gd name="connsiteX12" fmla="*/ 244 w 378880"/>
                    <a:gd name="connsiteY12" fmla="*/ 192286 h 466900"/>
                    <a:gd name="connsiteX13" fmla="*/ 6365 w 378880"/>
                    <a:gd name="connsiteY13" fmla="*/ 153814 h 466900"/>
                    <a:gd name="connsiteX14" fmla="*/ 21229 w 378880"/>
                    <a:gd name="connsiteY14" fmla="*/ 127584 h 466900"/>
                    <a:gd name="connsiteX15" fmla="*/ 85930 w 378880"/>
                    <a:gd name="connsiteY15" fmla="*/ 27034 h 466900"/>
                    <a:gd name="connsiteX16" fmla="*/ 107789 w 378880"/>
                    <a:gd name="connsiteY16" fmla="*/ 3427 h 466900"/>
                    <a:gd name="connsiteX17" fmla="*/ 118281 w 378880"/>
                    <a:gd name="connsiteY17" fmla="*/ -70 h 4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8880" h="466899">
                      <a:moveTo>
                        <a:pt x="118281" y="-70"/>
                      </a:moveTo>
                      <a:cubicBezTo>
                        <a:pt x="118281" y="-70"/>
                        <a:pt x="110412" y="-70"/>
                        <a:pt x="108663" y="8673"/>
                      </a:cubicBezTo>
                      <a:lnTo>
                        <a:pt x="108663" y="8673"/>
                      </a:lnTo>
                      <a:cubicBezTo>
                        <a:pt x="96527" y="16289"/>
                        <a:pt x="86822" y="27209"/>
                        <a:pt x="80684" y="40150"/>
                      </a:cubicBezTo>
                      <a:cubicBezTo>
                        <a:pt x="58825" y="71626"/>
                        <a:pt x="36967" y="103977"/>
                        <a:pt x="17731" y="137202"/>
                      </a:cubicBezTo>
                      <a:cubicBezTo>
                        <a:pt x="9285" y="150414"/>
                        <a:pt x="3908" y="165356"/>
                        <a:pt x="1993" y="180920"/>
                      </a:cubicBezTo>
                      <a:cubicBezTo>
                        <a:pt x="428" y="198161"/>
                        <a:pt x="6129" y="215281"/>
                        <a:pt x="17731" y="228134"/>
                      </a:cubicBezTo>
                      <a:cubicBezTo>
                        <a:pt x="31616" y="241975"/>
                        <a:pt x="47188" y="254015"/>
                        <a:pt x="64072" y="263982"/>
                      </a:cubicBezTo>
                      <a:lnTo>
                        <a:pt x="378836" y="466830"/>
                      </a:lnTo>
                      <a:cubicBezTo>
                        <a:pt x="378836" y="466830"/>
                        <a:pt x="378836" y="466830"/>
                        <a:pt x="378836" y="466830"/>
                      </a:cubicBezTo>
                      <a:lnTo>
                        <a:pt x="378836" y="466830"/>
                      </a:lnTo>
                      <a:lnTo>
                        <a:pt x="39590" y="248244"/>
                      </a:lnTo>
                      <a:cubicBezTo>
                        <a:pt x="18964" y="236195"/>
                        <a:pt x="4607" y="215771"/>
                        <a:pt x="244" y="192286"/>
                      </a:cubicBezTo>
                      <a:cubicBezTo>
                        <a:pt x="-866" y="179153"/>
                        <a:pt x="1241" y="165950"/>
                        <a:pt x="6365" y="153814"/>
                      </a:cubicBezTo>
                      <a:cubicBezTo>
                        <a:pt x="9923" y="144354"/>
                        <a:pt x="14942" y="135497"/>
                        <a:pt x="21229" y="127584"/>
                      </a:cubicBezTo>
                      <a:lnTo>
                        <a:pt x="85930" y="27034"/>
                      </a:lnTo>
                      <a:cubicBezTo>
                        <a:pt x="92033" y="18142"/>
                        <a:pt x="99395" y="10194"/>
                        <a:pt x="107789" y="3427"/>
                      </a:cubicBezTo>
                      <a:cubicBezTo>
                        <a:pt x="110867" y="1259"/>
                        <a:pt x="114513" y="43"/>
                        <a:pt x="118281" y="-70"/>
                      </a:cubicBezTo>
                      <a:close/>
                    </a:path>
                  </a:pathLst>
                </a:custGeom>
                <a:solidFill>
                  <a:srgbClr val="D5D8DD"/>
                </a:solidFill>
                <a:ln w="87213" cap="flat">
                  <a:noFill/>
                  <a:prstDash val="solid"/>
                  <a:miter/>
                </a:ln>
              </p:spPr>
              <p:txBody>
                <a:bodyPr rtlCol="0" anchor="ctr"/>
                <a:lstStyle/>
                <a:p>
                  <a:endParaRPr lang="en-IN" dirty="0"/>
                </a:p>
              </p:txBody>
            </p:sp>
            <p:sp>
              <p:nvSpPr>
                <p:cNvPr id="3054" name="Freeform: Shape 3053">
                  <a:extLst>
                    <a:ext uri="{FF2B5EF4-FFF2-40B4-BE49-F238E27FC236}">
                      <a16:creationId xmlns:a16="http://schemas.microsoft.com/office/drawing/2014/main" id="{8D332043-DF8D-556C-8FEF-923668E55688}"/>
                    </a:ext>
                  </a:extLst>
                </p:cNvPr>
                <p:cNvSpPr/>
                <p:nvPr/>
              </p:nvSpPr>
              <p:spPr>
                <a:xfrm>
                  <a:off x="2625202" y="4327670"/>
                  <a:ext cx="522859" cy="310656"/>
                </a:xfrm>
                <a:custGeom>
                  <a:avLst/>
                  <a:gdLst>
                    <a:gd name="connsiteX0" fmla="*/ -44 w 522859"/>
                    <a:gd name="connsiteY0" fmla="*/ -70 h 310656"/>
                    <a:gd name="connsiteX1" fmla="*/ -44 w 522859"/>
                    <a:gd name="connsiteY1" fmla="*/ -70 h 310656"/>
                    <a:gd name="connsiteX2" fmla="*/ 437129 w 522859"/>
                    <a:gd name="connsiteY2" fmla="*/ 282343 h 310656"/>
                    <a:gd name="connsiteX3" fmla="*/ 488716 w 522859"/>
                    <a:gd name="connsiteY3" fmla="*/ 305951 h 310656"/>
                    <a:gd name="connsiteX4" fmla="*/ 522815 w 522859"/>
                    <a:gd name="connsiteY4" fmla="*/ 305951 h 310656"/>
                    <a:gd name="connsiteX5" fmla="*/ 480846 w 522859"/>
                    <a:gd name="connsiteY5" fmla="*/ 305951 h 310656"/>
                    <a:gd name="connsiteX6" fmla="*/ 448495 w 522859"/>
                    <a:gd name="connsiteY6" fmla="*/ 291961 h 3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859" h="310656">
                      <a:moveTo>
                        <a:pt x="-44" y="-70"/>
                      </a:moveTo>
                      <a:lnTo>
                        <a:pt x="-44" y="-70"/>
                      </a:lnTo>
                      <a:lnTo>
                        <a:pt x="437129" y="282343"/>
                      </a:lnTo>
                      <a:cubicBezTo>
                        <a:pt x="452518" y="293675"/>
                        <a:pt x="470083" y="301710"/>
                        <a:pt x="488716" y="305951"/>
                      </a:cubicBezTo>
                      <a:cubicBezTo>
                        <a:pt x="499968" y="308189"/>
                        <a:pt x="511562" y="308189"/>
                        <a:pt x="522815" y="305951"/>
                      </a:cubicBezTo>
                      <a:cubicBezTo>
                        <a:pt x="509507" y="312132"/>
                        <a:pt x="494154" y="312132"/>
                        <a:pt x="480846" y="305951"/>
                      </a:cubicBezTo>
                      <a:cubicBezTo>
                        <a:pt x="469357" y="303109"/>
                        <a:pt x="458428" y="298388"/>
                        <a:pt x="448495" y="291961"/>
                      </a:cubicBezTo>
                      <a:close/>
                    </a:path>
                  </a:pathLst>
                </a:custGeom>
                <a:solidFill>
                  <a:srgbClr val="D4D7DC"/>
                </a:solidFill>
                <a:ln w="87213" cap="flat">
                  <a:noFill/>
                  <a:prstDash val="solid"/>
                  <a:miter/>
                </a:ln>
              </p:spPr>
              <p:txBody>
                <a:bodyPr rtlCol="0" anchor="ctr"/>
                <a:lstStyle/>
                <a:p>
                  <a:endParaRPr lang="en-IN" dirty="0"/>
                </a:p>
              </p:txBody>
            </p:sp>
            <p:sp>
              <p:nvSpPr>
                <p:cNvPr id="3055" name="Freeform: Shape 3054">
                  <a:extLst>
                    <a:ext uri="{FF2B5EF4-FFF2-40B4-BE49-F238E27FC236}">
                      <a16:creationId xmlns:a16="http://schemas.microsoft.com/office/drawing/2014/main" id="{51F91C53-9F06-5986-DB3A-938127C469B5}"/>
                    </a:ext>
                  </a:extLst>
                </p:cNvPr>
                <p:cNvSpPr/>
                <p:nvPr/>
              </p:nvSpPr>
              <p:spPr>
                <a:xfrm>
                  <a:off x="2397872" y="3857420"/>
                  <a:ext cx="433675" cy="261280"/>
                </a:xfrm>
                <a:custGeom>
                  <a:avLst/>
                  <a:gdLst>
                    <a:gd name="connsiteX0" fmla="*/ 433631 w 433675"/>
                    <a:gd name="connsiteY0" fmla="*/ 261211 h 261280"/>
                    <a:gd name="connsiteX1" fmla="*/ 423139 w 433675"/>
                    <a:gd name="connsiteY1" fmla="*/ 261211 h 261280"/>
                    <a:gd name="connsiteX2" fmla="*/ 52416 w 433675"/>
                    <a:gd name="connsiteY2" fmla="*/ 22515 h 261280"/>
                    <a:gd name="connsiteX3" fmla="*/ -44 w 433675"/>
                    <a:gd name="connsiteY3" fmla="*/ 1530 h 261280"/>
                    <a:gd name="connsiteX4" fmla="*/ -44 w 433675"/>
                    <a:gd name="connsiteY4" fmla="*/ 1530 h 261280"/>
                    <a:gd name="connsiteX5" fmla="*/ 18317 w 433675"/>
                    <a:gd name="connsiteY5" fmla="*/ 1530 h 261280"/>
                    <a:gd name="connsiteX6" fmla="*/ 46296 w 433675"/>
                    <a:gd name="connsiteY6" fmla="*/ 14645 h 26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3675" h="261279">
                      <a:moveTo>
                        <a:pt x="433631" y="261211"/>
                      </a:moveTo>
                      <a:cubicBezTo>
                        <a:pt x="429259" y="261211"/>
                        <a:pt x="426636" y="261211"/>
                        <a:pt x="423139" y="261211"/>
                      </a:cubicBezTo>
                      <a:lnTo>
                        <a:pt x="52416" y="22515"/>
                      </a:lnTo>
                      <a:cubicBezTo>
                        <a:pt x="36958" y="11253"/>
                        <a:pt x="18920" y="4031"/>
                        <a:pt x="-44" y="1530"/>
                      </a:cubicBezTo>
                      <a:lnTo>
                        <a:pt x="-44" y="1530"/>
                      </a:lnTo>
                      <a:cubicBezTo>
                        <a:pt x="5892" y="-604"/>
                        <a:pt x="12380" y="-604"/>
                        <a:pt x="18317" y="1530"/>
                      </a:cubicBezTo>
                      <a:cubicBezTo>
                        <a:pt x="28110" y="4835"/>
                        <a:pt x="37491" y="9233"/>
                        <a:pt x="46296" y="14645"/>
                      </a:cubicBezTo>
                      <a:close/>
                    </a:path>
                  </a:pathLst>
                </a:custGeom>
                <a:solidFill>
                  <a:srgbClr val="D5D8DD"/>
                </a:solidFill>
                <a:ln w="87213" cap="flat">
                  <a:noFill/>
                  <a:prstDash val="solid"/>
                  <a:miter/>
                </a:ln>
              </p:spPr>
              <p:txBody>
                <a:bodyPr rtlCol="0" anchor="ctr"/>
                <a:lstStyle/>
                <a:p>
                  <a:endParaRPr lang="en-IN" dirty="0"/>
                </a:p>
              </p:txBody>
            </p:sp>
            <p:sp>
              <p:nvSpPr>
                <p:cNvPr id="3056" name="Freeform: Shape 3055">
                  <a:extLst>
                    <a:ext uri="{FF2B5EF4-FFF2-40B4-BE49-F238E27FC236}">
                      <a16:creationId xmlns:a16="http://schemas.microsoft.com/office/drawing/2014/main" id="{B1104EA2-57C5-7F1E-1538-E3D8DCFFB10C}"/>
                    </a:ext>
                  </a:extLst>
                </p:cNvPr>
                <p:cNvSpPr/>
                <p:nvPr/>
              </p:nvSpPr>
              <p:spPr>
                <a:xfrm>
                  <a:off x="2365521" y="3851593"/>
                  <a:ext cx="29727" cy="7427"/>
                </a:xfrm>
                <a:custGeom>
                  <a:avLst/>
                  <a:gdLst>
                    <a:gd name="connsiteX0" fmla="*/ 29684 w 29727"/>
                    <a:gd name="connsiteY0" fmla="*/ 1237 h 7427"/>
                    <a:gd name="connsiteX1" fmla="*/ -44 w 29727"/>
                    <a:gd name="connsiteY1" fmla="*/ 7358 h 7427"/>
                    <a:gd name="connsiteX2" fmla="*/ 29684 w 29727"/>
                    <a:gd name="connsiteY2" fmla="*/ 1237 h 7427"/>
                  </a:gdLst>
                  <a:ahLst/>
                  <a:cxnLst>
                    <a:cxn ang="0">
                      <a:pos x="connsiteX0" y="connsiteY0"/>
                    </a:cxn>
                    <a:cxn ang="0">
                      <a:pos x="connsiteX1" y="connsiteY1"/>
                    </a:cxn>
                    <a:cxn ang="0">
                      <a:pos x="connsiteX2" y="connsiteY2"/>
                    </a:cxn>
                  </a:cxnLst>
                  <a:rect l="l" t="t" r="r" b="b"/>
                  <a:pathLst>
                    <a:path w="29727" h="7427">
                      <a:moveTo>
                        <a:pt x="29684" y="1237"/>
                      </a:moveTo>
                      <a:cubicBezTo>
                        <a:pt x="19602" y="2347"/>
                        <a:pt x="9652" y="4393"/>
                        <a:pt x="-44" y="7358"/>
                      </a:cubicBezTo>
                      <a:cubicBezTo>
                        <a:pt x="8236" y="512"/>
                        <a:pt x="19375" y="-1788"/>
                        <a:pt x="29684" y="1237"/>
                      </a:cubicBezTo>
                      <a:close/>
                    </a:path>
                  </a:pathLst>
                </a:custGeom>
                <a:solidFill>
                  <a:srgbClr val="D5D8DD"/>
                </a:solidFill>
                <a:ln w="87213" cap="flat">
                  <a:noFill/>
                  <a:prstDash val="solid"/>
                  <a:miter/>
                </a:ln>
              </p:spPr>
              <p:txBody>
                <a:bodyPr rtlCol="0" anchor="ctr"/>
                <a:lstStyle/>
                <a:p>
                  <a:endParaRPr lang="en-IN" dirty="0"/>
                </a:p>
              </p:txBody>
            </p:sp>
            <p:sp>
              <p:nvSpPr>
                <p:cNvPr id="3057" name="Freeform: Shape 3056">
                  <a:extLst>
                    <a:ext uri="{FF2B5EF4-FFF2-40B4-BE49-F238E27FC236}">
                      <a16:creationId xmlns:a16="http://schemas.microsoft.com/office/drawing/2014/main" id="{140E5A7D-3B00-68A9-F288-63EF20E89FDC}"/>
                    </a:ext>
                  </a:extLst>
                </p:cNvPr>
                <p:cNvSpPr/>
                <p:nvPr/>
              </p:nvSpPr>
              <p:spPr>
                <a:xfrm>
                  <a:off x="2255887" y="3857831"/>
                  <a:ext cx="1018954" cy="772403"/>
                </a:xfrm>
                <a:custGeom>
                  <a:avLst/>
                  <a:gdLst>
                    <a:gd name="connsiteX0" fmla="*/ 1018910 w 1018954"/>
                    <a:gd name="connsiteY0" fmla="*/ 590428 h 772403"/>
                    <a:gd name="connsiteX1" fmla="*/ 1018910 w 1018954"/>
                    <a:gd name="connsiteY1" fmla="*/ 611412 h 772403"/>
                    <a:gd name="connsiteX2" fmla="*/ 1009292 w 1018954"/>
                    <a:gd name="connsiteY2" fmla="*/ 631522 h 772403"/>
                    <a:gd name="connsiteX3" fmla="*/ 945465 w 1018954"/>
                    <a:gd name="connsiteY3" fmla="*/ 730323 h 772403"/>
                    <a:gd name="connsiteX4" fmla="*/ 919235 w 1018954"/>
                    <a:gd name="connsiteY4" fmla="*/ 760051 h 772403"/>
                    <a:gd name="connsiteX5" fmla="*/ 865025 w 1018954"/>
                    <a:gd name="connsiteY5" fmla="*/ 769669 h 772403"/>
                    <a:gd name="connsiteX6" fmla="*/ 826554 w 1018954"/>
                    <a:gd name="connsiteY6" fmla="*/ 752182 h 772403"/>
                    <a:gd name="connsiteX7" fmla="*/ 39642 w 1018954"/>
                    <a:gd name="connsiteY7" fmla="*/ 247685 h 772403"/>
                    <a:gd name="connsiteX8" fmla="*/ 5543 w 1018954"/>
                    <a:gd name="connsiteY8" fmla="*/ 210962 h 772403"/>
                    <a:gd name="connsiteX9" fmla="*/ 5543 w 1018954"/>
                    <a:gd name="connsiteY9" fmla="*/ 157627 h 772403"/>
                    <a:gd name="connsiteX10" fmla="*/ 21281 w 1018954"/>
                    <a:gd name="connsiteY10" fmla="*/ 130522 h 772403"/>
                    <a:gd name="connsiteX11" fmla="*/ 76365 w 1018954"/>
                    <a:gd name="connsiteY11" fmla="*/ 43087 h 772403"/>
                    <a:gd name="connsiteX12" fmla="*/ 99098 w 1018954"/>
                    <a:gd name="connsiteY12" fmla="*/ 14234 h 772403"/>
                    <a:gd name="connsiteX13" fmla="*/ 103470 w 1018954"/>
                    <a:gd name="connsiteY13" fmla="*/ 8113 h 772403"/>
                    <a:gd name="connsiteX14" fmla="*/ 103470 w 1018954"/>
                    <a:gd name="connsiteY14" fmla="*/ 8113 h 772403"/>
                    <a:gd name="connsiteX15" fmla="*/ 103470 w 1018954"/>
                    <a:gd name="connsiteY15" fmla="*/ 8113 h 772403"/>
                    <a:gd name="connsiteX16" fmla="*/ 165548 w 1018954"/>
                    <a:gd name="connsiteY16" fmla="*/ 8113 h 772403"/>
                    <a:gd name="connsiteX17" fmla="*/ 192653 w 1018954"/>
                    <a:gd name="connsiteY17" fmla="*/ 22978 h 772403"/>
                    <a:gd name="connsiteX18" fmla="*/ 979565 w 1018954"/>
                    <a:gd name="connsiteY18" fmla="*/ 527475 h 772403"/>
                    <a:gd name="connsiteX19" fmla="*/ 1007544 w 1018954"/>
                    <a:gd name="connsiteY19" fmla="*/ 552831 h 772403"/>
                    <a:gd name="connsiteX20" fmla="*/ 1007544 w 1018954"/>
                    <a:gd name="connsiteY20" fmla="*/ 559826 h 772403"/>
                    <a:gd name="connsiteX21" fmla="*/ 1007544 w 1018954"/>
                    <a:gd name="connsiteY21" fmla="*/ 559826 h 772403"/>
                    <a:gd name="connsiteX22" fmla="*/ 991805 w 1018954"/>
                    <a:gd name="connsiteY22" fmla="*/ 543213 h 772403"/>
                    <a:gd name="connsiteX23" fmla="*/ 948962 w 1018954"/>
                    <a:gd name="connsiteY23" fmla="*/ 512611 h 772403"/>
                    <a:gd name="connsiteX24" fmla="*/ 195276 w 1018954"/>
                    <a:gd name="connsiteY24" fmla="*/ 28224 h 772403"/>
                    <a:gd name="connsiteX25" fmla="*/ 145438 w 1018954"/>
                    <a:gd name="connsiteY25" fmla="*/ 6365 h 772403"/>
                    <a:gd name="connsiteX26" fmla="*/ 132323 w 1018954"/>
                    <a:gd name="connsiteY26" fmla="*/ 6365 h 772403"/>
                    <a:gd name="connsiteX27" fmla="*/ 124454 w 1018954"/>
                    <a:gd name="connsiteY27" fmla="*/ 6365 h 772403"/>
                    <a:gd name="connsiteX28" fmla="*/ 115710 w 1018954"/>
                    <a:gd name="connsiteY28" fmla="*/ 6365 h 772403"/>
                    <a:gd name="connsiteX29" fmla="*/ 71119 w 1018954"/>
                    <a:gd name="connsiteY29" fmla="*/ 58826 h 772403"/>
                    <a:gd name="connsiteX30" fmla="*/ 30899 w 1018954"/>
                    <a:gd name="connsiteY30" fmla="*/ 120904 h 772403"/>
                    <a:gd name="connsiteX31" fmla="*/ 11663 w 1018954"/>
                    <a:gd name="connsiteY31" fmla="*/ 156753 h 772403"/>
                    <a:gd name="connsiteX32" fmla="*/ 21281 w 1018954"/>
                    <a:gd name="connsiteY32" fmla="*/ 220580 h 772403"/>
                    <a:gd name="connsiteX33" fmla="*/ 21281 w 1018954"/>
                    <a:gd name="connsiteY33" fmla="*/ 220580 h 772403"/>
                    <a:gd name="connsiteX34" fmla="*/ 34397 w 1018954"/>
                    <a:gd name="connsiteY34" fmla="*/ 231946 h 772403"/>
                    <a:gd name="connsiteX35" fmla="*/ 834423 w 1018954"/>
                    <a:gd name="connsiteY35" fmla="*/ 746936 h 772403"/>
                    <a:gd name="connsiteX36" fmla="*/ 847538 w 1018954"/>
                    <a:gd name="connsiteY36" fmla="*/ 753056 h 772403"/>
                    <a:gd name="connsiteX37" fmla="*/ 860654 w 1018954"/>
                    <a:gd name="connsiteY37" fmla="*/ 753056 h 772403"/>
                    <a:gd name="connsiteX38" fmla="*/ 869397 w 1018954"/>
                    <a:gd name="connsiteY38" fmla="*/ 753056 h 772403"/>
                    <a:gd name="connsiteX39" fmla="*/ 869397 w 1018954"/>
                    <a:gd name="connsiteY39" fmla="*/ 753056 h 772403"/>
                    <a:gd name="connsiteX40" fmla="*/ 878140 w 1018954"/>
                    <a:gd name="connsiteY40" fmla="*/ 753056 h 772403"/>
                    <a:gd name="connsiteX41" fmla="*/ 891256 w 1018954"/>
                    <a:gd name="connsiteY41" fmla="*/ 748684 h 772403"/>
                    <a:gd name="connsiteX42" fmla="*/ 896501 w 1018954"/>
                    <a:gd name="connsiteY42" fmla="*/ 748684 h 772403"/>
                    <a:gd name="connsiteX43" fmla="*/ 905245 w 1018954"/>
                    <a:gd name="connsiteY43" fmla="*/ 743439 h 772403"/>
                    <a:gd name="connsiteX44" fmla="*/ 911365 w 1018954"/>
                    <a:gd name="connsiteY44" fmla="*/ 738193 h 772403"/>
                    <a:gd name="connsiteX45" fmla="*/ 927103 w 1018954"/>
                    <a:gd name="connsiteY45" fmla="*/ 720705 h 772403"/>
                    <a:gd name="connsiteX46" fmla="*/ 941968 w 1018954"/>
                    <a:gd name="connsiteY46" fmla="*/ 698847 h 772403"/>
                    <a:gd name="connsiteX47" fmla="*/ 986559 w 1018954"/>
                    <a:gd name="connsiteY47" fmla="*/ 628900 h 772403"/>
                    <a:gd name="connsiteX48" fmla="*/ 992679 w 1018954"/>
                    <a:gd name="connsiteY48" fmla="*/ 618407 h 772403"/>
                    <a:gd name="connsiteX49" fmla="*/ 1008418 w 1018954"/>
                    <a:gd name="connsiteY49" fmla="*/ 580810 h 772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18954" h="772403">
                      <a:moveTo>
                        <a:pt x="1018910" y="590428"/>
                      </a:moveTo>
                      <a:cubicBezTo>
                        <a:pt x="1018910" y="598297"/>
                        <a:pt x="1018910" y="604417"/>
                        <a:pt x="1018910" y="611412"/>
                      </a:cubicBezTo>
                      <a:cubicBezTo>
                        <a:pt x="1016960" y="618652"/>
                        <a:pt x="1013699" y="625463"/>
                        <a:pt x="1009292" y="631522"/>
                      </a:cubicBezTo>
                      <a:lnTo>
                        <a:pt x="945465" y="730323"/>
                      </a:lnTo>
                      <a:cubicBezTo>
                        <a:pt x="938654" y="741786"/>
                        <a:pt x="929762" y="751867"/>
                        <a:pt x="919235" y="760051"/>
                      </a:cubicBezTo>
                      <a:cubicBezTo>
                        <a:pt x="903767" y="771794"/>
                        <a:pt x="883588" y="775379"/>
                        <a:pt x="865025" y="769669"/>
                      </a:cubicBezTo>
                      <a:cubicBezTo>
                        <a:pt x="851315" y="766014"/>
                        <a:pt x="838314" y="760103"/>
                        <a:pt x="826554" y="752182"/>
                      </a:cubicBezTo>
                      <a:lnTo>
                        <a:pt x="39642" y="247685"/>
                      </a:lnTo>
                      <a:cubicBezTo>
                        <a:pt x="25120" y="238810"/>
                        <a:pt x="13325" y="226106"/>
                        <a:pt x="5543" y="210962"/>
                      </a:cubicBezTo>
                      <a:cubicBezTo>
                        <a:pt x="-1907" y="193965"/>
                        <a:pt x="-1907" y="174624"/>
                        <a:pt x="5543" y="157627"/>
                      </a:cubicBezTo>
                      <a:cubicBezTo>
                        <a:pt x="9600" y="147948"/>
                        <a:pt x="14890" y="138837"/>
                        <a:pt x="21281" y="130522"/>
                      </a:cubicBezTo>
                      <a:lnTo>
                        <a:pt x="76365" y="43087"/>
                      </a:lnTo>
                      <a:cubicBezTo>
                        <a:pt x="82678" y="32534"/>
                        <a:pt x="90311" y="22838"/>
                        <a:pt x="99098" y="14234"/>
                      </a:cubicBezTo>
                      <a:cubicBezTo>
                        <a:pt x="99098" y="14234"/>
                        <a:pt x="103470" y="14234"/>
                        <a:pt x="103470" y="8113"/>
                      </a:cubicBezTo>
                      <a:lnTo>
                        <a:pt x="103470" y="8113"/>
                      </a:lnTo>
                      <a:cubicBezTo>
                        <a:pt x="103470" y="8113"/>
                        <a:pt x="103470" y="8113"/>
                        <a:pt x="103470" y="8113"/>
                      </a:cubicBezTo>
                      <a:cubicBezTo>
                        <a:pt x="122723" y="-2798"/>
                        <a:pt x="146295" y="-2798"/>
                        <a:pt x="165548" y="8113"/>
                      </a:cubicBezTo>
                      <a:cubicBezTo>
                        <a:pt x="175035" y="12197"/>
                        <a:pt x="184111" y="17181"/>
                        <a:pt x="192653" y="22978"/>
                      </a:cubicBezTo>
                      <a:lnTo>
                        <a:pt x="979565" y="527475"/>
                      </a:lnTo>
                      <a:cubicBezTo>
                        <a:pt x="990258" y="534277"/>
                        <a:pt x="999718" y="542855"/>
                        <a:pt x="1007544" y="552831"/>
                      </a:cubicBezTo>
                      <a:cubicBezTo>
                        <a:pt x="1008794" y="555000"/>
                        <a:pt x="1008794" y="557657"/>
                        <a:pt x="1007544" y="559826"/>
                      </a:cubicBezTo>
                      <a:lnTo>
                        <a:pt x="1007544" y="559826"/>
                      </a:lnTo>
                      <a:cubicBezTo>
                        <a:pt x="1001423" y="559826"/>
                        <a:pt x="997926" y="548459"/>
                        <a:pt x="991805" y="543213"/>
                      </a:cubicBezTo>
                      <a:cubicBezTo>
                        <a:pt x="985685" y="537967"/>
                        <a:pt x="963826" y="522229"/>
                        <a:pt x="948962" y="512611"/>
                      </a:cubicBezTo>
                      <a:lnTo>
                        <a:pt x="195276" y="28224"/>
                      </a:lnTo>
                      <a:cubicBezTo>
                        <a:pt x="180517" y="17294"/>
                        <a:pt x="163485" y="9818"/>
                        <a:pt x="145438" y="6365"/>
                      </a:cubicBezTo>
                      <a:lnTo>
                        <a:pt x="132323" y="6365"/>
                      </a:lnTo>
                      <a:lnTo>
                        <a:pt x="124454" y="6365"/>
                      </a:lnTo>
                      <a:cubicBezTo>
                        <a:pt x="121577" y="5727"/>
                        <a:pt x="118587" y="5727"/>
                        <a:pt x="115710" y="6365"/>
                      </a:cubicBezTo>
                      <a:cubicBezTo>
                        <a:pt x="97892" y="21107"/>
                        <a:pt x="82800" y="38864"/>
                        <a:pt x="71119" y="58826"/>
                      </a:cubicBezTo>
                      <a:cubicBezTo>
                        <a:pt x="57129" y="78936"/>
                        <a:pt x="44014" y="99920"/>
                        <a:pt x="30899" y="120904"/>
                      </a:cubicBezTo>
                      <a:cubicBezTo>
                        <a:pt x="23817" y="132481"/>
                        <a:pt x="17391" y="144450"/>
                        <a:pt x="11663" y="156753"/>
                      </a:cubicBezTo>
                      <a:cubicBezTo>
                        <a:pt x="1040" y="177920"/>
                        <a:pt x="4887" y="203486"/>
                        <a:pt x="21281" y="220580"/>
                      </a:cubicBezTo>
                      <a:lnTo>
                        <a:pt x="21281" y="220580"/>
                      </a:lnTo>
                      <a:cubicBezTo>
                        <a:pt x="24796" y="225258"/>
                        <a:pt x="29264" y="229131"/>
                        <a:pt x="34397" y="231946"/>
                      </a:cubicBezTo>
                      <a:lnTo>
                        <a:pt x="834423" y="746936"/>
                      </a:lnTo>
                      <a:cubicBezTo>
                        <a:pt x="838331" y="749847"/>
                        <a:pt x="842799" y="751928"/>
                        <a:pt x="847538" y="753056"/>
                      </a:cubicBezTo>
                      <a:lnTo>
                        <a:pt x="860654" y="753056"/>
                      </a:lnTo>
                      <a:cubicBezTo>
                        <a:pt x="863513" y="753878"/>
                        <a:pt x="866538" y="753878"/>
                        <a:pt x="869397" y="753056"/>
                      </a:cubicBezTo>
                      <a:lnTo>
                        <a:pt x="869397" y="753056"/>
                      </a:lnTo>
                      <a:cubicBezTo>
                        <a:pt x="872169" y="754333"/>
                        <a:pt x="875369" y="754333"/>
                        <a:pt x="878140" y="753056"/>
                      </a:cubicBezTo>
                      <a:cubicBezTo>
                        <a:pt x="882670" y="752129"/>
                        <a:pt x="887076" y="750660"/>
                        <a:pt x="891256" y="748684"/>
                      </a:cubicBezTo>
                      <a:lnTo>
                        <a:pt x="896501" y="748684"/>
                      </a:lnTo>
                      <a:cubicBezTo>
                        <a:pt x="900130" y="748562"/>
                        <a:pt x="903435" y="746577"/>
                        <a:pt x="905245" y="743439"/>
                      </a:cubicBezTo>
                      <a:cubicBezTo>
                        <a:pt x="906574" y="740999"/>
                        <a:pt x="908751" y="739137"/>
                        <a:pt x="911365" y="738193"/>
                      </a:cubicBezTo>
                      <a:cubicBezTo>
                        <a:pt x="918360" y="738193"/>
                        <a:pt x="920983" y="725952"/>
                        <a:pt x="927103" y="720705"/>
                      </a:cubicBezTo>
                      <a:cubicBezTo>
                        <a:pt x="933224" y="715460"/>
                        <a:pt x="936721" y="705842"/>
                        <a:pt x="941968" y="698847"/>
                      </a:cubicBezTo>
                      <a:lnTo>
                        <a:pt x="986559" y="628900"/>
                      </a:lnTo>
                      <a:cubicBezTo>
                        <a:pt x="989243" y="625822"/>
                        <a:pt x="991316" y="622263"/>
                        <a:pt x="992679" y="618407"/>
                      </a:cubicBezTo>
                      <a:cubicBezTo>
                        <a:pt x="998975" y="606341"/>
                        <a:pt x="1004238" y="593759"/>
                        <a:pt x="1008418" y="580810"/>
                      </a:cubicBezTo>
                      <a:close/>
                    </a:path>
                  </a:pathLst>
                </a:custGeom>
                <a:solidFill>
                  <a:srgbClr val="C1C4CC"/>
                </a:solidFill>
                <a:ln w="87213" cap="flat">
                  <a:noFill/>
                  <a:prstDash val="solid"/>
                  <a:miter/>
                </a:ln>
              </p:spPr>
              <p:txBody>
                <a:bodyPr rtlCol="0" anchor="ctr"/>
                <a:lstStyle/>
                <a:p>
                  <a:endParaRPr lang="en-IN" dirty="0"/>
                </a:p>
              </p:txBody>
            </p:sp>
            <p:sp>
              <p:nvSpPr>
                <p:cNvPr id="3058" name="Freeform: Shape 3057">
                  <a:extLst>
                    <a:ext uri="{FF2B5EF4-FFF2-40B4-BE49-F238E27FC236}">
                      <a16:creationId xmlns:a16="http://schemas.microsoft.com/office/drawing/2014/main" id="{60DF2651-D804-F894-5421-2EDC9B248AB2}"/>
                    </a:ext>
                  </a:extLst>
                </p:cNvPr>
                <p:cNvSpPr/>
                <p:nvPr/>
              </p:nvSpPr>
              <p:spPr>
                <a:xfrm>
                  <a:off x="3261272" y="4415104"/>
                  <a:ext cx="8478" cy="32350"/>
                </a:xfrm>
                <a:custGeom>
                  <a:avLst/>
                  <a:gdLst>
                    <a:gd name="connsiteX0" fmla="*/ 409 w 8478"/>
                    <a:gd name="connsiteY0" fmla="*/ -70 h 32350"/>
                    <a:gd name="connsiteX1" fmla="*/ 409 w 8478"/>
                    <a:gd name="connsiteY1" fmla="*/ -70 h 32350"/>
                    <a:gd name="connsiteX2" fmla="*/ 7404 w 8478"/>
                    <a:gd name="connsiteY2" fmla="*/ 32280 h 32350"/>
                    <a:gd name="connsiteX3" fmla="*/ 7404 w 8478"/>
                    <a:gd name="connsiteY3" fmla="*/ 32280 h 32350"/>
                    <a:gd name="connsiteX4" fmla="*/ 7404 w 8478"/>
                    <a:gd name="connsiteY4" fmla="*/ 26160 h 32350"/>
                    <a:gd name="connsiteX5" fmla="*/ 7404 w 8478"/>
                    <a:gd name="connsiteY5" fmla="*/ 26160 h 32350"/>
                    <a:gd name="connsiteX6" fmla="*/ 7404 w 8478"/>
                    <a:gd name="connsiteY6" fmla="*/ 9547 h 32350"/>
                    <a:gd name="connsiteX7" fmla="*/ 7404 w 8478"/>
                    <a:gd name="connsiteY7" fmla="*/ 9547 h 32350"/>
                    <a:gd name="connsiteX8" fmla="*/ 409 w 8478"/>
                    <a:gd name="connsiteY8" fmla="*/ -70 h 3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8" h="32350">
                      <a:moveTo>
                        <a:pt x="409" y="-70"/>
                      </a:moveTo>
                      <a:lnTo>
                        <a:pt x="409" y="-70"/>
                      </a:lnTo>
                      <a:cubicBezTo>
                        <a:pt x="7500" y="9110"/>
                        <a:pt x="10071" y="20993"/>
                        <a:pt x="7404" y="32280"/>
                      </a:cubicBezTo>
                      <a:lnTo>
                        <a:pt x="7404" y="32280"/>
                      </a:lnTo>
                      <a:cubicBezTo>
                        <a:pt x="7404" y="32280"/>
                        <a:pt x="7404" y="32280"/>
                        <a:pt x="7404" y="26160"/>
                      </a:cubicBezTo>
                      <a:lnTo>
                        <a:pt x="7404" y="26160"/>
                      </a:lnTo>
                      <a:cubicBezTo>
                        <a:pt x="8313" y="20661"/>
                        <a:pt x="8313" y="15047"/>
                        <a:pt x="7404" y="9547"/>
                      </a:cubicBezTo>
                      <a:lnTo>
                        <a:pt x="7404" y="9547"/>
                      </a:lnTo>
                      <a:cubicBezTo>
                        <a:pt x="7404" y="9547"/>
                        <a:pt x="-2214" y="2553"/>
                        <a:pt x="409" y="-70"/>
                      </a:cubicBezTo>
                      <a:close/>
                    </a:path>
                  </a:pathLst>
                </a:custGeom>
                <a:solidFill>
                  <a:srgbClr val="C1C4CC"/>
                </a:solidFill>
                <a:ln w="87213" cap="flat">
                  <a:noFill/>
                  <a:prstDash val="solid"/>
                  <a:miter/>
                </a:ln>
              </p:spPr>
              <p:txBody>
                <a:bodyPr rtlCol="0" anchor="ctr"/>
                <a:lstStyle/>
                <a:p>
                  <a:endParaRPr lang="en-IN" dirty="0"/>
                </a:p>
              </p:txBody>
            </p:sp>
            <p:sp>
              <p:nvSpPr>
                <p:cNvPr id="3059" name="Freeform: Shape 3058">
                  <a:extLst>
                    <a:ext uri="{FF2B5EF4-FFF2-40B4-BE49-F238E27FC236}">
                      <a16:creationId xmlns:a16="http://schemas.microsoft.com/office/drawing/2014/main" id="{A9A6ECA4-C3DB-1A61-D5E9-21D5B9A1EE53}"/>
                    </a:ext>
                  </a:extLst>
                </p:cNvPr>
                <p:cNvSpPr/>
                <p:nvPr/>
              </p:nvSpPr>
              <p:spPr>
                <a:xfrm>
                  <a:off x="2268697" y="3863329"/>
                  <a:ext cx="1007595" cy="758995"/>
                </a:xfrm>
                <a:custGeom>
                  <a:avLst/>
                  <a:gdLst>
                    <a:gd name="connsiteX0" fmla="*/ 887188 w 1007595"/>
                    <a:gd name="connsiteY0" fmla="*/ 754554 h 758995"/>
                    <a:gd name="connsiteX1" fmla="*/ 887188 w 1007595"/>
                    <a:gd name="connsiteY1" fmla="*/ 754554 h 758995"/>
                    <a:gd name="connsiteX2" fmla="*/ 876696 w 1007595"/>
                    <a:gd name="connsiteY2" fmla="*/ 754554 h 758995"/>
                    <a:gd name="connsiteX3" fmla="*/ 876696 w 1007595"/>
                    <a:gd name="connsiteY3" fmla="*/ 754554 h 758995"/>
                    <a:gd name="connsiteX4" fmla="*/ 889811 w 1007595"/>
                    <a:gd name="connsiteY4" fmla="*/ 749307 h 758995"/>
                    <a:gd name="connsiteX5" fmla="*/ 923037 w 1007595"/>
                    <a:gd name="connsiteY5" fmla="*/ 715208 h 758995"/>
                    <a:gd name="connsiteX6" fmla="*/ 982493 w 1007595"/>
                    <a:gd name="connsiteY6" fmla="*/ 627773 h 758995"/>
                    <a:gd name="connsiteX7" fmla="*/ 998231 w 1007595"/>
                    <a:gd name="connsiteY7" fmla="*/ 588428 h 758995"/>
                    <a:gd name="connsiteX8" fmla="*/ 979869 w 1007595"/>
                    <a:gd name="connsiteY8" fmla="*/ 544711 h 758995"/>
                    <a:gd name="connsiteX9" fmla="*/ 958010 w 1007595"/>
                    <a:gd name="connsiteY9" fmla="*/ 527223 h 758995"/>
                    <a:gd name="connsiteX10" fmla="*/ 179843 w 1007595"/>
                    <a:gd name="connsiteY10" fmla="*/ 27098 h 758995"/>
                    <a:gd name="connsiteX11" fmla="*/ 150989 w 1007595"/>
                    <a:gd name="connsiteY11" fmla="*/ 12234 h 758995"/>
                    <a:gd name="connsiteX12" fmla="*/ 90659 w 1007595"/>
                    <a:gd name="connsiteY12" fmla="*/ 30595 h 758995"/>
                    <a:gd name="connsiteX13" fmla="*/ 18089 w 1007595"/>
                    <a:gd name="connsiteY13" fmla="*/ 140763 h 758995"/>
                    <a:gd name="connsiteX14" fmla="*/ 7597 w 1007595"/>
                    <a:gd name="connsiteY14" fmla="*/ 161747 h 758995"/>
                    <a:gd name="connsiteX15" fmla="*/ 27707 w 1007595"/>
                    <a:gd name="connsiteY15" fmla="*/ 228197 h 758995"/>
                    <a:gd name="connsiteX16" fmla="*/ 75796 w 1007595"/>
                    <a:gd name="connsiteY16" fmla="*/ 260548 h 758995"/>
                    <a:gd name="connsiteX17" fmla="*/ 797131 w 1007595"/>
                    <a:gd name="connsiteY17" fmla="*/ 725700 h 758995"/>
                    <a:gd name="connsiteX18" fmla="*/ 874073 w 1007595"/>
                    <a:gd name="connsiteY18" fmla="*/ 758925 h 758995"/>
                    <a:gd name="connsiteX19" fmla="*/ 874073 w 1007595"/>
                    <a:gd name="connsiteY19" fmla="*/ 758925 h 758995"/>
                    <a:gd name="connsiteX20" fmla="*/ 865330 w 1007595"/>
                    <a:gd name="connsiteY20" fmla="*/ 758925 h 758995"/>
                    <a:gd name="connsiteX21" fmla="*/ 865330 w 1007595"/>
                    <a:gd name="connsiteY21" fmla="*/ 758925 h 758995"/>
                    <a:gd name="connsiteX22" fmla="*/ 856587 w 1007595"/>
                    <a:gd name="connsiteY22" fmla="*/ 758925 h 758995"/>
                    <a:gd name="connsiteX23" fmla="*/ 835602 w 1007595"/>
                    <a:gd name="connsiteY23" fmla="*/ 752805 h 758995"/>
                    <a:gd name="connsiteX24" fmla="*/ 825985 w 1007595"/>
                    <a:gd name="connsiteY24" fmla="*/ 747559 h 758995"/>
                    <a:gd name="connsiteX25" fmla="*/ 39073 w 1007595"/>
                    <a:gd name="connsiteY25" fmla="*/ 237815 h 758995"/>
                    <a:gd name="connsiteX26" fmla="*/ 17214 w 1007595"/>
                    <a:gd name="connsiteY26" fmla="*/ 221202 h 758995"/>
                    <a:gd name="connsiteX27" fmla="*/ 2350 w 1007595"/>
                    <a:gd name="connsiteY27" fmla="*/ 194972 h 758995"/>
                    <a:gd name="connsiteX28" fmla="*/ 8471 w 1007595"/>
                    <a:gd name="connsiteY28" fmla="*/ 146883 h 758995"/>
                    <a:gd name="connsiteX29" fmla="*/ 72298 w 1007595"/>
                    <a:gd name="connsiteY29" fmla="*/ 44585 h 758995"/>
                    <a:gd name="connsiteX30" fmla="*/ 113392 w 1007595"/>
                    <a:gd name="connsiteY30" fmla="*/ 868 h 758995"/>
                    <a:gd name="connsiteX31" fmla="*/ 121262 w 1007595"/>
                    <a:gd name="connsiteY31" fmla="*/ 868 h 758995"/>
                    <a:gd name="connsiteX32" fmla="*/ 129131 w 1007595"/>
                    <a:gd name="connsiteY32" fmla="*/ 868 h 758995"/>
                    <a:gd name="connsiteX33" fmla="*/ 137874 w 1007595"/>
                    <a:gd name="connsiteY33" fmla="*/ 868 h 758995"/>
                    <a:gd name="connsiteX34" fmla="*/ 183340 w 1007595"/>
                    <a:gd name="connsiteY34" fmla="*/ 17480 h 758995"/>
                    <a:gd name="connsiteX35" fmla="*/ 213068 w 1007595"/>
                    <a:gd name="connsiteY35" fmla="*/ 35842 h 758995"/>
                    <a:gd name="connsiteX36" fmla="*/ 953639 w 1007595"/>
                    <a:gd name="connsiteY36" fmla="*/ 512360 h 758995"/>
                    <a:gd name="connsiteX37" fmla="*/ 987738 w 1007595"/>
                    <a:gd name="connsiteY37" fmla="*/ 536841 h 758995"/>
                    <a:gd name="connsiteX38" fmla="*/ 1006974 w 1007595"/>
                    <a:gd name="connsiteY38" fmla="*/ 562197 h 758995"/>
                    <a:gd name="connsiteX39" fmla="*/ 1006974 w 1007595"/>
                    <a:gd name="connsiteY39" fmla="*/ 562197 h 758995"/>
                    <a:gd name="connsiteX40" fmla="*/ 1006974 w 1007595"/>
                    <a:gd name="connsiteY40" fmla="*/ 582308 h 758995"/>
                    <a:gd name="connsiteX41" fmla="*/ 1006974 w 1007595"/>
                    <a:gd name="connsiteY41" fmla="*/ 582308 h 758995"/>
                    <a:gd name="connsiteX42" fmla="*/ 988613 w 1007595"/>
                    <a:gd name="connsiteY42" fmla="*/ 633020 h 758995"/>
                    <a:gd name="connsiteX43" fmla="*/ 930031 w 1007595"/>
                    <a:gd name="connsiteY43" fmla="*/ 720454 h 758995"/>
                    <a:gd name="connsiteX44" fmla="*/ 909922 w 1007595"/>
                    <a:gd name="connsiteY44" fmla="*/ 744936 h 758995"/>
                    <a:gd name="connsiteX45" fmla="*/ 904675 w 1007595"/>
                    <a:gd name="connsiteY45" fmla="*/ 750182 h 75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7595" h="758995">
                      <a:moveTo>
                        <a:pt x="887188" y="754554"/>
                      </a:moveTo>
                      <a:lnTo>
                        <a:pt x="887188" y="754554"/>
                      </a:lnTo>
                      <a:lnTo>
                        <a:pt x="876696" y="754554"/>
                      </a:lnTo>
                      <a:cubicBezTo>
                        <a:pt x="876696" y="754554"/>
                        <a:pt x="870576" y="754554"/>
                        <a:pt x="876696" y="754554"/>
                      </a:cubicBezTo>
                      <a:cubicBezTo>
                        <a:pt x="880911" y="752429"/>
                        <a:pt x="885300" y="750680"/>
                        <a:pt x="889811" y="749307"/>
                      </a:cubicBezTo>
                      <a:cubicBezTo>
                        <a:pt x="903591" y="740932"/>
                        <a:pt x="915027" y="729206"/>
                        <a:pt x="923037" y="715208"/>
                      </a:cubicBezTo>
                      <a:cubicBezTo>
                        <a:pt x="943147" y="685480"/>
                        <a:pt x="963257" y="654879"/>
                        <a:pt x="982493" y="627773"/>
                      </a:cubicBezTo>
                      <a:cubicBezTo>
                        <a:pt x="990405" y="615891"/>
                        <a:pt x="995765" y="602487"/>
                        <a:pt x="998231" y="588428"/>
                      </a:cubicBezTo>
                      <a:cubicBezTo>
                        <a:pt x="999568" y="571737"/>
                        <a:pt x="992722" y="555439"/>
                        <a:pt x="979869" y="544711"/>
                      </a:cubicBezTo>
                      <a:cubicBezTo>
                        <a:pt x="972979" y="538407"/>
                        <a:pt x="965670" y="532566"/>
                        <a:pt x="958010" y="527223"/>
                      </a:cubicBezTo>
                      <a:lnTo>
                        <a:pt x="179843" y="27098"/>
                      </a:lnTo>
                      <a:cubicBezTo>
                        <a:pt x="170994" y="20776"/>
                        <a:pt x="161272" y="15775"/>
                        <a:pt x="150989" y="12234"/>
                      </a:cubicBezTo>
                      <a:cubicBezTo>
                        <a:pt x="129034" y="4234"/>
                        <a:pt x="104439" y="11727"/>
                        <a:pt x="90659" y="30595"/>
                      </a:cubicBezTo>
                      <a:cubicBezTo>
                        <a:pt x="64429" y="65569"/>
                        <a:pt x="42570" y="104040"/>
                        <a:pt x="18089" y="140763"/>
                      </a:cubicBezTo>
                      <a:cubicBezTo>
                        <a:pt x="14075" y="147487"/>
                        <a:pt x="10560" y="154499"/>
                        <a:pt x="7597" y="161747"/>
                      </a:cubicBezTo>
                      <a:cubicBezTo>
                        <a:pt x="-2257" y="185862"/>
                        <a:pt x="6128" y="213587"/>
                        <a:pt x="27707" y="228197"/>
                      </a:cubicBezTo>
                      <a:cubicBezTo>
                        <a:pt x="43182" y="239782"/>
                        <a:pt x="59235" y="250572"/>
                        <a:pt x="75796" y="260548"/>
                      </a:cubicBezTo>
                      <a:lnTo>
                        <a:pt x="797131" y="725700"/>
                      </a:lnTo>
                      <a:cubicBezTo>
                        <a:pt x="819707" y="742846"/>
                        <a:pt x="846111" y="754248"/>
                        <a:pt x="874073" y="758925"/>
                      </a:cubicBezTo>
                      <a:cubicBezTo>
                        <a:pt x="874073" y="758925"/>
                        <a:pt x="874073" y="758925"/>
                        <a:pt x="874073" y="758925"/>
                      </a:cubicBezTo>
                      <a:cubicBezTo>
                        <a:pt x="874073" y="758925"/>
                        <a:pt x="868827" y="758925"/>
                        <a:pt x="865330" y="758925"/>
                      </a:cubicBezTo>
                      <a:lnTo>
                        <a:pt x="865330" y="758925"/>
                      </a:lnTo>
                      <a:lnTo>
                        <a:pt x="856587" y="758925"/>
                      </a:lnTo>
                      <a:cubicBezTo>
                        <a:pt x="849478" y="757290"/>
                        <a:pt x="842475" y="755244"/>
                        <a:pt x="835602" y="752805"/>
                      </a:cubicBezTo>
                      <a:cubicBezTo>
                        <a:pt x="832218" y="751397"/>
                        <a:pt x="829001" y="749640"/>
                        <a:pt x="825985" y="747559"/>
                      </a:cubicBezTo>
                      <a:lnTo>
                        <a:pt x="39073" y="237815"/>
                      </a:lnTo>
                      <a:cubicBezTo>
                        <a:pt x="31221" y="233059"/>
                        <a:pt x="23903" y="227489"/>
                        <a:pt x="17214" y="221202"/>
                      </a:cubicBezTo>
                      <a:cubicBezTo>
                        <a:pt x="10919" y="213290"/>
                        <a:pt x="5909" y="204433"/>
                        <a:pt x="2350" y="194972"/>
                      </a:cubicBezTo>
                      <a:cubicBezTo>
                        <a:pt x="-2319" y="178779"/>
                        <a:pt x="-98" y="161389"/>
                        <a:pt x="8471" y="146883"/>
                      </a:cubicBezTo>
                      <a:cubicBezTo>
                        <a:pt x="27881" y="111656"/>
                        <a:pt x="49189" y="77504"/>
                        <a:pt x="72298" y="44585"/>
                      </a:cubicBezTo>
                      <a:cubicBezTo>
                        <a:pt x="82432" y="27028"/>
                        <a:pt x="96500" y="12068"/>
                        <a:pt x="113392" y="868"/>
                      </a:cubicBezTo>
                      <a:lnTo>
                        <a:pt x="121262" y="868"/>
                      </a:lnTo>
                      <a:cubicBezTo>
                        <a:pt x="123736" y="-383"/>
                        <a:pt x="126656" y="-383"/>
                        <a:pt x="129131" y="868"/>
                      </a:cubicBezTo>
                      <a:lnTo>
                        <a:pt x="137874" y="868"/>
                      </a:lnTo>
                      <a:cubicBezTo>
                        <a:pt x="154233" y="2284"/>
                        <a:pt x="169928" y="8011"/>
                        <a:pt x="183340" y="17480"/>
                      </a:cubicBezTo>
                      <a:lnTo>
                        <a:pt x="213068" y="35842"/>
                      </a:lnTo>
                      <a:lnTo>
                        <a:pt x="953639" y="512360"/>
                      </a:lnTo>
                      <a:cubicBezTo>
                        <a:pt x="965880" y="520229"/>
                        <a:pt x="976372" y="529847"/>
                        <a:pt x="987738" y="536841"/>
                      </a:cubicBezTo>
                      <a:cubicBezTo>
                        <a:pt x="995651" y="544046"/>
                        <a:pt x="1002165" y="552641"/>
                        <a:pt x="1006974" y="562197"/>
                      </a:cubicBezTo>
                      <a:lnTo>
                        <a:pt x="1006974" y="562197"/>
                      </a:lnTo>
                      <a:cubicBezTo>
                        <a:pt x="1007743" y="568877"/>
                        <a:pt x="1007743" y="575628"/>
                        <a:pt x="1006974" y="582308"/>
                      </a:cubicBezTo>
                      <a:lnTo>
                        <a:pt x="1006974" y="582308"/>
                      </a:lnTo>
                      <a:cubicBezTo>
                        <a:pt x="1005767" y="600607"/>
                        <a:pt x="999402" y="618191"/>
                        <a:pt x="988613" y="633020"/>
                      </a:cubicBezTo>
                      <a:cubicBezTo>
                        <a:pt x="969377" y="663622"/>
                        <a:pt x="950142" y="694224"/>
                        <a:pt x="930031" y="720454"/>
                      </a:cubicBezTo>
                      <a:cubicBezTo>
                        <a:pt x="924575" y="729565"/>
                        <a:pt x="917799" y="737810"/>
                        <a:pt x="909922" y="744936"/>
                      </a:cubicBezTo>
                      <a:cubicBezTo>
                        <a:pt x="909922" y="744936"/>
                        <a:pt x="909922" y="744936"/>
                        <a:pt x="904675" y="750182"/>
                      </a:cubicBezTo>
                      <a:close/>
                    </a:path>
                  </a:pathLst>
                </a:custGeom>
                <a:solidFill>
                  <a:srgbClr val="AFB4BE"/>
                </a:solidFill>
                <a:ln w="87213" cap="flat">
                  <a:noFill/>
                  <a:prstDash val="solid"/>
                  <a:miter/>
                </a:ln>
              </p:spPr>
              <p:txBody>
                <a:bodyPr rtlCol="0" anchor="ctr"/>
                <a:lstStyle/>
                <a:p>
                  <a:endParaRPr lang="en-IN" dirty="0"/>
                </a:p>
              </p:txBody>
            </p:sp>
            <p:sp>
              <p:nvSpPr>
                <p:cNvPr id="3060" name="Freeform: Shape 3059">
                  <a:extLst>
                    <a:ext uri="{FF2B5EF4-FFF2-40B4-BE49-F238E27FC236}">
                      <a16:creationId xmlns:a16="http://schemas.microsoft.com/office/drawing/2014/main" id="{A19B9A79-49BA-08D0-35B5-A300674D74BE}"/>
                    </a:ext>
                  </a:extLst>
                </p:cNvPr>
                <p:cNvSpPr/>
                <p:nvPr/>
              </p:nvSpPr>
              <p:spPr>
                <a:xfrm>
                  <a:off x="2396998" y="3860335"/>
                  <a:ext cx="854236" cy="539904"/>
                </a:xfrm>
                <a:custGeom>
                  <a:avLst/>
                  <a:gdLst>
                    <a:gd name="connsiteX0" fmla="*/ 849820 w 854236"/>
                    <a:gd name="connsiteY0" fmla="*/ 538961 h 539904"/>
                    <a:gd name="connsiteX1" fmla="*/ 62909 w 854236"/>
                    <a:gd name="connsiteY1" fmla="*/ 28342 h 539904"/>
                    <a:gd name="connsiteX2" fmla="*/ -44 w 854236"/>
                    <a:gd name="connsiteY2" fmla="*/ 363 h 539904"/>
                    <a:gd name="connsiteX3" fmla="*/ 27935 w 854236"/>
                    <a:gd name="connsiteY3" fmla="*/ 5609 h 539904"/>
                    <a:gd name="connsiteX4" fmla="*/ 55914 w 854236"/>
                    <a:gd name="connsiteY4" fmla="*/ 22222 h 539904"/>
                    <a:gd name="connsiteX5" fmla="*/ 829710 w 854236"/>
                    <a:gd name="connsiteY5" fmla="*/ 519725 h 539904"/>
                    <a:gd name="connsiteX6" fmla="*/ 854192 w 854236"/>
                    <a:gd name="connsiteY6" fmla="*/ 539835 h 539904"/>
                    <a:gd name="connsiteX7" fmla="*/ 849820 w 854236"/>
                    <a:gd name="connsiteY7" fmla="*/ 538961 h 539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236" h="539904">
                      <a:moveTo>
                        <a:pt x="849820" y="538961"/>
                      </a:moveTo>
                      <a:cubicBezTo>
                        <a:pt x="587516" y="364091"/>
                        <a:pt x="325213" y="198840"/>
                        <a:pt x="62909" y="28342"/>
                      </a:cubicBezTo>
                      <a:cubicBezTo>
                        <a:pt x="44338" y="14326"/>
                        <a:pt x="22802" y="4753"/>
                        <a:pt x="-44" y="363"/>
                      </a:cubicBezTo>
                      <a:cubicBezTo>
                        <a:pt x="9609" y="-992"/>
                        <a:pt x="19436" y="853"/>
                        <a:pt x="27935" y="5609"/>
                      </a:cubicBezTo>
                      <a:cubicBezTo>
                        <a:pt x="37745" y="10296"/>
                        <a:pt x="47109" y="15857"/>
                        <a:pt x="55914" y="22222"/>
                      </a:cubicBezTo>
                      <a:lnTo>
                        <a:pt x="829710" y="519725"/>
                      </a:lnTo>
                      <a:cubicBezTo>
                        <a:pt x="838655" y="525408"/>
                        <a:pt x="846882" y="532158"/>
                        <a:pt x="854192" y="539835"/>
                      </a:cubicBezTo>
                      <a:cubicBezTo>
                        <a:pt x="854192" y="539835"/>
                        <a:pt x="849820" y="539835"/>
                        <a:pt x="849820" y="538961"/>
                      </a:cubicBezTo>
                      <a:close/>
                    </a:path>
                  </a:pathLst>
                </a:custGeom>
                <a:solidFill>
                  <a:srgbClr val="C1C4CC"/>
                </a:solidFill>
                <a:ln w="87213" cap="flat">
                  <a:noFill/>
                  <a:prstDash val="solid"/>
                  <a:miter/>
                </a:ln>
              </p:spPr>
              <p:txBody>
                <a:bodyPr rtlCol="0" anchor="ctr"/>
                <a:lstStyle/>
                <a:p>
                  <a:endParaRPr lang="en-IN" dirty="0"/>
                </a:p>
              </p:txBody>
            </p:sp>
            <p:sp>
              <p:nvSpPr>
                <p:cNvPr id="3061" name="Freeform: Shape 3060">
                  <a:extLst>
                    <a:ext uri="{FF2B5EF4-FFF2-40B4-BE49-F238E27FC236}">
                      <a16:creationId xmlns:a16="http://schemas.microsoft.com/office/drawing/2014/main" id="{DF62B5B4-AC54-4308-9469-922DE6331181}"/>
                    </a:ext>
                  </a:extLst>
                </p:cNvPr>
                <p:cNvSpPr/>
                <p:nvPr/>
              </p:nvSpPr>
              <p:spPr>
                <a:xfrm>
                  <a:off x="2273715" y="4086350"/>
                  <a:ext cx="831502" cy="530954"/>
                </a:xfrm>
                <a:custGeom>
                  <a:avLst/>
                  <a:gdLst>
                    <a:gd name="connsiteX0" fmla="*/ -44 w 831502"/>
                    <a:gd name="connsiteY0" fmla="*/ -70 h 530954"/>
                    <a:gd name="connsiteX1" fmla="*/ 815720 w 831502"/>
                    <a:gd name="connsiteY1" fmla="*/ 524537 h 530954"/>
                    <a:gd name="connsiteX2" fmla="*/ 825338 w 831502"/>
                    <a:gd name="connsiteY2" fmla="*/ 529783 h 530954"/>
                    <a:gd name="connsiteX3" fmla="*/ 831459 w 831502"/>
                    <a:gd name="connsiteY3" fmla="*/ 529783 h 530954"/>
                    <a:gd name="connsiteX4" fmla="*/ 818344 w 831502"/>
                    <a:gd name="connsiteY4" fmla="*/ 529783 h 530954"/>
                    <a:gd name="connsiteX5" fmla="*/ 13071 w 831502"/>
                    <a:gd name="connsiteY5" fmla="*/ 12171 h 530954"/>
                    <a:gd name="connsiteX6" fmla="*/ -44 w 831502"/>
                    <a:gd name="connsiteY6" fmla="*/ -70 h 53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1502" h="530954">
                      <a:moveTo>
                        <a:pt x="-44" y="-70"/>
                      </a:moveTo>
                      <a:cubicBezTo>
                        <a:pt x="270129" y="174799"/>
                        <a:pt x="543799" y="349668"/>
                        <a:pt x="815720" y="524537"/>
                      </a:cubicBezTo>
                      <a:cubicBezTo>
                        <a:pt x="818143" y="527449"/>
                        <a:pt x="821579" y="529320"/>
                        <a:pt x="825338" y="529783"/>
                      </a:cubicBezTo>
                      <a:cubicBezTo>
                        <a:pt x="825338" y="529783"/>
                        <a:pt x="830585" y="529783"/>
                        <a:pt x="831459" y="529783"/>
                      </a:cubicBezTo>
                      <a:cubicBezTo>
                        <a:pt x="827209" y="531252"/>
                        <a:pt x="822593" y="531252"/>
                        <a:pt x="818344" y="529783"/>
                      </a:cubicBezTo>
                      <a:lnTo>
                        <a:pt x="13071" y="12171"/>
                      </a:lnTo>
                      <a:cubicBezTo>
                        <a:pt x="7904" y="9041"/>
                        <a:pt x="3436" y="4870"/>
                        <a:pt x="-44" y="-70"/>
                      </a:cubicBezTo>
                      <a:close/>
                    </a:path>
                  </a:pathLst>
                </a:custGeom>
                <a:solidFill>
                  <a:srgbClr val="BDC1C9"/>
                </a:solidFill>
                <a:ln w="87213" cap="flat">
                  <a:noFill/>
                  <a:prstDash val="solid"/>
                  <a:miter/>
                </a:ln>
              </p:spPr>
              <p:txBody>
                <a:bodyPr rtlCol="0" anchor="ctr"/>
                <a:lstStyle/>
                <a:p>
                  <a:endParaRPr lang="en-IN" dirty="0"/>
                </a:p>
              </p:txBody>
            </p:sp>
            <p:sp>
              <p:nvSpPr>
                <p:cNvPr id="3062" name="Freeform: Shape 3061">
                  <a:extLst>
                    <a:ext uri="{FF2B5EF4-FFF2-40B4-BE49-F238E27FC236}">
                      <a16:creationId xmlns:a16="http://schemas.microsoft.com/office/drawing/2014/main" id="{A935411A-189A-8C3A-C682-84F702A8D3D0}"/>
                    </a:ext>
                  </a:extLst>
                </p:cNvPr>
                <p:cNvSpPr/>
                <p:nvPr/>
              </p:nvSpPr>
              <p:spPr>
                <a:xfrm>
                  <a:off x="3170794" y="4442209"/>
                  <a:ext cx="97052" cy="166125"/>
                </a:xfrm>
                <a:custGeom>
                  <a:avLst/>
                  <a:gdLst>
                    <a:gd name="connsiteX0" fmla="*/ -44 w 97052"/>
                    <a:gd name="connsiteY0" fmla="*/ 166056 h 166125"/>
                    <a:gd name="connsiteX1" fmla="*/ 71652 w 97052"/>
                    <a:gd name="connsiteY1" fmla="*/ 59386 h 166125"/>
                    <a:gd name="connsiteX2" fmla="*/ 97008 w 97052"/>
                    <a:gd name="connsiteY2" fmla="*/ -70 h 166125"/>
                    <a:gd name="connsiteX3" fmla="*/ 97008 w 97052"/>
                    <a:gd name="connsiteY3" fmla="*/ 6925 h 166125"/>
                    <a:gd name="connsiteX4" fmla="*/ 81270 w 97052"/>
                    <a:gd name="connsiteY4" fmla="*/ 43647 h 166125"/>
                    <a:gd name="connsiteX5" fmla="*/ 13946 w 97052"/>
                    <a:gd name="connsiteY5" fmla="*/ 148568 h 166125"/>
                    <a:gd name="connsiteX6" fmla="*/ -44 w 97052"/>
                    <a:gd name="connsiteY6" fmla="*/ 166056 h 16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052" h="166125">
                      <a:moveTo>
                        <a:pt x="-44" y="166056"/>
                      </a:moveTo>
                      <a:cubicBezTo>
                        <a:pt x="26186" y="132830"/>
                        <a:pt x="47171" y="94359"/>
                        <a:pt x="71652" y="59386"/>
                      </a:cubicBezTo>
                      <a:cubicBezTo>
                        <a:pt x="84838" y="41934"/>
                        <a:pt x="93546" y="21526"/>
                        <a:pt x="97008" y="-70"/>
                      </a:cubicBezTo>
                      <a:lnTo>
                        <a:pt x="97008" y="6925"/>
                      </a:lnTo>
                      <a:cubicBezTo>
                        <a:pt x="94525" y="20171"/>
                        <a:pt x="89148" y="32709"/>
                        <a:pt x="81270" y="43647"/>
                      </a:cubicBezTo>
                      <a:cubicBezTo>
                        <a:pt x="60286" y="79495"/>
                        <a:pt x="37553" y="114469"/>
                        <a:pt x="13946" y="148568"/>
                      </a:cubicBezTo>
                      <a:cubicBezTo>
                        <a:pt x="11121" y="155659"/>
                        <a:pt x="6252" y="161745"/>
                        <a:pt x="-44" y="166056"/>
                      </a:cubicBezTo>
                      <a:close/>
                    </a:path>
                  </a:pathLst>
                </a:custGeom>
                <a:solidFill>
                  <a:srgbClr val="BDC1C9"/>
                </a:solidFill>
                <a:ln w="87213" cap="flat">
                  <a:noFill/>
                  <a:prstDash val="solid"/>
                  <a:miter/>
                </a:ln>
              </p:spPr>
              <p:txBody>
                <a:bodyPr rtlCol="0" anchor="ctr"/>
                <a:lstStyle/>
                <a:p>
                  <a:endParaRPr lang="en-IN" dirty="0"/>
                </a:p>
              </p:txBody>
            </p:sp>
            <p:sp>
              <p:nvSpPr>
                <p:cNvPr id="3063" name="Freeform: Shape 3062">
                  <a:extLst>
                    <a:ext uri="{FF2B5EF4-FFF2-40B4-BE49-F238E27FC236}">
                      <a16:creationId xmlns:a16="http://schemas.microsoft.com/office/drawing/2014/main" id="{013457D8-B3F7-C562-2EBF-148F7F1D4806}"/>
                    </a:ext>
                  </a:extLst>
                </p:cNvPr>
                <p:cNvSpPr/>
                <p:nvPr/>
              </p:nvSpPr>
              <p:spPr>
                <a:xfrm>
                  <a:off x="3187406" y="4485926"/>
                  <a:ext cx="67324" cy="104921"/>
                </a:xfrm>
                <a:custGeom>
                  <a:avLst/>
                  <a:gdLst>
                    <a:gd name="connsiteX0" fmla="*/ -44 w 67324"/>
                    <a:gd name="connsiteY0" fmla="*/ 104851 h 104921"/>
                    <a:gd name="connsiteX1" fmla="*/ 67280 w 67324"/>
                    <a:gd name="connsiteY1" fmla="*/ -70 h 104921"/>
                    <a:gd name="connsiteX2" fmla="*/ 67280 w 67324"/>
                    <a:gd name="connsiteY2" fmla="*/ 7799 h 104921"/>
                    <a:gd name="connsiteX3" fmla="*/ 7825 w 67324"/>
                    <a:gd name="connsiteY3" fmla="*/ 99605 h 104921"/>
                    <a:gd name="connsiteX4" fmla="*/ -44 w 67324"/>
                    <a:gd name="connsiteY4" fmla="*/ 104851 h 104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4" h="104921">
                      <a:moveTo>
                        <a:pt x="-44" y="104851"/>
                      </a:moveTo>
                      <a:lnTo>
                        <a:pt x="67280" y="-70"/>
                      </a:lnTo>
                      <a:cubicBezTo>
                        <a:pt x="67280" y="-70"/>
                        <a:pt x="67280" y="5176"/>
                        <a:pt x="67280" y="7799"/>
                      </a:cubicBezTo>
                      <a:cubicBezTo>
                        <a:pt x="48045" y="38401"/>
                        <a:pt x="27935" y="69003"/>
                        <a:pt x="7825" y="99605"/>
                      </a:cubicBezTo>
                      <a:cubicBezTo>
                        <a:pt x="-44" y="102228"/>
                        <a:pt x="-44" y="104851"/>
                        <a:pt x="-44" y="104851"/>
                      </a:cubicBezTo>
                      <a:close/>
                    </a:path>
                  </a:pathLst>
                </a:custGeom>
                <a:solidFill>
                  <a:srgbClr val="C1C4CC"/>
                </a:solidFill>
                <a:ln w="87213" cap="flat">
                  <a:noFill/>
                  <a:prstDash val="solid"/>
                  <a:miter/>
                </a:ln>
              </p:spPr>
              <p:txBody>
                <a:bodyPr rtlCol="0" anchor="ctr"/>
                <a:lstStyle/>
                <a:p>
                  <a:endParaRPr lang="en-IN" dirty="0"/>
                </a:p>
              </p:txBody>
            </p:sp>
            <p:sp>
              <p:nvSpPr>
                <p:cNvPr id="3064" name="Freeform: Shape 3063">
                  <a:extLst>
                    <a:ext uri="{FF2B5EF4-FFF2-40B4-BE49-F238E27FC236}">
                      <a16:creationId xmlns:a16="http://schemas.microsoft.com/office/drawing/2014/main" id="{B65C6C15-0058-4867-B579-DB01DBB612AC}"/>
                    </a:ext>
                  </a:extLst>
                </p:cNvPr>
                <p:cNvSpPr/>
                <p:nvPr/>
              </p:nvSpPr>
              <p:spPr>
                <a:xfrm>
                  <a:off x="3246862" y="4399366"/>
                  <a:ext cx="13115" cy="21858"/>
                </a:xfrm>
                <a:custGeom>
                  <a:avLst/>
                  <a:gdLst>
                    <a:gd name="connsiteX0" fmla="*/ -44 w 13115"/>
                    <a:gd name="connsiteY0" fmla="*/ -70 h 21858"/>
                    <a:gd name="connsiteX1" fmla="*/ -44 w 13115"/>
                    <a:gd name="connsiteY1" fmla="*/ -70 h 21858"/>
                    <a:gd name="connsiteX2" fmla="*/ 13071 w 13115"/>
                    <a:gd name="connsiteY2" fmla="*/ 14794 h 21858"/>
                    <a:gd name="connsiteX3" fmla="*/ 13071 w 13115"/>
                    <a:gd name="connsiteY3" fmla="*/ 21789 h 21858"/>
                  </a:gdLst>
                  <a:ahLst/>
                  <a:cxnLst>
                    <a:cxn ang="0">
                      <a:pos x="connsiteX0" y="connsiteY0"/>
                    </a:cxn>
                    <a:cxn ang="0">
                      <a:pos x="connsiteX1" y="connsiteY1"/>
                    </a:cxn>
                    <a:cxn ang="0">
                      <a:pos x="connsiteX2" y="connsiteY2"/>
                    </a:cxn>
                    <a:cxn ang="0">
                      <a:pos x="connsiteX3" y="connsiteY3"/>
                    </a:cxn>
                  </a:cxnLst>
                  <a:rect l="l" t="t" r="r" b="b"/>
                  <a:pathLst>
                    <a:path w="13115" h="21858">
                      <a:moveTo>
                        <a:pt x="-44" y="-70"/>
                      </a:moveTo>
                      <a:lnTo>
                        <a:pt x="-44" y="-70"/>
                      </a:lnTo>
                      <a:cubicBezTo>
                        <a:pt x="5202" y="-70"/>
                        <a:pt x="7825" y="10422"/>
                        <a:pt x="13071" y="14794"/>
                      </a:cubicBezTo>
                      <a:lnTo>
                        <a:pt x="13071" y="21789"/>
                      </a:lnTo>
                      <a:close/>
                    </a:path>
                  </a:pathLst>
                </a:custGeom>
                <a:solidFill>
                  <a:srgbClr val="BDC1C9"/>
                </a:solidFill>
                <a:ln w="87213" cap="flat">
                  <a:noFill/>
                  <a:prstDash val="solid"/>
                  <a:miter/>
                </a:ln>
              </p:spPr>
              <p:txBody>
                <a:bodyPr rtlCol="0" anchor="ctr"/>
                <a:lstStyle/>
                <a:p>
                  <a:endParaRPr lang="en-IN" dirty="0"/>
                </a:p>
              </p:txBody>
            </p:sp>
            <p:sp>
              <p:nvSpPr>
                <p:cNvPr id="3065" name="Freeform: Shape 3064">
                  <a:extLst>
                    <a:ext uri="{FF2B5EF4-FFF2-40B4-BE49-F238E27FC236}">
                      <a16:creationId xmlns:a16="http://schemas.microsoft.com/office/drawing/2014/main" id="{0616AB5B-1F8B-1647-4693-B5D22A8869DA}"/>
                    </a:ext>
                  </a:extLst>
                </p:cNvPr>
                <p:cNvSpPr/>
                <p:nvPr/>
              </p:nvSpPr>
              <p:spPr>
                <a:xfrm>
                  <a:off x="3099097" y="4621449"/>
                  <a:ext cx="20110" cy="6156"/>
                </a:xfrm>
                <a:custGeom>
                  <a:avLst/>
                  <a:gdLst>
                    <a:gd name="connsiteX0" fmla="*/ 6076 w 20110"/>
                    <a:gd name="connsiteY0" fmla="*/ -70 h 6156"/>
                    <a:gd name="connsiteX1" fmla="*/ -44 w 20110"/>
                    <a:gd name="connsiteY1" fmla="*/ -70 h 6156"/>
                    <a:gd name="connsiteX2" fmla="*/ 20066 w 20110"/>
                    <a:gd name="connsiteY2" fmla="*/ 6051 h 6156"/>
                    <a:gd name="connsiteX3" fmla="*/ 20066 w 20110"/>
                    <a:gd name="connsiteY3" fmla="*/ 6051 h 6156"/>
                    <a:gd name="connsiteX4" fmla="*/ 6076 w 20110"/>
                    <a:gd name="connsiteY4" fmla="*/ -70 h 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0" h="6156">
                      <a:moveTo>
                        <a:pt x="6076" y="-70"/>
                      </a:moveTo>
                      <a:lnTo>
                        <a:pt x="-44" y="-70"/>
                      </a:lnTo>
                      <a:lnTo>
                        <a:pt x="20066" y="6051"/>
                      </a:lnTo>
                      <a:lnTo>
                        <a:pt x="20066" y="6051"/>
                      </a:lnTo>
                      <a:cubicBezTo>
                        <a:pt x="14689" y="6401"/>
                        <a:pt x="9469" y="4119"/>
                        <a:pt x="6076" y="-70"/>
                      </a:cubicBezTo>
                      <a:close/>
                    </a:path>
                  </a:pathLst>
                </a:custGeom>
                <a:solidFill>
                  <a:srgbClr val="B1B5BF"/>
                </a:solidFill>
                <a:ln w="87213" cap="flat">
                  <a:noFill/>
                  <a:prstDash val="solid"/>
                  <a:miter/>
                </a:ln>
              </p:spPr>
              <p:txBody>
                <a:bodyPr rtlCol="0" anchor="ctr"/>
                <a:lstStyle/>
                <a:p>
                  <a:endParaRPr lang="en-IN" dirty="0"/>
                </a:p>
              </p:txBody>
            </p:sp>
            <p:sp>
              <p:nvSpPr>
                <p:cNvPr id="3066" name="Freeform: Shape 3065">
                  <a:extLst>
                    <a:ext uri="{FF2B5EF4-FFF2-40B4-BE49-F238E27FC236}">
                      <a16:creationId xmlns:a16="http://schemas.microsoft.com/office/drawing/2014/main" id="{8BBB3516-0384-217F-00BD-5DC25094FCA3}"/>
                    </a:ext>
                  </a:extLst>
                </p:cNvPr>
                <p:cNvSpPr/>
                <p:nvPr/>
              </p:nvSpPr>
              <p:spPr>
                <a:xfrm>
                  <a:off x="3136694" y="4622324"/>
                  <a:ext cx="14863" cy="87434"/>
                </a:xfrm>
                <a:custGeom>
                  <a:avLst/>
                  <a:gdLst>
                    <a:gd name="connsiteX0" fmla="*/ -44 w 14863"/>
                    <a:gd name="connsiteY0" fmla="*/ -70 h 87434"/>
                    <a:gd name="connsiteX1" fmla="*/ 14820 w 14863"/>
                    <a:gd name="connsiteY1" fmla="*/ -70 h 87434"/>
                    <a:gd name="connsiteX2" fmla="*/ 1705 w 14863"/>
                    <a:gd name="connsiteY2" fmla="*/ -70 h 87434"/>
                    <a:gd name="connsiteX3" fmla="*/ 1705 w 14863"/>
                    <a:gd name="connsiteY3" fmla="*/ -70 h 87434"/>
                    <a:gd name="connsiteX4" fmla="*/ 1705 w 14863"/>
                    <a:gd name="connsiteY4" fmla="*/ -70 h 8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3" h="87434">
                      <a:moveTo>
                        <a:pt x="-44" y="-70"/>
                      </a:moveTo>
                      <a:cubicBezTo>
                        <a:pt x="5202" y="-70"/>
                        <a:pt x="9574" y="-70"/>
                        <a:pt x="14820" y="-70"/>
                      </a:cubicBezTo>
                      <a:lnTo>
                        <a:pt x="1705" y="-70"/>
                      </a:lnTo>
                      <a:cubicBezTo>
                        <a:pt x="1705" y="-70"/>
                        <a:pt x="1705" y="-70"/>
                        <a:pt x="1705" y="-70"/>
                      </a:cubicBezTo>
                      <a:lnTo>
                        <a:pt x="1705" y="-70"/>
                      </a:lnTo>
                      <a:close/>
                    </a:path>
                  </a:pathLst>
                </a:custGeom>
                <a:solidFill>
                  <a:srgbClr val="B1B5BF"/>
                </a:solidFill>
                <a:ln w="87213" cap="flat">
                  <a:noFill/>
                  <a:prstDash val="solid"/>
                  <a:miter/>
                </a:ln>
              </p:spPr>
              <p:txBody>
                <a:bodyPr rtlCol="0" anchor="ctr"/>
                <a:lstStyle/>
                <a:p>
                  <a:endParaRPr lang="en-IN" dirty="0"/>
                </a:p>
              </p:txBody>
            </p:sp>
            <p:sp>
              <p:nvSpPr>
                <p:cNvPr id="3067" name="Freeform: Shape 3066">
                  <a:extLst>
                    <a:ext uri="{FF2B5EF4-FFF2-40B4-BE49-F238E27FC236}">
                      <a16:creationId xmlns:a16="http://schemas.microsoft.com/office/drawing/2014/main" id="{20AFC575-A5DE-2C43-0258-8E2BDA3B513A}"/>
                    </a:ext>
                  </a:extLst>
                </p:cNvPr>
                <p:cNvSpPr/>
                <p:nvPr/>
              </p:nvSpPr>
              <p:spPr>
                <a:xfrm>
                  <a:off x="3155930" y="4615232"/>
                  <a:ext cx="10803" cy="5872"/>
                </a:xfrm>
                <a:custGeom>
                  <a:avLst/>
                  <a:gdLst>
                    <a:gd name="connsiteX0" fmla="*/ -44 w 10803"/>
                    <a:gd name="connsiteY0" fmla="*/ 2650 h 5872"/>
                    <a:gd name="connsiteX1" fmla="*/ 9574 w 10803"/>
                    <a:gd name="connsiteY1" fmla="*/ 2650 h 5872"/>
                    <a:gd name="connsiteX2" fmla="*/ -44 w 10803"/>
                    <a:gd name="connsiteY2" fmla="*/ 2650 h 5872"/>
                  </a:gdLst>
                  <a:ahLst/>
                  <a:cxnLst>
                    <a:cxn ang="0">
                      <a:pos x="connsiteX0" y="connsiteY0"/>
                    </a:cxn>
                    <a:cxn ang="0">
                      <a:pos x="connsiteX1" y="connsiteY1"/>
                    </a:cxn>
                    <a:cxn ang="0">
                      <a:pos x="connsiteX2" y="connsiteY2"/>
                    </a:cxn>
                  </a:cxnLst>
                  <a:rect l="l" t="t" r="r" b="b"/>
                  <a:pathLst>
                    <a:path w="10803" h="5872">
                      <a:moveTo>
                        <a:pt x="-44" y="2650"/>
                      </a:moveTo>
                      <a:cubicBezTo>
                        <a:pt x="-44" y="2650"/>
                        <a:pt x="5202" y="-3470"/>
                        <a:pt x="9574" y="2650"/>
                      </a:cubicBezTo>
                      <a:cubicBezTo>
                        <a:pt x="13946" y="8771"/>
                        <a:pt x="5202" y="4399"/>
                        <a:pt x="-44" y="2650"/>
                      </a:cubicBezTo>
                      <a:close/>
                    </a:path>
                  </a:pathLst>
                </a:custGeom>
                <a:solidFill>
                  <a:srgbClr val="BDC1C9"/>
                </a:solidFill>
                <a:ln w="87213" cap="flat">
                  <a:noFill/>
                  <a:prstDash val="solid"/>
                  <a:miter/>
                </a:ln>
              </p:spPr>
              <p:txBody>
                <a:bodyPr rtlCol="0" anchor="ctr"/>
                <a:lstStyle/>
                <a:p>
                  <a:endParaRPr lang="en-IN" dirty="0"/>
                </a:p>
              </p:txBody>
            </p:sp>
            <p:sp>
              <p:nvSpPr>
                <p:cNvPr id="3068" name="Freeform: Shape 3067">
                  <a:extLst>
                    <a:ext uri="{FF2B5EF4-FFF2-40B4-BE49-F238E27FC236}">
                      <a16:creationId xmlns:a16="http://schemas.microsoft.com/office/drawing/2014/main" id="{F19C8767-83A0-62F0-5366-8AE51104FC0E}"/>
                    </a:ext>
                  </a:extLst>
                </p:cNvPr>
                <p:cNvSpPr/>
                <p:nvPr/>
              </p:nvSpPr>
              <p:spPr>
                <a:xfrm>
                  <a:off x="3125328" y="4622978"/>
                  <a:ext cx="10492" cy="2649"/>
                </a:xfrm>
                <a:custGeom>
                  <a:avLst/>
                  <a:gdLst>
                    <a:gd name="connsiteX0" fmla="*/ 10448 w 10492"/>
                    <a:gd name="connsiteY0" fmla="*/ 1025 h 2649"/>
                    <a:gd name="connsiteX1" fmla="*/ 10448 w 10492"/>
                    <a:gd name="connsiteY1" fmla="*/ 1025 h 2649"/>
                    <a:gd name="connsiteX2" fmla="*/ -44 w 10492"/>
                    <a:gd name="connsiteY2" fmla="*/ 1025 h 2649"/>
                    <a:gd name="connsiteX3" fmla="*/ 10448 w 10492"/>
                    <a:gd name="connsiteY3" fmla="*/ 1025 h 2649"/>
                  </a:gdLst>
                  <a:ahLst/>
                  <a:cxnLst>
                    <a:cxn ang="0">
                      <a:pos x="connsiteX0" y="connsiteY0"/>
                    </a:cxn>
                    <a:cxn ang="0">
                      <a:pos x="connsiteX1" y="connsiteY1"/>
                    </a:cxn>
                    <a:cxn ang="0">
                      <a:pos x="connsiteX2" y="connsiteY2"/>
                    </a:cxn>
                    <a:cxn ang="0">
                      <a:pos x="connsiteX3" y="connsiteY3"/>
                    </a:cxn>
                  </a:cxnLst>
                  <a:rect l="l" t="t" r="r" b="b"/>
                  <a:pathLst>
                    <a:path w="10492" h="2649">
                      <a:moveTo>
                        <a:pt x="10448" y="1025"/>
                      </a:moveTo>
                      <a:lnTo>
                        <a:pt x="10448" y="1025"/>
                      </a:lnTo>
                      <a:cubicBezTo>
                        <a:pt x="7256" y="3097"/>
                        <a:pt x="3147" y="3097"/>
                        <a:pt x="-44" y="1025"/>
                      </a:cubicBezTo>
                      <a:cubicBezTo>
                        <a:pt x="3305" y="-435"/>
                        <a:pt x="7099" y="-435"/>
                        <a:pt x="10448" y="1025"/>
                      </a:cubicBezTo>
                      <a:close/>
                    </a:path>
                  </a:pathLst>
                </a:custGeom>
                <a:solidFill>
                  <a:srgbClr val="BDC1C9"/>
                </a:solidFill>
                <a:ln w="87213" cap="flat">
                  <a:noFill/>
                  <a:prstDash val="solid"/>
                  <a:miter/>
                </a:ln>
              </p:spPr>
              <p:txBody>
                <a:bodyPr rtlCol="0" anchor="ctr"/>
                <a:lstStyle/>
                <a:p>
                  <a:endParaRPr lang="en-IN" dirty="0"/>
                </a:p>
              </p:txBody>
            </p:sp>
            <p:sp>
              <p:nvSpPr>
                <p:cNvPr id="3069" name="Freeform: Shape 3068">
                  <a:extLst>
                    <a:ext uri="{FF2B5EF4-FFF2-40B4-BE49-F238E27FC236}">
                      <a16:creationId xmlns:a16="http://schemas.microsoft.com/office/drawing/2014/main" id="{7F667D2A-E709-02A3-7583-0E421CF2E468}"/>
                    </a:ext>
                  </a:extLst>
                </p:cNvPr>
                <p:cNvSpPr/>
                <p:nvPr/>
              </p:nvSpPr>
              <p:spPr>
                <a:xfrm>
                  <a:off x="2369893" y="3862178"/>
                  <a:ext cx="7869" cy="1213"/>
                </a:xfrm>
                <a:custGeom>
                  <a:avLst/>
                  <a:gdLst>
                    <a:gd name="connsiteX0" fmla="*/ 7825 w 7869"/>
                    <a:gd name="connsiteY0" fmla="*/ 1143 h 1213"/>
                    <a:gd name="connsiteX1" fmla="*/ -44 w 7869"/>
                    <a:gd name="connsiteY1" fmla="*/ 1143 h 1213"/>
                    <a:gd name="connsiteX2" fmla="*/ 7825 w 7869"/>
                    <a:gd name="connsiteY2" fmla="*/ 1143 h 1213"/>
                  </a:gdLst>
                  <a:ahLst/>
                  <a:cxnLst>
                    <a:cxn ang="0">
                      <a:pos x="connsiteX0" y="connsiteY0"/>
                    </a:cxn>
                    <a:cxn ang="0">
                      <a:pos x="connsiteX1" y="connsiteY1"/>
                    </a:cxn>
                    <a:cxn ang="0">
                      <a:pos x="connsiteX2" y="connsiteY2"/>
                    </a:cxn>
                  </a:cxnLst>
                  <a:rect l="l" t="t" r="r" b="b"/>
                  <a:pathLst>
                    <a:path w="7869" h="1213">
                      <a:moveTo>
                        <a:pt x="7825" y="1143"/>
                      </a:moveTo>
                      <a:cubicBezTo>
                        <a:pt x="7825" y="1143"/>
                        <a:pt x="2579" y="1143"/>
                        <a:pt x="-44" y="1143"/>
                      </a:cubicBezTo>
                      <a:cubicBezTo>
                        <a:pt x="2334" y="-474"/>
                        <a:pt x="5447" y="-474"/>
                        <a:pt x="7825" y="1143"/>
                      </a:cubicBezTo>
                      <a:close/>
                    </a:path>
                  </a:pathLst>
                </a:custGeom>
                <a:solidFill>
                  <a:srgbClr val="C1C4CC"/>
                </a:solidFill>
                <a:ln w="87213" cap="flat">
                  <a:noFill/>
                  <a:prstDash val="solid"/>
                  <a:miter/>
                </a:ln>
              </p:spPr>
              <p:txBody>
                <a:bodyPr rtlCol="0" anchor="ctr"/>
                <a:lstStyle/>
                <a:p>
                  <a:endParaRPr lang="en-IN" dirty="0"/>
                </a:p>
              </p:txBody>
            </p:sp>
            <p:sp>
              <p:nvSpPr>
                <p:cNvPr id="3070" name="Freeform: Shape 3069">
                  <a:extLst>
                    <a:ext uri="{FF2B5EF4-FFF2-40B4-BE49-F238E27FC236}">
                      <a16:creationId xmlns:a16="http://schemas.microsoft.com/office/drawing/2014/main" id="{38DC9BA6-7DAD-C377-7AA5-CBDCF23F608D}"/>
                    </a:ext>
                  </a:extLst>
                </p:cNvPr>
                <p:cNvSpPr/>
                <p:nvPr/>
              </p:nvSpPr>
              <p:spPr>
                <a:xfrm>
                  <a:off x="2385631" y="3859444"/>
                  <a:ext cx="8743" cy="1324"/>
                </a:xfrm>
                <a:custGeom>
                  <a:avLst/>
                  <a:gdLst>
                    <a:gd name="connsiteX0" fmla="*/ 8699 w 8743"/>
                    <a:gd name="connsiteY0" fmla="*/ 1255 h 1324"/>
                    <a:gd name="connsiteX1" fmla="*/ -44 w 8743"/>
                    <a:gd name="connsiteY1" fmla="*/ 1255 h 1324"/>
                    <a:gd name="connsiteX2" fmla="*/ 8699 w 8743"/>
                    <a:gd name="connsiteY2" fmla="*/ 1255 h 1324"/>
                  </a:gdLst>
                  <a:ahLst/>
                  <a:cxnLst>
                    <a:cxn ang="0">
                      <a:pos x="connsiteX0" y="connsiteY0"/>
                    </a:cxn>
                    <a:cxn ang="0">
                      <a:pos x="connsiteX1" y="connsiteY1"/>
                    </a:cxn>
                    <a:cxn ang="0">
                      <a:pos x="connsiteX2" y="connsiteY2"/>
                    </a:cxn>
                  </a:cxnLst>
                  <a:rect l="l" t="t" r="r" b="b"/>
                  <a:pathLst>
                    <a:path w="8743" h="1324">
                      <a:moveTo>
                        <a:pt x="8699" y="1255"/>
                      </a:moveTo>
                      <a:cubicBezTo>
                        <a:pt x="8699" y="1255"/>
                        <a:pt x="2579" y="1255"/>
                        <a:pt x="-44" y="1255"/>
                      </a:cubicBezTo>
                      <a:cubicBezTo>
                        <a:pt x="2605" y="-512"/>
                        <a:pt x="6050" y="-512"/>
                        <a:pt x="8699" y="1255"/>
                      </a:cubicBezTo>
                      <a:close/>
                    </a:path>
                  </a:pathLst>
                </a:custGeom>
                <a:solidFill>
                  <a:srgbClr val="C1C4CC"/>
                </a:solidFill>
                <a:ln w="87213" cap="flat">
                  <a:noFill/>
                  <a:prstDash val="solid"/>
                  <a:miter/>
                </a:ln>
              </p:spPr>
              <p:txBody>
                <a:bodyPr rtlCol="0" anchor="ctr"/>
                <a:lstStyle/>
                <a:p>
                  <a:endParaRPr lang="en-IN" dirty="0"/>
                </a:p>
              </p:txBody>
            </p:sp>
            <p:sp>
              <p:nvSpPr>
                <p:cNvPr id="3071" name="Freeform: Shape 3070">
                  <a:extLst>
                    <a:ext uri="{FF2B5EF4-FFF2-40B4-BE49-F238E27FC236}">
                      <a16:creationId xmlns:a16="http://schemas.microsoft.com/office/drawing/2014/main" id="{5A4073BF-1640-D1E1-BEBA-B0955C38D1AF}"/>
                    </a:ext>
                  </a:extLst>
                </p:cNvPr>
                <p:cNvSpPr/>
                <p:nvPr/>
              </p:nvSpPr>
              <p:spPr>
                <a:xfrm>
                  <a:off x="3118333" y="4624343"/>
                  <a:ext cx="6994" cy="1941"/>
                </a:xfrm>
                <a:custGeom>
                  <a:avLst/>
                  <a:gdLst>
                    <a:gd name="connsiteX0" fmla="*/ -44 w 6994"/>
                    <a:gd name="connsiteY0" fmla="*/ 533 h 1941"/>
                    <a:gd name="connsiteX1" fmla="*/ -44 w 6994"/>
                    <a:gd name="connsiteY1" fmla="*/ 533 h 1941"/>
                    <a:gd name="connsiteX2" fmla="*/ 6951 w 6994"/>
                    <a:gd name="connsiteY2" fmla="*/ 533 h 1941"/>
                    <a:gd name="connsiteX3" fmla="*/ -44 w 6994"/>
                    <a:gd name="connsiteY3" fmla="*/ 533 h 1941"/>
                  </a:gdLst>
                  <a:ahLst/>
                  <a:cxnLst>
                    <a:cxn ang="0">
                      <a:pos x="connsiteX0" y="connsiteY0"/>
                    </a:cxn>
                    <a:cxn ang="0">
                      <a:pos x="connsiteX1" y="connsiteY1"/>
                    </a:cxn>
                    <a:cxn ang="0">
                      <a:pos x="connsiteX2" y="connsiteY2"/>
                    </a:cxn>
                    <a:cxn ang="0">
                      <a:pos x="connsiteX3" y="connsiteY3"/>
                    </a:cxn>
                  </a:cxnLst>
                  <a:rect l="l" t="t" r="r" b="b"/>
                  <a:pathLst>
                    <a:path w="6994" h="1941">
                      <a:moveTo>
                        <a:pt x="-44" y="533"/>
                      </a:moveTo>
                      <a:lnTo>
                        <a:pt x="-44" y="533"/>
                      </a:lnTo>
                      <a:cubicBezTo>
                        <a:pt x="2221" y="-271"/>
                        <a:pt x="4686" y="-271"/>
                        <a:pt x="6951" y="533"/>
                      </a:cubicBezTo>
                      <a:cubicBezTo>
                        <a:pt x="4957" y="2317"/>
                        <a:pt x="1950" y="2317"/>
                        <a:pt x="-44" y="533"/>
                      </a:cubicBezTo>
                      <a:close/>
                    </a:path>
                  </a:pathLst>
                </a:custGeom>
                <a:solidFill>
                  <a:srgbClr val="BDC1C9"/>
                </a:solidFill>
                <a:ln w="87213" cap="flat">
                  <a:noFill/>
                  <a:prstDash val="solid"/>
                  <a:miter/>
                </a:ln>
              </p:spPr>
              <p:txBody>
                <a:bodyPr rtlCol="0" anchor="ctr"/>
                <a:lstStyle/>
                <a:p>
                  <a:endParaRPr lang="en-IN" dirty="0"/>
                </a:p>
              </p:txBody>
            </p:sp>
            <p:sp>
              <p:nvSpPr>
                <p:cNvPr id="3072" name="Freeform: Shape 3071">
                  <a:extLst>
                    <a:ext uri="{FF2B5EF4-FFF2-40B4-BE49-F238E27FC236}">
                      <a16:creationId xmlns:a16="http://schemas.microsoft.com/office/drawing/2014/main" id="{C4C4E813-30F0-3C03-EB90-D1C27DBFE8A7}"/>
                    </a:ext>
                  </a:extLst>
                </p:cNvPr>
                <p:cNvSpPr/>
                <p:nvPr/>
              </p:nvSpPr>
              <p:spPr>
                <a:xfrm>
                  <a:off x="3266856" y="4422099"/>
                  <a:ext cx="3147" cy="20110"/>
                </a:xfrm>
                <a:custGeom>
                  <a:avLst/>
                  <a:gdLst>
                    <a:gd name="connsiteX0" fmla="*/ 946 w 3147"/>
                    <a:gd name="connsiteY0" fmla="*/ 20040 h 20110"/>
                    <a:gd name="connsiteX1" fmla="*/ 946 w 3147"/>
                    <a:gd name="connsiteY1" fmla="*/ -70 h 20110"/>
                    <a:gd name="connsiteX2" fmla="*/ 946 w 3147"/>
                    <a:gd name="connsiteY2" fmla="*/ 20040 h 20110"/>
                  </a:gdLst>
                  <a:ahLst/>
                  <a:cxnLst>
                    <a:cxn ang="0">
                      <a:pos x="connsiteX0" y="connsiteY0"/>
                    </a:cxn>
                    <a:cxn ang="0">
                      <a:pos x="connsiteX1" y="connsiteY1"/>
                    </a:cxn>
                    <a:cxn ang="0">
                      <a:pos x="connsiteX2" y="connsiteY2"/>
                    </a:cxn>
                  </a:cxnLst>
                  <a:rect l="l" t="t" r="r" b="b"/>
                  <a:pathLst>
                    <a:path w="3147" h="20110">
                      <a:moveTo>
                        <a:pt x="946" y="20040"/>
                      </a:moveTo>
                      <a:cubicBezTo>
                        <a:pt x="-374" y="13404"/>
                        <a:pt x="-374" y="6567"/>
                        <a:pt x="946" y="-70"/>
                      </a:cubicBezTo>
                      <a:cubicBezTo>
                        <a:pt x="3823" y="6322"/>
                        <a:pt x="3823" y="13649"/>
                        <a:pt x="946" y="20040"/>
                      </a:cubicBezTo>
                      <a:close/>
                    </a:path>
                  </a:pathLst>
                </a:custGeom>
                <a:solidFill>
                  <a:srgbClr val="BDC1C9"/>
                </a:solidFill>
                <a:ln w="87213" cap="flat">
                  <a:noFill/>
                  <a:prstDash val="solid"/>
                  <a:miter/>
                </a:ln>
              </p:spPr>
              <p:txBody>
                <a:bodyPr rtlCol="0" anchor="ctr"/>
                <a:lstStyle/>
                <a:p>
                  <a:endParaRPr lang="en-IN" dirty="0"/>
                </a:p>
              </p:txBody>
            </p:sp>
            <p:sp>
              <p:nvSpPr>
                <p:cNvPr id="3073" name="Freeform: Shape 3072">
                  <a:extLst>
                    <a:ext uri="{FF2B5EF4-FFF2-40B4-BE49-F238E27FC236}">
                      <a16:creationId xmlns:a16="http://schemas.microsoft.com/office/drawing/2014/main" id="{F0E094E7-4B33-A3CC-8F27-AE633155868B}"/>
                    </a:ext>
                  </a:extLst>
                </p:cNvPr>
                <p:cNvSpPr/>
                <p:nvPr/>
              </p:nvSpPr>
              <p:spPr>
                <a:xfrm>
                  <a:off x="2262407" y="3871320"/>
                  <a:ext cx="1002378" cy="755375"/>
                </a:xfrm>
                <a:custGeom>
                  <a:avLst/>
                  <a:gdLst>
                    <a:gd name="connsiteX0" fmla="*/ 874243 w 1002378"/>
                    <a:gd name="connsiteY0" fmla="*/ 750934 h 755375"/>
                    <a:gd name="connsiteX1" fmla="*/ 848887 w 1002378"/>
                    <a:gd name="connsiteY1" fmla="*/ 750934 h 755375"/>
                    <a:gd name="connsiteX2" fmla="*/ 818285 w 1002378"/>
                    <a:gd name="connsiteY2" fmla="*/ 736070 h 755375"/>
                    <a:gd name="connsiteX3" fmla="*/ 40117 w 1002378"/>
                    <a:gd name="connsiteY3" fmla="*/ 235070 h 755375"/>
                    <a:gd name="connsiteX4" fmla="*/ 7766 w 1002378"/>
                    <a:gd name="connsiteY4" fmla="*/ 204468 h 755375"/>
                    <a:gd name="connsiteX5" fmla="*/ 7766 w 1002378"/>
                    <a:gd name="connsiteY5" fmla="*/ 149384 h 755375"/>
                    <a:gd name="connsiteX6" fmla="*/ 79463 w 1002378"/>
                    <a:gd name="connsiteY6" fmla="*/ 35719 h 755375"/>
                    <a:gd name="connsiteX7" fmla="*/ 106567 w 1002378"/>
                    <a:gd name="connsiteY7" fmla="*/ 7740 h 755375"/>
                    <a:gd name="connsiteX8" fmla="*/ 161651 w 1002378"/>
                    <a:gd name="connsiteY8" fmla="*/ 7740 h 755375"/>
                    <a:gd name="connsiteX9" fmla="*/ 261326 w 1002378"/>
                    <a:gd name="connsiteY9" fmla="*/ 69818 h 755375"/>
                    <a:gd name="connsiteX10" fmla="*/ 960803 w 1002378"/>
                    <a:gd name="connsiteY10" fmla="*/ 520106 h 755375"/>
                    <a:gd name="connsiteX11" fmla="*/ 998400 w 1002378"/>
                    <a:gd name="connsiteY11" fmla="*/ 562075 h 755375"/>
                    <a:gd name="connsiteX12" fmla="*/ 998400 w 1002378"/>
                    <a:gd name="connsiteY12" fmla="*/ 602295 h 755375"/>
                    <a:gd name="connsiteX13" fmla="*/ 976541 w 1002378"/>
                    <a:gd name="connsiteY13" fmla="*/ 639018 h 755375"/>
                    <a:gd name="connsiteX14" fmla="*/ 927578 w 1002378"/>
                    <a:gd name="connsiteY14" fmla="*/ 715086 h 755375"/>
                    <a:gd name="connsiteX15" fmla="*/ 891730 w 1002378"/>
                    <a:gd name="connsiteY15" fmla="*/ 749185 h 755375"/>
                    <a:gd name="connsiteX16" fmla="*/ 878615 w 1002378"/>
                    <a:gd name="connsiteY16" fmla="*/ 755306 h 75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2378" h="755375">
                      <a:moveTo>
                        <a:pt x="874243" y="750934"/>
                      </a:moveTo>
                      <a:cubicBezTo>
                        <a:pt x="865797" y="750444"/>
                        <a:pt x="857333" y="750444"/>
                        <a:pt x="848887" y="750934"/>
                      </a:cubicBezTo>
                      <a:cubicBezTo>
                        <a:pt x="838123" y="747227"/>
                        <a:pt x="827850" y="742234"/>
                        <a:pt x="818285" y="736070"/>
                      </a:cubicBezTo>
                      <a:lnTo>
                        <a:pt x="40117" y="235070"/>
                      </a:lnTo>
                      <a:cubicBezTo>
                        <a:pt x="27124" y="227489"/>
                        <a:pt x="16055" y="217015"/>
                        <a:pt x="7766" y="204468"/>
                      </a:cubicBezTo>
                      <a:cubicBezTo>
                        <a:pt x="-2647" y="187584"/>
                        <a:pt x="-2647" y="166268"/>
                        <a:pt x="7766" y="149384"/>
                      </a:cubicBezTo>
                      <a:cubicBezTo>
                        <a:pt x="29607" y="110239"/>
                        <a:pt x="53538" y="72293"/>
                        <a:pt x="79463" y="35719"/>
                      </a:cubicBezTo>
                      <a:cubicBezTo>
                        <a:pt x="86282" y="24475"/>
                        <a:pt x="95542" y="14909"/>
                        <a:pt x="106567" y="7740"/>
                      </a:cubicBezTo>
                      <a:cubicBezTo>
                        <a:pt x="123451" y="-2673"/>
                        <a:pt x="144767" y="-2673"/>
                        <a:pt x="161651" y="7740"/>
                      </a:cubicBezTo>
                      <a:cubicBezTo>
                        <a:pt x="196625" y="25227"/>
                        <a:pt x="228101" y="48834"/>
                        <a:pt x="261326" y="69818"/>
                      </a:cubicBezTo>
                      <a:lnTo>
                        <a:pt x="960803" y="520106"/>
                      </a:lnTo>
                      <a:cubicBezTo>
                        <a:pt x="978194" y="528841"/>
                        <a:pt x="991624" y="543836"/>
                        <a:pt x="998400" y="562075"/>
                      </a:cubicBezTo>
                      <a:cubicBezTo>
                        <a:pt x="1003646" y="574972"/>
                        <a:pt x="1003646" y="589399"/>
                        <a:pt x="998400" y="602295"/>
                      </a:cubicBezTo>
                      <a:cubicBezTo>
                        <a:pt x="991825" y="614947"/>
                        <a:pt x="984533" y="627205"/>
                        <a:pt x="976541" y="639018"/>
                      </a:cubicBezTo>
                      <a:cubicBezTo>
                        <a:pt x="959929" y="664374"/>
                        <a:pt x="945065" y="689730"/>
                        <a:pt x="927578" y="715086"/>
                      </a:cubicBezTo>
                      <a:cubicBezTo>
                        <a:pt x="919158" y="729669"/>
                        <a:pt x="906716" y="741509"/>
                        <a:pt x="891730" y="749185"/>
                      </a:cubicBezTo>
                      <a:cubicBezTo>
                        <a:pt x="891730" y="749185"/>
                        <a:pt x="882112" y="749185"/>
                        <a:pt x="878615" y="755306"/>
                      </a:cubicBezTo>
                      <a:close/>
                    </a:path>
                  </a:pathLst>
                </a:custGeom>
                <a:solidFill>
                  <a:srgbClr val="949AA7"/>
                </a:solidFill>
                <a:ln w="87213" cap="flat">
                  <a:noFill/>
                  <a:prstDash val="solid"/>
                  <a:miter/>
                </a:ln>
              </p:spPr>
              <p:txBody>
                <a:bodyPr rtlCol="0" anchor="ctr"/>
                <a:lstStyle/>
                <a:p>
                  <a:endParaRPr lang="en-IN" dirty="0"/>
                </a:p>
              </p:txBody>
            </p:sp>
            <p:sp>
              <p:nvSpPr>
                <p:cNvPr id="3074" name="Freeform: Shape 3073">
                  <a:extLst>
                    <a:ext uri="{FF2B5EF4-FFF2-40B4-BE49-F238E27FC236}">
                      <a16:creationId xmlns:a16="http://schemas.microsoft.com/office/drawing/2014/main" id="{10B135B8-6AFA-DD27-3E5B-0E62E7ECF155}"/>
                    </a:ext>
                  </a:extLst>
                </p:cNvPr>
                <p:cNvSpPr/>
                <p:nvPr/>
              </p:nvSpPr>
              <p:spPr>
                <a:xfrm>
                  <a:off x="2266992" y="3873987"/>
                  <a:ext cx="992180" cy="747692"/>
                </a:xfrm>
                <a:custGeom>
                  <a:avLst/>
                  <a:gdLst>
                    <a:gd name="connsiteX0" fmla="*/ 562763 w 992180"/>
                    <a:gd name="connsiteY0" fmla="*/ 264754 h 747692"/>
                    <a:gd name="connsiteX1" fmla="*/ 953595 w 992180"/>
                    <a:gd name="connsiteY1" fmla="*/ 520937 h 747692"/>
                    <a:gd name="connsiteX2" fmla="*/ 985946 w 992180"/>
                    <a:gd name="connsiteY2" fmla="*/ 554162 h 747692"/>
                    <a:gd name="connsiteX3" fmla="*/ 985946 w 992180"/>
                    <a:gd name="connsiteY3" fmla="*/ 601377 h 747692"/>
                    <a:gd name="connsiteX4" fmla="*/ 917747 w 992180"/>
                    <a:gd name="connsiteY4" fmla="*/ 710670 h 747692"/>
                    <a:gd name="connsiteX5" fmla="*/ 900260 w 992180"/>
                    <a:gd name="connsiteY5" fmla="*/ 730780 h 747692"/>
                    <a:gd name="connsiteX6" fmla="*/ 836433 w 992180"/>
                    <a:gd name="connsiteY6" fmla="*/ 740398 h 747692"/>
                    <a:gd name="connsiteX7" fmla="*/ 803208 w 992180"/>
                    <a:gd name="connsiteY7" fmla="*/ 722037 h 747692"/>
                    <a:gd name="connsiteX8" fmla="*/ 42526 w 992180"/>
                    <a:gd name="connsiteY8" fmla="*/ 231529 h 747692"/>
                    <a:gd name="connsiteX9" fmla="*/ 11924 w 992180"/>
                    <a:gd name="connsiteY9" fmla="*/ 205298 h 747692"/>
                    <a:gd name="connsiteX10" fmla="*/ 6678 w 992180"/>
                    <a:gd name="connsiteY10" fmla="*/ 148466 h 747692"/>
                    <a:gd name="connsiteX11" fmla="*/ 77500 w 992180"/>
                    <a:gd name="connsiteY11" fmla="*/ 34801 h 747692"/>
                    <a:gd name="connsiteX12" fmla="*/ 112474 w 992180"/>
                    <a:gd name="connsiteY12" fmla="*/ 4199 h 747692"/>
                    <a:gd name="connsiteX13" fmla="*/ 153568 w 992180"/>
                    <a:gd name="connsiteY13" fmla="*/ 4199 h 747692"/>
                    <a:gd name="connsiteX14" fmla="*/ 190291 w 992180"/>
                    <a:gd name="connsiteY14" fmla="*/ 26057 h 74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2180" h="747692">
                      <a:moveTo>
                        <a:pt x="562763" y="264754"/>
                      </a:moveTo>
                      <a:lnTo>
                        <a:pt x="953595" y="520937"/>
                      </a:lnTo>
                      <a:cubicBezTo>
                        <a:pt x="967174" y="528903"/>
                        <a:pt x="978348" y="540374"/>
                        <a:pt x="985946" y="554162"/>
                      </a:cubicBezTo>
                      <a:cubicBezTo>
                        <a:pt x="994200" y="568816"/>
                        <a:pt x="994200" y="586723"/>
                        <a:pt x="985946" y="601377"/>
                      </a:cubicBezTo>
                      <a:cubicBezTo>
                        <a:pt x="965836" y="639848"/>
                        <a:pt x="940480" y="673948"/>
                        <a:pt x="917747" y="710670"/>
                      </a:cubicBezTo>
                      <a:cubicBezTo>
                        <a:pt x="912387" y="717770"/>
                        <a:pt x="906547" y="724485"/>
                        <a:pt x="900260" y="730780"/>
                      </a:cubicBezTo>
                      <a:cubicBezTo>
                        <a:pt x="884032" y="748861"/>
                        <a:pt x="857268" y="752893"/>
                        <a:pt x="836433" y="740398"/>
                      </a:cubicBezTo>
                      <a:cubicBezTo>
                        <a:pt x="824900" y="735143"/>
                        <a:pt x="813796" y="729005"/>
                        <a:pt x="803208" y="722037"/>
                      </a:cubicBezTo>
                      <a:lnTo>
                        <a:pt x="42526" y="231529"/>
                      </a:lnTo>
                      <a:cubicBezTo>
                        <a:pt x="30775" y="224779"/>
                        <a:pt x="20397" y="215878"/>
                        <a:pt x="11924" y="205298"/>
                      </a:cubicBezTo>
                      <a:cubicBezTo>
                        <a:pt x="-1829" y="189438"/>
                        <a:pt x="-3936" y="166573"/>
                        <a:pt x="6678" y="148466"/>
                      </a:cubicBezTo>
                      <a:cubicBezTo>
                        <a:pt x="27663" y="108246"/>
                        <a:pt x="53019" y="72398"/>
                        <a:pt x="77500" y="34801"/>
                      </a:cubicBezTo>
                      <a:cubicBezTo>
                        <a:pt x="85160" y="20777"/>
                        <a:pt x="97558" y="9926"/>
                        <a:pt x="112474" y="4199"/>
                      </a:cubicBezTo>
                      <a:cubicBezTo>
                        <a:pt x="125581" y="-1493"/>
                        <a:pt x="140462" y="-1493"/>
                        <a:pt x="153568" y="4199"/>
                      </a:cubicBezTo>
                      <a:cubicBezTo>
                        <a:pt x="166290" y="10642"/>
                        <a:pt x="178566" y="17944"/>
                        <a:pt x="190291" y="26057"/>
                      </a:cubicBezTo>
                      <a:close/>
                    </a:path>
                  </a:pathLst>
                </a:custGeom>
                <a:solidFill>
                  <a:srgbClr val="8C92A0"/>
                </a:solidFill>
                <a:ln w="87213" cap="flat">
                  <a:noFill/>
                  <a:prstDash val="solid"/>
                  <a:miter/>
                </a:ln>
              </p:spPr>
              <p:txBody>
                <a:bodyPr rtlCol="0" anchor="ctr"/>
                <a:lstStyle/>
                <a:p>
                  <a:endParaRPr lang="en-IN" dirty="0"/>
                </a:p>
              </p:txBody>
            </p:sp>
            <p:sp>
              <p:nvSpPr>
                <p:cNvPr id="3075" name="Freeform: Shape 3074">
                  <a:extLst>
                    <a:ext uri="{FF2B5EF4-FFF2-40B4-BE49-F238E27FC236}">
                      <a16:creationId xmlns:a16="http://schemas.microsoft.com/office/drawing/2014/main" id="{51934496-3533-9CD2-4A92-33267D48F6E0}"/>
                    </a:ext>
                  </a:extLst>
                </p:cNvPr>
                <p:cNvSpPr/>
                <p:nvPr/>
              </p:nvSpPr>
              <p:spPr>
                <a:xfrm>
                  <a:off x="2272146" y="3874898"/>
                  <a:ext cx="982584" cy="736069"/>
                </a:xfrm>
                <a:custGeom>
                  <a:avLst/>
                  <a:gdLst>
                    <a:gd name="connsiteX0" fmla="*/ 555860 w 982584"/>
                    <a:gd name="connsiteY0" fmla="*/ 267340 h 736069"/>
                    <a:gd name="connsiteX1" fmla="*/ 952813 w 982584"/>
                    <a:gd name="connsiteY1" fmla="*/ 520026 h 736069"/>
                    <a:gd name="connsiteX2" fmla="*/ 982541 w 982584"/>
                    <a:gd name="connsiteY2" fmla="*/ 568989 h 736069"/>
                    <a:gd name="connsiteX3" fmla="*/ 972049 w 982584"/>
                    <a:gd name="connsiteY3" fmla="*/ 601340 h 736069"/>
                    <a:gd name="connsiteX4" fmla="*/ 902976 w 982584"/>
                    <a:gd name="connsiteY4" fmla="*/ 707136 h 736069"/>
                    <a:gd name="connsiteX5" fmla="*/ 854012 w 982584"/>
                    <a:gd name="connsiteY5" fmla="*/ 735989 h 736069"/>
                    <a:gd name="connsiteX6" fmla="*/ 816416 w 982584"/>
                    <a:gd name="connsiteY6" fmla="*/ 721999 h 736069"/>
                    <a:gd name="connsiteX7" fmla="*/ 116938 w 982584"/>
                    <a:gd name="connsiteY7" fmla="*/ 269963 h 736069"/>
                    <a:gd name="connsiteX8" fmla="*/ 34750 w 982584"/>
                    <a:gd name="connsiteY8" fmla="*/ 217502 h 736069"/>
                    <a:gd name="connsiteX9" fmla="*/ 12017 w 982584"/>
                    <a:gd name="connsiteY9" fmla="*/ 197392 h 736069"/>
                    <a:gd name="connsiteX10" fmla="*/ 5022 w 982584"/>
                    <a:gd name="connsiteY10" fmla="*/ 144057 h 736069"/>
                    <a:gd name="connsiteX11" fmla="*/ 19886 w 982584"/>
                    <a:gd name="connsiteY11" fmla="*/ 116952 h 736069"/>
                    <a:gd name="connsiteX12" fmla="*/ 79342 w 982584"/>
                    <a:gd name="connsiteY12" fmla="*/ 29518 h 736069"/>
                    <a:gd name="connsiteX13" fmla="*/ 115190 w 982584"/>
                    <a:gd name="connsiteY13" fmla="*/ 664 h 736069"/>
                    <a:gd name="connsiteX14" fmla="*/ 161530 w 982584"/>
                    <a:gd name="connsiteY14" fmla="*/ 12031 h 736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2584" h="736069">
                      <a:moveTo>
                        <a:pt x="555860" y="267340"/>
                      </a:moveTo>
                      <a:lnTo>
                        <a:pt x="952813" y="520026"/>
                      </a:lnTo>
                      <a:cubicBezTo>
                        <a:pt x="971096" y="529503"/>
                        <a:pt x="982567" y="548390"/>
                        <a:pt x="982541" y="568989"/>
                      </a:cubicBezTo>
                      <a:cubicBezTo>
                        <a:pt x="982121" y="580539"/>
                        <a:pt x="978493" y="591739"/>
                        <a:pt x="972049" y="601340"/>
                      </a:cubicBezTo>
                      <a:cubicBezTo>
                        <a:pt x="949316" y="636314"/>
                        <a:pt x="926583" y="672162"/>
                        <a:pt x="902976" y="707136"/>
                      </a:cubicBezTo>
                      <a:cubicBezTo>
                        <a:pt x="893410" y="725226"/>
                        <a:pt x="874472" y="736383"/>
                        <a:pt x="854012" y="735989"/>
                      </a:cubicBezTo>
                      <a:cubicBezTo>
                        <a:pt x="840451" y="734774"/>
                        <a:pt x="827467" y="729939"/>
                        <a:pt x="816416" y="721999"/>
                      </a:cubicBezTo>
                      <a:lnTo>
                        <a:pt x="116938" y="269963"/>
                      </a:lnTo>
                      <a:lnTo>
                        <a:pt x="34750" y="217502"/>
                      </a:lnTo>
                      <a:cubicBezTo>
                        <a:pt x="26208" y="211976"/>
                        <a:pt x="18539" y="205200"/>
                        <a:pt x="12017" y="197392"/>
                      </a:cubicBezTo>
                      <a:cubicBezTo>
                        <a:pt x="-967" y="182703"/>
                        <a:pt x="-3739" y="161596"/>
                        <a:pt x="5022" y="144057"/>
                      </a:cubicBezTo>
                      <a:cubicBezTo>
                        <a:pt x="9105" y="134570"/>
                        <a:pt x="14089" y="125495"/>
                        <a:pt x="19886" y="116952"/>
                      </a:cubicBezTo>
                      <a:cubicBezTo>
                        <a:pt x="39996" y="86350"/>
                        <a:pt x="59232" y="55748"/>
                        <a:pt x="79342" y="29518"/>
                      </a:cubicBezTo>
                      <a:cubicBezTo>
                        <a:pt x="86931" y="15476"/>
                        <a:pt x="99854" y="5079"/>
                        <a:pt x="115190" y="664"/>
                      </a:cubicBezTo>
                      <a:cubicBezTo>
                        <a:pt x="131531" y="-1872"/>
                        <a:pt x="148214" y="2220"/>
                        <a:pt x="161530" y="12031"/>
                      </a:cubicBezTo>
                      <a:close/>
                    </a:path>
                  </a:pathLst>
                </a:custGeom>
                <a:solidFill>
                  <a:srgbClr val="767E8F"/>
                </a:solidFill>
                <a:ln w="87213" cap="flat">
                  <a:noFill/>
                  <a:prstDash val="solid"/>
                  <a:miter/>
                </a:ln>
              </p:spPr>
              <p:txBody>
                <a:bodyPr rtlCol="0" anchor="ctr"/>
                <a:lstStyle/>
                <a:p>
                  <a:endParaRPr lang="en-IN" dirty="0"/>
                </a:p>
              </p:txBody>
            </p:sp>
            <p:sp>
              <p:nvSpPr>
                <p:cNvPr id="3076" name="Freeform: Shape 3075">
                  <a:extLst>
                    <a:ext uri="{FF2B5EF4-FFF2-40B4-BE49-F238E27FC236}">
                      <a16:creationId xmlns:a16="http://schemas.microsoft.com/office/drawing/2014/main" id="{4042EE04-3C32-98B2-9F0A-B814245F55EE}"/>
                    </a:ext>
                  </a:extLst>
                </p:cNvPr>
                <p:cNvSpPr/>
                <p:nvPr/>
              </p:nvSpPr>
              <p:spPr>
                <a:xfrm>
                  <a:off x="2269948" y="3876225"/>
                  <a:ext cx="981828" cy="735309"/>
                </a:xfrm>
                <a:custGeom>
                  <a:avLst/>
                  <a:gdLst>
                    <a:gd name="connsiteX0" fmla="*/ 557183 w 981828"/>
                    <a:gd name="connsiteY0" fmla="*/ 269511 h 735309"/>
                    <a:gd name="connsiteX1" fmla="*/ 955011 w 981828"/>
                    <a:gd name="connsiteY1" fmla="*/ 525694 h 735309"/>
                    <a:gd name="connsiteX2" fmla="*/ 976109 w 981828"/>
                    <a:gd name="connsiteY2" fmla="*/ 592940 h 735309"/>
                    <a:gd name="connsiteX3" fmla="*/ 971623 w 981828"/>
                    <a:gd name="connsiteY3" fmla="*/ 600013 h 735309"/>
                    <a:gd name="connsiteX4" fmla="*/ 902550 w 981828"/>
                    <a:gd name="connsiteY4" fmla="*/ 705809 h 735309"/>
                    <a:gd name="connsiteX5" fmla="*/ 836668 w 981828"/>
                    <a:gd name="connsiteY5" fmla="*/ 730850 h 735309"/>
                    <a:gd name="connsiteX6" fmla="*/ 824733 w 981828"/>
                    <a:gd name="connsiteY6" fmla="*/ 723296 h 735309"/>
                    <a:gd name="connsiteX7" fmla="*/ 751288 w 981828"/>
                    <a:gd name="connsiteY7" fmla="*/ 676082 h 735309"/>
                    <a:gd name="connsiteX8" fmla="*/ 32576 w 981828"/>
                    <a:gd name="connsiteY8" fmla="*/ 213553 h 735309"/>
                    <a:gd name="connsiteX9" fmla="*/ 8094 w 981828"/>
                    <a:gd name="connsiteY9" fmla="*/ 189945 h 735309"/>
                    <a:gd name="connsiteX10" fmla="*/ 8094 w 981828"/>
                    <a:gd name="connsiteY10" fmla="*/ 137484 h 735309"/>
                    <a:gd name="connsiteX11" fmla="*/ 79790 w 981828"/>
                    <a:gd name="connsiteY11" fmla="*/ 24694 h 735309"/>
                    <a:gd name="connsiteX12" fmla="*/ 143784 w 981828"/>
                    <a:gd name="connsiteY12" fmla="*/ 5624 h 735309"/>
                    <a:gd name="connsiteX13" fmla="*/ 152361 w 981828"/>
                    <a:gd name="connsiteY13" fmla="*/ 11578 h 735309"/>
                    <a:gd name="connsiteX14" fmla="*/ 480241 w 981828"/>
                    <a:gd name="connsiteY14" fmla="*/ 217924 h 735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1828" h="735309">
                      <a:moveTo>
                        <a:pt x="557183" y="269511"/>
                      </a:moveTo>
                      <a:lnTo>
                        <a:pt x="955011" y="525694"/>
                      </a:lnTo>
                      <a:cubicBezTo>
                        <a:pt x="979405" y="538442"/>
                        <a:pt x="988857" y="568546"/>
                        <a:pt x="976109" y="592940"/>
                      </a:cubicBezTo>
                      <a:cubicBezTo>
                        <a:pt x="974815" y="595423"/>
                        <a:pt x="973310" y="597784"/>
                        <a:pt x="971623" y="600013"/>
                      </a:cubicBezTo>
                      <a:cubicBezTo>
                        <a:pt x="948890" y="635861"/>
                        <a:pt x="926157" y="670835"/>
                        <a:pt x="902550" y="705809"/>
                      </a:cubicBezTo>
                      <a:cubicBezTo>
                        <a:pt x="891270" y="730920"/>
                        <a:pt x="861779" y="742129"/>
                        <a:pt x="836668" y="730850"/>
                      </a:cubicBezTo>
                      <a:cubicBezTo>
                        <a:pt x="832349" y="728909"/>
                        <a:pt x="828335" y="726365"/>
                        <a:pt x="824733" y="723296"/>
                      </a:cubicBezTo>
                      <a:cubicBezTo>
                        <a:pt x="799377" y="708432"/>
                        <a:pt x="775769" y="691820"/>
                        <a:pt x="751288" y="676082"/>
                      </a:cubicBezTo>
                      <a:lnTo>
                        <a:pt x="32576" y="213553"/>
                      </a:lnTo>
                      <a:cubicBezTo>
                        <a:pt x="22792" y="207563"/>
                        <a:pt x="14433" y="199502"/>
                        <a:pt x="8094" y="189945"/>
                      </a:cubicBezTo>
                      <a:cubicBezTo>
                        <a:pt x="-2757" y="174146"/>
                        <a:pt x="-2757" y="153293"/>
                        <a:pt x="8094" y="137484"/>
                      </a:cubicBezTo>
                      <a:cubicBezTo>
                        <a:pt x="30827" y="99013"/>
                        <a:pt x="54434" y="61416"/>
                        <a:pt x="79790" y="24694"/>
                      </a:cubicBezTo>
                      <a:cubicBezTo>
                        <a:pt x="92197" y="1760"/>
                        <a:pt x="120841" y="-6783"/>
                        <a:pt x="143784" y="5624"/>
                      </a:cubicBezTo>
                      <a:cubicBezTo>
                        <a:pt x="146853" y="7286"/>
                        <a:pt x="149729" y="9279"/>
                        <a:pt x="152361" y="11578"/>
                      </a:cubicBezTo>
                      <a:lnTo>
                        <a:pt x="480241" y="217924"/>
                      </a:lnTo>
                      <a:close/>
                    </a:path>
                  </a:pathLst>
                </a:custGeom>
                <a:solidFill>
                  <a:srgbClr val="6A7285"/>
                </a:solidFill>
                <a:ln w="87213" cap="flat">
                  <a:noFill/>
                  <a:prstDash val="solid"/>
                  <a:miter/>
                </a:ln>
              </p:spPr>
              <p:txBody>
                <a:bodyPr rtlCol="0" anchor="ctr"/>
                <a:lstStyle/>
                <a:p>
                  <a:endParaRPr lang="en-IN" dirty="0"/>
                </a:p>
              </p:txBody>
            </p:sp>
            <p:sp>
              <p:nvSpPr>
                <p:cNvPr id="3077" name="Freeform: Shape 3076">
                  <a:extLst>
                    <a:ext uri="{FF2B5EF4-FFF2-40B4-BE49-F238E27FC236}">
                      <a16:creationId xmlns:a16="http://schemas.microsoft.com/office/drawing/2014/main" id="{BCD60977-6A3A-8B13-2A1E-5BB609A73677}"/>
                    </a:ext>
                  </a:extLst>
                </p:cNvPr>
                <p:cNvSpPr/>
                <p:nvPr/>
              </p:nvSpPr>
              <p:spPr>
                <a:xfrm>
                  <a:off x="2278159" y="3881630"/>
                  <a:ext cx="969328" cy="721735"/>
                </a:xfrm>
                <a:custGeom>
                  <a:avLst/>
                  <a:gdLst>
                    <a:gd name="connsiteX0" fmla="*/ 544602 w 969328"/>
                    <a:gd name="connsiteY0" fmla="*/ 265854 h 721735"/>
                    <a:gd name="connsiteX1" fmla="*/ 937183 w 969328"/>
                    <a:gd name="connsiteY1" fmla="*/ 518540 h 721735"/>
                    <a:gd name="connsiteX2" fmla="*/ 956418 w 969328"/>
                    <a:gd name="connsiteY2" fmla="*/ 534278 h 721735"/>
                    <a:gd name="connsiteX3" fmla="*/ 965162 w 969328"/>
                    <a:gd name="connsiteY3" fmla="*/ 581493 h 721735"/>
                    <a:gd name="connsiteX4" fmla="*/ 952046 w 969328"/>
                    <a:gd name="connsiteY4" fmla="*/ 605101 h 721735"/>
                    <a:gd name="connsiteX5" fmla="*/ 895214 w 969328"/>
                    <a:gd name="connsiteY5" fmla="*/ 692535 h 721735"/>
                    <a:gd name="connsiteX6" fmla="*/ 875104 w 969328"/>
                    <a:gd name="connsiteY6" fmla="*/ 714394 h 721735"/>
                    <a:gd name="connsiteX7" fmla="*/ 827889 w 969328"/>
                    <a:gd name="connsiteY7" fmla="*/ 714394 h 721735"/>
                    <a:gd name="connsiteX8" fmla="*/ 798162 w 969328"/>
                    <a:gd name="connsiteY8" fmla="*/ 697781 h 721735"/>
                    <a:gd name="connsiteX9" fmla="*/ 34858 w 969328"/>
                    <a:gd name="connsiteY9" fmla="*/ 209896 h 721735"/>
                    <a:gd name="connsiteX10" fmla="*/ 10376 w 969328"/>
                    <a:gd name="connsiteY10" fmla="*/ 188912 h 721735"/>
                    <a:gd name="connsiteX11" fmla="*/ 5130 w 969328"/>
                    <a:gd name="connsiteY11" fmla="*/ 139949 h 721735"/>
                    <a:gd name="connsiteX12" fmla="*/ 23491 w 969328"/>
                    <a:gd name="connsiteY12" fmla="*/ 108472 h 721735"/>
                    <a:gd name="connsiteX13" fmla="*/ 75952 w 969328"/>
                    <a:gd name="connsiteY13" fmla="*/ 28032 h 721735"/>
                    <a:gd name="connsiteX14" fmla="*/ 111800 w 969328"/>
                    <a:gd name="connsiteY14" fmla="*/ 53 h 721735"/>
                    <a:gd name="connsiteX15" fmla="*/ 152894 w 969328"/>
                    <a:gd name="connsiteY15" fmla="*/ 12294 h 72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9328" h="721735">
                      <a:moveTo>
                        <a:pt x="544602" y="265854"/>
                      </a:moveTo>
                      <a:lnTo>
                        <a:pt x="937183" y="518540"/>
                      </a:lnTo>
                      <a:cubicBezTo>
                        <a:pt x="944178" y="523034"/>
                        <a:pt x="950630" y="528315"/>
                        <a:pt x="956418" y="534278"/>
                      </a:cubicBezTo>
                      <a:cubicBezTo>
                        <a:pt x="969438" y="546362"/>
                        <a:pt x="972996" y="565554"/>
                        <a:pt x="965162" y="581493"/>
                      </a:cubicBezTo>
                      <a:cubicBezTo>
                        <a:pt x="965162" y="589362"/>
                        <a:pt x="957293" y="597231"/>
                        <a:pt x="952046" y="605101"/>
                      </a:cubicBezTo>
                      <a:cubicBezTo>
                        <a:pt x="932811" y="633954"/>
                        <a:pt x="914450" y="663682"/>
                        <a:pt x="895214" y="692535"/>
                      </a:cubicBezTo>
                      <a:cubicBezTo>
                        <a:pt x="889959" y="701034"/>
                        <a:pt x="883130" y="708448"/>
                        <a:pt x="875104" y="714394"/>
                      </a:cubicBezTo>
                      <a:cubicBezTo>
                        <a:pt x="860861" y="724090"/>
                        <a:pt x="842133" y="724090"/>
                        <a:pt x="827889" y="714394"/>
                      </a:cubicBezTo>
                      <a:cubicBezTo>
                        <a:pt x="817520" y="709716"/>
                        <a:pt x="807578" y="704164"/>
                        <a:pt x="798162" y="697781"/>
                      </a:cubicBezTo>
                      <a:lnTo>
                        <a:pt x="34858" y="209896"/>
                      </a:lnTo>
                      <a:cubicBezTo>
                        <a:pt x="25922" y="203863"/>
                        <a:pt x="17703" y="196825"/>
                        <a:pt x="10376" y="188912"/>
                      </a:cubicBezTo>
                      <a:cubicBezTo>
                        <a:pt x="-1270" y="175220"/>
                        <a:pt x="-3351" y="155792"/>
                        <a:pt x="5130" y="139949"/>
                      </a:cubicBezTo>
                      <a:cubicBezTo>
                        <a:pt x="10376" y="128582"/>
                        <a:pt x="17371" y="118964"/>
                        <a:pt x="23491" y="108472"/>
                      </a:cubicBezTo>
                      <a:cubicBezTo>
                        <a:pt x="40978" y="81367"/>
                        <a:pt x="57591" y="54263"/>
                        <a:pt x="75952" y="28032"/>
                      </a:cubicBezTo>
                      <a:cubicBezTo>
                        <a:pt x="83314" y="13981"/>
                        <a:pt x="96377" y="3778"/>
                        <a:pt x="111800" y="53"/>
                      </a:cubicBezTo>
                      <a:cubicBezTo>
                        <a:pt x="126516" y="-874"/>
                        <a:pt x="141082" y="3463"/>
                        <a:pt x="152894" y="12294"/>
                      </a:cubicBezTo>
                      <a:close/>
                    </a:path>
                  </a:pathLst>
                </a:custGeom>
                <a:solidFill>
                  <a:srgbClr val="4D576D"/>
                </a:solidFill>
                <a:ln w="87213" cap="flat">
                  <a:noFill/>
                  <a:prstDash val="solid"/>
                  <a:miter/>
                </a:ln>
              </p:spPr>
              <p:txBody>
                <a:bodyPr rtlCol="0" anchor="ctr"/>
                <a:lstStyle/>
                <a:p>
                  <a:endParaRPr lang="en-IN" dirty="0"/>
                </a:p>
              </p:txBody>
            </p:sp>
            <p:sp>
              <p:nvSpPr>
                <p:cNvPr id="3078" name="Freeform: Shape 3077">
                  <a:extLst>
                    <a:ext uri="{FF2B5EF4-FFF2-40B4-BE49-F238E27FC236}">
                      <a16:creationId xmlns:a16="http://schemas.microsoft.com/office/drawing/2014/main" id="{A248F85E-A1DA-BDA0-1C11-CB19CE241B74}"/>
                    </a:ext>
                  </a:extLst>
                </p:cNvPr>
                <p:cNvSpPr/>
                <p:nvPr/>
              </p:nvSpPr>
              <p:spPr>
                <a:xfrm>
                  <a:off x="2281426" y="3886870"/>
                  <a:ext cx="960495" cy="713188"/>
                </a:xfrm>
                <a:custGeom>
                  <a:avLst/>
                  <a:gdLst>
                    <a:gd name="connsiteX0" fmla="*/ 959271 w 960495"/>
                    <a:gd name="connsiteY0" fmla="*/ 567510 h 713188"/>
                    <a:gd name="connsiteX1" fmla="*/ 947905 w 960495"/>
                    <a:gd name="connsiteY1" fmla="*/ 591991 h 713188"/>
                    <a:gd name="connsiteX2" fmla="*/ 887575 w 960495"/>
                    <a:gd name="connsiteY2" fmla="*/ 684672 h 713188"/>
                    <a:gd name="connsiteX3" fmla="*/ 852601 w 960495"/>
                    <a:gd name="connsiteY3" fmla="*/ 712651 h 713188"/>
                    <a:gd name="connsiteX4" fmla="*/ 824622 w 960495"/>
                    <a:gd name="connsiteY4" fmla="*/ 707405 h 713188"/>
                    <a:gd name="connsiteX5" fmla="*/ 815878 w 960495"/>
                    <a:gd name="connsiteY5" fmla="*/ 707405 h 713188"/>
                    <a:gd name="connsiteX6" fmla="*/ 49077 w 960495"/>
                    <a:gd name="connsiteY6" fmla="*/ 210776 h 713188"/>
                    <a:gd name="connsiteX7" fmla="*/ 13229 w 960495"/>
                    <a:gd name="connsiteY7" fmla="*/ 184546 h 713188"/>
                    <a:gd name="connsiteX8" fmla="*/ 5360 w 960495"/>
                    <a:gd name="connsiteY8" fmla="*/ 136457 h 713188"/>
                    <a:gd name="connsiteX9" fmla="*/ 68312 w 960495"/>
                    <a:gd name="connsiteY9" fmla="*/ 35907 h 713188"/>
                    <a:gd name="connsiteX10" fmla="*/ 81428 w 960495"/>
                    <a:gd name="connsiteY10" fmla="*/ 17546 h 713188"/>
                    <a:gd name="connsiteX11" fmla="*/ 134614 w 960495"/>
                    <a:gd name="connsiteY11" fmla="*/ 6084 h 713188"/>
                    <a:gd name="connsiteX12" fmla="*/ 134763 w 960495"/>
                    <a:gd name="connsiteY12" fmla="*/ 6180 h 713188"/>
                    <a:gd name="connsiteX13" fmla="*/ 198590 w 960495"/>
                    <a:gd name="connsiteY13" fmla="*/ 45525 h 713188"/>
                    <a:gd name="connsiteX14" fmla="*/ 914679 w 960495"/>
                    <a:gd name="connsiteY14" fmla="*/ 508054 h 713188"/>
                    <a:gd name="connsiteX15" fmla="*/ 952276 w 960495"/>
                    <a:gd name="connsiteY15" fmla="*/ 536908 h 713188"/>
                    <a:gd name="connsiteX16" fmla="*/ 952276 w 960495"/>
                    <a:gd name="connsiteY16" fmla="*/ 536908 h 713188"/>
                    <a:gd name="connsiteX17" fmla="*/ 959271 w 960495"/>
                    <a:gd name="connsiteY17" fmla="*/ 567510 h 71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60495" h="713188">
                      <a:moveTo>
                        <a:pt x="959271" y="567510"/>
                      </a:moveTo>
                      <a:cubicBezTo>
                        <a:pt x="959271" y="575378"/>
                        <a:pt x="952276" y="584122"/>
                        <a:pt x="947905" y="591991"/>
                      </a:cubicBezTo>
                      <a:cubicBezTo>
                        <a:pt x="927794" y="623468"/>
                        <a:pt x="908559" y="654070"/>
                        <a:pt x="887575" y="684672"/>
                      </a:cubicBezTo>
                      <a:cubicBezTo>
                        <a:pt x="880492" y="698600"/>
                        <a:pt x="867745" y="708804"/>
                        <a:pt x="852601" y="712651"/>
                      </a:cubicBezTo>
                      <a:cubicBezTo>
                        <a:pt x="842948" y="714076"/>
                        <a:pt x="833103" y="712222"/>
                        <a:pt x="824622" y="707405"/>
                      </a:cubicBezTo>
                      <a:cubicBezTo>
                        <a:pt x="821763" y="706583"/>
                        <a:pt x="818737" y="706583"/>
                        <a:pt x="815878" y="707405"/>
                      </a:cubicBezTo>
                      <a:cubicBezTo>
                        <a:pt x="556197" y="541279"/>
                        <a:pt x="304386" y="375154"/>
                        <a:pt x="49077" y="210776"/>
                      </a:cubicBezTo>
                      <a:cubicBezTo>
                        <a:pt x="36233" y="203327"/>
                        <a:pt x="24219" y="194531"/>
                        <a:pt x="13229" y="184546"/>
                      </a:cubicBezTo>
                      <a:cubicBezTo>
                        <a:pt x="-831" y="172611"/>
                        <a:pt x="-4162" y="152248"/>
                        <a:pt x="5360" y="136457"/>
                      </a:cubicBezTo>
                      <a:cubicBezTo>
                        <a:pt x="24167" y="101623"/>
                        <a:pt x="45195" y="68040"/>
                        <a:pt x="68312" y="35907"/>
                      </a:cubicBezTo>
                      <a:lnTo>
                        <a:pt x="81428" y="17546"/>
                      </a:lnTo>
                      <a:cubicBezTo>
                        <a:pt x="92952" y="-308"/>
                        <a:pt x="116760" y="-5441"/>
                        <a:pt x="134614" y="6084"/>
                      </a:cubicBezTo>
                      <a:cubicBezTo>
                        <a:pt x="134667" y="6118"/>
                        <a:pt x="134710" y="6144"/>
                        <a:pt x="134763" y="6180"/>
                      </a:cubicBezTo>
                      <a:cubicBezTo>
                        <a:pt x="156621" y="18421"/>
                        <a:pt x="177605" y="31536"/>
                        <a:pt x="198590" y="45525"/>
                      </a:cubicBezTo>
                      <a:lnTo>
                        <a:pt x="914679" y="508054"/>
                      </a:lnTo>
                      <a:cubicBezTo>
                        <a:pt x="928459" y="515923"/>
                        <a:pt x="941111" y="525628"/>
                        <a:pt x="952276" y="536908"/>
                      </a:cubicBezTo>
                      <a:lnTo>
                        <a:pt x="952276" y="536908"/>
                      </a:lnTo>
                      <a:cubicBezTo>
                        <a:pt x="959586" y="545293"/>
                        <a:pt x="962209" y="556781"/>
                        <a:pt x="959271" y="567510"/>
                      </a:cubicBezTo>
                      <a:close/>
                    </a:path>
                  </a:pathLst>
                </a:custGeom>
                <a:solidFill>
                  <a:srgbClr val="3A445D"/>
                </a:solidFill>
                <a:ln w="87213" cap="flat">
                  <a:noFill/>
                  <a:prstDash val="solid"/>
                  <a:miter/>
                </a:ln>
              </p:spPr>
              <p:txBody>
                <a:bodyPr rtlCol="0" anchor="ctr"/>
                <a:lstStyle/>
                <a:p>
                  <a:endParaRPr lang="en-IN" dirty="0"/>
                </a:p>
              </p:txBody>
            </p:sp>
            <p:sp>
              <p:nvSpPr>
                <p:cNvPr id="3079" name="Freeform: Shape 3078">
                  <a:extLst>
                    <a:ext uri="{FF2B5EF4-FFF2-40B4-BE49-F238E27FC236}">
                      <a16:creationId xmlns:a16="http://schemas.microsoft.com/office/drawing/2014/main" id="{252537BB-892B-7AC6-6330-ACD318708E30}"/>
                    </a:ext>
                  </a:extLst>
                </p:cNvPr>
                <p:cNvSpPr/>
                <p:nvPr/>
              </p:nvSpPr>
              <p:spPr>
                <a:xfrm>
                  <a:off x="2279553" y="3886820"/>
                  <a:ext cx="954193" cy="704901"/>
                </a:xfrm>
                <a:custGeom>
                  <a:avLst/>
                  <a:gdLst>
                    <a:gd name="connsiteX0" fmla="*/ 954149 w 954193"/>
                    <a:gd name="connsiteY0" fmla="*/ 535209 h 704901"/>
                    <a:gd name="connsiteX1" fmla="*/ 866715 w 954193"/>
                    <a:gd name="connsiteY1" fmla="*/ 474879 h 704901"/>
                    <a:gd name="connsiteX2" fmla="*/ 167238 w 954193"/>
                    <a:gd name="connsiteY2" fmla="*/ 25466 h 704901"/>
                    <a:gd name="connsiteX3" fmla="*/ 129641 w 954193"/>
                    <a:gd name="connsiteY3" fmla="*/ 5355 h 704901"/>
                    <a:gd name="connsiteX4" fmla="*/ 81552 w 954193"/>
                    <a:gd name="connsiteY4" fmla="*/ 20219 h 704901"/>
                    <a:gd name="connsiteX5" fmla="*/ 25594 w 954193"/>
                    <a:gd name="connsiteY5" fmla="*/ 107654 h 704901"/>
                    <a:gd name="connsiteX6" fmla="*/ 5484 w 954193"/>
                    <a:gd name="connsiteY6" fmla="*/ 144376 h 704901"/>
                    <a:gd name="connsiteX7" fmla="*/ 11604 w 954193"/>
                    <a:gd name="connsiteY7" fmla="*/ 183722 h 704901"/>
                    <a:gd name="connsiteX8" fmla="*/ 25594 w 954193"/>
                    <a:gd name="connsiteY8" fmla="*/ 195963 h 704901"/>
                    <a:gd name="connsiteX9" fmla="*/ 791521 w 954193"/>
                    <a:gd name="connsiteY9" fmla="*/ 690842 h 704901"/>
                    <a:gd name="connsiteX10" fmla="*/ 815129 w 954193"/>
                    <a:gd name="connsiteY10" fmla="*/ 704832 h 704901"/>
                    <a:gd name="connsiteX11" fmla="*/ 815129 w 954193"/>
                    <a:gd name="connsiteY11" fmla="*/ 704832 h 704901"/>
                    <a:gd name="connsiteX12" fmla="*/ 806385 w 954193"/>
                    <a:gd name="connsiteY12" fmla="*/ 704832 h 704901"/>
                    <a:gd name="connsiteX13" fmla="*/ 33463 w 954193"/>
                    <a:gd name="connsiteY13" fmla="*/ 202083 h 704901"/>
                    <a:gd name="connsiteX14" fmla="*/ 5484 w 954193"/>
                    <a:gd name="connsiteY14" fmla="*/ 174979 h 704901"/>
                    <a:gd name="connsiteX15" fmla="*/ 5484 w 954193"/>
                    <a:gd name="connsiteY15" fmla="*/ 134759 h 704901"/>
                    <a:gd name="connsiteX16" fmla="*/ 71060 w 954193"/>
                    <a:gd name="connsiteY16" fmla="*/ 30711 h 704901"/>
                    <a:gd name="connsiteX17" fmla="*/ 94667 w 954193"/>
                    <a:gd name="connsiteY17" fmla="*/ 4481 h 704901"/>
                    <a:gd name="connsiteX18" fmla="*/ 130515 w 954193"/>
                    <a:gd name="connsiteY18" fmla="*/ 4481 h 704901"/>
                    <a:gd name="connsiteX19" fmla="*/ 152374 w 954193"/>
                    <a:gd name="connsiteY19" fmla="*/ 15848 h 704901"/>
                    <a:gd name="connsiteX20" fmla="*/ 930542 w 954193"/>
                    <a:gd name="connsiteY20" fmla="*/ 516847 h 704901"/>
                    <a:gd name="connsiteX21" fmla="*/ 954149 w 954193"/>
                    <a:gd name="connsiteY21" fmla="*/ 535209 h 70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54192" h="704901">
                      <a:moveTo>
                        <a:pt x="954149" y="535209"/>
                      </a:moveTo>
                      <a:cubicBezTo>
                        <a:pt x="926258" y="513341"/>
                        <a:pt x="897054" y="493196"/>
                        <a:pt x="866715" y="474879"/>
                      </a:cubicBezTo>
                      <a:lnTo>
                        <a:pt x="167238" y="25466"/>
                      </a:lnTo>
                      <a:cubicBezTo>
                        <a:pt x="155181" y="17911"/>
                        <a:pt x="142617" y="11187"/>
                        <a:pt x="129641" y="5355"/>
                      </a:cubicBezTo>
                      <a:cubicBezTo>
                        <a:pt x="112242" y="-3668"/>
                        <a:pt x="90820" y="2951"/>
                        <a:pt x="81552" y="20219"/>
                      </a:cubicBezTo>
                      <a:cubicBezTo>
                        <a:pt x="61442" y="47324"/>
                        <a:pt x="43081" y="75303"/>
                        <a:pt x="25594" y="107654"/>
                      </a:cubicBezTo>
                      <a:cubicBezTo>
                        <a:pt x="17865" y="119300"/>
                        <a:pt x="11132" y="131585"/>
                        <a:pt x="5484" y="144376"/>
                      </a:cubicBezTo>
                      <a:cubicBezTo>
                        <a:pt x="-619" y="157527"/>
                        <a:pt x="1794" y="173046"/>
                        <a:pt x="11604" y="183722"/>
                      </a:cubicBezTo>
                      <a:cubicBezTo>
                        <a:pt x="15854" y="188260"/>
                        <a:pt x="20531" y="192360"/>
                        <a:pt x="25594" y="195963"/>
                      </a:cubicBezTo>
                      <a:cubicBezTo>
                        <a:pt x="279154" y="363837"/>
                        <a:pt x="537086" y="525591"/>
                        <a:pt x="791521" y="690842"/>
                      </a:cubicBezTo>
                      <a:cubicBezTo>
                        <a:pt x="799687" y="694987"/>
                        <a:pt x="807574" y="699656"/>
                        <a:pt x="815129" y="704832"/>
                      </a:cubicBezTo>
                      <a:lnTo>
                        <a:pt x="815129" y="704832"/>
                      </a:lnTo>
                      <a:cubicBezTo>
                        <a:pt x="815129" y="704832"/>
                        <a:pt x="809008" y="704832"/>
                        <a:pt x="806385" y="704832"/>
                      </a:cubicBezTo>
                      <a:lnTo>
                        <a:pt x="33463" y="202083"/>
                      </a:lnTo>
                      <a:cubicBezTo>
                        <a:pt x="22219" y="195263"/>
                        <a:pt x="12654" y="186004"/>
                        <a:pt x="5484" y="174979"/>
                      </a:cubicBezTo>
                      <a:cubicBezTo>
                        <a:pt x="-1887" y="162589"/>
                        <a:pt x="-1887" y="147148"/>
                        <a:pt x="5484" y="134759"/>
                      </a:cubicBezTo>
                      <a:cubicBezTo>
                        <a:pt x="24720" y="98036"/>
                        <a:pt x="49201" y="64811"/>
                        <a:pt x="71060" y="30711"/>
                      </a:cubicBezTo>
                      <a:cubicBezTo>
                        <a:pt x="76490" y="20044"/>
                        <a:pt x="84630" y="11003"/>
                        <a:pt x="94667" y="4481"/>
                      </a:cubicBezTo>
                      <a:cubicBezTo>
                        <a:pt x="105850" y="-1587"/>
                        <a:pt x="119333" y="-1587"/>
                        <a:pt x="130515" y="4481"/>
                      </a:cubicBezTo>
                      <a:cubicBezTo>
                        <a:pt x="138227" y="7393"/>
                        <a:pt x="145563" y="11205"/>
                        <a:pt x="152374" y="15848"/>
                      </a:cubicBezTo>
                      <a:lnTo>
                        <a:pt x="930542" y="516847"/>
                      </a:lnTo>
                      <a:cubicBezTo>
                        <a:pt x="939722" y="521071"/>
                        <a:pt x="947801" y="527349"/>
                        <a:pt x="954149" y="535209"/>
                      </a:cubicBezTo>
                      <a:close/>
                    </a:path>
                  </a:pathLst>
                </a:custGeom>
                <a:solidFill>
                  <a:srgbClr val="475168"/>
                </a:solidFill>
                <a:ln w="87213" cap="flat">
                  <a:noFill/>
                  <a:prstDash val="solid"/>
                  <a:miter/>
                </a:ln>
              </p:spPr>
              <p:txBody>
                <a:bodyPr rtlCol="0" anchor="ctr"/>
                <a:lstStyle/>
                <a:p>
                  <a:endParaRPr lang="en-IN" dirty="0"/>
                </a:p>
              </p:txBody>
            </p:sp>
            <p:sp>
              <p:nvSpPr>
                <p:cNvPr id="3080" name="Freeform: Shape 3079">
                  <a:extLst>
                    <a:ext uri="{FF2B5EF4-FFF2-40B4-BE49-F238E27FC236}">
                      <a16:creationId xmlns:a16="http://schemas.microsoft.com/office/drawing/2014/main" id="{A4E9B075-85B0-4BF7-13A6-060B096AA05D}"/>
                    </a:ext>
                  </a:extLst>
                </p:cNvPr>
                <p:cNvSpPr/>
                <p:nvPr/>
              </p:nvSpPr>
              <p:spPr>
                <a:xfrm>
                  <a:off x="3233747" y="4422099"/>
                  <a:ext cx="9836" cy="32351"/>
                </a:xfrm>
                <a:custGeom>
                  <a:avLst/>
                  <a:gdLst>
                    <a:gd name="connsiteX0" fmla="*/ 6951 w 9836"/>
                    <a:gd name="connsiteY0" fmla="*/ 32281 h 32351"/>
                    <a:gd name="connsiteX1" fmla="*/ -44 w 9836"/>
                    <a:gd name="connsiteY1" fmla="*/ -70 h 32351"/>
                    <a:gd name="connsiteX2" fmla="*/ 6951 w 9836"/>
                    <a:gd name="connsiteY2" fmla="*/ 32281 h 32351"/>
                  </a:gdLst>
                  <a:ahLst/>
                  <a:cxnLst>
                    <a:cxn ang="0">
                      <a:pos x="connsiteX0" y="connsiteY0"/>
                    </a:cxn>
                    <a:cxn ang="0">
                      <a:pos x="connsiteX1" y="connsiteY1"/>
                    </a:cxn>
                    <a:cxn ang="0">
                      <a:pos x="connsiteX2" y="connsiteY2"/>
                    </a:cxn>
                  </a:cxnLst>
                  <a:rect l="l" t="t" r="r" b="b"/>
                  <a:pathLst>
                    <a:path w="9836" h="32351">
                      <a:moveTo>
                        <a:pt x="6951" y="32281"/>
                      </a:moveTo>
                      <a:cubicBezTo>
                        <a:pt x="8524" y="21011"/>
                        <a:pt x="6042" y="9548"/>
                        <a:pt x="-44" y="-70"/>
                      </a:cubicBezTo>
                      <a:cubicBezTo>
                        <a:pt x="9652" y="7695"/>
                        <a:pt x="12573" y="21203"/>
                        <a:pt x="6951" y="32281"/>
                      </a:cubicBezTo>
                      <a:close/>
                    </a:path>
                  </a:pathLst>
                </a:custGeom>
                <a:solidFill>
                  <a:srgbClr val="475168"/>
                </a:solidFill>
                <a:ln w="87213" cap="flat">
                  <a:noFill/>
                  <a:prstDash val="solid"/>
                  <a:miter/>
                </a:ln>
              </p:spPr>
              <p:txBody>
                <a:bodyPr rtlCol="0" anchor="ctr"/>
                <a:lstStyle/>
                <a:p>
                  <a:endParaRPr lang="en-IN" dirty="0"/>
                </a:p>
              </p:txBody>
            </p:sp>
            <p:sp>
              <p:nvSpPr>
                <p:cNvPr id="3081" name="Freeform: Shape 3080">
                  <a:extLst>
                    <a:ext uri="{FF2B5EF4-FFF2-40B4-BE49-F238E27FC236}">
                      <a16:creationId xmlns:a16="http://schemas.microsoft.com/office/drawing/2014/main" id="{FF457A0B-29FC-F22B-343F-06D7F93983FF}"/>
                    </a:ext>
                  </a:extLst>
                </p:cNvPr>
                <p:cNvSpPr/>
                <p:nvPr/>
              </p:nvSpPr>
              <p:spPr>
                <a:xfrm>
                  <a:off x="2291759" y="3894691"/>
                  <a:ext cx="942499" cy="697574"/>
                </a:xfrm>
                <a:custGeom>
                  <a:avLst/>
                  <a:gdLst>
                    <a:gd name="connsiteX0" fmla="*/ 524881 w 942499"/>
                    <a:gd name="connsiteY0" fmla="*/ 263286 h 697574"/>
                    <a:gd name="connsiteX1" fmla="*/ 907844 w 942499"/>
                    <a:gd name="connsiteY1" fmla="*/ 509851 h 697574"/>
                    <a:gd name="connsiteX2" fmla="*/ 930577 w 942499"/>
                    <a:gd name="connsiteY2" fmla="*/ 527338 h 697574"/>
                    <a:gd name="connsiteX3" fmla="*/ 938446 w 942499"/>
                    <a:gd name="connsiteY3" fmla="*/ 566684 h 697574"/>
                    <a:gd name="connsiteX4" fmla="*/ 913090 w 942499"/>
                    <a:gd name="connsiteY4" fmla="*/ 607778 h 697574"/>
                    <a:gd name="connsiteX5" fmla="*/ 879865 w 942499"/>
                    <a:gd name="connsiteY5" fmla="*/ 660239 h 697574"/>
                    <a:gd name="connsiteX6" fmla="*/ 860629 w 942499"/>
                    <a:gd name="connsiteY6" fmla="*/ 686469 h 697574"/>
                    <a:gd name="connsiteX7" fmla="*/ 816037 w 942499"/>
                    <a:gd name="connsiteY7" fmla="*/ 692589 h 697574"/>
                    <a:gd name="connsiteX8" fmla="*/ 756582 w 942499"/>
                    <a:gd name="connsiteY8" fmla="*/ 655867 h 697574"/>
                    <a:gd name="connsiteX9" fmla="*/ 32624 w 942499"/>
                    <a:gd name="connsiteY9" fmla="*/ 189840 h 697574"/>
                    <a:gd name="connsiteX10" fmla="*/ 4645 w 942499"/>
                    <a:gd name="connsiteY10" fmla="*/ 167982 h 697574"/>
                    <a:gd name="connsiteX11" fmla="*/ 4645 w 942499"/>
                    <a:gd name="connsiteY11" fmla="*/ 133008 h 697574"/>
                    <a:gd name="connsiteX12" fmla="*/ 71969 w 942499"/>
                    <a:gd name="connsiteY12" fmla="*/ 25464 h 697574"/>
                    <a:gd name="connsiteX13" fmla="*/ 83336 w 942499"/>
                    <a:gd name="connsiteY13" fmla="*/ 11474 h 697574"/>
                    <a:gd name="connsiteX14" fmla="*/ 120058 w 942499"/>
                    <a:gd name="connsiteY14" fmla="*/ 2730 h 697574"/>
                    <a:gd name="connsiteX15" fmla="*/ 144540 w 942499"/>
                    <a:gd name="connsiteY15" fmla="*/ 16720 h 69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2499" h="697574">
                      <a:moveTo>
                        <a:pt x="524881" y="263286"/>
                      </a:moveTo>
                      <a:lnTo>
                        <a:pt x="907844" y="509851"/>
                      </a:lnTo>
                      <a:lnTo>
                        <a:pt x="930577" y="527338"/>
                      </a:lnTo>
                      <a:cubicBezTo>
                        <a:pt x="942634" y="536668"/>
                        <a:pt x="945983" y="553437"/>
                        <a:pt x="938446" y="566684"/>
                      </a:cubicBezTo>
                      <a:cubicBezTo>
                        <a:pt x="930708" y="580804"/>
                        <a:pt x="922245" y="594523"/>
                        <a:pt x="913090" y="607778"/>
                      </a:cubicBezTo>
                      <a:cubicBezTo>
                        <a:pt x="902598" y="625265"/>
                        <a:pt x="890357" y="642752"/>
                        <a:pt x="879865" y="660239"/>
                      </a:cubicBezTo>
                      <a:cubicBezTo>
                        <a:pt x="869372" y="677726"/>
                        <a:pt x="866750" y="677726"/>
                        <a:pt x="860629" y="686469"/>
                      </a:cubicBezTo>
                      <a:cubicBezTo>
                        <a:pt x="848904" y="698447"/>
                        <a:pt x="830561" y="700966"/>
                        <a:pt x="816037" y="692589"/>
                      </a:cubicBezTo>
                      <a:cubicBezTo>
                        <a:pt x="795412" y="681704"/>
                        <a:pt x="775547" y="669437"/>
                        <a:pt x="756582" y="655867"/>
                      </a:cubicBezTo>
                      <a:lnTo>
                        <a:pt x="32624" y="189840"/>
                      </a:lnTo>
                      <a:cubicBezTo>
                        <a:pt x="22577" y="183519"/>
                        <a:pt x="13205" y="176201"/>
                        <a:pt x="4645" y="167982"/>
                      </a:cubicBezTo>
                      <a:cubicBezTo>
                        <a:pt x="-1607" y="157158"/>
                        <a:pt x="-1607" y="143832"/>
                        <a:pt x="4645" y="133008"/>
                      </a:cubicBezTo>
                      <a:cubicBezTo>
                        <a:pt x="23880" y="96285"/>
                        <a:pt x="49236" y="61312"/>
                        <a:pt x="71969" y="25464"/>
                      </a:cubicBezTo>
                      <a:cubicBezTo>
                        <a:pt x="71969" y="20218"/>
                        <a:pt x="79838" y="15846"/>
                        <a:pt x="83336" y="11474"/>
                      </a:cubicBezTo>
                      <a:cubicBezTo>
                        <a:pt x="92105" y="457"/>
                        <a:pt x="107267" y="-3154"/>
                        <a:pt x="120058" y="2730"/>
                      </a:cubicBezTo>
                      <a:lnTo>
                        <a:pt x="144540" y="16720"/>
                      </a:lnTo>
                      <a:close/>
                    </a:path>
                  </a:pathLst>
                </a:custGeom>
                <a:solidFill>
                  <a:srgbClr val="182441"/>
                </a:solidFill>
                <a:ln w="87213" cap="flat">
                  <a:noFill/>
                  <a:prstDash val="solid"/>
                  <a:miter/>
                </a:ln>
              </p:spPr>
              <p:txBody>
                <a:bodyPr rtlCol="0" anchor="ctr"/>
                <a:lstStyle/>
                <a:p>
                  <a:endParaRPr lang="en-IN" dirty="0"/>
                </a:p>
              </p:txBody>
            </p:sp>
            <p:sp>
              <p:nvSpPr>
                <p:cNvPr id="3082" name="Freeform: Shape 3081">
                  <a:extLst>
                    <a:ext uri="{FF2B5EF4-FFF2-40B4-BE49-F238E27FC236}">
                      <a16:creationId xmlns:a16="http://schemas.microsoft.com/office/drawing/2014/main" id="{F90AC4B3-AEA0-13E5-C52B-39F20AF0C556}"/>
                    </a:ext>
                  </a:extLst>
                </p:cNvPr>
                <p:cNvSpPr/>
                <p:nvPr/>
              </p:nvSpPr>
              <p:spPr>
                <a:xfrm>
                  <a:off x="2306066" y="3904779"/>
                  <a:ext cx="917798" cy="679074"/>
                </a:xfrm>
                <a:custGeom>
                  <a:avLst/>
                  <a:gdLst>
                    <a:gd name="connsiteX0" fmla="*/ 505327 w 917798"/>
                    <a:gd name="connsiteY0" fmla="*/ 260193 h 679074"/>
                    <a:gd name="connsiteX1" fmla="*/ 893537 w 917798"/>
                    <a:gd name="connsiteY1" fmla="*/ 511130 h 679074"/>
                    <a:gd name="connsiteX2" fmla="*/ 917145 w 917798"/>
                    <a:gd name="connsiteY2" fmla="*/ 536486 h 679074"/>
                    <a:gd name="connsiteX3" fmla="*/ 909276 w 917798"/>
                    <a:gd name="connsiteY3" fmla="*/ 566214 h 679074"/>
                    <a:gd name="connsiteX4" fmla="*/ 848945 w 917798"/>
                    <a:gd name="connsiteY4" fmla="*/ 658894 h 679074"/>
                    <a:gd name="connsiteX5" fmla="*/ 823589 w 917798"/>
                    <a:gd name="connsiteY5" fmla="*/ 679005 h 679074"/>
                    <a:gd name="connsiteX6" fmla="*/ 794736 w 917798"/>
                    <a:gd name="connsiteY6" fmla="*/ 669387 h 679074"/>
                    <a:gd name="connsiteX7" fmla="*/ 793862 w 917798"/>
                    <a:gd name="connsiteY7" fmla="*/ 665015 h 679074"/>
                    <a:gd name="connsiteX8" fmla="*/ 24438 w 917798"/>
                    <a:gd name="connsiteY8" fmla="*/ 169261 h 679074"/>
                    <a:gd name="connsiteX9" fmla="*/ 5202 w 917798"/>
                    <a:gd name="connsiteY9" fmla="*/ 154397 h 679074"/>
                    <a:gd name="connsiteX10" fmla="*/ 5202 w 917798"/>
                    <a:gd name="connsiteY10" fmla="*/ 122921 h 679074"/>
                    <a:gd name="connsiteX11" fmla="*/ 71652 w 917798"/>
                    <a:gd name="connsiteY11" fmla="*/ 17999 h 679074"/>
                    <a:gd name="connsiteX12" fmla="*/ 92636 w 917798"/>
                    <a:gd name="connsiteY12" fmla="*/ 512 h 679074"/>
                    <a:gd name="connsiteX13" fmla="*/ 124113 w 917798"/>
                    <a:gd name="connsiteY13" fmla="*/ 8381 h 679074"/>
                    <a:gd name="connsiteX14" fmla="*/ 309474 w 917798"/>
                    <a:gd name="connsiteY14" fmla="*/ 128166 h 67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7798" h="679074">
                      <a:moveTo>
                        <a:pt x="505327" y="260193"/>
                      </a:moveTo>
                      <a:lnTo>
                        <a:pt x="893537" y="511130"/>
                      </a:lnTo>
                      <a:cubicBezTo>
                        <a:pt x="904502" y="516053"/>
                        <a:pt x="913018" y="525198"/>
                        <a:pt x="917145" y="536486"/>
                      </a:cubicBezTo>
                      <a:cubicBezTo>
                        <a:pt x="919121" y="547074"/>
                        <a:pt x="916235" y="557986"/>
                        <a:pt x="909276" y="566214"/>
                      </a:cubicBezTo>
                      <a:cubicBezTo>
                        <a:pt x="890040" y="596816"/>
                        <a:pt x="869930" y="628292"/>
                        <a:pt x="848945" y="658894"/>
                      </a:cubicBezTo>
                      <a:cubicBezTo>
                        <a:pt x="843962" y="669081"/>
                        <a:pt x="834641" y="676468"/>
                        <a:pt x="823589" y="679005"/>
                      </a:cubicBezTo>
                      <a:cubicBezTo>
                        <a:pt x="812223" y="679005"/>
                        <a:pt x="804354" y="672010"/>
                        <a:pt x="794736" y="669387"/>
                      </a:cubicBezTo>
                      <a:lnTo>
                        <a:pt x="793862" y="665015"/>
                      </a:lnTo>
                      <a:lnTo>
                        <a:pt x="24438" y="169261"/>
                      </a:lnTo>
                      <a:cubicBezTo>
                        <a:pt x="17661" y="164801"/>
                        <a:pt x="11226" y="159826"/>
                        <a:pt x="5202" y="154397"/>
                      </a:cubicBezTo>
                      <a:cubicBezTo>
                        <a:pt x="-1793" y="145067"/>
                        <a:pt x="-1793" y="132250"/>
                        <a:pt x="5202" y="122921"/>
                      </a:cubicBezTo>
                      <a:cubicBezTo>
                        <a:pt x="24438" y="86198"/>
                        <a:pt x="48919" y="52973"/>
                        <a:pt x="71652" y="17999"/>
                      </a:cubicBezTo>
                      <a:cubicBezTo>
                        <a:pt x="75517" y="9194"/>
                        <a:pt x="83281" y="2724"/>
                        <a:pt x="92636" y="512"/>
                      </a:cubicBezTo>
                      <a:cubicBezTo>
                        <a:pt x="103767" y="-1403"/>
                        <a:pt x="115194" y="1456"/>
                        <a:pt x="124113" y="8381"/>
                      </a:cubicBezTo>
                      <a:lnTo>
                        <a:pt x="309474" y="128166"/>
                      </a:lnTo>
                      <a:close/>
                    </a:path>
                  </a:pathLst>
                </a:custGeom>
                <a:solidFill>
                  <a:srgbClr val="0F1C3B"/>
                </a:solidFill>
                <a:ln w="87213" cap="flat">
                  <a:noFill/>
                  <a:prstDash val="solid"/>
                  <a:miter/>
                </a:ln>
              </p:spPr>
              <p:txBody>
                <a:bodyPr rtlCol="0" anchor="ctr"/>
                <a:lstStyle/>
                <a:p>
                  <a:endParaRPr lang="en-IN" dirty="0"/>
                </a:p>
              </p:txBody>
            </p:sp>
            <p:sp>
              <p:nvSpPr>
                <p:cNvPr id="3083" name="Freeform: Shape 3082">
                  <a:extLst>
                    <a:ext uri="{FF2B5EF4-FFF2-40B4-BE49-F238E27FC236}">
                      <a16:creationId xmlns:a16="http://schemas.microsoft.com/office/drawing/2014/main" id="{75F5806E-50C0-427F-6FDD-B383138EC264}"/>
                    </a:ext>
                  </a:extLst>
                </p:cNvPr>
                <p:cNvSpPr/>
                <p:nvPr/>
              </p:nvSpPr>
              <p:spPr>
                <a:xfrm>
                  <a:off x="2306721" y="3914603"/>
                  <a:ext cx="909265" cy="664696"/>
                </a:xfrm>
                <a:custGeom>
                  <a:avLst/>
                  <a:gdLst>
                    <a:gd name="connsiteX0" fmla="*/ 13290 w 909265"/>
                    <a:gd name="connsiteY0" fmla="*/ 149819 h 664696"/>
                    <a:gd name="connsiteX1" fmla="*/ 13290 w 909265"/>
                    <a:gd name="connsiteY1" fmla="*/ 149819 h 664696"/>
                    <a:gd name="connsiteX2" fmla="*/ 1923 w 909265"/>
                    <a:gd name="connsiteY2" fmla="*/ 138452 h 664696"/>
                    <a:gd name="connsiteX3" fmla="*/ 1923 w 909265"/>
                    <a:gd name="connsiteY3" fmla="*/ 126211 h 664696"/>
                    <a:gd name="connsiteX4" fmla="*/ 6295 w 909265"/>
                    <a:gd name="connsiteY4" fmla="*/ 112222 h 664696"/>
                    <a:gd name="connsiteX5" fmla="*/ 6295 w 909265"/>
                    <a:gd name="connsiteY5" fmla="*/ 112222 h 664696"/>
                    <a:gd name="connsiteX6" fmla="*/ 71871 w 909265"/>
                    <a:gd name="connsiteY6" fmla="*/ 10797 h 664696"/>
                    <a:gd name="connsiteX7" fmla="*/ 71871 w 909265"/>
                    <a:gd name="connsiteY7" fmla="*/ 10797 h 664696"/>
                    <a:gd name="connsiteX8" fmla="*/ 106845 w 909265"/>
                    <a:gd name="connsiteY8" fmla="*/ 3803 h 664696"/>
                    <a:gd name="connsiteX9" fmla="*/ 106845 w 909265"/>
                    <a:gd name="connsiteY9" fmla="*/ 3803 h 664696"/>
                    <a:gd name="connsiteX10" fmla="*/ 122583 w 909265"/>
                    <a:gd name="connsiteY10" fmla="*/ 13421 h 664696"/>
                    <a:gd name="connsiteX11" fmla="*/ 880641 w 909265"/>
                    <a:gd name="connsiteY11" fmla="*/ 501305 h 664696"/>
                    <a:gd name="connsiteX12" fmla="*/ 895505 w 909265"/>
                    <a:gd name="connsiteY12" fmla="*/ 510923 h 664696"/>
                    <a:gd name="connsiteX13" fmla="*/ 906382 w 909265"/>
                    <a:gd name="connsiteY13" fmla="*/ 545093 h 664696"/>
                    <a:gd name="connsiteX14" fmla="*/ 904248 w 909265"/>
                    <a:gd name="connsiteY14" fmla="*/ 548520 h 664696"/>
                    <a:gd name="connsiteX15" fmla="*/ 839547 w 909265"/>
                    <a:gd name="connsiteY15" fmla="*/ 648195 h 664696"/>
                    <a:gd name="connsiteX16" fmla="*/ 797578 w 909265"/>
                    <a:gd name="connsiteY16" fmla="*/ 657813 h 664696"/>
                    <a:gd name="connsiteX17" fmla="*/ 781840 w 909265"/>
                    <a:gd name="connsiteY17" fmla="*/ 647322 h 664696"/>
                    <a:gd name="connsiteX18" fmla="*/ 24656 w 909265"/>
                    <a:gd name="connsiteY18" fmla="*/ 160310 h 664696"/>
                    <a:gd name="connsiteX19" fmla="*/ 13290 w 909265"/>
                    <a:gd name="connsiteY19" fmla="*/ 149819 h 66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9265" h="664696">
                      <a:moveTo>
                        <a:pt x="13290" y="149819"/>
                      </a:moveTo>
                      <a:lnTo>
                        <a:pt x="13290" y="149819"/>
                      </a:lnTo>
                      <a:cubicBezTo>
                        <a:pt x="9285" y="146251"/>
                        <a:pt x="5490" y="142457"/>
                        <a:pt x="1923" y="138452"/>
                      </a:cubicBezTo>
                      <a:cubicBezTo>
                        <a:pt x="-700" y="134797"/>
                        <a:pt x="-700" y="129866"/>
                        <a:pt x="1923" y="126211"/>
                      </a:cubicBezTo>
                      <a:cubicBezTo>
                        <a:pt x="1923" y="120965"/>
                        <a:pt x="1923" y="117468"/>
                        <a:pt x="6295" y="112222"/>
                      </a:cubicBezTo>
                      <a:lnTo>
                        <a:pt x="6295" y="112222"/>
                      </a:lnTo>
                      <a:lnTo>
                        <a:pt x="71871" y="10797"/>
                      </a:lnTo>
                      <a:lnTo>
                        <a:pt x="71871" y="10797"/>
                      </a:lnTo>
                      <a:cubicBezTo>
                        <a:pt x="79906" y="-324"/>
                        <a:pt x="95155" y="-3367"/>
                        <a:pt x="106845" y="3803"/>
                      </a:cubicBezTo>
                      <a:lnTo>
                        <a:pt x="106845" y="3803"/>
                      </a:lnTo>
                      <a:cubicBezTo>
                        <a:pt x="112388" y="6487"/>
                        <a:pt x="117660" y="9713"/>
                        <a:pt x="122583" y="13421"/>
                      </a:cubicBezTo>
                      <a:lnTo>
                        <a:pt x="880641" y="501305"/>
                      </a:lnTo>
                      <a:lnTo>
                        <a:pt x="895505" y="510923"/>
                      </a:lnTo>
                      <a:cubicBezTo>
                        <a:pt x="907947" y="517358"/>
                        <a:pt x="912817" y="532651"/>
                        <a:pt x="906382" y="545093"/>
                      </a:cubicBezTo>
                      <a:cubicBezTo>
                        <a:pt x="905761" y="546291"/>
                        <a:pt x="905052" y="547436"/>
                        <a:pt x="904248" y="548520"/>
                      </a:cubicBezTo>
                      <a:cubicBezTo>
                        <a:pt x="882389" y="581746"/>
                        <a:pt x="860531" y="614970"/>
                        <a:pt x="839547" y="648195"/>
                      </a:cubicBezTo>
                      <a:cubicBezTo>
                        <a:pt x="827306" y="666557"/>
                        <a:pt x="815940" y="669180"/>
                        <a:pt x="797578" y="657813"/>
                      </a:cubicBezTo>
                      <a:cubicBezTo>
                        <a:pt x="792008" y="654823"/>
                        <a:pt x="786736" y="651317"/>
                        <a:pt x="781840" y="647322"/>
                      </a:cubicBezTo>
                      <a:lnTo>
                        <a:pt x="24656" y="160310"/>
                      </a:lnTo>
                      <a:cubicBezTo>
                        <a:pt x="20695" y="157006"/>
                        <a:pt x="16901" y="153499"/>
                        <a:pt x="13290" y="149819"/>
                      </a:cubicBezTo>
                      <a:close/>
                    </a:path>
                  </a:pathLst>
                </a:custGeom>
                <a:solidFill>
                  <a:srgbClr val="0A1836"/>
                </a:solidFill>
                <a:ln w="87213" cap="flat">
                  <a:noFill/>
                  <a:prstDash val="solid"/>
                  <a:miter/>
                </a:ln>
              </p:spPr>
              <p:txBody>
                <a:bodyPr rtlCol="0" anchor="ctr"/>
                <a:lstStyle/>
                <a:p>
                  <a:endParaRPr lang="en-IN" dirty="0"/>
                </a:p>
              </p:txBody>
            </p:sp>
            <p:sp>
              <p:nvSpPr>
                <p:cNvPr id="3084" name="Freeform: Shape 3083">
                  <a:extLst>
                    <a:ext uri="{FF2B5EF4-FFF2-40B4-BE49-F238E27FC236}">
                      <a16:creationId xmlns:a16="http://schemas.microsoft.com/office/drawing/2014/main" id="{5665FFD5-405D-FBDB-744F-159F1881EB04}"/>
                    </a:ext>
                  </a:extLst>
                </p:cNvPr>
                <p:cNvSpPr/>
                <p:nvPr/>
              </p:nvSpPr>
              <p:spPr>
                <a:xfrm>
                  <a:off x="2411862" y="3914978"/>
                  <a:ext cx="793905" cy="510617"/>
                </a:xfrm>
                <a:custGeom>
                  <a:avLst/>
                  <a:gdLst>
                    <a:gd name="connsiteX0" fmla="*/ 793862 w 793905"/>
                    <a:gd name="connsiteY0" fmla="*/ 510548 h 510617"/>
                    <a:gd name="connsiteX1" fmla="*/ 781621 w 793905"/>
                    <a:gd name="connsiteY1" fmla="*/ 504427 h 510617"/>
                    <a:gd name="connsiteX2" fmla="*/ 11322 w 793905"/>
                    <a:gd name="connsiteY2" fmla="*/ 8673 h 510617"/>
                    <a:gd name="connsiteX3" fmla="*/ -44 w 793905"/>
                    <a:gd name="connsiteY3" fmla="*/ -70 h 510617"/>
                    <a:gd name="connsiteX4" fmla="*/ 8699 w 793905"/>
                    <a:gd name="connsiteY4" fmla="*/ -70 h 510617"/>
                    <a:gd name="connsiteX5" fmla="*/ 787741 w 793905"/>
                    <a:gd name="connsiteY5" fmla="*/ 500930 h 510617"/>
                    <a:gd name="connsiteX6" fmla="*/ 793862 w 793905"/>
                    <a:gd name="connsiteY6" fmla="*/ 510548 h 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3905" h="510617">
                      <a:moveTo>
                        <a:pt x="793862" y="510548"/>
                      </a:moveTo>
                      <a:cubicBezTo>
                        <a:pt x="789464" y="509219"/>
                        <a:pt x="785319" y="507156"/>
                        <a:pt x="781621" y="504427"/>
                      </a:cubicBezTo>
                      <a:lnTo>
                        <a:pt x="11322" y="8673"/>
                      </a:lnTo>
                      <a:lnTo>
                        <a:pt x="-44" y="-70"/>
                      </a:lnTo>
                      <a:cubicBezTo>
                        <a:pt x="-44" y="-70"/>
                        <a:pt x="6076" y="-70"/>
                        <a:pt x="8699" y="-70"/>
                      </a:cubicBezTo>
                      <a:lnTo>
                        <a:pt x="787741" y="500930"/>
                      </a:lnTo>
                      <a:cubicBezTo>
                        <a:pt x="787741" y="500930"/>
                        <a:pt x="793862" y="507050"/>
                        <a:pt x="793862" y="510548"/>
                      </a:cubicBezTo>
                      <a:close/>
                    </a:path>
                  </a:pathLst>
                </a:custGeom>
                <a:solidFill>
                  <a:srgbClr val="0C1938"/>
                </a:solidFill>
                <a:ln w="87213" cap="flat">
                  <a:noFill/>
                  <a:prstDash val="solid"/>
                  <a:miter/>
                </a:ln>
              </p:spPr>
              <p:txBody>
                <a:bodyPr rtlCol="0" anchor="ctr"/>
                <a:lstStyle/>
                <a:p>
                  <a:endParaRPr lang="en-IN" dirty="0"/>
                </a:p>
              </p:txBody>
            </p:sp>
            <p:sp>
              <p:nvSpPr>
                <p:cNvPr id="3085" name="Freeform: Shape 3084">
                  <a:extLst>
                    <a:ext uri="{FF2B5EF4-FFF2-40B4-BE49-F238E27FC236}">
                      <a16:creationId xmlns:a16="http://schemas.microsoft.com/office/drawing/2014/main" id="{751FEC4C-5D92-4D81-5F2C-AC288CF17809}"/>
                    </a:ext>
                  </a:extLst>
                </p:cNvPr>
                <p:cNvSpPr/>
                <p:nvPr/>
              </p:nvSpPr>
              <p:spPr>
                <a:xfrm>
                  <a:off x="2320055" y="4064492"/>
                  <a:ext cx="791282" cy="507994"/>
                </a:xfrm>
                <a:custGeom>
                  <a:avLst/>
                  <a:gdLst>
                    <a:gd name="connsiteX0" fmla="*/ -44 w 791282"/>
                    <a:gd name="connsiteY0" fmla="*/ -70 h 507994"/>
                    <a:gd name="connsiteX1" fmla="*/ 12197 w 791282"/>
                    <a:gd name="connsiteY1" fmla="*/ 6050 h 507994"/>
                    <a:gd name="connsiteX2" fmla="*/ 779872 w 791282"/>
                    <a:gd name="connsiteY2" fmla="*/ 498307 h 507994"/>
                    <a:gd name="connsiteX3" fmla="*/ 791239 w 791282"/>
                    <a:gd name="connsiteY3" fmla="*/ 507925 h 507994"/>
                    <a:gd name="connsiteX4" fmla="*/ 779872 w 791282"/>
                    <a:gd name="connsiteY4" fmla="*/ 505302 h 507994"/>
                    <a:gd name="connsiteX5" fmla="*/ 6076 w 791282"/>
                    <a:gd name="connsiteY5" fmla="*/ 6925 h 507994"/>
                    <a:gd name="connsiteX6" fmla="*/ -44 w 791282"/>
                    <a:gd name="connsiteY6" fmla="*/ -70 h 50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282" h="507994">
                      <a:moveTo>
                        <a:pt x="-44" y="-70"/>
                      </a:moveTo>
                      <a:cubicBezTo>
                        <a:pt x="4284" y="1434"/>
                        <a:pt x="8393" y="3488"/>
                        <a:pt x="12197" y="6050"/>
                      </a:cubicBezTo>
                      <a:lnTo>
                        <a:pt x="779872" y="498307"/>
                      </a:lnTo>
                      <a:cubicBezTo>
                        <a:pt x="784235" y="500764"/>
                        <a:pt x="788100" y="504025"/>
                        <a:pt x="791239" y="507925"/>
                      </a:cubicBezTo>
                      <a:cubicBezTo>
                        <a:pt x="791239" y="507925"/>
                        <a:pt x="779872" y="505302"/>
                        <a:pt x="779872" y="505302"/>
                      </a:cubicBezTo>
                      <a:lnTo>
                        <a:pt x="6076" y="6925"/>
                      </a:lnTo>
                      <a:cubicBezTo>
                        <a:pt x="6076" y="6925"/>
                        <a:pt x="-44" y="4301"/>
                        <a:pt x="-44" y="-70"/>
                      </a:cubicBezTo>
                      <a:close/>
                    </a:path>
                  </a:pathLst>
                </a:custGeom>
                <a:solidFill>
                  <a:srgbClr val="0C1938"/>
                </a:solidFill>
                <a:ln w="87213" cap="flat">
                  <a:noFill/>
                  <a:prstDash val="solid"/>
                  <a:miter/>
                </a:ln>
              </p:spPr>
              <p:txBody>
                <a:bodyPr rtlCol="0" anchor="ctr"/>
                <a:lstStyle/>
                <a:p>
                  <a:endParaRPr lang="en-IN" dirty="0"/>
                </a:p>
              </p:txBody>
            </p:sp>
            <p:sp>
              <p:nvSpPr>
                <p:cNvPr id="3086" name="Freeform: Shape 3085">
                  <a:extLst>
                    <a:ext uri="{FF2B5EF4-FFF2-40B4-BE49-F238E27FC236}">
                      <a16:creationId xmlns:a16="http://schemas.microsoft.com/office/drawing/2014/main" id="{07C6D680-6D46-C5F2-F326-93FF9186CF12}"/>
                    </a:ext>
                  </a:extLst>
                </p:cNvPr>
                <p:cNvSpPr/>
                <p:nvPr/>
              </p:nvSpPr>
              <p:spPr>
                <a:xfrm>
                  <a:off x="2309563" y="3922847"/>
                  <a:ext cx="65575" cy="101424"/>
                </a:xfrm>
                <a:custGeom>
                  <a:avLst/>
                  <a:gdLst>
                    <a:gd name="connsiteX0" fmla="*/ 65532 w 65575"/>
                    <a:gd name="connsiteY0" fmla="*/ -70 h 101424"/>
                    <a:gd name="connsiteX1" fmla="*/ 59411 w 65575"/>
                    <a:gd name="connsiteY1" fmla="*/ 12171 h 101424"/>
                    <a:gd name="connsiteX2" fmla="*/ 9574 w 65575"/>
                    <a:gd name="connsiteY2" fmla="*/ 90862 h 101424"/>
                    <a:gd name="connsiteX3" fmla="*/ -44 w 65575"/>
                    <a:gd name="connsiteY3" fmla="*/ 101354 h 101424"/>
                    <a:gd name="connsiteX4" fmla="*/ -44 w 65575"/>
                    <a:gd name="connsiteY4" fmla="*/ 94359 h 101424"/>
                    <a:gd name="connsiteX5" fmla="*/ 57663 w 65575"/>
                    <a:gd name="connsiteY5" fmla="*/ 6925 h 101424"/>
                    <a:gd name="connsiteX6" fmla="*/ 65532 w 65575"/>
                    <a:gd name="connsiteY6" fmla="*/ -70 h 10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75" h="101424">
                      <a:moveTo>
                        <a:pt x="65532" y="-70"/>
                      </a:moveTo>
                      <a:cubicBezTo>
                        <a:pt x="64386" y="4398"/>
                        <a:pt x="62297" y="8577"/>
                        <a:pt x="59411" y="12171"/>
                      </a:cubicBezTo>
                      <a:lnTo>
                        <a:pt x="9574" y="90862"/>
                      </a:lnTo>
                      <a:cubicBezTo>
                        <a:pt x="7065" y="94936"/>
                        <a:pt x="3803" y="98504"/>
                        <a:pt x="-44" y="101354"/>
                      </a:cubicBezTo>
                      <a:cubicBezTo>
                        <a:pt x="-44" y="101354"/>
                        <a:pt x="-44" y="96982"/>
                        <a:pt x="-44" y="94359"/>
                      </a:cubicBezTo>
                      <a:lnTo>
                        <a:pt x="57663" y="6925"/>
                      </a:lnTo>
                      <a:cubicBezTo>
                        <a:pt x="57663" y="6925"/>
                        <a:pt x="62909" y="-70"/>
                        <a:pt x="65532" y="-70"/>
                      </a:cubicBezTo>
                      <a:close/>
                    </a:path>
                  </a:pathLst>
                </a:custGeom>
                <a:solidFill>
                  <a:srgbClr val="0C1938"/>
                </a:solidFill>
                <a:ln w="87213" cap="flat">
                  <a:noFill/>
                  <a:prstDash val="solid"/>
                  <a:miter/>
                </a:ln>
              </p:spPr>
              <p:txBody>
                <a:bodyPr rtlCol="0" anchor="ctr"/>
                <a:lstStyle/>
                <a:p>
                  <a:endParaRPr lang="en-IN" dirty="0"/>
                </a:p>
              </p:txBody>
            </p:sp>
            <p:sp>
              <p:nvSpPr>
                <p:cNvPr id="3087" name="Freeform: Shape 3086">
                  <a:extLst>
                    <a:ext uri="{FF2B5EF4-FFF2-40B4-BE49-F238E27FC236}">
                      <a16:creationId xmlns:a16="http://schemas.microsoft.com/office/drawing/2014/main" id="{0888E25E-0511-084E-0D63-22769EDF1ADD}"/>
                    </a:ext>
                  </a:extLst>
                </p:cNvPr>
                <p:cNvSpPr/>
                <p:nvPr/>
              </p:nvSpPr>
              <p:spPr>
                <a:xfrm>
                  <a:off x="2376013" y="3908815"/>
                  <a:ext cx="34973" cy="14907"/>
                </a:xfrm>
                <a:custGeom>
                  <a:avLst/>
                  <a:gdLst>
                    <a:gd name="connsiteX0" fmla="*/ 34929 w 34973"/>
                    <a:gd name="connsiteY0" fmla="*/ 5219 h 14907"/>
                    <a:gd name="connsiteX1" fmla="*/ 16568 w 34973"/>
                    <a:gd name="connsiteY1" fmla="*/ 5219 h 14907"/>
                    <a:gd name="connsiteX2" fmla="*/ -44 w 34973"/>
                    <a:gd name="connsiteY2" fmla="*/ 14837 h 14907"/>
                    <a:gd name="connsiteX3" fmla="*/ 27637 w 34973"/>
                    <a:gd name="connsiteY3" fmla="*/ 1075 h 14907"/>
                    <a:gd name="connsiteX4" fmla="*/ 34929 w 34973"/>
                    <a:gd name="connsiteY4" fmla="*/ 5219 h 14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73" h="14906">
                      <a:moveTo>
                        <a:pt x="34929" y="5219"/>
                      </a:moveTo>
                      <a:cubicBezTo>
                        <a:pt x="28809" y="5219"/>
                        <a:pt x="22689" y="5219"/>
                        <a:pt x="16568" y="5219"/>
                      </a:cubicBezTo>
                      <a:cubicBezTo>
                        <a:pt x="10448" y="5219"/>
                        <a:pt x="6076" y="13088"/>
                        <a:pt x="-44" y="14837"/>
                      </a:cubicBezTo>
                      <a:cubicBezTo>
                        <a:pt x="3794" y="3392"/>
                        <a:pt x="16192" y="-2772"/>
                        <a:pt x="27637" y="1075"/>
                      </a:cubicBezTo>
                      <a:cubicBezTo>
                        <a:pt x="30313" y="1967"/>
                        <a:pt x="32788" y="3374"/>
                        <a:pt x="34929" y="5219"/>
                      </a:cubicBezTo>
                      <a:close/>
                    </a:path>
                  </a:pathLst>
                </a:custGeom>
                <a:solidFill>
                  <a:srgbClr val="0C1938"/>
                </a:solidFill>
                <a:ln w="87213" cap="flat">
                  <a:noFill/>
                  <a:prstDash val="solid"/>
                  <a:miter/>
                </a:ln>
              </p:spPr>
              <p:txBody>
                <a:bodyPr rtlCol="0" anchor="ctr"/>
                <a:lstStyle/>
                <a:p>
                  <a:endParaRPr lang="en-IN" dirty="0"/>
                </a:p>
              </p:txBody>
            </p:sp>
            <p:sp>
              <p:nvSpPr>
                <p:cNvPr id="3088" name="Freeform: Shape 3087">
                  <a:extLst>
                    <a:ext uri="{FF2B5EF4-FFF2-40B4-BE49-F238E27FC236}">
                      <a16:creationId xmlns:a16="http://schemas.microsoft.com/office/drawing/2014/main" id="{FCF3E1B3-E0E2-D5FC-049F-F9AA0F9117C8}"/>
                    </a:ext>
                  </a:extLst>
                </p:cNvPr>
                <p:cNvSpPr/>
                <p:nvPr/>
              </p:nvSpPr>
              <p:spPr>
                <a:xfrm>
                  <a:off x="2306940" y="4052251"/>
                  <a:ext cx="11366" cy="11366"/>
                </a:xfrm>
                <a:custGeom>
                  <a:avLst/>
                  <a:gdLst>
                    <a:gd name="connsiteX0" fmla="*/ -44 w 11366"/>
                    <a:gd name="connsiteY0" fmla="*/ -70 h 11366"/>
                    <a:gd name="connsiteX1" fmla="*/ 11322 w 11366"/>
                    <a:gd name="connsiteY1" fmla="*/ 11296 h 11366"/>
                    <a:gd name="connsiteX2" fmla="*/ -44 w 11366"/>
                    <a:gd name="connsiteY2" fmla="*/ -70 h 11366"/>
                  </a:gdLst>
                  <a:ahLst/>
                  <a:cxnLst>
                    <a:cxn ang="0">
                      <a:pos x="connsiteX0" y="connsiteY0"/>
                    </a:cxn>
                    <a:cxn ang="0">
                      <a:pos x="connsiteX1" y="connsiteY1"/>
                    </a:cxn>
                    <a:cxn ang="0">
                      <a:pos x="connsiteX2" y="connsiteY2"/>
                    </a:cxn>
                  </a:cxnLst>
                  <a:rect l="l" t="t" r="r" b="b"/>
                  <a:pathLst>
                    <a:path w="11366" h="11366">
                      <a:moveTo>
                        <a:pt x="-44" y="-70"/>
                      </a:moveTo>
                      <a:cubicBezTo>
                        <a:pt x="4747" y="2562"/>
                        <a:pt x="8691" y="6505"/>
                        <a:pt x="11322" y="11296"/>
                      </a:cubicBezTo>
                      <a:cubicBezTo>
                        <a:pt x="5989" y="9452"/>
                        <a:pt x="1801" y="5263"/>
                        <a:pt x="-44" y="-70"/>
                      </a:cubicBezTo>
                      <a:close/>
                    </a:path>
                  </a:pathLst>
                </a:custGeom>
                <a:solidFill>
                  <a:srgbClr val="0C1938"/>
                </a:solidFill>
                <a:ln w="87213" cap="flat">
                  <a:noFill/>
                  <a:prstDash val="solid"/>
                  <a:miter/>
                </a:ln>
              </p:spPr>
              <p:txBody>
                <a:bodyPr rtlCol="0" anchor="ctr"/>
                <a:lstStyle/>
                <a:p>
                  <a:endParaRPr lang="en-IN" dirty="0"/>
                </a:p>
              </p:txBody>
            </p:sp>
            <p:sp>
              <p:nvSpPr>
                <p:cNvPr id="3089" name="Freeform: Shape 3088">
                  <a:extLst>
                    <a:ext uri="{FF2B5EF4-FFF2-40B4-BE49-F238E27FC236}">
                      <a16:creationId xmlns:a16="http://schemas.microsoft.com/office/drawing/2014/main" id="{259BE0A7-A8DF-8701-E554-B758468E3C61}"/>
                    </a:ext>
                  </a:extLst>
                </p:cNvPr>
                <p:cNvSpPr/>
                <p:nvPr/>
              </p:nvSpPr>
              <p:spPr>
                <a:xfrm>
                  <a:off x="2308658" y="4026020"/>
                  <a:ext cx="4432" cy="13989"/>
                </a:xfrm>
                <a:custGeom>
                  <a:avLst/>
                  <a:gdLst>
                    <a:gd name="connsiteX0" fmla="*/ 4358 w 4432"/>
                    <a:gd name="connsiteY0" fmla="*/ -70 h 13989"/>
                    <a:gd name="connsiteX1" fmla="*/ -14 w 4432"/>
                    <a:gd name="connsiteY1" fmla="*/ 13920 h 13989"/>
                    <a:gd name="connsiteX2" fmla="*/ 4358 w 4432"/>
                    <a:gd name="connsiteY2" fmla="*/ -70 h 13989"/>
                  </a:gdLst>
                  <a:ahLst/>
                  <a:cxnLst>
                    <a:cxn ang="0">
                      <a:pos x="connsiteX0" y="connsiteY0"/>
                    </a:cxn>
                    <a:cxn ang="0">
                      <a:pos x="connsiteX1" y="connsiteY1"/>
                    </a:cxn>
                    <a:cxn ang="0">
                      <a:pos x="connsiteX2" y="connsiteY2"/>
                    </a:cxn>
                  </a:cxnLst>
                  <a:rect l="l" t="t" r="r" b="b"/>
                  <a:pathLst>
                    <a:path w="4432" h="13989">
                      <a:moveTo>
                        <a:pt x="4358" y="-70"/>
                      </a:moveTo>
                      <a:cubicBezTo>
                        <a:pt x="4629" y="4966"/>
                        <a:pt x="3082" y="9933"/>
                        <a:pt x="-14" y="13920"/>
                      </a:cubicBezTo>
                      <a:cubicBezTo>
                        <a:pt x="-285" y="8883"/>
                        <a:pt x="1263" y="3917"/>
                        <a:pt x="4358" y="-70"/>
                      </a:cubicBezTo>
                      <a:close/>
                    </a:path>
                  </a:pathLst>
                </a:custGeom>
                <a:solidFill>
                  <a:srgbClr val="0C1938"/>
                </a:solidFill>
                <a:ln w="87213" cap="flat">
                  <a:noFill/>
                  <a:prstDash val="solid"/>
                  <a:miter/>
                </a:ln>
              </p:spPr>
              <p:txBody>
                <a:bodyPr rtlCol="0" anchor="ctr"/>
                <a:lstStyle/>
                <a:p>
                  <a:endParaRPr lang="en-IN" dirty="0"/>
                </a:p>
              </p:txBody>
            </p:sp>
            <p:sp>
              <p:nvSpPr>
                <p:cNvPr id="3090" name="Freeform: Shape 3089">
                  <a:extLst>
                    <a:ext uri="{FF2B5EF4-FFF2-40B4-BE49-F238E27FC236}">
                      <a16:creationId xmlns:a16="http://schemas.microsoft.com/office/drawing/2014/main" id="{026D3C1B-2C2E-19D9-5A3F-7542F2F8AB82}"/>
                    </a:ext>
                  </a:extLst>
                </p:cNvPr>
                <p:cNvSpPr/>
                <p:nvPr/>
              </p:nvSpPr>
              <p:spPr>
                <a:xfrm>
                  <a:off x="2308140" y="3914312"/>
                  <a:ext cx="903529" cy="658170"/>
                </a:xfrm>
                <a:custGeom>
                  <a:avLst/>
                  <a:gdLst>
                    <a:gd name="connsiteX0" fmla="*/ 803154 w 903529"/>
                    <a:gd name="connsiteY0" fmla="*/ 655481 h 658170"/>
                    <a:gd name="connsiteX1" fmla="*/ 785667 w 903529"/>
                    <a:gd name="connsiteY1" fmla="*/ 644989 h 658170"/>
                    <a:gd name="connsiteX2" fmla="*/ 29358 w 903529"/>
                    <a:gd name="connsiteY2" fmla="*/ 157105 h 658170"/>
                    <a:gd name="connsiteX3" fmla="*/ 4002 w 903529"/>
                    <a:gd name="connsiteY3" fmla="*/ 136994 h 658170"/>
                    <a:gd name="connsiteX4" fmla="*/ 4002 w 903529"/>
                    <a:gd name="connsiteY4" fmla="*/ 113387 h 658170"/>
                    <a:gd name="connsiteX5" fmla="*/ 10997 w 903529"/>
                    <a:gd name="connsiteY5" fmla="*/ 98523 h 658170"/>
                    <a:gd name="connsiteX6" fmla="*/ 59960 w 903529"/>
                    <a:gd name="connsiteY6" fmla="*/ 23329 h 658170"/>
                    <a:gd name="connsiteX7" fmla="*/ 75698 w 903529"/>
                    <a:gd name="connsiteY7" fmla="*/ 4094 h 658170"/>
                    <a:gd name="connsiteX8" fmla="*/ 101929 w 903529"/>
                    <a:gd name="connsiteY8" fmla="*/ 4094 h 658170"/>
                    <a:gd name="connsiteX9" fmla="*/ 115044 w 903529"/>
                    <a:gd name="connsiteY9" fmla="*/ 11088 h 658170"/>
                    <a:gd name="connsiteX10" fmla="*/ 879222 w 903529"/>
                    <a:gd name="connsiteY10" fmla="*/ 505094 h 658170"/>
                    <a:gd name="connsiteX11" fmla="*/ 900206 w 903529"/>
                    <a:gd name="connsiteY11" fmla="*/ 522581 h 658170"/>
                    <a:gd name="connsiteX12" fmla="*/ 900206 w 903529"/>
                    <a:gd name="connsiteY12" fmla="*/ 547063 h 658170"/>
                    <a:gd name="connsiteX13" fmla="*/ 883594 w 903529"/>
                    <a:gd name="connsiteY13" fmla="*/ 575042 h 658170"/>
                    <a:gd name="connsiteX14" fmla="*/ 845123 w 903529"/>
                    <a:gd name="connsiteY14" fmla="*/ 634497 h 658170"/>
                    <a:gd name="connsiteX15" fmla="*/ 828510 w 903529"/>
                    <a:gd name="connsiteY15" fmla="*/ 654607 h 658170"/>
                    <a:gd name="connsiteX16" fmla="*/ 803154 w 903529"/>
                    <a:gd name="connsiteY16" fmla="*/ 655481 h 65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3529" h="658170">
                      <a:moveTo>
                        <a:pt x="803154" y="655481"/>
                      </a:moveTo>
                      <a:cubicBezTo>
                        <a:pt x="803154" y="649361"/>
                        <a:pt x="790913" y="648486"/>
                        <a:pt x="785667" y="644989"/>
                      </a:cubicBezTo>
                      <a:lnTo>
                        <a:pt x="29358" y="157105"/>
                      </a:lnTo>
                      <a:cubicBezTo>
                        <a:pt x="19451" y="152479"/>
                        <a:pt x="10770" y="145589"/>
                        <a:pt x="4002" y="136994"/>
                      </a:cubicBezTo>
                      <a:cubicBezTo>
                        <a:pt x="-1393" y="130052"/>
                        <a:pt x="-1393" y="120329"/>
                        <a:pt x="4002" y="113387"/>
                      </a:cubicBezTo>
                      <a:cubicBezTo>
                        <a:pt x="6852" y="108692"/>
                        <a:pt x="9196" y="103708"/>
                        <a:pt x="10997" y="98523"/>
                      </a:cubicBezTo>
                      <a:cubicBezTo>
                        <a:pt x="27609" y="74041"/>
                        <a:pt x="43347" y="48685"/>
                        <a:pt x="59960" y="23329"/>
                      </a:cubicBezTo>
                      <a:cubicBezTo>
                        <a:pt x="63895" y="15950"/>
                        <a:pt x="69245" y="9410"/>
                        <a:pt x="75698" y="4094"/>
                      </a:cubicBezTo>
                      <a:cubicBezTo>
                        <a:pt x="83559" y="-1458"/>
                        <a:pt x="94068" y="-1458"/>
                        <a:pt x="101929" y="4094"/>
                      </a:cubicBezTo>
                      <a:lnTo>
                        <a:pt x="115044" y="11088"/>
                      </a:lnTo>
                      <a:lnTo>
                        <a:pt x="879222" y="505094"/>
                      </a:lnTo>
                      <a:cubicBezTo>
                        <a:pt x="887327" y="509448"/>
                        <a:pt x="894462" y="515393"/>
                        <a:pt x="900206" y="522581"/>
                      </a:cubicBezTo>
                      <a:cubicBezTo>
                        <a:pt x="904578" y="530152"/>
                        <a:pt x="904578" y="539491"/>
                        <a:pt x="900206" y="547063"/>
                      </a:cubicBezTo>
                      <a:cubicBezTo>
                        <a:pt x="895188" y="556689"/>
                        <a:pt x="889645" y="566027"/>
                        <a:pt x="883594" y="575042"/>
                      </a:cubicBezTo>
                      <a:cubicBezTo>
                        <a:pt x="870479" y="595151"/>
                        <a:pt x="858238" y="615262"/>
                        <a:pt x="845123" y="634497"/>
                      </a:cubicBezTo>
                      <a:cubicBezTo>
                        <a:pt x="832007" y="653733"/>
                        <a:pt x="836379" y="650236"/>
                        <a:pt x="828510" y="654607"/>
                      </a:cubicBezTo>
                      <a:cubicBezTo>
                        <a:pt x="820685" y="658935"/>
                        <a:pt x="811260" y="659258"/>
                        <a:pt x="803154" y="655481"/>
                      </a:cubicBezTo>
                      <a:close/>
                    </a:path>
                  </a:pathLst>
                </a:custGeom>
                <a:solidFill>
                  <a:srgbClr val="061433"/>
                </a:solidFill>
                <a:ln w="87213" cap="flat">
                  <a:noFill/>
                  <a:prstDash val="solid"/>
                  <a:miter/>
                </a:ln>
              </p:spPr>
              <p:txBody>
                <a:bodyPr rtlCol="0" anchor="ctr"/>
                <a:lstStyle/>
                <a:p>
                  <a:endParaRPr lang="en-IN" dirty="0"/>
                </a:p>
              </p:txBody>
            </p:sp>
            <p:sp>
              <p:nvSpPr>
                <p:cNvPr id="3091" name="Freeform: Shape 3090">
                  <a:extLst>
                    <a:ext uri="{FF2B5EF4-FFF2-40B4-BE49-F238E27FC236}">
                      <a16:creationId xmlns:a16="http://schemas.microsoft.com/office/drawing/2014/main" id="{F88E8625-1C80-8CC5-336C-7F44473C05E4}"/>
                    </a:ext>
                  </a:extLst>
                </p:cNvPr>
                <p:cNvSpPr/>
                <p:nvPr/>
              </p:nvSpPr>
              <p:spPr>
                <a:xfrm>
                  <a:off x="2315439" y="3924013"/>
                  <a:ext cx="892733" cy="643584"/>
                </a:xfrm>
                <a:custGeom>
                  <a:avLst/>
                  <a:gdLst>
                    <a:gd name="connsiteX0" fmla="*/ 490709 w 892733"/>
                    <a:gd name="connsiteY0" fmla="*/ 252324 h 643584"/>
                    <a:gd name="connsiteX1" fmla="*/ 876296 w 892733"/>
                    <a:gd name="connsiteY1" fmla="*/ 500638 h 643584"/>
                    <a:gd name="connsiteX2" fmla="*/ 889848 w 892733"/>
                    <a:gd name="connsiteY2" fmla="*/ 539127 h 643584"/>
                    <a:gd name="connsiteX3" fmla="*/ 885913 w 892733"/>
                    <a:gd name="connsiteY3" fmla="*/ 545230 h 643584"/>
                    <a:gd name="connsiteX4" fmla="*/ 835201 w 892733"/>
                    <a:gd name="connsiteY4" fmla="*/ 624796 h 643584"/>
                    <a:gd name="connsiteX5" fmla="*/ 795112 w 892733"/>
                    <a:gd name="connsiteY5" fmla="*/ 641103 h 643584"/>
                    <a:gd name="connsiteX6" fmla="*/ 787112 w 892733"/>
                    <a:gd name="connsiteY6" fmla="*/ 636162 h 643584"/>
                    <a:gd name="connsiteX7" fmla="*/ 780992 w 892733"/>
                    <a:gd name="connsiteY7" fmla="*/ 636162 h 643584"/>
                    <a:gd name="connsiteX8" fmla="*/ 21185 w 892733"/>
                    <a:gd name="connsiteY8" fmla="*/ 147403 h 643584"/>
                    <a:gd name="connsiteX9" fmla="*/ 1949 w 892733"/>
                    <a:gd name="connsiteY9" fmla="*/ 129041 h 643584"/>
                    <a:gd name="connsiteX10" fmla="*/ 1949 w 892733"/>
                    <a:gd name="connsiteY10" fmla="*/ 114178 h 643584"/>
                    <a:gd name="connsiteX11" fmla="*/ 32552 w 892733"/>
                    <a:gd name="connsiteY11" fmla="*/ 60842 h 643584"/>
                    <a:gd name="connsiteX12" fmla="*/ 59656 w 892733"/>
                    <a:gd name="connsiteY12" fmla="*/ 18000 h 643584"/>
                    <a:gd name="connsiteX13" fmla="*/ 75394 w 892733"/>
                    <a:gd name="connsiteY13" fmla="*/ 2261 h 643584"/>
                    <a:gd name="connsiteX14" fmla="*/ 100751 w 892733"/>
                    <a:gd name="connsiteY14" fmla="*/ 2261 h 643584"/>
                    <a:gd name="connsiteX15" fmla="*/ 106871 w 892733"/>
                    <a:gd name="connsiteY15" fmla="*/ 2261 h 643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2733" h="643584">
                      <a:moveTo>
                        <a:pt x="490709" y="252324"/>
                      </a:moveTo>
                      <a:lnTo>
                        <a:pt x="876296" y="500638"/>
                      </a:lnTo>
                      <a:cubicBezTo>
                        <a:pt x="890670" y="507520"/>
                        <a:pt x="896737" y="524753"/>
                        <a:pt x="889848" y="539127"/>
                      </a:cubicBezTo>
                      <a:cubicBezTo>
                        <a:pt x="888799" y="541322"/>
                        <a:pt x="887478" y="543368"/>
                        <a:pt x="885913" y="545230"/>
                      </a:cubicBezTo>
                      <a:cubicBezTo>
                        <a:pt x="869301" y="571461"/>
                        <a:pt x="851813" y="597691"/>
                        <a:pt x="835201" y="624796"/>
                      </a:cubicBezTo>
                      <a:cubicBezTo>
                        <a:pt x="828635" y="640368"/>
                        <a:pt x="810684" y="647669"/>
                        <a:pt x="795112" y="641103"/>
                      </a:cubicBezTo>
                      <a:cubicBezTo>
                        <a:pt x="792210" y="639878"/>
                        <a:pt x="789508" y="638208"/>
                        <a:pt x="787112" y="636162"/>
                      </a:cubicBezTo>
                      <a:lnTo>
                        <a:pt x="780992" y="636162"/>
                      </a:lnTo>
                      <a:cubicBezTo>
                        <a:pt x="528594" y="472948"/>
                        <a:pt x="275331" y="310032"/>
                        <a:pt x="21185" y="147403"/>
                      </a:cubicBezTo>
                      <a:cubicBezTo>
                        <a:pt x="14356" y="141737"/>
                        <a:pt x="7930" y="135599"/>
                        <a:pt x="1949" y="129041"/>
                      </a:cubicBezTo>
                      <a:cubicBezTo>
                        <a:pt x="-709" y="124443"/>
                        <a:pt x="-709" y="118777"/>
                        <a:pt x="1949" y="114178"/>
                      </a:cubicBezTo>
                      <a:cubicBezTo>
                        <a:pt x="9897" y="95205"/>
                        <a:pt x="20179" y="77289"/>
                        <a:pt x="32552" y="60842"/>
                      </a:cubicBezTo>
                      <a:cubicBezTo>
                        <a:pt x="41295" y="45979"/>
                        <a:pt x="50913" y="31990"/>
                        <a:pt x="59656" y="18000"/>
                      </a:cubicBezTo>
                      <a:cubicBezTo>
                        <a:pt x="63757" y="11722"/>
                        <a:pt x="69117" y="6362"/>
                        <a:pt x="75394" y="2261"/>
                      </a:cubicBezTo>
                      <a:cubicBezTo>
                        <a:pt x="84138" y="-2984"/>
                        <a:pt x="92007" y="2261"/>
                        <a:pt x="100751" y="2261"/>
                      </a:cubicBezTo>
                      <a:lnTo>
                        <a:pt x="106871" y="2261"/>
                      </a:lnTo>
                      <a:close/>
                    </a:path>
                  </a:pathLst>
                </a:custGeom>
                <a:solidFill>
                  <a:srgbClr val="041232"/>
                </a:solidFill>
                <a:ln w="87213" cap="flat">
                  <a:noFill/>
                  <a:prstDash val="solid"/>
                  <a:miter/>
                </a:ln>
              </p:spPr>
              <p:txBody>
                <a:bodyPr rtlCol="0" anchor="ctr"/>
                <a:lstStyle/>
                <a:p>
                  <a:endParaRPr lang="en-IN" dirty="0"/>
                </a:p>
              </p:txBody>
            </p:sp>
            <p:sp>
              <p:nvSpPr>
                <p:cNvPr id="3092" name="Freeform: Shape 3091">
                  <a:extLst>
                    <a:ext uri="{FF2B5EF4-FFF2-40B4-BE49-F238E27FC236}">
                      <a16:creationId xmlns:a16="http://schemas.microsoft.com/office/drawing/2014/main" id="{E4210B24-072E-5EA9-7F5F-B936B0AB061D}"/>
                    </a:ext>
                  </a:extLst>
                </p:cNvPr>
                <p:cNvSpPr/>
                <p:nvPr/>
              </p:nvSpPr>
              <p:spPr>
                <a:xfrm>
                  <a:off x="2319083" y="3927601"/>
                  <a:ext cx="881295" cy="637272"/>
                </a:xfrm>
                <a:custGeom>
                  <a:avLst/>
                  <a:gdLst>
                    <a:gd name="connsiteX0" fmla="*/ 482693 w 881295"/>
                    <a:gd name="connsiteY0" fmla="*/ 254857 h 637272"/>
                    <a:gd name="connsiteX1" fmla="*/ 868280 w 881295"/>
                    <a:gd name="connsiteY1" fmla="*/ 504046 h 637272"/>
                    <a:gd name="connsiteX2" fmla="*/ 875275 w 881295"/>
                    <a:gd name="connsiteY2" fmla="*/ 537271 h 637272"/>
                    <a:gd name="connsiteX3" fmla="*/ 820190 w 881295"/>
                    <a:gd name="connsiteY3" fmla="*/ 624706 h 637272"/>
                    <a:gd name="connsiteX4" fmla="*/ 795429 w 881295"/>
                    <a:gd name="connsiteY4" fmla="*/ 635976 h 637272"/>
                    <a:gd name="connsiteX5" fmla="*/ 788714 w 881295"/>
                    <a:gd name="connsiteY5" fmla="*/ 631700 h 637272"/>
                    <a:gd name="connsiteX6" fmla="*/ 12295 w 881295"/>
                    <a:gd name="connsiteY6" fmla="*/ 132449 h 637272"/>
                    <a:gd name="connsiteX7" fmla="*/ 5300 w 881295"/>
                    <a:gd name="connsiteY7" fmla="*/ 100972 h 637272"/>
                    <a:gd name="connsiteX8" fmla="*/ 60384 w 881295"/>
                    <a:gd name="connsiteY8" fmla="*/ 13538 h 637272"/>
                    <a:gd name="connsiteX9" fmla="*/ 93609 w 881295"/>
                    <a:gd name="connsiteY9" fmla="*/ 6544 h 63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1295" h="637272">
                      <a:moveTo>
                        <a:pt x="482693" y="254857"/>
                      </a:moveTo>
                      <a:lnTo>
                        <a:pt x="868280" y="504046"/>
                      </a:lnTo>
                      <a:cubicBezTo>
                        <a:pt x="883143" y="513664"/>
                        <a:pt x="884892" y="521533"/>
                        <a:pt x="875275" y="537271"/>
                      </a:cubicBezTo>
                      <a:lnTo>
                        <a:pt x="820190" y="624706"/>
                      </a:lnTo>
                      <a:cubicBezTo>
                        <a:pt x="816466" y="634656"/>
                        <a:pt x="805379" y="639700"/>
                        <a:pt x="795429" y="635976"/>
                      </a:cubicBezTo>
                      <a:cubicBezTo>
                        <a:pt x="792920" y="635032"/>
                        <a:pt x="790629" y="633580"/>
                        <a:pt x="788714" y="631700"/>
                      </a:cubicBezTo>
                      <a:lnTo>
                        <a:pt x="12295" y="132449"/>
                      </a:lnTo>
                      <a:cubicBezTo>
                        <a:pt x="-1695" y="123706"/>
                        <a:pt x="-3443" y="114962"/>
                        <a:pt x="5300" y="100972"/>
                      </a:cubicBezTo>
                      <a:lnTo>
                        <a:pt x="60384" y="13538"/>
                      </a:lnTo>
                      <a:cubicBezTo>
                        <a:pt x="70002" y="-2200"/>
                        <a:pt x="77871" y="-3949"/>
                        <a:pt x="93609" y="6544"/>
                      </a:cubicBezTo>
                      <a:close/>
                    </a:path>
                  </a:pathLst>
                </a:custGeom>
                <a:solidFill>
                  <a:srgbClr val="021030"/>
                </a:solidFill>
                <a:ln w="87213" cap="flat">
                  <a:noFill/>
                  <a:prstDash val="solid"/>
                  <a:miter/>
                </a:ln>
              </p:spPr>
              <p:txBody>
                <a:bodyPr rtlCol="0" anchor="ctr"/>
                <a:lstStyle/>
                <a:p>
                  <a:endParaRPr lang="en-IN" dirty="0"/>
                </a:p>
              </p:txBody>
            </p:sp>
          </p:grpSp>
          <p:sp>
            <p:nvSpPr>
              <p:cNvPr id="2564" name="Freeform: Shape 2563">
                <a:extLst>
                  <a:ext uri="{FF2B5EF4-FFF2-40B4-BE49-F238E27FC236}">
                    <a16:creationId xmlns:a16="http://schemas.microsoft.com/office/drawing/2014/main" id="{B96C8A7C-3000-9F84-60B5-19C907844E8A}"/>
                  </a:ext>
                </a:extLst>
              </p:cNvPr>
              <p:cNvSpPr/>
              <p:nvPr/>
            </p:nvSpPr>
            <p:spPr>
              <a:xfrm>
                <a:off x="2277225" y="3863070"/>
                <a:ext cx="1003440" cy="747622"/>
              </a:xfrm>
              <a:custGeom>
                <a:avLst/>
                <a:gdLst>
                  <a:gd name="connsiteX0" fmla="*/ 980085 w 1003440"/>
                  <a:gd name="connsiteY0" fmla="*/ 544095 h 747622"/>
                  <a:gd name="connsiteX1" fmla="*/ 147707 w 1003440"/>
                  <a:gd name="connsiteY1" fmla="*/ 7247 h 747622"/>
                  <a:gd name="connsiteX2" fmla="*/ 87098 w 1003440"/>
                  <a:gd name="connsiteY2" fmla="*/ 19444 h 747622"/>
                  <a:gd name="connsiteX3" fmla="*/ 86503 w 1003440"/>
                  <a:gd name="connsiteY3" fmla="*/ 20362 h 747622"/>
                  <a:gd name="connsiteX4" fmla="*/ 6938 w 1003440"/>
                  <a:gd name="connsiteY4" fmla="*/ 143645 h 747622"/>
                  <a:gd name="connsiteX5" fmla="*/ 20053 w 1003440"/>
                  <a:gd name="connsiteY5" fmla="*/ 204849 h 747622"/>
                  <a:gd name="connsiteX6" fmla="*/ 852430 w 1003440"/>
                  <a:gd name="connsiteY6" fmla="*/ 740823 h 747622"/>
                  <a:gd name="connsiteX7" fmla="*/ 913635 w 1003440"/>
                  <a:gd name="connsiteY7" fmla="*/ 726834 h 747622"/>
                  <a:gd name="connsiteX8" fmla="*/ 997572 w 1003440"/>
                  <a:gd name="connsiteY8" fmla="*/ 605299 h 747622"/>
                  <a:gd name="connsiteX9" fmla="*/ 980819 w 1003440"/>
                  <a:gd name="connsiteY9" fmla="*/ 544506 h 747622"/>
                  <a:gd name="connsiteX10" fmla="*/ 980085 w 1003440"/>
                  <a:gd name="connsiteY10" fmla="*/ 544095 h 747622"/>
                  <a:gd name="connsiteX11" fmla="*/ 123226 w 1003440"/>
                  <a:gd name="connsiteY11" fmla="*/ 209221 h 747622"/>
                  <a:gd name="connsiteX12" fmla="*/ 112838 w 1003440"/>
                  <a:gd name="connsiteY12" fmla="*/ 168485 h 747622"/>
                  <a:gd name="connsiteX13" fmla="*/ 113608 w 1003440"/>
                  <a:gd name="connsiteY13" fmla="*/ 167252 h 747622"/>
                  <a:gd name="connsiteX14" fmla="*/ 155690 w 1003440"/>
                  <a:gd name="connsiteY14" fmla="*/ 157154 h 747622"/>
                  <a:gd name="connsiteX15" fmla="*/ 156451 w 1003440"/>
                  <a:gd name="connsiteY15" fmla="*/ 157635 h 747622"/>
                  <a:gd name="connsiteX16" fmla="*/ 166069 w 1003440"/>
                  <a:gd name="connsiteY16" fmla="*/ 200477 h 747622"/>
                  <a:gd name="connsiteX17" fmla="*/ 123226 w 1003440"/>
                  <a:gd name="connsiteY17" fmla="*/ 209221 h 747622"/>
                  <a:gd name="connsiteX18" fmla="*/ 197545 w 1003440"/>
                  <a:gd name="connsiteY18" fmla="*/ 258184 h 747622"/>
                  <a:gd name="connsiteX19" fmla="*/ 187210 w 1003440"/>
                  <a:gd name="connsiteY19" fmla="*/ 214887 h 747622"/>
                  <a:gd name="connsiteX20" fmla="*/ 230508 w 1003440"/>
                  <a:gd name="connsiteY20" fmla="*/ 204552 h 747622"/>
                  <a:gd name="connsiteX21" fmla="*/ 240843 w 1003440"/>
                  <a:gd name="connsiteY21" fmla="*/ 247850 h 747622"/>
                  <a:gd name="connsiteX22" fmla="*/ 240388 w 1003440"/>
                  <a:gd name="connsiteY22" fmla="*/ 248567 h 747622"/>
                  <a:gd name="connsiteX23" fmla="*/ 197484 w 1003440"/>
                  <a:gd name="connsiteY23" fmla="*/ 260440 h 747622"/>
                  <a:gd name="connsiteX24" fmla="*/ 194048 w 1003440"/>
                  <a:gd name="connsiteY24" fmla="*/ 258184 h 747622"/>
                  <a:gd name="connsiteX25" fmla="*/ 298095 w 1003440"/>
                  <a:gd name="connsiteY25" fmla="*/ 322011 h 747622"/>
                  <a:gd name="connsiteX26" fmla="*/ 287996 w 1003440"/>
                  <a:gd name="connsiteY26" fmla="*/ 279929 h 747622"/>
                  <a:gd name="connsiteX27" fmla="*/ 288477 w 1003440"/>
                  <a:gd name="connsiteY27" fmla="*/ 279169 h 747622"/>
                  <a:gd name="connsiteX28" fmla="*/ 330787 w 1003440"/>
                  <a:gd name="connsiteY28" fmla="*/ 270075 h 747622"/>
                  <a:gd name="connsiteX29" fmla="*/ 331320 w 1003440"/>
                  <a:gd name="connsiteY29" fmla="*/ 270425 h 747622"/>
                  <a:gd name="connsiteX30" fmla="*/ 340710 w 1003440"/>
                  <a:gd name="connsiteY30" fmla="*/ 311406 h 747622"/>
                  <a:gd name="connsiteX31" fmla="*/ 340064 w 1003440"/>
                  <a:gd name="connsiteY31" fmla="*/ 312394 h 747622"/>
                  <a:gd name="connsiteX32" fmla="*/ 299328 w 1003440"/>
                  <a:gd name="connsiteY32" fmla="*/ 322781 h 747622"/>
                  <a:gd name="connsiteX33" fmla="*/ 298095 w 1003440"/>
                  <a:gd name="connsiteY33" fmla="*/ 322011 h 747622"/>
                  <a:gd name="connsiteX34" fmla="*/ 363671 w 1003440"/>
                  <a:gd name="connsiteY34" fmla="*/ 259933 h 747622"/>
                  <a:gd name="connsiteX35" fmla="*/ 158200 w 1003440"/>
                  <a:gd name="connsiteY35" fmla="*/ 127906 h 747622"/>
                  <a:gd name="connsiteX36" fmla="*/ 148512 w 1003440"/>
                  <a:gd name="connsiteY36" fmla="*/ 88272 h 747622"/>
                  <a:gd name="connsiteX37" fmla="*/ 149456 w 1003440"/>
                  <a:gd name="connsiteY37" fmla="*/ 86813 h 747622"/>
                  <a:gd name="connsiteX38" fmla="*/ 190550 w 1003440"/>
                  <a:gd name="connsiteY38" fmla="*/ 78069 h 747622"/>
                  <a:gd name="connsiteX39" fmla="*/ 396022 w 1003440"/>
                  <a:gd name="connsiteY39" fmla="*/ 210095 h 747622"/>
                  <a:gd name="connsiteX40" fmla="*/ 404765 w 1003440"/>
                  <a:gd name="connsiteY40" fmla="*/ 251190 h 747622"/>
                  <a:gd name="connsiteX41" fmla="*/ 365970 w 1003440"/>
                  <a:gd name="connsiteY41" fmla="*/ 263824 h 747622"/>
                  <a:gd name="connsiteX42" fmla="*/ 360173 w 1003440"/>
                  <a:gd name="connsiteY42" fmla="*/ 259933 h 747622"/>
                  <a:gd name="connsiteX43" fmla="*/ 572639 w 1003440"/>
                  <a:gd name="connsiteY43" fmla="*/ 498630 h 747622"/>
                  <a:gd name="connsiteX44" fmla="*/ 366294 w 1003440"/>
                  <a:gd name="connsiteY44" fmla="*/ 366603 h 747622"/>
                  <a:gd name="connsiteX45" fmla="*/ 357550 w 1003440"/>
                  <a:gd name="connsiteY45" fmla="*/ 325509 h 747622"/>
                  <a:gd name="connsiteX46" fmla="*/ 397185 w 1003440"/>
                  <a:gd name="connsiteY46" fmla="*/ 315821 h 747622"/>
                  <a:gd name="connsiteX47" fmla="*/ 398645 w 1003440"/>
                  <a:gd name="connsiteY47" fmla="*/ 316766 h 747622"/>
                  <a:gd name="connsiteX48" fmla="*/ 604116 w 1003440"/>
                  <a:gd name="connsiteY48" fmla="*/ 448792 h 747622"/>
                  <a:gd name="connsiteX49" fmla="*/ 618656 w 1003440"/>
                  <a:gd name="connsiteY49" fmla="*/ 488242 h 747622"/>
                  <a:gd name="connsiteX50" fmla="*/ 579206 w 1003440"/>
                  <a:gd name="connsiteY50" fmla="*/ 502783 h 747622"/>
                  <a:gd name="connsiteX51" fmla="*/ 572639 w 1003440"/>
                  <a:gd name="connsiteY51" fmla="*/ 498630 h 747622"/>
                  <a:gd name="connsiteX52" fmla="*/ 853304 w 1003440"/>
                  <a:gd name="connsiteY52" fmla="*/ 679619 h 747622"/>
                  <a:gd name="connsiteX53" fmla="*/ 647833 w 1003440"/>
                  <a:gd name="connsiteY53" fmla="*/ 546718 h 747622"/>
                  <a:gd name="connsiteX54" fmla="*/ 637612 w 1003440"/>
                  <a:gd name="connsiteY54" fmla="*/ 505939 h 747622"/>
                  <a:gd name="connsiteX55" fmla="*/ 678383 w 1003440"/>
                  <a:gd name="connsiteY55" fmla="*/ 495718 h 747622"/>
                  <a:gd name="connsiteX56" fmla="*/ 680184 w 1003440"/>
                  <a:gd name="connsiteY56" fmla="*/ 496881 h 747622"/>
                  <a:gd name="connsiteX57" fmla="*/ 886530 w 1003440"/>
                  <a:gd name="connsiteY57" fmla="*/ 629781 h 747622"/>
                  <a:gd name="connsiteX58" fmla="*/ 895273 w 1003440"/>
                  <a:gd name="connsiteY58" fmla="*/ 670875 h 747622"/>
                  <a:gd name="connsiteX59" fmla="*/ 855071 w 1003440"/>
                  <a:gd name="connsiteY59" fmla="*/ 683186 h 747622"/>
                  <a:gd name="connsiteX60" fmla="*/ 849807 w 1003440"/>
                  <a:gd name="connsiteY60" fmla="*/ 679619 h 747622"/>
                  <a:gd name="connsiteX61" fmla="*/ 902268 w 1003440"/>
                  <a:gd name="connsiteY61" fmla="*/ 603551 h 747622"/>
                  <a:gd name="connsiteX62" fmla="*/ 695923 w 1003440"/>
                  <a:gd name="connsiteY62" fmla="*/ 471524 h 747622"/>
                  <a:gd name="connsiteX63" fmla="*/ 687179 w 1003440"/>
                  <a:gd name="connsiteY63" fmla="*/ 430430 h 747622"/>
                  <a:gd name="connsiteX64" fmla="*/ 726821 w 1003440"/>
                  <a:gd name="connsiteY64" fmla="*/ 420743 h 747622"/>
                  <a:gd name="connsiteX65" fmla="*/ 728273 w 1003440"/>
                  <a:gd name="connsiteY65" fmla="*/ 421687 h 747622"/>
                  <a:gd name="connsiteX66" fmla="*/ 934619 w 1003440"/>
                  <a:gd name="connsiteY66" fmla="*/ 553713 h 747622"/>
                  <a:gd name="connsiteX67" fmla="*/ 943362 w 1003440"/>
                  <a:gd name="connsiteY67" fmla="*/ 594808 h 747622"/>
                  <a:gd name="connsiteX68" fmla="*/ 902933 w 1003440"/>
                  <a:gd name="connsiteY68" fmla="*/ 606349 h 747622"/>
                  <a:gd name="connsiteX69" fmla="*/ 898771 w 1003440"/>
                  <a:gd name="connsiteY69" fmla="*/ 603551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003440" h="747622">
                    <a:moveTo>
                      <a:pt x="980085" y="544095"/>
                    </a:moveTo>
                    <a:lnTo>
                      <a:pt x="147707" y="7247"/>
                    </a:lnTo>
                    <a:cubicBezTo>
                      <a:pt x="127606" y="-6122"/>
                      <a:pt x="100467" y="-657"/>
                      <a:pt x="87098" y="19444"/>
                    </a:cubicBezTo>
                    <a:cubicBezTo>
                      <a:pt x="86897" y="19750"/>
                      <a:pt x="86695" y="20056"/>
                      <a:pt x="86503" y="20362"/>
                    </a:cubicBezTo>
                    <a:lnTo>
                      <a:pt x="6938" y="143645"/>
                    </a:lnTo>
                    <a:cubicBezTo>
                      <a:pt x="-6151" y="164201"/>
                      <a:pt x="-311" y="191463"/>
                      <a:pt x="20053" y="204849"/>
                    </a:cubicBezTo>
                    <a:lnTo>
                      <a:pt x="852430" y="740823"/>
                    </a:lnTo>
                    <a:cubicBezTo>
                      <a:pt x="873213" y="753746"/>
                      <a:pt x="900528" y="747503"/>
                      <a:pt x="913635" y="726834"/>
                    </a:cubicBezTo>
                    <a:lnTo>
                      <a:pt x="997572" y="605299"/>
                    </a:lnTo>
                    <a:cubicBezTo>
                      <a:pt x="1009734" y="583887"/>
                      <a:pt x="1002232" y="556668"/>
                      <a:pt x="980819" y="544506"/>
                    </a:cubicBezTo>
                    <a:cubicBezTo>
                      <a:pt x="980575" y="544366"/>
                      <a:pt x="980330" y="544227"/>
                      <a:pt x="980085" y="544095"/>
                    </a:cubicBezTo>
                    <a:close/>
                    <a:moveTo>
                      <a:pt x="123226" y="209221"/>
                    </a:moveTo>
                    <a:cubicBezTo>
                      <a:pt x="109105" y="200836"/>
                      <a:pt x="104454" y="182606"/>
                      <a:pt x="112838" y="168485"/>
                    </a:cubicBezTo>
                    <a:cubicBezTo>
                      <a:pt x="113083" y="168066"/>
                      <a:pt x="113337" y="167655"/>
                      <a:pt x="113608" y="167252"/>
                    </a:cubicBezTo>
                    <a:cubicBezTo>
                      <a:pt x="122439" y="152843"/>
                      <a:pt x="141281" y="148323"/>
                      <a:pt x="155690" y="157154"/>
                    </a:cubicBezTo>
                    <a:cubicBezTo>
                      <a:pt x="155944" y="157311"/>
                      <a:pt x="156197" y="157468"/>
                      <a:pt x="156451" y="157635"/>
                    </a:cubicBezTo>
                    <a:cubicBezTo>
                      <a:pt x="170344" y="167217"/>
                      <a:pt x="174532" y="185876"/>
                      <a:pt x="166069" y="200477"/>
                    </a:cubicBezTo>
                    <a:cubicBezTo>
                      <a:pt x="156468" y="214459"/>
                      <a:pt x="137530" y="218323"/>
                      <a:pt x="123226" y="209221"/>
                    </a:cubicBezTo>
                    <a:close/>
                    <a:moveTo>
                      <a:pt x="197545" y="258184"/>
                    </a:moveTo>
                    <a:cubicBezTo>
                      <a:pt x="182734" y="249082"/>
                      <a:pt x="178108" y="229698"/>
                      <a:pt x="187210" y="214887"/>
                    </a:cubicBezTo>
                    <a:cubicBezTo>
                      <a:pt x="196312" y="200075"/>
                      <a:pt x="215696" y="195450"/>
                      <a:pt x="230508" y="204552"/>
                    </a:cubicBezTo>
                    <a:cubicBezTo>
                      <a:pt x="245319" y="213654"/>
                      <a:pt x="249945" y="233038"/>
                      <a:pt x="240843" y="247850"/>
                    </a:cubicBezTo>
                    <a:cubicBezTo>
                      <a:pt x="240694" y="248086"/>
                      <a:pt x="240546" y="248330"/>
                      <a:pt x="240388" y="248567"/>
                    </a:cubicBezTo>
                    <a:cubicBezTo>
                      <a:pt x="231820" y="263693"/>
                      <a:pt x="212610" y="269008"/>
                      <a:pt x="197484" y="260440"/>
                    </a:cubicBezTo>
                    <a:cubicBezTo>
                      <a:pt x="196295" y="259767"/>
                      <a:pt x="195141" y="259015"/>
                      <a:pt x="194048" y="258184"/>
                    </a:cubicBezTo>
                    <a:close/>
                    <a:moveTo>
                      <a:pt x="298095" y="322011"/>
                    </a:moveTo>
                    <a:cubicBezTo>
                      <a:pt x="283686" y="313181"/>
                      <a:pt x="279165" y="294339"/>
                      <a:pt x="287996" y="279929"/>
                    </a:cubicBezTo>
                    <a:cubicBezTo>
                      <a:pt x="288154" y="279676"/>
                      <a:pt x="288311" y="279422"/>
                      <a:pt x="288477" y="279169"/>
                    </a:cubicBezTo>
                    <a:cubicBezTo>
                      <a:pt x="297649" y="264969"/>
                      <a:pt x="316596" y="260903"/>
                      <a:pt x="330787" y="270075"/>
                    </a:cubicBezTo>
                    <a:cubicBezTo>
                      <a:pt x="330970" y="270189"/>
                      <a:pt x="331145" y="270303"/>
                      <a:pt x="331320" y="270425"/>
                    </a:cubicBezTo>
                    <a:cubicBezTo>
                      <a:pt x="345231" y="279151"/>
                      <a:pt x="349436" y="297495"/>
                      <a:pt x="340710" y="311406"/>
                    </a:cubicBezTo>
                    <a:cubicBezTo>
                      <a:pt x="340501" y="311738"/>
                      <a:pt x="340291" y="312070"/>
                      <a:pt x="340064" y="312394"/>
                    </a:cubicBezTo>
                    <a:cubicBezTo>
                      <a:pt x="331687" y="326514"/>
                      <a:pt x="313448" y="331166"/>
                      <a:pt x="299328" y="322781"/>
                    </a:cubicBezTo>
                    <a:cubicBezTo>
                      <a:pt x="298908" y="322536"/>
                      <a:pt x="298497" y="322283"/>
                      <a:pt x="298095" y="322011"/>
                    </a:cubicBezTo>
                    <a:close/>
                    <a:moveTo>
                      <a:pt x="363671" y="259933"/>
                    </a:moveTo>
                    <a:lnTo>
                      <a:pt x="158200" y="127906"/>
                    </a:lnTo>
                    <a:cubicBezTo>
                      <a:pt x="144577" y="119635"/>
                      <a:pt x="140240" y="101886"/>
                      <a:pt x="148512" y="88272"/>
                    </a:cubicBezTo>
                    <a:cubicBezTo>
                      <a:pt x="148809" y="87774"/>
                      <a:pt x="149124" y="87284"/>
                      <a:pt x="149456" y="86813"/>
                    </a:cubicBezTo>
                    <a:cubicBezTo>
                      <a:pt x="158392" y="73059"/>
                      <a:pt x="176788" y="69151"/>
                      <a:pt x="190550" y="78069"/>
                    </a:cubicBezTo>
                    <a:lnTo>
                      <a:pt x="396022" y="210095"/>
                    </a:lnTo>
                    <a:cubicBezTo>
                      <a:pt x="409775" y="219031"/>
                      <a:pt x="413683" y="237427"/>
                      <a:pt x="404765" y="251190"/>
                    </a:cubicBezTo>
                    <a:cubicBezTo>
                      <a:pt x="397543" y="265389"/>
                      <a:pt x="380170" y="271054"/>
                      <a:pt x="365970" y="263824"/>
                    </a:cubicBezTo>
                    <a:cubicBezTo>
                      <a:pt x="363881" y="262766"/>
                      <a:pt x="361940" y="261463"/>
                      <a:pt x="360173" y="259933"/>
                    </a:cubicBezTo>
                    <a:close/>
                    <a:moveTo>
                      <a:pt x="572639" y="498630"/>
                    </a:moveTo>
                    <a:lnTo>
                      <a:pt x="366294" y="366603"/>
                    </a:lnTo>
                    <a:cubicBezTo>
                      <a:pt x="352541" y="357667"/>
                      <a:pt x="348632" y="339271"/>
                      <a:pt x="357550" y="325509"/>
                    </a:cubicBezTo>
                    <a:cubicBezTo>
                      <a:pt x="365821" y="311887"/>
                      <a:pt x="383571" y="307550"/>
                      <a:pt x="397185" y="315821"/>
                    </a:cubicBezTo>
                    <a:cubicBezTo>
                      <a:pt x="397683" y="316118"/>
                      <a:pt x="398173" y="316433"/>
                      <a:pt x="398645" y="316766"/>
                    </a:cubicBezTo>
                    <a:lnTo>
                      <a:pt x="604116" y="448792"/>
                    </a:lnTo>
                    <a:cubicBezTo>
                      <a:pt x="619024" y="455673"/>
                      <a:pt x="625538" y="473335"/>
                      <a:pt x="618656" y="488242"/>
                    </a:cubicBezTo>
                    <a:cubicBezTo>
                      <a:pt x="611775" y="503150"/>
                      <a:pt x="594122" y="509655"/>
                      <a:pt x="579206" y="502783"/>
                    </a:cubicBezTo>
                    <a:cubicBezTo>
                      <a:pt x="576845" y="501689"/>
                      <a:pt x="574642" y="500291"/>
                      <a:pt x="572639" y="498630"/>
                    </a:cubicBezTo>
                    <a:close/>
                    <a:moveTo>
                      <a:pt x="853304" y="679619"/>
                    </a:moveTo>
                    <a:lnTo>
                      <a:pt x="647833" y="546718"/>
                    </a:lnTo>
                    <a:cubicBezTo>
                      <a:pt x="633747" y="538281"/>
                      <a:pt x="629175" y="520025"/>
                      <a:pt x="637612" y="505939"/>
                    </a:cubicBezTo>
                    <a:cubicBezTo>
                      <a:pt x="646050" y="491853"/>
                      <a:pt x="664306" y="487280"/>
                      <a:pt x="678383" y="495718"/>
                    </a:cubicBezTo>
                    <a:cubicBezTo>
                      <a:pt x="679004" y="496085"/>
                      <a:pt x="679598" y="496470"/>
                      <a:pt x="680184" y="496881"/>
                    </a:cubicBezTo>
                    <a:lnTo>
                      <a:pt x="886530" y="629781"/>
                    </a:lnTo>
                    <a:cubicBezTo>
                      <a:pt x="899872" y="638997"/>
                      <a:pt x="903710" y="657026"/>
                      <a:pt x="895273" y="670875"/>
                    </a:cubicBezTo>
                    <a:cubicBezTo>
                      <a:pt x="887570" y="685372"/>
                      <a:pt x="869576" y="690889"/>
                      <a:pt x="855071" y="683186"/>
                    </a:cubicBezTo>
                    <a:cubicBezTo>
                      <a:pt x="853200" y="682189"/>
                      <a:pt x="851433" y="680992"/>
                      <a:pt x="849807" y="679619"/>
                    </a:cubicBezTo>
                    <a:close/>
                    <a:moveTo>
                      <a:pt x="902268" y="603551"/>
                    </a:moveTo>
                    <a:lnTo>
                      <a:pt x="695923" y="471524"/>
                    </a:lnTo>
                    <a:cubicBezTo>
                      <a:pt x="682169" y="462580"/>
                      <a:pt x="678260" y="444192"/>
                      <a:pt x="687179" y="430430"/>
                    </a:cubicBezTo>
                    <a:cubicBezTo>
                      <a:pt x="695450" y="416808"/>
                      <a:pt x="713199" y="412471"/>
                      <a:pt x="726821" y="420743"/>
                    </a:cubicBezTo>
                    <a:cubicBezTo>
                      <a:pt x="727311" y="421040"/>
                      <a:pt x="727801" y="421355"/>
                      <a:pt x="728273" y="421687"/>
                    </a:cubicBezTo>
                    <a:lnTo>
                      <a:pt x="934619" y="553713"/>
                    </a:lnTo>
                    <a:cubicBezTo>
                      <a:pt x="947961" y="562929"/>
                      <a:pt x="951800" y="580958"/>
                      <a:pt x="943362" y="594808"/>
                    </a:cubicBezTo>
                    <a:cubicBezTo>
                      <a:pt x="935388" y="609156"/>
                      <a:pt x="917289" y="614323"/>
                      <a:pt x="902933" y="606349"/>
                    </a:cubicBezTo>
                    <a:cubicBezTo>
                      <a:pt x="901472" y="605535"/>
                      <a:pt x="900074" y="604600"/>
                      <a:pt x="898771" y="603551"/>
                    </a:cubicBezTo>
                    <a:close/>
                  </a:path>
                </a:pathLst>
              </a:custGeom>
              <a:solidFill>
                <a:srgbClr val="444444"/>
              </a:solidFill>
              <a:ln w="87213" cap="flat">
                <a:noFill/>
                <a:prstDash val="solid"/>
                <a:miter/>
              </a:ln>
            </p:spPr>
            <p:txBody>
              <a:bodyPr rtlCol="0" anchor="ctr"/>
              <a:lstStyle/>
              <a:p>
                <a:endParaRPr lang="en-IN" dirty="0"/>
              </a:p>
            </p:txBody>
          </p:sp>
          <p:sp>
            <p:nvSpPr>
              <p:cNvPr id="2565" name="Freeform: Shape 2564">
                <a:extLst>
                  <a:ext uri="{FF2B5EF4-FFF2-40B4-BE49-F238E27FC236}">
                    <a16:creationId xmlns:a16="http://schemas.microsoft.com/office/drawing/2014/main" id="{ECA9A7D7-6CF0-114B-4154-8CA7E3446040}"/>
                  </a:ext>
                </a:extLst>
              </p:cNvPr>
              <p:cNvSpPr/>
              <p:nvPr/>
            </p:nvSpPr>
            <p:spPr>
              <a:xfrm>
                <a:off x="2270483" y="3863591"/>
                <a:ext cx="998849" cy="747688"/>
              </a:xfrm>
              <a:custGeom>
                <a:avLst/>
                <a:gdLst>
                  <a:gd name="connsiteX0" fmla="*/ 979832 w 998849"/>
                  <a:gd name="connsiteY0" fmla="*/ 545323 h 747688"/>
                  <a:gd name="connsiteX1" fmla="*/ 148329 w 998849"/>
                  <a:gd name="connsiteY1" fmla="*/ 6725 h 747688"/>
                  <a:gd name="connsiteX2" fmla="*/ 86250 w 998849"/>
                  <a:gd name="connsiteY2" fmla="*/ 20715 h 747688"/>
                  <a:gd name="connsiteX3" fmla="*/ 6685 w 998849"/>
                  <a:gd name="connsiteY3" fmla="*/ 143998 h 747688"/>
                  <a:gd name="connsiteX4" fmla="*/ 20675 w 998849"/>
                  <a:gd name="connsiteY4" fmla="*/ 205202 h 747688"/>
                  <a:gd name="connsiteX5" fmla="*/ 852178 w 998849"/>
                  <a:gd name="connsiteY5" fmla="*/ 740301 h 747688"/>
                  <a:gd name="connsiteX6" fmla="*/ 912787 w 998849"/>
                  <a:gd name="connsiteY6" fmla="*/ 728105 h 747688"/>
                  <a:gd name="connsiteX7" fmla="*/ 913382 w 998849"/>
                  <a:gd name="connsiteY7" fmla="*/ 727186 h 747688"/>
                  <a:gd name="connsiteX8" fmla="*/ 992947 w 998849"/>
                  <a:gd name="connsiteY8" fmla="*/ 603904 h 747688"/>
                  <a:gd name="connsiteX9" fmla="*/ 979832 w 998849"/>
                  <a:gd name="connsiteY9" fmla="*/ 545323 h 747688"/>
                  <a:gd name="connsiteX10" fmla="*/ 119476 w 998849"/>
                  <a:gd name="connsiteY10" fmla="*/ 210448 h 747688"/>
                  <a:gd name="connsiteX11" fmla="*/ 111265 w 998849"/>
                  <a:gd name="connsiteY11" fmla="*/ 167955 h 747688"/>
                  <a:gd name="connsiteX12" fmla="*/ 153759 w 998849"/>
                  <a:gd name="connsiteY12" fmla="*/ 159745 h 747688"/>
                  <a:gd name="connsiteX13" fmla="*/ 162318 w 998849"/>
                  <a:gd name="connsiteY13" fmla="*/ 201705 h 747688"/>
                  <a:gd name="connsiteX14" fmla="*/ 120009 w 998849"/>
                  <a:gd name="connsiteY14" fmla="*/ 210798 h 747688"/>
                  <a:gd name="connsiteX15" fmla="*/ 119476 w 998849"/>
                  <a:gd name="connsiteY15" fmla="*/ 210448 h 747688"/>
                  <a:gd name="connsiteX16" fmla="*/ 193795 w 998849"/>
                  <a:gd name="connsiteY16" fmla="*/ 258537 h 747688"/>
                  <a:gd name="connsiteX17" fmla="*/ 185585 w 998849"/>
                  <a:gd name="connsiteY17" fmla="*/ 216044 h 747688"/>
                  <a:gd name="connsiteX18" fmla="*/ 228078 w 998849"/>
                  <a:gd name="connsiteY18" fmla="*/ 207834 h 747688"/>
                  <a:gd name="connsiteX19" fmla="*/ 236638 w 998849"/>
                  <a:gd name="connsiteY19" fmla="*/ 249793 h 747688"/>
                  <a:gd name="connsiteX20" fmla="*/ 194328 w 998849"/>
                  <a:gd name="connsiteY20" fmla="*/ 258887 h 747688"/>
                  <a:gd name="connsiteX21" fmla="*/ 193795 w 998849"/>
                  <a:gd name="connsiteY21" fmla="*/ 258537 h 747688"/>
                  <a:gd name="connsiteX22" fmla="*/ 294345 w 998849"/>
                  <a:gd name="connsiteY22" fmla="*/ 323239 h 747688"/>
                  <a:gd name="connsiteX23" fmla="*/ 291862 w 998849"/>
                  <a:gd name="connsiteY23" fmla="*/ 278796 h 747688"/>
                  <a:gd name="connsiteX24" fmla="*/ 327570 w 998849"/>
                  <a:gd name="connsiteY24" fmla="*/ 270778 h 747688"/>
                  <a:gd name="connsiteX25" fmla="*/ 337188 w 998849"/>
                  <a:gd name="connsiteY25" fmla="*/ 313621 h 747688"/>
                  <a:gd name="connsiteX26" fmla="*/ 294345 w 998849"/>
                  <a:gd name="connsiteY26" fmla="*/ 323239 h 747688"/>
                  <a:gd name="connsiteX27" fmla="*/ 360795 w 998849"/>
                  <a:gd name="connsiteY27" fmla="*/ 261160 h 747688"/>
                  <a:gd name="connsiteX28" fmla="*/ 154449 w 998849"/>
                  <a:gd name="connsiteY28" fmla="*/ 129134 h 747688"/>
                  <a:gd name="connsiteX29" fmla="*/ 145269 w 998849"/>
                  <a:gd name="connsiteY29" fmla="*/ 87603 h 747688"/>
                  <a:gd name="connsiteX30" fmla="*/ 186800 w 998849"/>
                  <a:gd name="connsiteY30" fmla="*/ 78422 h 747688"/>
                  <a:gd name="connsiteX31" fmla="*/ 392272 w 998849"/>
                  <a:gd name="connsiteY31" fmla="*/ 211322 h 747688"/>
                  <a:gd name="connsiteX32" fmla="*/ 396093 w 998849"/>
                  <a:gd name="connsiteY32" fmla="*/ 253186 h 747688"/>
                  <a:gd name="connsiteX33" fmla="*/ 360795 w 998849"/>
                  <a:gd name="connsiteY33" fmla="*/ 261160 h 747688"/>
                  <a:gd name="connsiteX34" fmla="*/ 567141 w 998849"/>
                  <a:gd name="connsiteY34" fmla="*/ 499856 h 747688"/>
                  <a:gd name="connsiteX35" fmla="*/ 360795 w 998849"/>
                  <a:gd name="connsiteY35" fmla="*/ 366956 h 747688"/>
                  <a:gd name="connsiteX36" fmla="*/ 352052 w 998849"/>
                  <a:gd name="connsiteY36" fmla="*/ 325862 h 747688"/>
                  <a:gd name="connsiteX37" fmla="*/ 393146 w 998849"/>
                  <a:gd name="connsiteY37" fmla="*/ 317118 h 747688"/>
                  <a:gd name="connsiteX38" fmla="*/ 599492 w 998849"/>
                  <a:gd name="connsiteY38" fmla="*/ 450019 h 747688"/>
                  <a:gd name="connsiteX39" fmla="*/ 608235 w 998849"/>
                  <a:gd name="connsiteY39" fmla="*/ 491113 h 747688"/>
                  <a:gd name="connsiteX40" fmla="*/ 567141 w 998849"/>
                  <a:gd name="connsiteY40" fmla="*/ 499856 h 747688"/>
                  <a:gd name="connsiteX41" fmla="*/ 847806 w 998849"/>
                  <a:gd name="connsiteY41" fmla="*/ 680846 h 747688"/>
                  <a:gd name="connsiteX42" fmla="*/ 641460 w 998849"/>
                  <a:gd name="connsiteY42" fmla="*/ 547946 h 747688"/>
                  <a:gd name="connsiteX43" fmla="*/ 632717 w 998849"/>
                  <a:gd name="connsiteY43" fmla="*/ 506851 h 747688"/>
                  <a:gd name="connsiteX44" fmla="*/ 673811 w 998849"/>
                  <a:gd name="connsiteY44" fmla="*/ 498108 h 747688"/>
                  <a:gd name="connsiteX45" fmla="*/ 880157 w 998849"/>
                  <a:gd name="connsiteY45" fmla="*/ 631008 h 747688"/>
                  <a:gd name="connsiteX46" fmla="*/ 888900 w 998849"/>
                  <a:gd name="connsiteY46" fmla="*/ 672103 h 747688"/>
                  <a:gd name="connsiteX47" fmla="*/ 849555 w 998849"/>
                  <a:gd name="connsiteY47" fmla="*/ 680846 h 747688"/>
                  <a:gd name="connsiteX48" fmla="*/ 896769 w 998849"/>
                  <a:gd name="connsiteY48" fmla="*/ 604778 h 747688"/>
                  <a:gd name="connsiteX49" fmla="*/ 690424 w 998849"/>
                  <a:gd name="connsiteY49" fmla="*/ 471877 h 747688"/>
                  <a:gd name="connsiteX50" fmla="*/ 680202 w 998849"/>
                  <a:gd name="connsiteY50" fmla="*/ 431098 h 747688"/>
                  <a:gd name="connsiteX51" fmla="*/ 720982 w 998849"/>
                  <a:gd name="connsiteY51" fmla="*/ 420877 h 747688"/>
                  <a:gd name="connsiteX52" fmla="*/ 722774 w 998849"/>
                  <a:gd name="connsiteY52" fmla="*/ 422040 h 747688"/>
                  <a:gd name="connsiteX53" fmla="*/ 929120 w 998849"/>
                  <a:gd name="connsiteY53" fmla="*/ 554940 h 747688"/>
                  <a:gd name="connsiteX54" fmla="*/ 936386 w 998849"/>
                  <a:gd name="connsiteY54" fmla="*/ 596349 h 747688"/>
                  <a:gd name="connsiteX55" fmla="*/ 896769 w 998849"/>
                  <a:gd name="connsiteY55" fmla="*/ 604778 h 74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98849" h="747688">
                    <a:moveTo>
                      <a:pt x="979832" y="545323"/>
                    </a:moveTo>
                    <a:lnTo>
                      <a:pt x="148329" y="6725"/>
                    </a:lnTo>
                    <a:cubicBezTo>
                      <a:pt x="127275" y="-6285"/>
                      <a:pt x="99689" y="-68"/>
                      <a:pt x="86250" y="20715"/>
                    </a:cubicBezTo>
                    <a:lnTo>
                      <a:pt x="6685" y="143998"/>
                    </a:lnTo>
                    <a:cubicBezTo>
                      <a:pt x="-6238" y="164781"/>
                      <a:pt x="5" y="192096"/>
                      <a:pt x="20675" y="205202"/>
                    </a:cubicBezTo>
                    <a:lnTo>
                      <a:pt x="852178" y="740301"/>
                    </a:lnTo>
                    <a:cubicBezTo>
                      <a:pt x="872287" y="753670"/>
                      <a:pt x="899418" y="748206"/>
                      <a:pt x="912787" y="728105"/>
                    </a:cubicBezTo>
                    <a:cubicBezTo>
                      <a:pt x="912988" y="727799"/>
                      <a:pt x="913190" y="727492"/>
                      <a:pt x="913382" y="727186"/>
                    </a:cubicBezTo>
                    <a:lnTo>
                      <a:pt x="992947" y="603904"/>
                    </a:lnTo>
                    <a:cubicBezTo>
                      <a:pt x="1004340" y="583916"/>
                      <a:pt x="998666" y="558543"/>
                      <a:pt x="979832" y="545323"/>
                    </a:cubicBezTo>
                    <a:close/>
                    <a:moveTo>
                      <a:pt x="119476" y="210448"/>
                    </a:moveTo>
                    <a:cubicBezTo>
                      <a:pt x="105477" y="200979"/>
                      <a:pt x="101796" y="181962"/>
                      <a:pt x="111265" y="167955"/>
                    </a:cubicBezTo>
                    <a:cubicBezTo>
                      <a:pt x="120726" y="153956"/>
                      <a:pt x="139752" y="150275"/>
                      <a:pt x="153759" y="159745"/>
                    </a:cubicBezTo>
                    <a:cubicBezTo>
                      <a:pt x="167547" y="169074"/>
                      <a:pt x="171359" y="187715"/>
                      <a:pt x="162318" y="201705"/>
                    </a:cubicBezTo>
                    <a:cubicBezTo>
                      <a:pt x="153147" y="215895"/>
                      <a:pt x="134200" y="219970"/>
                      <a:pt x="120009" y="210798"/>
                    </a:cubicBezTo>
                    <a:cubicBezTo>
                      <a:pt x="119825" y="210684"/>
                      <a:pt x="119650" y="210570"/>
                      <a:pt x="119476" y="210448"/>
                    </a:cubicBezTo>
                    <a:close/>
                    <a:moveTo>
                      <a:pt x="193795" y="258537"/>
                    </a:moveTo>
                    <a:cubicBezTo>
                      <a:pt x="179797" y="249068"/>
                      <a:pt x="176116" y="230051"/>
                      <a:pt x="185585" y="216044"/>
                    </a:cubicBezTo>
                    <a:cubicBezTo>
                      <a:pt x="195045" y="202046"/>
                      <a:pt x="214071" y="198365"/>
                      <a:pt x="228078" y="207834"/>
                    </a:cubicBezTo>
                    <a:cubicBezTo>
                      <a:pt x="241867" y="217163"/>
                      <a:pt x="245679" y="235804"/>
                      <a:pt x="236638" y="249793"/>
                    </a:cubicBezTo>
                    <a:cubicBezTo>
                      <a:pt x="227466" y="263984"/>
                      <a:pt x="208519" y="268059"/>
                      <a:pt x="194328" y="258887"/>
                    </a:cubicBezTo>
                    <a:cubicBezTo>
                      <a:pt x="194145" y="258773"/>
                      <a:pt x="193970" y="258659"/>
                      <a:pt x="193795" y="258537"/>
                    </a:cubicBezTo>
                    <a:close/>
                    <a:moveTo>
                      <a:pt x="294345" y="323239"/>
                    </a:moveTo>
                    <a:cubicBezTo>
                      <a:pt x="281387" y="311654"/>
                      <a:pt x="280277" y="291754"/>
                      <a:pt x="291862" y="278796"/>
                    </a:cubicBezTo>
                    <a:cubicBezTo>
                      <a:pt x="300833" y="268767"/>
                      <a:pt x="315181" y="265549"/>
                      <a:pt x="327570" y="270778"/>
                    </a:cubicBezTo>
                    <a:cubicBezTo>
                      <a:pt x="341463" y="280361"/>
                      <a:pt x="345651" y="299019"/>
                      <a:pt x="337188" y="313621"/>
                    </a:cubicBezTo>
                    <a:cubicBezTo>
                      <a:pt x="327867" y="327899"/>
                      <a:pt x="308877" y="332166"/>
                      <a:pt x="294345" y="323239"/>
                    </a:cubicBezTo>
                    <a:close/>
                    <a:moveTo>
                      <a:pt x="360795" y="261160"/>
                    </a:moveTo>
                    <a:lnTo>
                      <a:pt x="154449" y="129134"/>
                    </a:lnTo>
                    <a:cubicBezTo>
                      <a:pt x="140442" y="120198"/>
                      <a:pt x="136333" y="101609"/>
                      <a:pt x="145269" y="87603"/>
                    </a:cubicBezTo>
                    <a:cubicBezTo>
                      <a:pt x="154205" y="73595"/>
                      <a:pt x="172793" y="69486"/>
                      <a:pt x="186800" y="78422"/>
                    </a:cubicBezTo>
                    <a:lnTo>
                      <a:pt x="392272" y="211322"/>
                    </a:lnTo>
                    <a:cubicBezTo>
                      <a:pt x="404889" y="221832"/>
                      <a:pt x="406602" y="240569"/>
                      <a:pt x="396093" y="253186"/>
                    </a:cubicBezTo>
                    <a:cubicBezTo>
                      <a:pt x="387489" y="263530"/>
                      <a:pt x="373010" y="266791"/>
                      <a:pt x="360795" y="261160"/>
                    </a:cubicBezTo>
                    <a:close/>
                    <a:moveTo>
                      <a:pt x="567141" y="499856"/>
                    </a:moveTo>
                    <a:lnTo>
                      <a:pt x="360795" y="366956"/>
                    </a:lnTo>
                    <a:cubicBezTo>
                      <a:pt x="347041" y="358020"/>
                      <a:pt x="343134" y="339624"/>
                      <a:pt x="352052" y="325862"/>
                    </a:cubicBezTo>
                    <a:cubicBezTo>
                      <a:pt x="361267" y="312519"/>
                      <a:pt x="379296" y="308681"/>
                      <a:pt x="393146" y="317118"/>
                    </a:cubicBezTo>
                    <a:lnTo>
                      <a:pt x="599492" y="450019"/>
                    </a:lnTo>
                    <a:cubicBezTo>
                      <a:pt x="612834" y="459234"/>
                      <a:pt x="616672" y="477263"/>
                      <a:pt x="608235" y="491113"/>
                    </a:cubicBezTo>
                    <a:cubicBezTo>
                      <a:pt x="599299" y="504867"/>
                      <a:pt x="580903" y="508774"/>
                      <a:pt x="567141" y="499856"/>
                    </a:cubicBezTo>
                    <a:close/>
                    <a:moveTo>
                      <a:pt x="847806" y="680846"/>
                    </a:moveTo>
                    <a:lnTo>
                      <a:pt x="641460" y="547946"/>
                    </a:lnTo>
                    <a:cubicBezTo>
                      <a:pt x="628118" y="538730"/>
                      <a:pt x="624280" y="520701"/>
                      <a:pt x="632717" y="506851"/>
                    </a:cubicBezTo>
                    <a:cubicBezTo>
                      <a:pt x="641653" y="493098"/>
                      <a:pt x="660049" y="489189"/>
                      <a:pt x="673811" y="498108"/>
                    </a:cubicBezTo>
                    <a:lnTo>
                      <a:pt x="880157" y="631008"/>
                    </a:lnTo>
                    <a:cubicBezTo>
                      <a:pt x="893910" y="639944"/>
                      <a:pt x="897818" y="658340"/>
                      <a:pt x="888900" y="672103"/>
                    </a:cubicBezTo>
                    <a:cubicBezTo>
                      <a:pt x="879825" y="684466"/>
                      <a:pt x="863011" y="688199"/>
                      <a:pt x="849555" y="680846"/>
                    </a:cubicBezTo>
                    <a:close/>
                    <a:moveTo>
                      <a:pt x="896769" y="604778"/>
                    </a:moveTo>
                    <a:lnTo>
                      <a:pt x="690424" y="471877"/>
                    </a:lnTo>
                    <a:cubicBezTo>
                      <a:pt x="676338" y="463440"/>
                      <a:pt x="671765" y="445184"/>
                      <a:pt x="680202" y="431098"/>
                    </a:cubicBezTo>
                    <a:cubicBezTo>
                      <a:pt x="688640" y="417012"/>
                      <a:pt x="706896" y="412439"/>
                      <a:pt x="720982" y="420877"/>
                    </a:cubicBezTo>
                    <a:cubicBezTo>
                      <a:pt x="721594" y="421244"/>
                      <a:pt x="722189" y="421629"/>
                      <a:pt x="722774" y="422040"/>
                    </a:cubicBezTo>
                    <a:lnTo>
                      <a:pt x="929120" y="554940"/>
                    </a:lnTo>
                    <a:cubicBezTo>
                      <a:pt x="942559" y="564366"/>
                      <a:pt x="945811" y="582910"/>
                      <a:pt x="936386" y="596349"/>
                    </a:cubicBezTo>
                    <a:cubicBezTo>
                      <a:pt x="927432" y="609106"/>
                      <a:pt x="910138" y="612787"/>
                      <a:pt x="896769" y="604778"/>
                    </a:cubicBezTo>
                    <a:close/>
                  </a:path>
                </a:pathLst>
              </a:custGeom>
              <a:solidFill>
                <a:srgbClr val="5A5B5B"/>
              </a:solidFill>
              <a:ln w="87213" cap="flat">
                <a:noFill/>
                <a:prstDash val="solid"/>
                <a:miter/>
              </a:ln>
            </p:spPr>
            <p:txBody>
              <a:bodyPr rtlCol="0" anchor="ctr"/>
              <a:lstStyle/>
              <a:p>
                <a:endParaRPr lang="en-IN" dirty="0"/>
              </a:p>
            </p:txBody>
          </p:sp>
          <p:sp>
            <p:nvSpPr>
              <p:cNvPr id="2566" name="Freeform: Shape 2565">
                <a:extLst>
                  <a:ext uri="{FF2B5EF4-FFF2-40B4-BE49-F238E27FC236}">
                    <a16:creationId xmlns:a16="http://schemas.microsoft.com/office/drawing/2014/main" id="{F4FE6B1F-D781-904B-6672-B1AC0E80C883}"/>
                  </a:ext>
                </a:extLst>
              </p:cNvPr>
              <p:cNvSpPr/>
              <p:nvPr/>
            </p:nvSpPr>
            <p:spPr>
              <a:xfrm>
                <a:off x="2268482" y="3863070"/>
                <a:ext cx="1000620" cy="747622"/>
              </a:xfrm>
              <a:custGeom>
                <a:avLst/>
                <a:gdLst>
                  <a:gd name="connsiteX0" fmla="*/ 980085 w 1000620"/>
                  <a:gd name="connsiteY0" fmla="*/ 541472 h 747622"/>
                  <a:gd name="connsiteX1" fmla="*/ 147708 w 1000620"/>
                  <a:gd name="connsiteY1" fmla="*/ 7247 h 747622"/>
                  <a:gd name="connsiteX2" fmla="*/ 87098 w 1000620"/>
                  <a:gd name="connsiteY2" fmla="*/ 19444 h 747622"/>
                  <a:gd name="connsiteX3" fmla="*/ 86503 w 1000620"/>
                  <a:gd name="connsiteY3" fmla="*/ 20362 h 747622"/>
                  <a:gd name="connsiteX4" fmla="*/ 6938 w 1000620"/>
                  <a:gd name="connsiteY4" fmla="*/ 143645 h 747622"/>
                  <a:gd name="connsiteX5" fmla="*/ 20053 w 1000620"/>
                  <a:gd name="connsiteY5" fmla="*/ 204849 h 747622"/>
                  <a:gd name="connsiteX6" fmla="*/ 852430 w 1000620"/>
                  <a:gd name="connsiteY6" fmla="*/ 740823 h 747622"/>
                  <a:gd name="connsiteX7" fmla="*/ 913635 w 1000620"/>
                  <a:gd name="connsiteY7" fmla="*/ 726834 h 747622"/>
                  <a:gd name="connsiteX8" fmla="*/ 993200 w 1000620"/>
                  <a:gd name="connsiteY8" fmla="*/ 603551 h 747622"/>
                  <a:gd name="connsiteX9" fmla="*/ 980548 w 1000620"/>
                  <a:gd name="connsiteY9" fmla="*/ 541770 h 747622"/>
                  <a:gd name="connsiteX10" fmla="*/ 980085 w 1000620"/>
                  <a:gd name="connsiteY10" fmla="*/ 541472 h 747622"/>
                  <a:gd name="connsiteX11" fmla="*/ 119728 w 1000620"/>
                  <a:gd name="connsiteY11" fmla="*/ 206598 h 747622"/>
                  <a:gd name="connsiteX12" fmla="*/ 109341 w 1000620"/>
                  <a:gd name="connsiteY12" fmla="*/ 165862 h 747622"/>
                  <a:gd name="connsiteX13" fmla="*/ 110111 w 1000620"/>
                  <a:gd name="connsiteY13" fmla="*/ 164630 h 747622"/>
                  <a:gd name="connsiteX14" fmla="*/ 152193 w 1000620"/>
                  <a:gd name="connsiteY14" fmla="*/ 154531 h 747622"/>
                  <a:gd name="connsiteX15" fmla="*/ 152954 w 1000620"/>
                  <a:gd name="connsiteY15" fmla="*/ 155012 h 747622"/>
                  <a:gd name="connsiteX16" fmla="*/ 162134 w 1000620"/>
                  <a:gd name="connsiteY16" fmla="*/ 197417 h 747622"/>
                  <a:gd name="connsiteX17" fmla="*/ 119728 w 1000620"/>
                  <a:gd name="connsiteY17" fmla="*/ 206598 h 747622"/>
                  <a:gd name="connsiteX18" fmla="*/ 194048 w 1000620"/>
                  <a:gd name="connsiteY18" fmla="*/ 255561 h 747622"/>
                  <a:gd name="connsiteX19" fmla="*/ 183713 w 1000620"/>
                  <a:gd name="connsiteY19" fmla="*/ 212264 h 747622"/>
                  <a:gd name="connsiteX20" fmla="*/ 227011 w 1000620"/>
                  <a:gd name="connsiteY20" fmla="*/ 201929 h 747622"/>
                  <a:gd name="connsiteX21" fmla="*/ 237345 w 1000620"/>
                  <a:gd name="connsiteY21" fmla="*/ 245227 h 747622"/>
                  <a:gd name="connsiteX22" fmla="*/ 236891 w 1000620"/>
                  <a:gd name="connsiteY22" fmla="*/ 245944 h 747622"/>
                  <a:gd name="connsiteX23" fmla="*/ 194048 w 1000620"/>
                  <a:gd name="connsiteY23" fmla="*/ 255561 h 747622"/>
                  <a:gd name="connsiteX24" fmla="*/ 294598 w 1000620"/>
                  <a:gd name="connsiteY24" fmla="*/ 319388 h 747622"/>
                  <a:gd name="connsiteX25" fmla="*/ 285417 w 1000620"/>
                  <a:gd name="connsiteY25" fmla="*/ 276983 h 747622"/>
                  <a:gd name="connsiteX26" fmla="*/ 327823 w 1000620"/>
                  <a:gd name="connsiteY26" fmla="*/ 267802 h 747622"/>
                  <a:gd name="connsiteX27" fmla="*/ 337440 w 1000620"/>
                  <a:gd name="connsiteY27" fmla="*/ 310645 h 747622"/>
                  <a:gd name="connsiteX28" fmla="*/ 294598 w 1000620"/>
                  <a:gd name="connsiteY28" fmla="*/ 319388 h 747622"/>
                  <a:gd name="connsiteX29" fmla="*/ 360174 w 1000620"/>
                  <a:gd name="connsiteY29" fmla="*/ 257310 h 747622"/>
                  <a:gd name="connsiteX30" fmla="*/ 154702 w 1000620"/>
                  <a:gd name="connsiteY30" fmla="*/ 125284 h 747622"/>
                  <a:gd name="connsiteX31" fmla="*/ 147436 w 1000620"/>
                  <a:gd name="connsiteY31" fmla="*/ 83875 h 747622"/>
                  <a:gd name="connsiteX32" fmla="*/ 187053 w 1000620"/>
                  <a:gd name="connsiteY32" fmla="*/ 75446 h 747622"/>
                  <a:gd name="connsiteX33" fmla="*/ 394273 w 1000620"/>
                  <a:gd name="connsiteY33" fmla="*/ 207472 h 747622"/>
                  <a:gd name="connsiteX34" fmla="*/ 403961 w 1000620"/>
                  <a:gd name="connsiteY34" fmla="*/ 247106 h 747622"/>
                  <a:gd name="connsiteX35" fmla="*/ 403016 w 1000620"/>
                  <a:gd name="connsiteY35" fmla="*/ 248567 h 747622"/>
                  <a:gd name="connsiteX36" fmla="*/ 363750 w 1000620"/>
                  <a:gd name="connsiteY36" fmla="*/ 259679 h 747622"/>
                  <a:gd name="connsiteX37" fmla="*/ 360174 w 1000620"/>
                  <a:gd name="connsiteY37" fmla="*/ 257310 h 747622"/>
                  <a:gd name="connsiteX38" fmla="*/ 569142 w 1000620"/>
                  <a:gd name="connsiteY38" fmla="*/ 496006 h 747622"/>
                  <a:gd name="connsiteX39" fmla="*/ 362797 w 1000620"/>
                  <a:gd name="connsiteY39" fmla="*/ 363980 h 747622"/>
                  <a:gd name="connsiteX40" fmla="*/ 354053 w 1000620"/>
                  <a:gd name="connsiteY40" fmla="*/ 322886 h 747622"/>
                  <a:gd name="connsiteX41" fmla="*/ 393687 w 1000620"/>
                  <a:gd name="connsiteY41" fmla="*/ 313198 h 747622"/>
                  <a:gd name="connsiteX42" fmla="*/ 395148 w 1000620"/>
                  <a:gd name="connsiteY42" fmla="*/ 314143 h 747622"/>
                  <a:gd name="connsiteX43" fmla="*/ 601493 w 1000620"/>
                  <a:gd name="connsiteY43" fmla="*/ 444420 h 747622"/>
                  <a:gd name="connsiteX44" fmla="*/ 610237 w 1000620"/>
                  <a:gd name="connsiteY44" fmla="*/ 485514 h 747622"/>
                  <a:gd name="connsiteX45" fmla="*/ 569597 w 1000620"/>
                  <a:gd name="connsiteY45" fmla="*/ 496277 h 747622"/>
                  <a:gd name="connsiteX46" fmla="*/ 569142 w 1000620"/>
                  <a:gd name="connsiteY46" fmla="*/ 496006 h 747622"/>
                  <a:gd name="connsiteX47" fmla="*/ 849807 w 1000620"/>
                  <a:gd name="connsiteY47" fmla="*/ 676996 h 747622"/>
                  <a:gd name="connsiteX48" fmla="*/ 643462 w 1000620"/>
                  <a:gd name="connsiteY48" fmla="*/ 544095 h 747622"/>
                  <a:gd name="connsiteX49" fmla="*/ 636196 w 1000620"/>
                  <a:gd name="connsiteY49" fmla="*/ 502686 h 747622"/>
                  <a:gd name="connsiteX50" fmla="*/ 675813 w 1000620"/>
                  <a:gd name="connsiteY50" fmla="*/ 494258 h 747622"/>
                  <a:gd name="connsiteX51" fmla="*/ 882158 w 1000620"/>
                  <a:gd name="connsiteY51" fmla="*/ 627158 h 747622"/>
                  <a:gd name="connsiteX52" fmla="*/ 889424 w 1000620"/>
                  <a:gd name="connsiteY52" fmla="*/ 668567 h 747622"/>
                  <a:gd name="connsiteX53" fmla="*/ 849807 w 1000620"/>
                  <a:gd name="connsiteY53" fmla="*/ 676996 h 747622"/>
                  <a:gd name="connsiteX54" fmla="*/ 898770 w 1000620"/>
                  <a:gd name="connsiteY54" fmla="*/ 600928 h 747622"/>
                  <a:gd name="connsiteX55" fmla="*/ 692425 w 1000620"/>
                  <a:gd name="connsiteY55" fmla="*/ 468901 h 747622"/>
                  <a:gd name="connsiteX56" fmla="*/ 683681 w 1000620"/>
                  <a:gd name="connsiteY56" fmla="*/ 427807 h 747622"/>
                  <a:gd name="connsiteX57" fmla="*/ 723324 w 1000620"/>
                  <a:gd name="connsiteY57" fmla="*/ 418120 h 747622"/>
                  <a:gd name="connsiteX58" fmla="*/ 724776 w 1000620"/>
                  <a:gd name="connsiteY58" fmla="*/ 419064 h 747622"/>
                  <a:gd name="connsiteX59" fmla="*/ 931121 w 1000620"/>
                  <a:gd name="connsiteY59" fmla="*/ 551090 h 747622"/>
                  <a:gd name="connsiteX60" fmla="*/ 941342 w 1000620"/>
                  <a:gd name="connsiteY60" fmla="*/ 591870 h 747622"/>
                  <a:gd name="connsiteX61" fmla="*/ 900572 w 1000620"/>
                  <a:gd name="connsiteY61" fmla="*/ 602091 h 747622"/>
                  <a:gd name="connsiteX62" fmla="*/ 898770 w 1000620"/>
                  <a:gd name="connsiteY62" fmla="*/ 600928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000619" h="747622">
                    <a:moveTo>
                      <a:pt x="980085" y="541472"/>
                    </a:moveTo>
                    <a:lnTo>
                      <a:pt x="147708" y="7247"/>
                    </a:lnTo>
                    <a:cubicBezTo>
                      <a:pt x="127606" y="-6122"/>
                      <a:pt x="100467" y="-657"/>
                      <a:pt x="87098" y="19444"/>
                    </a:cubicBezTo>
                    <a:cubicBezTo>
                      <a:pt x="86897" y="19750"/>
                      <a:pt x="86696" y="20056"/>
                      <a:pt x="86503" y="20362"/>
                    </a:cubicBezTo>
                    <a:lnTo>
                      <a:pt x="6938" y="143645"/>
                    </a:lnTo>
                    <a:cubicBezTo>
                      <a:pt x="-6151" y="164201"/>
                      <a:pt x="-311" y="191463"/>
                      <a:pt x="20053" y="204849"/>
                    </a:cubicBezTo>
                    <a:lnTo>
                      <a:pt x="852430" y="740823"/>
                    </a:lnTo>
                    <a:cubicBezTo>
                      <a:pt x="873213" y="753746"/>
                      <a:pt x="900528" y="747503"/>
                      <a:pt x="913635" y="726834"/>
                    </a:cubicBezTo>
                    <a:lnTo>
                      <a:pt x="993200" y="603551"/>
                    </a:lnTo>
                    <a:cubicBezTo>
                      <a:pt x="1006761" y="582995"/>
                      <a:pt x="1001095" y="555339"/>
                      <a:pt x="980548" y="541770"/>
                    </a:cubicBezTo>
                    <a:cubicBezTo>
                      <a:pt x="980391" y="541673"/>
                      <a:pt x="980242" y="541568"/>
                      <a:pt x="980085" y="541472"/>
                    </a:cubicBezTo>
                    <a:close/>
                    <a:moveTo>
                      <a:pt x="119728" y="206598"/>
                    </a:moveTo>
                    <a:cubicBezTo>
                      <a:pt x="105608" y="198221"/>
                      <a:pt x="100956" y="179983"/>
                      <a:pt x="109341" y="165862"/>
                    </a:cubicBezTo>
                    <a:cubicBezTo>
                      <a:pt x="109586" y="165443"/>
                      <a:pt x="109839" y="165032"/>
                      <a:pt x="110111" y="164630"/>
                    </a:cubicBezTo>
                    <a:cubicBezTo>
                      <a:pt x="118942" y="150220"/>
                      <a:pt x="137784" y="145700"/>
                      <a:pt x="152193" y="154531"/>
                    </a:cubicBezTo>
                    <a:cubicBezTo>
                      <a:pt x="152446" y="154688"/>
                      <a:pt x="152700" y="154846"/>
                      <a:pt x="152954" y="155012"/>
                    </a:cubicBezTo>
                    <a:cubicBezTo>
                      <a:pt x="167197" y="164183"/>
                      <a:pt x="171306" y="183174"/>
                      <a:pt x="162134" y="197417"/>
                    </a:cubicBezTo>
                    <a:cubicBezTo>
                      <a:pt x="152962" y="211660"/>
                      <a:pt x="133971" y="215770"/>
                      <a:pt x="119728" y="206598"/>
                    </a:cubicBezTo>
                    <a:close/>
                    <a:moveTo>
                      <a:pt x="194048" y="255561"/>
                    </a:moveTo>
                    <a:cubicBezTo>
                      <a:pt x="179236" y="246459"/>
                      <a:pt x="174611" y="227075"/>
                      <a:pt x="183713" y="212264"/>
                    </a:cubicBezTo>
                    <a:cubicBezTo>
                      <a:pt x="192815" y="197452"/>
                      <a:pt x="212199" y="192827"/>
                      <a:pt x="227011" y="201929"/>
                    </a:cubicBezTo>
                    <a:cubicBezTo>
                      <a:pt x="241822" y="211031"/>
                      <a:pt x="246447" y="230415"/>
                      <a:pt x="237345" y="245227"/>
                    </a:cubicBezTo>
                    <a:cubicBezTo>
                      <a:pt x="237197" y="245463"/>
                      <a:pt x="237048" y="245708"/>
                      <a:pt x="236891" y="245944"/>
                    </a:cubicBezTo>
                    <a:cubicBezTo>
                      <a:pt x="227570" y="260222"/>
                      <a:pt x="208580" y="264488"/>
                      <a:pt x="194048" y="255561"/>
                    </a:cubicBezTo>
                    <a:close/>
                    <a:moveTo>
                      <a:pt x="294598" y="319388"/>
                    </a:moveTo>
                    <a:cubicBezTo>
                      <a:pt x="280355" y="310217"/>
                      <a:pt x="276245" y="291226"/>
                      <a:pt x="285417" y="276983"/>
                    </a:cubicBezTo>
                    <a:cubicBezTo>
                      <a:pt x="294589" y="262739"/>
                      <a:pt x="313580" y="258630"/>
                      <a:pt x="327823" y="267802"/>
                    </a:cubicBezTo>
                    <a:cubicBezTo>
                      <a:pt x="342101" y="277123"/>
                      <a:pt x="346368" y="296114"/>
                      <a:pt x="337440" y="310645"/>
                    </a:cubicBezTo>
                    <a:cubicBezTo>
                      <a:pt x="327840" y="324626"/>
                      <a:pt x="308902" y="328491"/>
                      <a:pt x="294598" y="319388"/>
                    </a:cubicBezTo>
                    <a:close/>
                    <a:moveTo>
                      <a:pt x="360174" y="257310"/>
                    </a:moveTo>
                    <a:lnTo>
                      <a:pt x="154702" y="125284"/>
                    </a:lnTo>
                    <a:cubicBezTo>
                      <a:pt x="141264" y="115850"/>
                      <a:pt x="138011" y="97313"/>
                      <a:pt x="147436" y="83875"/>
                    </a:cubicBezTo>
                    <a:cubicBezTo>
                      <a:pt x="156390" y="71118"/>
                      <a:pt x="173684" y="67437"/>
                      <a:pt x="187053" y="75446"/>
                    </a:cubicBezTo>
                    <a:lnTo>
                      <a:pt x="394273" y="207472"/>
                    </a:lnTo>
                    <a:cubicBezTo>
                      <a:pt x="407895" y="215743"/>
                      <a:pt x="412232" y="233493"/>
                      <a:pt x="403961" y="247106"/>
                    </a:cubicBezTo>
                    <a:cubicBezTo>
                      <a:pt x="403663" y="247605"/>
                      <a:pt x="403349" y="248094"/>
                      <a:pt x="403016" y="248567"/>
                    </a:cubicBezTo>
                    <a:cubicBezTo>
                      <a:pt x="395244" y="262477"/>
                      <a:pt x="377660" y="267452"/>
                      <a:pt x="363750" y="259679"/>
                    </a:cubicBezTo>
                    <a:cubicBezTo>
                      <a:pt x="362499" y="258980"/>
                      <a:pt x="361310" y="258184"/>
                      <a:pt x="360174" y="257310"/>
                    </a:cubicBezTo>
                    <a:close/>
                    <a:moveTo>
                      <a:pt x="569142" y="496006"/>
                    </a:moveTo>
                    <a:lnTo>
                      <a:pt x="362797" y="363980"/>
                    </a:lnTo>
                    <a:cubicBezTo>
                      <a:pt x="349043" y="355044"/>
                      <a:pt x="345135" y="336648"/>
                      <a:pt x="354053" y="322886"/>
                    </a:cubicBezTo>
                    <a:cubicBezTo>
                      <a:pt x="362324" y="309264"/>
                      <a:pt x="380074" y="304927"/>
                      <a:pt x="393687" y="313198"/>
                    </a:cubicBezTo>
                    <a:cubicBezTo>
                      <a:pt x="394186" y="313496"/>
                      <a:pt x="394675" y="313810"/>
                      <a:pt x="395148" y="314143"/>
                    </a:cubicBezTo>
                    <a:lnTo>
                      <a:pt x="601493" y="444420"/>
                    </a:lnTo>
                    <a:cubicBezTo>
                      <a:pt x="614835" y="453636"/>
                      <a:pt x="618674" y="471665"/>
                      <a:pt x="610237" y="485514"/>
                    </a:cubicBezTo>
                    <a:cubicBezTo>
                      <a:pt x="601983" y="499705"/>
                      <a:pt x="583788" y="504523"/>
                      <a:pt x="569597" y="496277"/>
                    </a:cubicBezTo>
                    <a:cubicBezTo>
                      <a:pt x="569440" y="496190"/>
                      <a:pt x="569291" y="496094"/>
                      <a:pt x="569142" y="496006"/>
                    </a:cubicBezTo>
                    <a:close/>
                    <a:moveTo>
                      <a:pt x="849807" y="676996"/>
                    </a:moveTo>
                    <a:lnTo>
                      <a:pt x="643462" y="544095"/>
                    </a:lnTo>
                    <a:cubicBezTo>
                      <a:pt x="630023" y="534670"/>
                      <a:pt x="626771" y="516125"/>
                      <a:pt x="636196" y="502686"/>
                    </a:cubicBezTo>
                    <a:cubicBezTo>
                      <a:pt x="645149" y="489930"/>
                      <a:pt x="662444" y="486249"/>
                      <a:pt x="675813" y="494258"/>
                    </a:cubicBezTo>
                    <a:lnTo>
                      <a:pt x="882158" y="627158"/>
                    </a:lnTo>
                    <a:cubicBezTo>
                      <a:pt x="895597" y="636584"/>
                      <a:pt x="898849" y="655128"/>
                      <a:pt x="889424" y="668567"/>
                    </a:cubicBezTo>
                    <a:cubicBezTo>
                      <a:pt x="880471" y="681324"/>
                      <a:pt x="863176" y="685005"/>
                      <a:pt x="849807" y="676996"/>
                    </a:cubicBezTo>
                    <a:close/>
                    <a:moveTo>
                      <a:pt x="898770" y="600928"/>
                    </a:moveTo>
                    <a:lnTo>
                      <a:pt x="692425" y="468901"/>
                    </a:lnTo>
                    <a:cubicBezTo>
                      <a:pt x="679083" y="459686"/>
                      <a:pt x="675244" y="441657"/>
                      <a:pt x="683681" y="427807"/>
                    </a:cubicBezTo>
                    <a:cubicBezTo>
                      <a:pt x="691953" y="414185"/>
                      <a:pt x="709702" y="409848"/>
                      <a:pt x="723324" y="418120"/>
                    </a:cubicBezTo>
                    <a:cubicBezTo>
                      <a:pt x="723814" y="418417"/>
                      <a:pt x="724303" y="418732"/>
                      <a:pt x="724776" y="419064"/>
                    </a:cubicBezTo>
                    <a:lnTo>
                      <a:pt x="931121" y="551090"/>
                    </a:lnTo>
                    <a:cubicBezTo>
                      <a:pt x="945207" y="559527"/>
                      <a:pt x="949780" y="577784"/>
                      <a:pt x="941342" y="591870"/>
                    </a:cubicBezTo>
                    <a:cubicBezTo>
                      <a:pt x="932905" y="605956"/>
                      <a:pt x="914649" y="610528"/>
                      <a:pt x="900572" y="602091"/>
                    </a:cubicBezTo>
                    <a:cubicBezTo>
                      <a:pt x="899951" y="601724"/>
                      <a:pt x="899357" y="601339"/>
                      <a:pt x="898770" y="600928"/>
                    </a:cubicBezTo>
                    <a:close/>
                  </a:path>
                </a:pathLst>
              </a:custGeom>
              <a:solidFill>
                <a:srgbClr val="FFFFFF">
                  <a:alpha val="10000"/>
                </a:srgbClr>
              </a:solidFill>
              <a:ln w="87213" cap="flat">
                <a:noFill/>
                <a:prstDash val="solid"/>
                <a:miter/>
              </a:ln>
            </p:spPr>
            <p:txBody>
              <a:bodyPr rtlCol="0" anchor="ctr"/>
              <a:lstStyle/>
              <a:p>
                <a:endParaRPr lang="en-IN" dirty="0"/>
              </a:p>
            </p:txBody>
          </p:sp>
          <p:sp>
            <p:nvSpPr>
              <p:cNvPr id="2567" name="Freeform: Shape 2566">
                <a:extLst>
                  <a:ext uri="{FF2B5EF4-FFF2-40B4-BE49-F238E27FC236}">
                    <a16:creationId xmlns:a16="http://schemas.microsoft.com/office/drawing/2014/main" id="{B1835DDB-4282-D438-2127-AE06CEEE3964}"/>
                  </a:ext>
                </a:extLst>
              </p:cNvPr>
              <p:cNvSpPr/>
              <p:nvPr/>
            </p:nvSpPr>
            <p:spPr>
              <a:xfrm>
                <a:off x="2268482" y="3863070"/>
                <a:ext cx="1000620" cy="747622"/>
              </a:xfrm>
              <a:custGeom>
                <a:avLst/>
                <a:gdLst>
                  <a:gd name="connsiteX0" fmla="*/ 980085 w 1000620"/>
                  <a:gd name="connsiteY0" fmla="*/ 541472 h 747622"/>
                  <a:gd name="connsiteX1" fmla="*/ 147708 w 1000620"/>
                  <a:gd name="connsiteY1" fmla="*/ 7247 h 747622"/>
                  <a:gd name="connsiteX2" fmla="*/ 87098 w 1000620"/>
                  <a:gd name="connsiteY2" fmla="*/ 19444 h 747622"/>
                  <a:gd name="connsiteX3" fmla="*/ 86503 w 1000620"/>
                  <a:gd name="connsiteY3" fmla="*/ 20362 h 747622"/>
                  <a:gd name="connsiteX4" fmla="*/ 6938 w 1000620"/>
                  <a:gd name="connsiteY4" fmla="*/ 143645 h 747622"/>
                  <a:gd name="connsiteX5" fmla="*/ 20053 w 1000620"/>
                  <a:gd name="connsiteY5" fmla="*/ 204849 h 747622"/>
                  <a:gd name="connsiteX6" fmla="*/ 852430 w 1000620"/>
                  <a:gd name="connsiteY6" fmla="*/ 740823 h 747622"/>
                  <a:gd name="connsiteX7" fmla="*/ 913635 w 1000620"/>
                  <a:gd name="connsiteY7" fmla="*/ 726834 h 747622"/>
                  <a:gd name="connsiteX8" fmla="*/ 993200 w 1000620"/>
                  <a:gd name="connsiteY8" fmla="*/ 603551 h 747622"/>
                  <a:gd name="connsiteX9" fmla="*/ 980548 w 1000620"/>
                  <a:gd name="connsiteY9" fmla="*/ 541770 h 747622"/>
                  <a:gd name="connsiteX10" fmla="*/ 980085 w 1000620"/>
                  <a:gd name="connsiteY10" fmla="*/ 541472 h 747622"/>
                  <a:gd name="connsiteX11" fmla="*/ 119728 w 1000620"/>
                  <a:gd name="connsiteY11" fmla="*/ 206598 h 747622"/>
                  <a:gd name="connsiteX12" fmla="*/ 109341 w 1000620"/>
                  <a:gd name="connsiteY12" fmla="*/ 165862 h 747622"/>
                  <a:gd name="connsiteX13" fmla="*/ 110111 w 1000620"/>
                  <a:gd name="connsiteY13" fmla="*/ 164630 h 747622"/>
                  <a:gd name="connsiteX14" fmla="*/ 152193 w 1000620"/>
                  <a:gd name="connsiteY14" fmla="*/ 154531 h 747622"/>
                  <a:gd name="connsiteX15" fmla="*/ 152954 w 1000620"/>
                  <a:gd name="connsiteY15" fmla="*/ 155012 h 747622"/>
                  <a:gd name="connsiteX16" fmla="*/ 162134 w 1000620"/>
                  <a:gd name="connsiteY16" fmla="*/ 197417 h 747622"/>
                  <a:gd name="connsiteX17" fmla="*/ 119728 w 1000620"/>
                  <a:gd name="connsiteY17" fmla="*/ 206598 h 747622"/>
                  <a:gd name="connsiteX18" fmla="*/ 194048 w 1000620"/>
                  <a:gd name="connsiteY18" fmla="*/ 255561 h 747622"/>
                  <a:gd name="connsiteX19" fmla="*/ 183713 w 1000620"/>
                  <a:gd name="connsiteY19" fmla="*/ 212264 h 747622"/>
                  <a:gd name="connsiteX20" fmla="*/ 227011 w 1000620"/>
                  <a:gd name="connsiteY20" fmla="*/ 201929 h 747622"/>
                  <a:gd name="connsiteX21" fmla="*/ 237345 w 1000620"/>
                  <a:gd name="connsiteY21" fmla="*/ 245227 h 747622"/>
                  <a:gd name="connsiteX22" fmla="*/ 236891 w 1000620"/>
                  <a:gd name="connsiteY22" fmla="*/ 245944 h 747622"/>
                  <a:gd name="connsiteX23" fmla="*/ 194048 w 1000620"/>
                  <a:gd name="connsiteY23" fmla="*/ 255561 h 747622"/>
                  <a:gd name="connsiteX24" fmla="*/ 294598 w 1000620"/>
                  <a:gd name="connsiteY24" fmla="*/ 319388 h 747622"/>
                  <a:gd name="connsiteX25" fmla="*/ 285417 w 1000620"/>
                  <a:gd name="connsiteY25" fmla="*/ 276983 h 747622"/>
                  <a:gd name="connsiteX26" fmla="*/ 327823 w 1000620"/>
                  <a:gd name="connsiteY26" fmla="*/ 267802 h 747622"/>
                  <a:gd name="connsiteX27" fmla="*/ 337440 w 1000620"/>
                  <a:gd name="connsiteY27" fmla="*/ 310645 h 747622"/>
                  <a:gd name="connsiteX28" fmla="*/ 294598 w 1000620"/>
                  <a:gd name="connsiteY28" fmla="*/ 319388 h 747622"/>
                  <a:gd name="connsiteX29" fmla="*/ 360174 w 1000620"/>
                  <a:gd name="connsiteY29" fmla="*/ 257310 h 747622"/>
                  <a:gd name="connsiteX30" fmla="*/ 154702 w 1000620"/>
                  <a:gd name="connsiteY30" fmla="*/ 125284 h 747622"/>
                  <a:gd name="connsiteX31" fmla="*/ 147436 w 1000620"/>
                  <a:gd name="connsiteY31" fmla="*/ 83875 h 747622"/>
                  <a:gd name="connsiteX32" fmla="*/ 187053 w 1000620"/>
                  <a:gd name="connsiteY32" fmla="*/ 75446 h 747622"/>
                  <a:gd name="connsiteX33" fmla="*/ 394273 w 1000620"/>
                  <a:gd name="connsiteY33" fmla="*/ 207472 h 747622"/>
                  <a:gd name="connsiteX34" fmla="*/ 403961 w 1000620"/>
                  <a:gd name="connsiteY34" fmla="*/ 247106 h 747622"/>
                  <a:gd name="connsiteX35" fmla="*/ 403016 w 1000620"/>
                  <a:gd name="connsiteY35" fmla="*/ 248567 h 747622"/>
                  <a:gd name="connsiteX36" fmla="*/ 363750 w 1000620"/>
                  <a:gd name="connsiteY36" fmla="*/ 259679 h 747622"/>
                  <a:gd name="connsiteX37" fmla="*/ 360174 w 1000620"/>
                  <a:gd name="connsiteY37" fmla="*/ 257310 h 747622"/>
                  <a:gd name="connsiteX38" fmla="*/ 569142 w 1000620"/>
                  <a:gd name="connsiteY38" fmla="*/ 496006 h 747622"/>
                  <a:gd name="connsiteX39" fmla="*/ 362797 w 1000620"/>
                  <a:gd name="connsiteY39" fmla="*/ 363980 h 747622"/>
                  <a:gd name="connsiteX40" fmla="*/ 354053 w 1000620"/>
                  <a:gd name="connsiteY40" fmla="*/ 322886 h 747622"/>
                  <a:gd name="connsiteX41" fmla="*/ 393687 w 1000620"/>
                  <a:gd name="connsiteY41" fmla="*/ 313198 h 747622"/>
                  <a:gd name="connsiteX42" fmla="*/ 395148 w 1000620"/>
                  <a:gd name="connsiteY42" fmla="*/ 314143 h 747622"/>
                  <a:gd name="connsiteX43" fmla="*/ 601493 w 1000620"/>
                  <a:gd name="connsiteY43" fmla="*/ 444420 h 747622"/>
                  <a:gd name="connsiteX44" fmla="*/ 610237 w 1000620"/>
                  <a:gd name="connsiteY44" fmla="*/ 485514 h 747622"/>
                  <a:gd name="connsiteX45" fmla="*/ 569597 w 1000620"/>
                  <a:gd name="connsiteY45" fmla="*/ 496277 h 747622"/>
                  <a:gd name="connsiteX46" fmla="*/ 569142 w 1000620"/>
                  <a:gd name="connsiteY46" fmla="*/ 496006 h 747622"/>
                  <a:gd name="connsiteX47" fmla="*/ 849807 w 1000620"/>
                  <a:gd name="connsiteY47" fmla="*/ 676996 h 747622"/>
                  <a:gd name="connsiteX48" fmla="*/ 643462 w 1000620"/>
                  <a:gd name="connsiteY48" fmla="*/ 544095 h 747622"/>
                  <a:gd name="connsiteX49" fmla="*/ 636196 w 1000620"/>
                  <a:gd name="connsiteY49" fmla="*/ 502686 h 747622"/>
                  <a:gd name="connsiteX50" fmla="*/ 675813 w 1000620"/>
                  <a:gd name="connsiteY50" fmla="*/ 494258 h 747622"/>
                  <a:gd name="connsiteX51" fmla="*/ 882158 w 1000620"/>
                  <a:gd name="connsiteY51" fmla="*/ 627158 h 747622"/>
                  <a:gd name="connsiteX52" fmla="*/ 889424 w 1000620"/>
                  <a:gd name="connsiteY52" fmla="*/ 668567 h 747622"/>
                  <a:gd name="connsiteX53" fmla="*/ 849807 w 1000620"/>
                  <a:gd name="connsiteY53" fmla="*/ 676996 h 747622"/>
                  <a:gd name="connsiteX54" fmla="*/ 898770 w 1000620"/>
                  <a:gd name="connsiteY54" fmla="*/ 600928 h 747622"/>
                  <a:gd name="connsiteX55" fmla="*/ 692425 w 1000620"/>
                  <a:gd name="connsiteY55" fmla="*/ 468901 h 747622"/>
                  <a:gd name="connsiteX56" fmla="*/ 683681 w 1000620"/>
                  <a:gd name="connsiteY56" fmla="*/ 427807 h 747622"/>
                  <a:gd name="connsiteX57" fmla="*/ 723324 w 1000620"/>
                  <a:gd name="connsiteY57" fmla="*/ 418120 h 747622"/>
                  <a:gd name="connsiteX58" fmla="*/ 724776 w 1000620"/>
                  <a:gd name="connsiteY58" fmla="*/ 419064 h 747622"/>
                  <a:gd name="connsiteX59" fmla="*/ 931121 w 1000620"/>
                  <a:gd name="connsiteY59" fmla="*/ 551090 h 747622"/>
                  <a:gd name="connsiteX60" fmla="*/ 941342 w 1000620"/>
                  <a:gd name="connsiteY60" fmla="*/ 591870 h 747622"/>
                  <a:gd name="connsiteX61" fmla="*/ 900572 w 1000620"/>
                  <a:gd name="connsiteY61" fmla="*/ 602091 h 747622"/>
                  <a:gd name="connsiteX62" fmla="*/ 898770 w 1000620"/>
                  <a:gd name="connsiteY62" fmla="*/ 600928 h 74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000619" h="747622">
                    <a:moveTo>
                      <a:pt x="980085" y="541472"/>
                    </a:moveTo>
                    <a:lnTo>
                      <a:pt x="147708" y="7247"/>
                    </a:lnTo>
                    <a:cubicBezTo>
                      <a:pt x="127606" y="-6122"/>
                      <a:pt x="100467" y="-657"/>
                      <a:pt x="87098" y="19444"/>
                    </a:cubicBezTo>
                    <a:cubicBezTo>
                      <a:pt x="86897" y="19750"/>
                      <a:pt x="86696" y="20056"/>
                      <a:pt x="86503" y="20362"/>
                    </a:cubicBezTo>
                    <a:lnTo>
                      <a:pt x="6938" y="143645"/>
                    </a:lnTo>
                    <a:cubicBezTo>
                      <a:pt x="-6151" y="164201"/>
                      <a:pt x="-311" y="191463"/>
                      <a:pt x="20053" y="204849"/>
                    </a:cubicBezTo>
                    <a:lnTo>
                      <a:pt x="852430" y="740823"/>
                    </a:lnTo>
                    <a:cubicBezTo>
                      <a:pt x="873213" y="753746"/>
                      <a:pt x="900528" y="747503"/>
                      <a:pt x="913635" y="726834"/>
                    </a:cubicBezTo>
                    <a:lnTo>
                      <a:pt x="993200" y="603551"/>
                    </a:lnTo>
                    <a:cubicBezTo>
                      <a:pt x="1006761" y="582995"/>
                      <a:pt x="1001095" y="555339"/>
                      <a:pt x="980548" y="541770"/>
                    </a:cubicBezTo>
                    <a:cubicBezTo>
                      <a:pt x="980391" y="541673"/>
                      <a:pt x="980242" y="541568"/>
                      <a:pt x="980085" y="541472"/>
                    </a:cubicBezTo>
                    <a:close/>
                    <a:moveTo>
                      <a:pt x="119728" y="206598"/>
                    </a:moveTo>
                    <a:cubicBezTo>
                      <a:pt x="105608" y="198221"/>
                      <a:pt x="100956" y="179983"/>
                      <a:pt x="109341" y="165862"/>
                    </a:cubicBezTo>
                    <a:cubicBezTo>
                      <a:pt x="109586" y="165443"/>
                      <a:pt x="109839" y="165032"/>
                      <a:pt x="110111" y="164630"/>
                    </a:cubicBezTo>
                    <a:cubicBezTo>
                      <a:pt x="118942" y="150220"/>
                      <a:pt x="137784" y="145700"/>
                      <a:pt x="152193" y="154531"/>
                    </a:cubicBezTo>
                    <a:cubicBezTo>
                      <a:pt x="152446" y="154688"/>
                      <a:pt x="152700" y="154846"/>
                      <a:pt x="152954" y="155012"/>
                    </a:cubicBezTo>
                    <a:cubicBezTo>
                      <a:pt x="167197" y="164183"/>
                      <a:pt x="171306" y="183174"/>
                      <a:pt x="162134" y="197417"/>
                    </a:cubicBezTo>
                    <a:cubicBezTo>
                      <a:pt x="152962" y="211660"/>
                      <a:pt x="133971" y="215770"/>
                      <a:pt x="119728" y="206598"/>
                    </a:cubicBezTo>
                    <a:close/>
                    <a:moveTo>
                      <a:pt x="194048" y="255561"/>
                    </a:moveTo>
                    <a:cubicBezTo>
                      <a:pt x="179236" y="246459"/>
                      <a:pt x="174611" y="227075"/>
                      <a:pt x="183713" y="212264"/>
                    </a:cubicBezTo>
                    <a:cubicBezTo>
                      <a:pt x="192815" y="197452"/>
                      <a:pt x="212199" y="192827"/>
                      <a:pt x="227011" y="201929"/>
                    </a:cubicBezTo>
                    <a:cubicBezTo>
                      <a:pt x="241822" y="211031"/>
                      <a:pt x="246447" y="230415"/>
                      <a:pt x="237345" y="245227"/>
                    </a:cubicBezTo>
                    <a:cubicBezTo>
                      <a:pt x="237197" y="245463"/>
                      <a:pt x="237048" y="245708"/>
                      <a:pt x="236891" y="245944"/>
                    </a:cubicBezTo>
                    <a:cubicBezTo>
                      <a:pt x="227570" y="260222"/>
                      <a:pt x="208580" y="264488"/>
                      <a:pt x="194048" y="255561"/>
                    </a:cubicBezTo>
                    <a:close/>
                    <a:moveTo>
                      <a:pt x="294598" y="319388"/>
                    </a:moveTo>
                    <a:cubicBezTo>
                      <a:pt x="280355" y="310217"/>
                      <a:pt x="276245" y="291226"/>
                      <a:pt x="285417" y="276983"/>
                    </a:cubicBezTo>
                    <a:cubicBezTo>
                      <a:pt x="294589" y="262739"/>
                      <a:pt x="313580" y="258630"/>
                      <a:pt x="327823" y="267802"/>
                    </a:cubicBezTo>
                    <a:cubicBezTo>
                      <a:pt x="342101" y="277123"/>
                      <a:pt x="346368" y="296114"/>
                      <a:pt x="337440" y="310645"/>
                    </a:cubicBezTo>
                    <a:cubicBezTo>
                      <a:pt x="327840" y="324626"/>
                      <a:pt x="308902" y="328491"/>
                      <a:pt x="294598" y="319388"/>
                    </a:cubicBezTo>
                    <a:close/>
                    <a:moveTo>
                      <a:pt x="360174" y="257310"/>
                    </a:moveTo>
                    <a:lnTo>
                      <a:pt x="154702" y="125284"/>
                    </a:lnTo>
                    <a:cubicBezTo>
                      <a:pt x="141264" y="115850"/>
                      <a:pt x="138011" y="97313"/>
                      <a:pt x="147436" y="83875"/>
                    </a:cubicBezTo>
                    <a:cubicBezTo>
                      <a:pt x="156390" y="71118"/>
                      <a:pt x="173684" y="67437"/>
                      <a:pt x="187053" y="75446"/>
                    </a:cubicBezTo>
                    <a:lnTo>
                      <a:pt x="394273" y="207472"/>
                    </a:lnTo>
                    <a:cubicBezTo>
                      <a:pt x="407895" y="215743"/>
                      <a:pt x="412232" y="233493"/>
                      <a:pt x="403961" y="247106"/>
                    </a:cubicBezTo>
                    <a:cubicBezTo>
                      <a:pt x="403663" y="247605"/>
                      <a:pt x="403349" y="248094"/>
                      <a:pt x="403016" y="248567"/>
                    </a:cubicBezTo>
                    <a:cubicBezTo>
                      <a:pt x="395244" y="262477"/>
                      <a:pt x="377660" y="267452"/>
                      <a:pt x="363750" y="259679"/>
                    </a:cubicBezTo>
                    <a:cubicBezTo>
                      <a:pt x="362499" y="258980"/>
                      <a:pt x="361310" y="258184"/>
                      <a:pt x="360174" y="257310"/>
                    </a:cubicBezTo>
                    <a:close/>
                    <a:moveTo>
                      <a:pt x="569142" y="496006"/>
                    </a:moveTo>
                    <a:lnTo>
                      <a:pt x="362797" y="363980"/>
                    </a:lnTo>
                    <a:cubicBezTo>
                      <a:pt x="349043" y="355044"/>
                      <a:pt x="345135" y="336648"/>
                      <a:pt x="354053" y="322886"/>
                    </a:cubicBezTo>
                    <a:cubicBezTo>
                      <a:pt x="362324" y="309264"/>
                      <a:pt x="380074" y="304927"/>
                      <a:pt x="393687" y="313198"/>
                    </a:cubicBezTo>
                    <a:cubicBezTo>
                      <a:pt x="394186" y="313496"/>
                      <a:pt x="394675" y="313810"/>
                      <a:pt x="395148" y="314143"/>
                    </a:cubicBezTo>
                    <a:lnTo>
                      <a:pt x="601493" y="444420"/>
                    </a:lnTo>
                    <a:cubicBezTo>
                      <a:pt x="614835" y="453636"/>
                      <a:pt x="618674" y="471665"/>
                      <a:pt x="610237" y="485514"/>
                    </a:cubicBezTo>
                    <a:cubicBezTo>
                      <a:pt x="601983" y="499705"/>
                      <a:pt x="583788" y="504523"/>
                      <a:pt x="569597" y="496277"/>
                    </a:cubicBezTo>
                    <a:cubicBezTo>
                      <a:pt x="569440" y="496190"/>
                      <a:pt x="569291" y="496094"/>
                      <a:pt x="569142" y="496006"/>
                    </a:cubicBezTo>
                    <a:close/>
                    <a:moveTo>
                      <a:pt x="849807" y="676996"/>
                    </a:moveTo>
                    <a:lnTo>
                      <a:pt x="643462" y="544095"/>
                    </a:lnTo>
                    <a:cubicBezTo>
                      <a:pt x="630023" y="534670"/>
                      <a:pt x="626771" y="516125"/>
                      <a:pt x="636196" y="502686"/>
                    </a:cubicBezTo>
                    <a:cubicBezTo>
                      <a:pt x="645149" y="489930"/>
                      <a:pt x="662444" y="486249"/>
                      <a:pt x="675813" y="494258"/>
                    </a:cubicBezTo>
                    <a:lnTo>
                      <a:pt x="882158" y="627158"/>
                    </a:lnTo>
                    <a:cubicBezTo>
                      <a:pt x="895597" y="636584"/>
                      <a:pt x="898849" y="655128"/>
                      <a:pt x="889424" y="668567"/>
                    </a:cubicBezTo>
                    <a:cubicBezTo>
                      <a:pt x="880471" y="681324"/>
                      <a:pt x="863176" y="685005"/>
                      <a:pt x="849807" y="676996"/>
                    </a:cubicBezTo>
                    <a:close/>
                    <a:moveTo>
                      <a:pt x="898770" y="600928"/>
                    </a:moveTo>
                    <a:lnTo>
                      <a:pt x="692425" y="468901"/>
                    </a:lnTo>
                    <a:cubicBezTo>
                      <a:pt x="679083" y="459686"/>
                      <a:pt x="675244" y="441657"/>
                      <a:pt x="683681" y="427807"/>
                    </a:cubicBezTo>
                    <a:cubicBezTo>
                      <a:pt x="691953" y="414185"/>
                      <a:pt x="709702" y="409848"/>
                      <a:pt x="723324" y="418120"/>
                    </a:cubicBezTo>
                    <a:cubicBezTo>
                      <a:pt x="723814" y="418417"/>
                      <a:pt x="724303" y="418732"/>
                      <a:pt x="724776" y="419064"/>
                    </a:cubicBezTo>
                    <a:lnTo>
                      <a:pt x="931121" y="551090"/>
                    </a:lnTo>
                    <a:cubicBezTo>
                      <a:pt x="945207" y="559527"/>
                      <a:pt x="949780" y="577784"/>
                      <a:pt x="941342" y="591870"/>
                    </a:cubicBezTo>
                    <a:cubicBezTo>
                      <a:pt x="932905" y="605956"/>
                      <a:pt x="914649" y="610528"/>
                      <a:pt x="900572" y="602091"/>
                    </a:cubicBezTo>
                    <a:cubicBezTo>
                      <a:pt x="899951" y="601724"/>
                      <a:pt x="899357" y="601339"/>
                      <a:pt x="898770" y="600928"/>
                    </a:cubicBezTo>
                    <a:close/>
                  </a:path>
                </a:pathLst>
              </a:custGeom>
              <a:gradFill>
                <a:gsLst>
                  <a:gs pos="0">
                    <a:srgbClr val="FFFFFF"/>
                  </a:gs>
                  <a:gs pos="50000">
                    <a:srgbClr val="7F7F7F"/>
                  </a:gs>
                  <a:gs pos="100000">
                    <a:srgbClr val="000000"/>
                  </a:gs>
                </a:gsLst>
                <a:lin ang="2155083" scaled="1"/>
              </a:gradFill>
              <a:ln w="87213" cap="flat">
                <a:noFill/>
                <a:prstDash val="solid"/>
                <a:miter/>
              </a:ln>
            </p:spPr>
            <p:txBody>
              <a:bodyPr rtlCol="0" anchor="ctr"/>
              <a:lstStyle/>
              <a:p>
                <a:endParaRPr lang="en-IN" dirty="0"/>
              </a:p>
            </p:txBody>
          </p:sp>
          <p:sp>
            <p:nvSpPr>
              <p:cNvPr id="2568" name="Freeform: Shape 2567">
                <a:extLst>
                  <a:ext uri="{FF2B5EF4-FFF2-40B4-BE49-F238E27FC236}">
                    <a16:creationId xmlns:a16="http://schemas.microsoft.com/office/drawing/2014/main" id="{776D13A1-D4B2-9DD0-C2CC-F366DF09B8D0}"/>
                  </a:ext>
                </a:extLst>
              </p:cNvPr>
              <p:cNvSpPr/>
              <p:nvPr/>
            </p:nvSpPr>
            <p:spPr>
              <a:xfrm>
                <a:off x="1223382" y="3363266"/>
                <a:ext cx="768794" cy="598927"/>
              </a:xfrm>
              <a:custGeom>
                <a:avLst/>
                <a:gdLst>
                  <a:gd name="connsiteX0" fmla="*/ 768750 w 768794"/>
                  <a:gd name="connsiteY0" fmla="*/ 598857 h 598927"/>
                  <a:gd name="connsiteX1" fmla="*/ 648090 w 768794"/>
                  <a:gd name="connsiteY1" fmla="*/ 526286 h 598927"/>
                  <a:gd name="connsiteX2" fmla="*/ 380540 w 768794"/>
                  <a:gd name="connsiteY2" fmla="*/ 351417 h 598927"/>
                  <a:gd name="connsiteX3" fmla="*/ 110367 w 768794"/>
                  <a:gd name="connsiteY3" fmla="*/ 140699 h 598927"/>
                  <a:gd name="connsiteX4" fmla="*/ 40420 w 768794"/>
                  <a:gd name="connsiteY4" fmla="*/ 69878 h 598927"/>
                  <a:gd name="connsiteX5" fmla="*/ 2823 w 768794"/>
                  <a:gd name="connsiteY5" fmla="*/ 17417 h 598927"/>
                  <a:gd name="connsiteX6" fmla="*/ 46540 w 768794"/>
                  <a:gd name="connsiteY6" fmla="*/ 17417 h 598927"/>
                  <a:gd name="connsiteX7" fmla="*/ 145341 w 768794"/>
                  <a:gd name="connsiteY7" fmla="*/ 95234 h 598927"/>
                  <a:gd name="connsiteX8" fmla="*/ 258132 w 768794"/>
                  <a:gd name="connsiteY8" fmla="*/ 173051 h 598927"/>
                  <a:gd name="connsiteX9" fmla="*/ 310592 w 768794"/>
                  <a:gd name="connsiteY9" fmla="*/ 206275 h 598927"/>
                  <a:gd name="connsiteX10" fmla="*/ 376168 w 768794"/>
                  <a:gd name="connsiteY10" fmla="*/ 206275 h 598927"/>
                  <a:gd name="connsiteX11" fmla="*/ 396278 w 768794"/>
                  <a:gd name="connsiteY11" fmla="*/ 216768 h 598927"/>
                  <a:gd name="connsiteX12" fmla="*/ 469723 w 768794"/>
                  <a:gd name="connsiteY12" fmla="*/ 269228 h 598927"/>
                  <a:gd name="connsiteX13" fmla="*/ 747765 w 768794"/>
                  <a:gd name="connsiteY13" fmla="*/ 566506 h 59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68794" h="598927">
                    <a:moveTo>
                      <a:pt x="768750" y="598857"/>
                    </a:moveTo>
                    <a:cubicBezTo>
                      <a:pt x="727656" y="576124"/>
                      <a:pt x="687436" y="551642"/>
                      <a:pt x="648090" y="526286"/>
                    </a:cubicBezTo>
                    <a:cubicBezTo>
                      <a:pt x="560655" y="471202"/>
                      <a:pt x="467975" y="413496"/>
                      <a:pt x="380540" y="351417"/>
                    </a:cubicBezTo>
                    <a:cubicBezTo>
                      <a:pt x="285595" y="287677"/>
                      <a:pt x="195310" y="217257"/>
                      <a:pt x="110367" y="140699"/>
                    </a:cubicBezTo>
                    <a:cubicBezTo>
                      <a:pt x="85649" y="118517"/>
                      <a:pt x="62287" y="94866"/>
                      <a:pt x="40420" y="69878"/>
                    </a:cubicBezTo>
                    <a:cubicBezTo>
                      <a:pt x="25389" y="54323"/>
                      <a:pt x="12720" y="36644"/>
                      <a:pt x="2823" y="17417"/>
                    </a:cubicBezTo>
                    <a:cubicBezTo>
                      <a:pt x="-12041" y="-21929"/>
                      <a:pt x="35173" y="17417"/>
                      <a:pt x="46540" y="17417"/>
                    </a:cubicBezTo>
                    <a:cubicBezTo>
                      <a:pt x="80806" y="41619"/>
                      <a:pt x="113786" y="67596"/>
                      <a:pt x="145341" y="95234"/>
                    </a:cubicBezTo>
                    <a:cubicBezTo>
                      <a:pt x="181189" y="123213"/>
                      <a:pt x="219660" y="148569"/>
                      <a:pt x="258132" y="173051"/>
                    </a:cubicBezTo>
                    <a:cubicBezTo>
                      <a:pt x="274543" y="185746"/>
                      <a:pt x="292100" y="196868"/>
                      <a:pt x="310592" y="206275"/>
                    </a:cubicBezTo>
                    <a:cubicBezTo>
                      <a:pt x="331577" y="214145"/>
                      <a:pt x="354310" y="201030"/>
                      <a:pt x="376168" y="206275"/>
                    </a:cubicBezTo>
                    <a:cubicBezTo>
                      <a:pt x="383137" y="209249"/>
                      <a:pt x="389861" y="212755"/>
                      <a:pt x="396278" y="216768"/>
                    </a:cubicBezTo>
                    <a:cubicBezTo>
                      <a:pt x="422133" y="232244"/>
                      <a:pt x="446702" y="249783"/>
                      <a:pt x="469723" y="269228"/>
                    </a:cubicBezTo>
                    <a:cubicBezTo>
                      <a:pt x="573193" y="357651"/>
                      <a:pt x="666460" y="457362"/>
                      <a:pt x="747765" y="566506"/>
                    </a:cubicBezTo>
                    <a:close/>
                  </a:path>
                </a:pathLst>
              </a:custGeom>
              <a:gradFill>
                <a:gsLst>
                  <a:gs pos="0">
                    <a:srgbClr val="999999"/>
                  </a:gs>
                  <a:gs pos="18000">
                    <a:srgbClr val="999999">
                      <a:alpha val="97647"/>
                    </a:srgbClr>
                  </a:gs>
                  <a:gs pos="34000">
                    <a:srgbClr val="989898">
                      <a:alpha val="90980"/>
                    </a:srgbClr>
                  </a:gs>
                  <a:gs pos="50000">
                    <a:srgbClr val="979797">
                      <a:alpha val="78824"/>
                    </a:srgbClr>
                  </a:gs>
                  <a:gs pos="64000">
                    <a:srgbClr val="969696">
                      <a:alpha val="61961"/>
                    </a:srgbClr>
                  </a:gs>
                  <a:gs pos="79000">
                    <a:srgbClr val="949494">
                      <a:alpha val="40784"/>
                    </a:srgbClr>
                  </a:gs>
                  <a:gs pos="93000">
                    <a:srgbClr val="929292">
                      <a:alpha val="14902"/>
                    </a:srgbClr>
                  </a:gs>
                  <a:gs pos="100000">
                    <a:srgbClr val="919191">
                      <a:alpha val="0"/>
                    </a:srgbClr>
                  </a:gs>
                </a:gsLst>
                <a:lin ang="3132029" scaled="1"/>
              </a:gradFill>
              <a:ln w="87213" cap="flat">
                <a:noFill/>
                <a:prstDash val="solid"/>
                <a:miter/>
              </a:ln>
            </p:spPr>
            <p:txBody>
              <a:bodyPr rtlCol="0" anchor="ctr"/>
              <a:lstStyle/>
              <a:p>
                <a:endParaRPr lang="en-IN" dirty="0"/>
              </a:p>
            </p:txBody>
          </p:sp>
          <p:sp>
            <p:nvSpPr>
              <p:cNvPr id="2569" name="Freeform: Shape 2568">
                <a:extLst>
                  <a:ext uri="{FF2B5EF4-FFF2-40B4-BE49-F238E27FC236}">
                    <a16:creationId xmlns:a16="http://schemas.microsoft.com/office/drawing/2014/main" id="{00304ABD-DE2D-58FC-DBE2-08507D65429F}"/>
                  </a:ext>
                </a:extLst>
              </p:cNvPr>
              <p:cNvSpPr/>
              <p:nvPr/>
            </p:nvSpPr>
            <p:spPr>
              <a:xfrm>
                <a:off x="2008788" y="3316052"/>
                <a:ext cx="411816" cy="667253"/>
              </a:xfrm>
              <a:custGeom>
                <a:avLst/>
                <a:gdLst>
                  <a:gd name="connsiteX0" fmla="*/ 411773 w 411816"/>
                  <a:gd name="connsiteY0" fmla="*/ -70 h 667253"/>
                  <a:gd name="connsiteX1" fmla="*/ 76024 w 411816"/>
                  <a:gd name="connsiteY1" fmla="*/ 420490 h 667253"/>
                  <a:gd name="connsiteX2" fmla="*/ 60286 w 411816"/>
                  <a:gd name="connsiteY2" fmla="*/ 461584 h 667253"/>
                  <a:gd name="connsiteX3" fmla="*/ 21814 w 411816"/>
                  <a:gd name="connsiteY3" fmla="*/ 572626 h 667253"/>
                  <a:gd name="connsiteX4" fmla="*/ -44 w 411816"/>
                  <a:gd name="connsiteY4" fmla="*/ 660061 h 667253"/>
                  <a:gd name="connsiteX5" fmla="*/ 11322 w 411816"/>
                  <a:gd name="connsiteY5" fmla="*/ 667056 h 667253"/>
                  <a:gd name="connsiteX6" fmla="*/ 11322 w 411816"/>
                  <a:gd name="connsiteY6" fmla="*/ 645197 h 667253"/>
                  <a:gd name="connsiteX7" fmla="*/ 24437 w 411816"/>
                  <a:gd name="connsiteY7" fmla="*/ 597982 h 667253"/>
                  <a:gd name="connsiteX8" fmla="*/ 62909 w 411816"/>
                  <a:gd name="connsiteY8" fmla="*/ 484317 h 667253"/>
                  <a:gd name="connsiteX9" fmla="*/ 104877 w 411816"/>
                  <a:gd name="connsiteY9" fmla="*/ 379396 h 667253"/>
                  <a:gd name="connsiteX10" fmla="*/ 147720 w 411816"/>
                  <a:gd name="connsiteY10" fmla="*/ 297207 h 667253"/>
                  <a:gd name="connsiteX11" fmla="*/ 192312 w 411816"/>
                  <a:gd name="connsiteY11" fmla="*/ 222888 h 667253"/>
                  <a:gd name="connsiteX12" fmla="*/ 237778 w 411816"/>
                  <a:gd name="connsiteY12" fmla="*/ 159935 h 667253"/>
                  <a:gd name="connsiteX13" fmla="*/ 354066 w 411816"/>
                  <a:gd name="connsiteY13" fmla="*/ 38401 h 667253"/>
                  <a:gd name="connsiteX14" fmla="*/ 411773 w 411816"/>
                  <a:gd name="connsiteY14" fmla="*/ -70 h 66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815" h="667253">
                    <a:moveTo>
                      <a:pt x="411773" y="-70"/>
                    </a:moveTo>
                    <a:cubicBezTo>
                      <a:pt x="256244" y="98923"/>
                      <a:pt x="138111" y="246897"/>
                      <a:pt x="76024" y="420490"/>
                    </a:cubicBezTo>
                    <a:lnTo>
                      <a:pt x="60286" y="461584"/>
                    </a:lnTo>
                    <a:cubicBezTo>
                      <a:pt x="47171" y="498307"/>
                      <a:pt x="34055" y="535029"/>
                      <a:pt x="21814" y="572626"/>
                    </a:cubicBezTo>
                    <a:cubicBezTo>
                      <a:pt x="9539" y="600290"/>
                      <a:pt x="2142" y="629870"/>
                      <a:pt x="-44" y="660061"/>
                    </a:cubicBezTo>
                    <a:cubicBezTo>
                      <a:pt x="-44" y="660061"/>
                      <a:pt x="11322" y="665307"/>
                      <a:pt x="11322" y="667056"/>
                    </a:cubicBezTo>
                    <a:cubicBezTo>
                      <a:pt x="11322" y="668804"/>
                      <a:pt x="11322" y="652192"/>
                      <a:pt x="11322" y="645197"/>
                    </a:cubicBezTo>
                    <a:cubicBezTo>
                      <a:pt x="11322" y="638202"/>
                      <a:pt x="20066" y="613720"/>
                      <a:pt x="24437" y="597982"/>
                    </a:cubicBezTo>
                    <a:cubicBezTo>
                      <a:pt x="35804" y="559511"/>
                      <a:pt x="49794" y="521914"/>
                      <a:pt x="62909" y="484317"/>
                    </a:cubicBezTo>
                    <a:cubicBezTo>
                      <a:pt x="74651" y="448486"/>
                      <a:pt x="88667" y="413442"/>
                      <a:pt x="104877" y="379396"/>
                    </a:cubicBezTo>
                    <a:cubicBezTo>
                      <a:pt x="117992" y="351417"/>
                      <a:pt x="134605" y="325186"/>
                      <a:pt x="147720" y="297207"/>
                    </a:cubicBezTo>
                    <a:cubicBezTo>
                      <a:pt x="159839" y="270890"/>
                      <a:pt x="174790" y="245970"/>
                      <a:pt x="192312" y="222888"/>
                    </a:cubicBezTo>
                    <a:cubicBezTo>
                      <a:pt x="208050" y="201904"/>
                      <a:pt x="222040" y="179170"/>
                      <a:pt x="237778" y="159935"/>
                    </a:cubicBezTo>
                    <a:cubicBezTo>
                      <a:pt x="272664" y="115885"/>
                      <a:pt x="311599" y="75193"/>
                      <a:pt x="354066" y="38401"/>
                    </a:cubicBezTo>
                    <a:cubicBezTo>
                      <a:pt x="372226" y="24035"/>
                      <a:pt x="391523" y="11165"/>
                      <a:pt x="411773" y="-70"/>
                    </a:cubicBezTo>
                    <a:close/>
                  </a:path>
                </a:pathLst>
              </a:custGeom>
              <a:solidFill>
                <a:srgbClr val="FFFFFF">
                  <a:alpha val="20000"/>
                </a:srgbClr>
              </a:solidFill>
              <a:ln w="87213" cap="flat">
                <a:noFill/>
                <a:prstDash val="solid"/>
                <a:miter/>
              </a:ln>
            </p:spPr>
            <p:txBody>
              <a:bodyPr rtlCol="0" anchor="ctr"/>
              <a:lstStyle/>
              <a:p>
                <a:endParaRPr lang="en-IN" dirty="0"/>
              </a:p>
            </p:txBody>
          </p:sp>
          <p:sp>
            <p:nvSpPr>
              <p:cNvPr id="2570" name="Freeform: Shape 2569">
                <a:extLst>
                  <a:ext uri="{FF2B5EF4-FFF2-40B4-BE49-F238E27FC236}">
                    <a16:creationId xmlns:a16="http://schemas.microsoft.com/office/drawing/2014/main" id="{AE86D479-53C3-EE1E-59A7-C114041D9F04}"/>
                  </a:ext>
                </a:extLst>
              </p:cNvPr>
              <p:cNvSpPr/>
              <p:nvPr/>
            </p:nvSpPr>
            <p:spPr>
              <a:xfrm>
                <a:off x="3180411" y="4919602"/>
                <a:ext cx="253560" cy="354984"/>
              </a:xfrm>
              <a:custGeom>
                <a:avLst/>
                <a:gdLst>
                  <a:gd name="connsiteX0" fmla="*/ 253516 w 253560"/>
                  <a:gd name="connsiteY0" fmla="*/ -70 h 354984"/>
                  <a:gd name="connsiteX1" fmla="*/ -44 w 253560"/>
                  <a:gd name="connsiteY1" fmla="*/ 349668 h 354984"/>
                  <a:gd name="connsiteX2" fmla="*/ 16569 w 253560"/>
                  <a:gd name="connsiteY2" fmla="*/ 354914 h 354984"/>
                  <a:gd name="connsiteX3" fmla="*/ 253516 w 253560"/>
                  <a:gd name="connsiteY3" fmla="*/ -70 h 354984"/>
                </a:gdLst>
                <a:ahLst/>
                <a:cxnLst>
                  <a:cxn ang="0">
                    <a:pos x="connsiteX0" y="connsiteY0"/>
                  </a:cxn>
                  <a:cxn ang="0">
                    <a:pos x="connsiteX1" y="connsiteY1"/>
                  </a:cxn>
                  <a:cxn ang="0">
                    <a:pos x="connsiteX2" y="connsiteY2"/>
                  </a:cxn>
                  <a:cxn ang="0">
                    <a:pos x="connsiteX3" y="connsiteY3"/>
                  </a:cxn>
                </a:cxnLst>
                <a:rect l="l" t="t" r="r" b="b"/>
                <a:pathLst>
                  <a:path w="253559" h="354984">
                    <a:moveTo>
                      <a:pt x="253516" y="-70"/>
                    </a:moveTo>
                    <a:cubicBezTo>
                      <a:pt x="179503" y="123772"/>
                      <a:pt x="94648" y="240812"/>
                      <a:pt x="-44" y="349668"/>
                    </a:cubicBezTo>
                    <a:lnTo>
                      <a:pt x="16569" y="354914"/>
                    </a:lnTo>
                    <a:cubicBezTo>
                      <a:pt x="107369" y="244922"/>
                      <a:pt x="186760" y="125975"/>
                      <a:pt x="253516" y="-70"/>
                    </a:cubicBezTo>
                    <a:close/>
                  </a:path>
                </a:pathLst>
              </a:custGeom>
              <a:solidFill>
                <a:schemeClr val="accent3"/>
              </a:solidFill>
              <a:ln w="87213" cap="flat">
                <a:noFill/>
                <a:prstDash val="solid"/>
                <a:miter/>
              </a:ln>
            </p:spPr>
            <p:txBody>
              <a:bodyPr rtlCol="0" anchor="ctr"/>
              <a:lstStyle/>
              <a:p>
                <a:endParaRPr lang="en-IN" dirty="0"/>
              </a:p>
            </p:txBody>
          </p:sp>
          <p:grpSp>
            <p:nvGrpSpPr>
              <p:cNvPr id="2571" name="Graphic 15">
                <a:extLst>
                  <a:ext uri="{FF2B5EF4-FFF2-40B4-BE49-F238E27FC236}">
                    <a16:creationId xmlns:a16="http://schemas.microsoft.com/office/drawing/2014/main" id="{48F718D9-C54F-9B23-B069-829C8D297390}"/>
                  </a:ext>
                </a:extLst>
              </p:cNvPr>
              <p:cNvGrpSpPr/>
              <p:nvPr/>
            </p:nvGrpSpPr>
            <p:grpSpPr>
              <a:xfrm>
                <a:off x="2367359" y="3860892"/>
                <a:ext cx="290253" cy="284813"/>
                <a:chOff x="2367359" y="3860892"/>
                <a:chExt cx="290253" cy="284813"/>
              </a:xfrm>
            </p:grpSpPr>
            <p:sp>
              <p:nvSpPr>
                <p:cNvPr id="2842" name="Freeform: Shape 2841">
                  <a:extLst>
                    <a:ext uri="{FF2B5EF4-FFF2-40B4-BE49-F238E27FC236}">
                      <a16:creationId xmlns:a16="http://schemas.microsoft.com/office/drawing/2014/main" id="{3B60D681-8D0C-B750-C458-541EEB8E8548}"/>
                    </a:ext>
                  </a:extLst>
                </p:cNvPr>
                <p:cNvSpPr/>
                <p:nvPr/>
              </p:nvSpPr>
              <p:spPr>
                <a:xfrm>
                  <a:off x="2367359" y="3860892"/>
                  <a:ext cx="290253" cy="284813"/>
                </a:xfrm>
                <a:custGeom>
                  <a:avLst/>
                  <a:gdLst>
                    <a:gd name="connsiteX0" fmla="*/ 218453 w 290253"/>
                    <a:gd name="connsiteY0" fmla="*/ 23415 h 284813"/>
                    <a:gd name="connsiteX1" fmla="*/ 286652 w 290253"/>
                    <a:gd name="connsiteY1" fmla="*/ 110849 h 284813"/>
                    <a:gd name="connsiteX2" fmla="*/ 280532 w 290253"/>
                    <a:gd name="connsiteY2" fmla="*/ 189540 h 284813"/>
                    <a:gd name="connsiteX3" fmla="*/ 193097 w 290253"/>
                    <a:gd name="connsiteY3" fmla="*/ 276974 h 284813"/>
                    <a:gd name="connsiteX4" fmla="*/ 91672 w 290253"/>
                    <a:gd name="connsiteY4" fmla="*/ 271728 h 284813"/>
                    <a:gd name="connsiteX5" fmla="*/ 12107 w 290253"/>
                    <a:gd name="connsiteY5" fmla="*/ 193037 h 284813"/>
                    <a:gd name="connsiteX6" fmla="*/ 12107 w 290253"/>
                    <a:gd name="connsiteY6" fmla="*/ 85493 h 284813"/>
                    <a:gd name="connsiteX7" fmla="*/ 77683 w 290253"/>
                    <a:gd name="connsiteY7" fmla="*/ 14671 h 284813"/>
                    <a:gd name="connsiteX8" fmla="*/ 187851 w 290253"/>
                    <a:gd name="connsiteY8" fmla="*/ 9425 h 284813"/>
                    <a:gd name="connsiteX9" fmla="*/ 218453 w 290253"/>
                    <a:gd name="connsiteY9" fmla="*/ 23415 h 28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0253" h="284813">
                      <a:moveTo>
                        <a:pt x="218453" y="23415"/>
                      </a:moveTo>
                      <a:cubicBezTo>
                        <a:pt x="251739" y="42528"/>
                        <a:pt x="276212" y="73917"/>
                        <a:pt x="286652" y="110849"/>
                      </a:cubicBezTo>
                      <a:cubicBezTo>
                        <a:pt x="292973" y="137070"/>
                        <a:pt x="290831" y="164613"/>
                        <a:pt x="280532" y="189540"/>
                      </a:cubicBezTo>
                      <a:cubicBezTo>
                        <a:pt x="266786" y="230827"/>
                        <a:pt x="234383" y="263230"/>
                        <a:pt x="193097" y="276974"/>
                      </a:cubicBezTo>
                      <a:cubicBezTo>
                        <a:pt x="159959" y="288918"/>
                        <a:pt x="123403" y="287030"/>
                        <a:pt x="91672" y="271728"/>
                      </a:cubicBezTo>
                      <a:cubicBezTo>
                        <a:pt x="55755" y="257110"/>
                        <a:pt x="27128" y="228790"/>
                        <a:pt x="12107" y="193037"/>
                      </a:cubicBezTo>
                      <a:cubicBezTo>
                        <a:pt x="-4095" y="159025"/>
                        <a:pt x="-4095" y="119514"/>
                        <a:pt x="12107" y="85493"/>
                      </a:cubicBezTo>
                      <a:cubicBezTo>
                        <a:pt x="25126" y="55013"/>
                        <a:pt x="48296" y="29989"/>
                        <a:pt x="77683" y="14671"/>
                      </a:cubicBezTo>
                      <a:cubicBezTo>
                        <a:pt x="111914" y="-2956"/>
                        <a:pt x="152099" y="-4862"/>
                        <a:pt x="187851" y="9425"/>
                      </a:cubicBezTo>
                      <a:cubicBezTo>
                        <a:pt x="198859" y="12065"/>
                        <a:pt x="209255" y="16813"/>
                        <a:pt x="218453" y="23415"/>
                      </a:cubicBezTo>
                      <a:close/>
                    </a:path>
                  </a:pathLst>
                </a:custGeom>
                <a:solidFill>
                  <a:srgbClr val="FDFDFD"/>
                </a:solidFill>
                <a:ln w="87213" cap="flat">
                  <a:noFill/>
                  <a:prstDash val="solid"/>
                  <a:miter/>
                </a:ln>
              </p:spPr>
              <p:txBody>
                <a:bodyPr rtlCol="0" anchor="ctr"/>
                <a:lstStyle/>
                <a:p>
                  <a:endParaRPr lang="en-IN" dirty="0"/>
                </a:p>
              </p:txBody>
            </p:sp>
            <p:sp>
              <p:nvSpPr>
                <p:cNvPr id="2843" name="Freeform: Shape 2842">
                  <a:extLst>
                    <a:ext uri="{FF2B5EF4-FFF2-40B4-BE49-F238E27FC236}">
                      <a16:creationId xmlns:a16="http://schemas.microsoft.com/office/drawing/2014/main" id="{71A57EB9-CEA3-D7E0-5115-7E093421D89B}"/>
                    </a:ext>
                  </a:extLst>
                </p:cNvPr>
                <p:cNvSpPr/>
                <p:nvPr/>
              </p:nvSpPr>
              <p:spPr>
                <a:xfrm>
                  <a:off x="2378995" y="3873784"/>
                  <a:ext cx="255342" cy="256349"/>
                </a:xfrm>
                <a:custGeom>
                  <a:avLst/>
                  <a:gdLst>
                    <a:gd name="connsiteX0" fmla="*/ 21455 w 255342"/>
                    <a:gd name="connsiteY0" fmla="*/ 57737 h 256349"/>
                    <a:gd name="connsiteX1" fmla="*/ 194104 w 255342"/>
                    <a:gd name="connsiteY1" fmla="*/ 19563 h 256349"/>
                    <a:gd name="connsiteX2" fmla="*/ 196325 w 255342"/>
                    <a:gd name="connsiteY2" fmla="*/ 21014 h 256349"/>
                    <a:gd name="connsiteX3" fmla="*/ 235224 w 255342"/>
                    <a:gd name="connsiteY3" fmla="*/ 197300 h 256349"/>
                    <a:gd name="connsiteX4" fmla="*/ 58930 w 255342"/>
                    <a:gd name="connsiteY4" fmla="*/ 236199 h 256349"/>
                    <a:gd name="connsiteX5" fmla="*/ 20030 w 255342"/>
                    <a:gd name="connsiteY5" fmla="*/ 59914 h 256349"/>
                    <a:gd name="connsiteX6" fmla="*/ 21455 w 255342"/>
                    <a:gd name="connsiteY6" fmla="*/ 57737 h 25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2" h="256349">
                      <a:moveTo>
                        <a:pt x="21455" y="57737"/>
                      </a:moveTo>
                      <a:cubicBezTo>
                        <a:pt x="58589" y="-477"/>
                        <a:pt x="135890" y="-17571"/>
                        <a:pt x="194104" y="19563"/>
                      </a:cubicBezTo>
                      <a:cubicBezTo>
                        <a:pt x="194856" y="20044"/>
                        <a:pt x="195590" y="20525"/>
                        <a:pt x="196325" y="21014"/>
                      </a:cubicBezTo>
                      <a:cubicBezTo>
                        <a:pt x="255745" y="58952"/>
                        <a:pt x="273162" y="137879"/>
                        <a:pt x="235224" y="197300"/>
                      </a:cubicBezTo>
                      <a:cubicBezTo>
                        <a:pt x="197286" y="256729"/>
                        <a:pt x="118359" y="274146"/>
                        <a:pt x="58930" y="236199"/>
                      </a:cubicBezTo>
                      <a:cubicBezTo>
                        <a:pt x="-491" y="198261"/>
                        <a:pt x="-17908" y="119335"/>
                        <a:pt x="20030" y="59914"/>
                      </a:cubicBezTo>
                      <a:cubicBezTo>
                        <a:pt x="20502" y="59179"/>
                        <a:pt x="20974" y="58454"/>
                        <a:pt x="21455" y="57737"/>
                      </a:cubicBezTo>
                      <a:close/>
                    </a:path>
                  </a:pathLst>
                </a:custGeom>
                <a:solidFill>
                  <a:srgbClr val="FBFBFC"/>
                </a:solidFill>
                <a:ln w="87213" cap="flat">
                  <a:noFill/>
                  <a:prstDash val="solid"/>
                  <a:miter/>
                </a:ln>
              </p:spPr>
              <p:txBody>
                <a:bodyPr rtlCol="0" anchor="ctr"/>
                <a:lstStyle/>
                <a:p>
                  <a:endParaRPr lang="en-IN" dirty="0"/>
                </a:p>
              </p:txBody>
            </p:sp>
            <p:sp>
              <p:nvSpPr>
                <p:cNvPr id="2844" name="Freeform: Shape 2843">
                  <a:extLst>
                    <a:ext uri="{FF2B5EF4-FFF2-40B4-BE49-F238E27FC236}">
                      <a16:creationId xmlns:a16="http://schemas.microsoft.com/office/drawing/2014/main" id="{5F277565-4571-B76B-B2C2-C4C7612AB4EB}"/>
                    </a:ext>
                  </a:extLst>
                </p:cNvPr>
                <p:cNvSpPr/>
                <p:nvPr/>
              </p:nvSpPr>
              <p:spPr>
                <a:xfrm>
                  <a:off x="2392820" y="3880400"/>
                  <a:ext cx="246583" cy="246587"/>
                </a:xfrm>
                <a:custGeom>
                  <a:avLst/>
                  <a:gdLst>
                    <a:gd name="connsiteX0" fmla="*/ 226217 w 246583"/>
                    <a:gd name="connsiteY0" fmla="*/ 191016 h 246587"/>
                    <a:gd name="connsiteX1" fmla="*/ 55457 w 246583"/>
                    <a:gd name="connsiteY1" fmla="*/ 226191 h 246587"/>
                    <a:gd name="connsiteX2" fmla="*/ 51348 w 246583"/>
                    <a:gd name="connsiteY2" fmla="*/ 223367 h 246587"/>
                    <a:gd name="connsiteX3" fmla="*/ 23106 w 246583"/>
                    <a:gd name="connsiteY3" fmla="*/ 51322 h 246587"/>
                    <a:gd name="connsiteX4" fmla="*/ 195151 w 246583"/>
                    <a:gd name="connsiteY4" fmla="*/ 23081 h 246587"/>
                    <a:gd name="connsiteX5" fmla="*/ 226217 w 246583"/>
                    <a:gd name="connsiteY5" fmla="*/ 191016 h 24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83" h="246587">
                      <a:moveTo>
                        <a:pt x="226217" y="191016"/>
                      </a:moveTo>
                      <a:cubicBezTo>
                        <a:pt x="188777" y="247883"/>
                        <a:pt x="112325" y="263630"/>
                        <a:pt x="55457" y="226191"/>
                      </a:cubicBezTo>
                      <a:cubicBezTo>
                        <a:pt x="54067" y="225273"/>
                        <a:pt x="52694" y="224337"/>
                        <a:pt x="51348" y="223367"/>
                      </a:cubicBezTo>
                      <a:cubicBezTo>
                        <a:pt x="-3963" y="183654"/>
                        <a:pt x="-16606" y="106633"/>
                        <a:pt x="23106" y="51322"/>
                      </a:cubicBezTo>
                      <a:cubicBezTo>
                        <a:pt x="62810" y="-3989"/>
                        <a:pt x="139840" y="-16632"/>
                        <a:pt x="195151" y="23081"/>
                      </a:cubicBezTo>
                      <a:cubicBezTo>
                        <a:pt x="248880" y="61657"/>
                        <a:pt x="262590" y="135766"/>
                        <a:pt x="226217" y="191016"/>
                      </a:cubicBezTo>
                      <a:close/>
                    </a:path>
                  </a:pathLst>
                </a:custGeom>
                <a:solidFill>
                  <a:srgbClr val="F7F8F8"/>
                </a:solidFill>
                <a:ln w="87213" cap="flat">
                  <a:noFill/>
                  <a:prstDash val="solid"/>
                  <a:miter/>
                </a:ln>
              </p:spPr>
              <p:txBody>
                <a:bodyPr rtlCol="0" anchor="ctr"/>
                <a:lstStyle/>
                <a:p>
                  <a:endParaRPr lang="en-IN" dirty="0"/>
                </a:p>
              </p:txBody>
            </p:sp>
            <p:sp>
              <p:nvSpPr>
                <p:cNvPr id="2845" name="Freeform: Shape 2844">
                  <a:extLst>
                    <a:ext uri="{FF2B5EF4-FFF2-40B4-BE49-F238E27FC236}">
                      <a16:creationId xmlns:a16="http://schemas.microsoft.com/office/drawing/2014/main" id="{D22C0FBD-05E5-252F-4F0F-99E801EB1C9F}"/>
                    </a:ext>
                  </a:extLst>
                </p:cNvPr>
                <p:cNvSpPr/>
                <p:nvPr/>
              </p:nvSpPr>
              <p:spPr>
                <a:xfrm>
                  <a:off x="2388106" y="3878438"/>
                  <a:ext cx="245927" cy="244895"/>
                </a:xfrm>
                <a:custGeom>
                  <a:avLst/>
                  <a:gdLst>
                    <a:gd name="connsiteX0" fmla="*/ 228309 w 245927"/>
                    <a:gd name="connsiteY0" fmla="*/ 190355 h 244895"/>
                    <a:gd name="connsiteX1" fmla="*/ 79670 w 245927"/>
                    <a:gd name="connsiteY1" fmla="*/ 234072 h 244895"/>
                    <a:gd name="connsiteX2" fmla="*/ 8848 w 245927"/>
                    <a:gd name="connsiteY2" fmla="*/ 158879 h 244895"/>
                    <a:gd name="connsiteX3" fmla="*/ 8848 w 245927"/>
                    <a:gd name="connsiteY3" fmla="*/ 71445 h 244895"/>
                    <a:gd name="connsiteX4" fmla="*/ 162418 w 245927"/>
                    <a:gd name="connsiteY4" fmla="*/ 9235 h 244895"/>
                    <a:gd name="connsiteX5" fmla="*/ 162733 w 245927"/>
                    <a:gd name="connsiteY5" fmla="*/ 9365 h 244895"/>
                    <a:gd name="connsiteX6" fmla="*/ 236178 w 245927"/>
                    <a:gd name="connsiteY6" fmla="*/ 83685 h 244895"/>
                    <a:gd name="connsiteX7" fmla="*/ 228309 w 245927"/>
                    <a:gd name="connsiteY7" fmla="*/ 190355 h 24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927" h="244895">
                      <a:moveTo>
                        <a:pt x="228309" y="190355"/>
                      </a:moveTo>
                      <a:cubicBezTo>
                        <a:pt x="196596" y="239957"/>
                        <a:pt x="133189" y="258607"/>
                        <a:pt x="79670" y="234072"/>
                      </a:cubicBezTo>
                      <a:cubicBezTo>
                        <a:pt x="46331" y="220389"/>
                        <a:pt x="20512" y="192979"/>
                        <a:pt x="8848" y="158879"/>
                      </a:cubicBezTo>
                      <a:cubicBezTo>
                        <a:pt x="-3008" y="130943"/>
                        <a:pt x="-3008" y="99380"/>
                        <a:pt x="8848" y="71445"/>
                      </a:cubicBezTo>
                      <a:cubicBezTo>
                        <a:pt x="34073" y="11858"/>
                        <a:pt x="102831" y="-15999"/>
                        <a:pt x="162418" y="9235"/>
                      </a:cubicBezTo>
                      <a:cubicBezTo>
                        <a:pt x="162523" y="9278"/>
                        <a:pt x="162628" y="9322"/>
                        <a:pt x="162733" y="9365"/>
                      </a:cubicBezTo>
                      <a:cubicBezTo>
                        <a:pt x="196631" y="22621"/>
                        <a:pt x="223325" y="49629"/>
                        <a:pt x="236178" y="83685"/>
                      </a:cubicBezTo>
                      <a:cubicBezTo>
                        <a:pt x="251496" y="118335"/>
                        <a:pt x="248541" y="158328"/>
                        <a:pt x="228309" y="190355"/>
                      </a:cubicBezTo>
                      <a:close/>
                    </a:path>
                  </a:pathLst>
                </a:custGeom>
                <a:solidFill>
                  <a:srgbClr val="F7F7F8"/>
                </a:solidFill>
                <a:ln w="87213" cap="flat">
                  <a:noFill/>
                  <a:prstDash val="solid"/>
                  <a:miter/>
                </a:ln>
              </p:spPr>
              <p:txBody>
                <a:bodyPr rtlCol="0" anchor="ctr"/>
                <a:lstStyle/>
                <a:p>
                  <a:endParaRPr lang="en-IN" dirty="0"/>
                </a:p>
              </p:txBody>
            </p:sp>
            <p:sp>
              <p:nvSpPr>
                <p:cNvPr id="2846" name="Freeform: Shape 2845">
                  <a:extLst>
                    <a:ext uri="{FF2B5EF4-FFF2-40B4-BE49-F238E27FC236}">
                      <a16:creationId xmlns:a16="http://schemas.microsoft.com/office/drawing/2014/main" id="{547B7CA6-38FD-06E8-B8CF-09C8529702CD}"/>
                    </a:ext>
                  </a:extLst>
                </p:cNvPr>
                <p:cNvSpPr/>
                <p:nvPr/>
              </p:nvSpPr>
              <p:spPr>
                <a:xfrm>
                  <a:off x="2432846" y="4033015"/>
                  <a:ext cx="194104" cy="86533"/>
                </a:xfrm>
                <a:custGeom>
                  <a:avLst/>
                  <a:gdLst>
                    <a:gd name="connsiteX0" fmla="*/ 194060 w 194104"/>
                    <a:gd name="connsiteY0" fmla="*/ -70 h 86533"/>
                    <a:gd name="connsiteX1" fmla="*/ 159961 w 194104"/>
                    <a:gd name="connsiteY1" fmla="*/ 57636 h 86533"/>
                    <a:gd name="connsiteX2" fmla="*/ 36679 w 194104"/>
                    <a:gd name="connsiteY2" fmla="*/ 75998 h 86533"/>
                    <a:gd name="connsiteX3" fmla="*/ -44 w 194104"/>
                    <a:gd name="connsiteY3" fmla="*/ 51516 h 86533"/>
                    <a:gd name="connsiteX4" fmla="*/ -44 w 194104"/>
                    <a:gd name="connsiteY4" fmla="*/ 51516 h 86533"/>
                    <a:gd name="connsiteX5" fmla="*/ 11322 w 194104"/>
                    <a:gd name="connsiteY5" fmla="*/ 57636 h 86533"/>
                    <a:gd name="connsiteX6" fmla="*/ 98757 w 194104"/>
                    <a:gd name="connsiteY6" fmla="*/ 79495 h 86533"/>
                    <a:gd name="connsiteX7" fmla="*/ 160836 w 194104"/>
                    <a:gd name="connsiteY7" fmla="*/ 44522 h 86533"/>
                    <a:gd name="connsiteX8" fmla="*/ 176574 w 194104"/>
                    <a:gd name="connsiteY8" fmla="*/ 24412 h 86533"/>
                    <a:gd name="connsiteX9" fmla="*/ 184443 w 194104"/>
                    <a:gd name="connsiteY9" fmla="*/ 4302 h 8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4104" h="86533">
                      <a:moveTo>
                        <a:pt x="194060" y="-70"/>
                      </a:moveTo>
                      <a:cubicBezTo>
                        <a:pt x="190213" y="22715"/>
                        <a:pt x="178069" y="43271"/>
                        <a:pt x="159961" y="57636"/>
                      </a:cubicBezTo>
                      <a:cubicBezTo>
                        <a:pt x="126185" y="87749"/>
                        <a:pt x="77764" y="94963"/>
                        <a:pt x="36679" y="75998"/>
                      </a:cubicBezTo>
                      <a:cubicBezTo>
                        <a:pt x="22549" y="71111"/>
                        <a:pt x="9897" y="62682"/>
                        <a:pt x="-44" y="51516"/>
                      </a:cubicBezTo>
                      <a:lnTo>
                        <a:pt x="-44" y="51516"/>
                      </a:lnTo>
                      <a:cubicBezTo>
                        <a:pt x="-44" y="51516"/>
                        <a:pt x="6951" y="51516"/>
                        <a:pt x="11322" y="57636"/>
                      </a:cubicBezTo>
                      <a:cubicBezTo>
                        <a:pt x="36425" y="76199"/>
                        <a:pt x="67867" y="84059"/>
                        <a:pt x="98757" y="79495"/>
                      </a:cubicBezTo>
                      <a:cubicBezTo>
                        <a:pt x="122871" y="75369"/>
                        <a:pt x="144809" y="63005"/>
                        <a:pt x="160836" y="44522"/>
                      </a:cubicBezTo>
                      <a:cubicBezTo>
                        <a:pt x="167367" y="38926"/>
                        <a:pt x="172718" y="32097"/>
                        <a:pt x="176574" y="24412"/>
                      </a:cubicBezTo>
                      <a:cubicBezTo>
                        <a:pt x="178664" y="17513"/>
                        <a:pt x="181295" y="10789"/>
                        <a:pt x="184443" y="4302"/>
                      </a:cubicBezTo>
                      <a:close/>
                    </a:path>
                  </a:pathLst>
                </a:custGeom>
                <a:solidFill>
                  <a:srgbClr val="F2F2F4"/>
                </a:solidFill>
                <a:ln w="87213" cap="flat">
                  <a:noFill/>
                  <a:prstDash val="solid"/>
                  <a:miter/>
                </a:ln>
              </p:spPr>
              <p:txBody>
                <a:bodyPr rtlCol="0" anchor="ctr"/>
                <a:lstStyle/>
                <a:p>
                  <a:endParaRPr lang="en-IN" dirty="0"/>
                </a:p>
              </p:txBody>
            </p:sp>
            <p:sp>
              <p:nvSpPr>
                <p:cNvPr id="2847" name="Freeform: Shape 2846">
                  <a:extLst>
                    <a:ext uri="{FF2B5EF4-FFF2-40B4-BE49-F238E27FC236}">
                      <a16:creationId xmlns:a16="http://schemas.microsoft.com/office/drawing/2014/main" id="{C5E68E9D-0966-6672-FBA2-CC6C8B61C1C9}"/>
                    </a:ext>
                  </a:extLst>
                </p:cNvPr>
                <p:cNvSpPr/>
                <p:nvPr/>
              </p:nvSpPr>
              <p:spPr>
                <a:xfrm>
                  <a:off x="2449458" y="3886125"/>
                  <a:ext cx="167000" cy="66450"/>
                </a:xfrm>
                <a:custGeom>
                  <a:avLst/>
                  <a:gdLst>
                    <a:gd name="connsiteX0" fmla="*/ -44 w 167000"/>
                    <a:gd name="connsiteY0" fmla="*/ 18291 h 66450"/>
                    <a:gd name="connsiteX1" fmla="*/ 38427 w 167000"/>
                    <a:gd name="connsiteY1" fmla="*/ 1679 h 66450"/>
                    <a:gd name="connsiteX2" fmla="*/ 102254 w 167000"/>
                    <a:gd name="connsiteY2" fmla="*/ 8673 h 66450"/>
                    <a:gd name="connsiteX3" fmla="*/ 166956 w 167000"/>
                    <a:gd name="connsiteY3" fmla="*/ 66381 h 66450"/>
                    <a:gd name="connsiteX4" fmla="*/ 166956 w 167000"/>
                    <a:gd name="connsiteY4" fmla="*/ 66381 h 66450"/>
                    <a:gd name="connsiteX5" fmla="*/ 152966 w 167000"/>
                    <a:gd name="connsiteY5" fmla="*/ 46270 h 66450"/>
                    <a:gd name="connsiteX6" fmla="*/ 131982 w 167000"/>
                    <a:gd name="connsiteY6" fmla="*/ 26161 h 66450"/>
                    <a:gd name="connsiteX7" fmla="*/ 116244 w 167000"/>
                    <a:gd name="connsiteY7" fmla="*/ 15668 h 66450"/>
                    <a:gd name="connsiteX8" fmla="*/ 116244 w 167000"/>
                    <a:gd name="connsiteY8" fmla="*/ 15668 h 66450"/>
                    <a:gd name="connsiteX9" fmla="*/ 13071 w 167000"/>
                    <a:gd name="connsiteY9" fmla="*/ 15668 h 66450"/>
                    <a:gd name="connsiteX10" fmla="*/ 1705 w 167000"/>
                    <a:gd name="connsiteY10" fmla="*/ 15668 h 66450"/>
                    <a:gd name="connsiteX11" fmla="*/ -44 w 167000"/>
                    <a:gd name="connsiteY11" fmla="*/ 18291 h 6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000" h="66450">
                      <a:moveTo>
                        <a:pt x="-44" y="18291"/>
                      </a:moveTo>
                      <a:cubicBezTo>
                        <a:pt x="10754" y="8901"/>
                        <a:pt x="24193" y="3095"/>
                        <a:pt x="38427" y="1679"/>
                      </a:cubicBezTo>
                      <a:cubicBezTo>
                        <a:pt x="59936" y="-2124"/>
                        <a:pt x="82083" y="306"/>
                        <a:pt x="102254" y="8673"/>
                      </a:cubicBezTo>
                      <a:cubicBezTo>
                        <a:pt x="130093" y="19445"/>
                        <a:pt x="153089" y="39949"/>
                        <a:pt x="166956" y="66381"/>
                      </a:cubicBezTo>
                      <a:lnTo>
                        <a:pt x="166956" y="66381"/>
                      </a:lnTo>
                      <a:cubicBezTo>
                        <a:pt x="161710" y="60260"/>
                        <a:pt x="158213" y="52391"/>
                        <a:pt x="152966" y="46270"/>
                      </a:cubicBezTo>
                      <a:cubicBezTo>
                        <a:pt x="146628" y="38917"/>
                        <a:pt x="139597" y="32184"/>
                        <a:pt x="131982" y="26161"/>
                      </a:cubicBezTo>
                      <a:cubicBezTo>
                        <a:pt x="127453" y="21693"/>
                        <a:pt x="122111" y="18125"/>
                        <a:pt x="116244" y="15668"/>
                      </a:cubicBezTo>
                      <a:lnTo>
                        <a:pt x="116244" y="15668"/>
                      </a:lnTo>
                      <a:cubicBezTo>
                        <a:pt x="84059" y="-1740"/>
                        <a:pt x="45255" y="-1740"/>
                        <a:pt x="13071" y="15668"/>
                      </a:cubicBezTo>
                      <a:cubicBezTo>
                        <a:pt x="13071" y="15668"/>
                        <a:pt x="6950" y="20914"/>
                        <a:pt x="1705" y="15668"/>
                      </a:cubicBezTo>
                      <a:lnTo>
                        <a:pt x="-44" y="18291"/>
                      </a:lnTo>
                      <a:close/>
                    </a:path>
                  </a:pathLst>
                </a:custGeom>
                <a:solidFill>
                  <a:srgbClr val="F1F2F3"/>
                </a:solidFill>
                <a:ln w="87213" cap="flat">
                  <a:noFill/>
                  <a:prstDash val="solid"/>
                  <a:miter/>
                </a:ln>
              </p:spPr>
              <p:txBody>
                <a:bodyPr rtlCol="0" anchor="ctr"/>
                <a:lstStyle/>
                <a:p>
                  <a:endParaRPr lang="en-IN" dirty="0"/>
                </a:p>
              </p:txBody>
            </p:sp>
            <p:sp>
              <p:nvSpPr>
                <p:cNvPr id="2848" name="Freeform: Shape 2847">
                  <a:extLst>
                    <a:ext uri="{FF2B5EF4-FFF2-40B4-BE49-F238E27FC236}">
                      <a16:creationId xmlns:a16="http://schemas.microsoft.com/office/drawing/2014/main" id="{79CFBCDA-281B-4D7E-DB57-4429D2DCE418}"/>
                    </a:ext>
                  </a:extLst>
                </p:cNvPr>
                <p:cNvSpPr/>
                <p:nvPr/>
              </p:nvSpPr>
              <p:spPr>
                <a:xfrm>
                  <a:off x="2615620" y="3957821"/>
                  <a:ext cx="13421" cy="82188"/>
                </a:xfrm>
                <a:custGeom>
                  <a:avLst/>
                  <a:gdLst>
                    <a:gd name="connsiteX0" fmla="*/ 794 w 13421"/>
                    <a:gd name="connsiteY0" fmla="*/ -70 h 82188"/>
                    <a:gd name="connsiteX1" fmla="*/ 794 w 13421"/>
                    <a:gd name="connsiteY1" fmla="*/ -70 h 82188"/>
                    <a:gd name="connsiteX2" fmla="*/ 8663 w 13421"/>
                    <a:gd name="connsiteY2" fmla="*/ 76872 h 82188"/>
                    <a:gd name="connsiteX3" fmla="*/ 8663 w 13421"/>
                    <a:gd name="connsiteY3" fmla="*/ 82119 h 82188"/>
                    <a:gd name="connsiteX4" fmla="*/ 8663 w 13421"/>
                    <a:gd name="connsiteY4" fmla="*/ 75124 h 82188"/>
                    <a:gd name="connsiteX5" fmla="*/ 2542 w 13421"/>
                    <a:gd name="connsiteY5" fmla="*/ 6050 h 82188"/>
                    <a:gd name="connsiteX6" fmla="*/ 794 w 13421"/>
                    <a:gd name="connsiteY6" fmla="*/ -70 h 8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21" h="82188">
                      <a:moveTo>
                        <a:pt x="794" y="-70"/>
                      </a:moveTo>
                      <a:lnTo>
                        <a:pt x="794" y="-70"/>
                      </a:lnTo>
                      <a:cubicBezTo>
                        <a:pt x="14171" y="23310"/>
                        <a:pt x="17031" y="51263"/>
                        <a:pt x="8663" y="76872"/>
                      </a:cubicBezTo>
                      <a:lnTo>
                        <a:pt x="8663" y="82119"/>
                      </a:lnTo>
                      <a:cubicBezTo>
                        <a:pt x="8663" y="82119"/>
                        <a:pt x="8663" y="76872"/>
                        <a:pt x="8663" y="75124"/>
                      </a:cubicBezTo>
                      <a:cubicBezTo>
                        <a:pt x="14110" y="52041"/>
                        <a:pt x="11968" y="27813"/>
                        <a:pt x="2542" y="6050"/>
                      </a:cubicBezTo>
                      <a:cubicBezTo>
                        <a:pt x="2542" y="6050"/>
                        <a:pt x="-1829" y="-70"/>
                        <a:pt x="794" y="-70"/>
                      </a:cubicBezTo>
                      <a:close/>
                    </a:path>
                  </a:pathLst>
                </a:custGeom>
                <a:solidFill>
                  <a:srgbClr val="F1F2F3"/>
                </a:solidFill>
                <a:ln w="87213" cap="flat">
                  <a:noFill/>
                  <a:prstDash val="solid"/>
                  <a:miter/>
                </a:ln>
              </p:spPr>
              <p:txBody>
                <a:bodyPr rtlCol="0" anchor="ctr"/>
                <a:lstStyle/>
                <a:p>
                  <a:endParaRPr lang="en-IN" dirty="0"/>
                </a:p>
              </p:txBody>
            </p:sp>
            <p:sp>
              <p:nvSpPr>
                <p:cNvPr id="2849" name="Freeform: Shape 2848">
                  <a:extLst>
                    <a:ext uri="{FF2B5EF4-FFF2-40B4-BE49-F238E27FC236}">
                      <a16:creationId xmlns:a16="http://schemas.microsoft.com/office/drawing/2014/main" id="{3DC15B60-9F92-2A06-21A2-A3F9B2EAA809}"/>
                    </a:ext>
                  </a:extLst>
                </p:cNvPr>
                <p:cNvSpPr/>
                <p:nvPr/>
              </p:nvSpPr>
              <p:spPr>
                <a:xfrm>
                  <a:off x="2400495" y="3904481"/>
                  <a:ext cx="48963" cy="74323"/>
                </a:xfrm>
                <a:custGeom>
                  <a:avLst/>
                  <a:gdLst>
                    <a:gd name="connsiteX0" fmla="*/ 48919 w 48963"/>
                    <a:gd name="connsiteY0" fmla="*/ -65 h 74323"/>
                    <a:gd name="connsiteX1" fmla="*/ 48919 w 48963"/>
                    <a:gd name="connsiteY1" fmla="*/ -65 h 74323"/>
                    <a:gd name="connsiteX2" fmla="*/ 29684 w 48963"/>
                    <a:gd name="connsiteY2" fmla="*/ 20045 h 74323"/>
                    <a:gd name="connsiteX3" fmla="*/ 20940 w 48963"/>
                    <a:gd name="connsiteY3" fmla="*/ 32286 h 74323"/>
                    <a:gd name="connsiteX4" fmla="*/ 20940 w 48963"/>
                    <a:gd name="connsiteY4" fmla="*/ 32286 h 74323"/>
                    <a:gd name="connsiteX5" fmla="*/ 13945 w 48963"/>
                    <a:gd name="connsiteY5" fmla="*/ 45401 h 74323"/>
                    <a:gd name="connsiteX6" fmla="*/ 6076 w 48963"/>
                    <a:gd name="connsiteY6" fmla="*/ 67260 h 74323"/>
                    <a:gd name="connsiteX7" fmla="*/ 6076 w 48963"/>
                    <a:gd name="connsiteY7" fmla="*/ 74254 h 74323"/>
                    <a:gd name="connsiteX8" fmla="*/ 6076 w 48963"/>
                    <a:gd name="connsiteY8" fmla="*/ 74254 h 74323"/>
                    <a:gd name="connsiteX9" fmla="*/ -44 w 48963"/>
                    <a:gd name="connsiteY9" fmla="*/ 53270 h 74323"/>
                    <a:gd name="connsiteX10" fmla="*/ 39301 w 48963"/>
                    <a:gd name="connsiteY10" fmla="*/ 2558 h 74323"/>
                    <a:gd name="connsiteX11" fmla="*/ 48919 w 48963"/>
                    <a:gd name="connsiteY11" fmla="*/ -65 h 7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963" h="74323">
                      <a:moveTo>
                        <a:pt x="48919" y="-65"/>
                      </a:moveTo>
                      <a:lnTo>
                        <a:pt x="48919" y="-65"/>
                      </a:lnTo>
                      <a:cubicBezTo>
                        <a:pt x="44547" y="7804"/>
                        <a:pt x="35804" y="12175"/>
                        <a:pt x="29684" y="20045"/>
                      </a:cubicBezTo>
                      <a:cubicBezTo>
                        <a:pt x="26283" y="23752"/>
                        <a:pt x="23345" y="27870"/>
                        <a:pt x="20940" y="32286"/>
                      </a:cubicBezTo>
                      <a:lnTo>
                        <a:pt x="20940" y="32286"/>
                      </a:lnTo>
                      <a:cubicBezTo>
                        <a:pt x="17941" y="36273"/>
                        <a:pt x="15580" y="40697"/>
                        <a:pt x="13945" y="45401"/>
                      </a:cubicBezTo>
                      <a:cubicBezTo>
                        <a:pt x="10413" y="52325"/>
                        <a:pt x="7773" y="59670"/>
                        <a:pt x="6076" y="67260"/>
                      </a:cubicBezTo>
                      <a:cubicBezTo>
                        <a:pt x="6951" y="69506"/>
                        <a:pt x="6951" y="72007"/>
                        <a:pt x="6076" y="74254"/>
                      </a:cubicBezTo>
                      <a:lnTo>
                        <a:pt x="6076" y="74254"/>
                      </a:lnTo>
                      <a:cubicBezTo>
                        <a:pt x="2395" y="67845"/>
                        <a:pt x="297" y="60649"/>
                        <a:pt x="-44" y="53270"/>
                      </a:cubicBezTo>
                      <a:cubicBezTo>
                        <a:pt x="8131" y="33055"/>
                        <a:pt x="21753" y="15507"/>
                        <a:pt x="39301" y="2558"/>
                      </a:cubicBezTo>
                      <a:cubicBezTo>
                        <a:pt x="42187" y="765"/>
                        <a:pt x="45527" y="-144"/>
                        <a:pt x="48919" y="-65"/>
                      </a:cubicBezTo>
                      <a:close/>
                    </a:path>
                  </a:pathLst>
                </a:custGeom>
                <a:solidFill>
                  <a:srgbClr val="F2F2F4"/>
                </a:solidFill>
                <a:ln w="87213" cap="flat">
                  <a:noFill/>
                  <a:prstDash val="solid"/>
                  <a:miter/>
                </a:ln>
              </p:spPr>
              <p:txBody>
                <a:bodyPr rtlCol="0" anchor="ctr"/>
                <a:lstStyle/>
                <a:p>
                  <a:endParaRPr lang="en-IN" dirty="0"/>
                </a:p>
              </p:txBody>
            </p:sp>
            <p:sp>
              <p:nvSpPr>
                <p:cNvPr id="2850" name="Freeform: Shape 2849">
                  <a:extLst>
                    <a:ext uri="{FF2B5EF4-FFF2-40B4-BE49-F238E27FC236}">
                      <a16:creationId xmlns:a16="http://schemas.microsoft.com/office/drawing/2014/main" id="{15226C2C-8D09-E1FA-AFC2-0B922A045756}"/>
                    </a:ext>
                  </a:extLst>
                </p:cNvPr>
                <p:cNvSpPr/>
                <p:nvPr/>
              </p:nvSpPr>
              <p:spPr>
                <a:xfrm>
                  <a:off x="2411862" y="4058371"/>
                  <a:ext cx="20984" cy="26229"/>
                </a:xfrm>
                <a:custGeom>
                  <a:avLst/>
                  <a:gdLst>
                    <a:gd name="connsiteX0" fmla="*/ 20940 w 20984"/>
                    <a:gd name="connsiteY0" fmla="*/ 26160 h 26229"/>
                    <a:gd name="connsiteX1" fmla="*/ -44 w 20984"/>
                    <a:gd name="connsiteY1" fmla="*/ -70 h 26229"/>
                    <a:gd name="connsiteX2" fmla="*/ -44 w 20984"/>
                    <a:gd name="connsiteY2" fmla="*/ -70 h 26229"/>
                    <a:gd name="connsiteX3" fmla="*/ 16568 w 20984"/>
                    <a:gd name="connsiteY3" fmla="*/ 20914 h 26229"/>
                    <a:gd name="connsiteX4" fmla="*/ 16568 w 20984"/>
                    <a:gd name="connsiteY4" fmla="*/ 20914 h 26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84" h="26229">
                      <a:moveTo>
                        <a:pt x="20940" y="26160"/>
                      </a:moveTo>
                      <a:cubicBezTo>
                        <a:pt x="12057" y="19113"/>
                        <a:pt x="4887" y="10142"/>
                        <a:pt x="-44" y="-70"/>
                      </a:cubicBezTo>
                      <a:lnTo>
                        <a:pt x="-44" y="-70"/>
                      </a:lnTo>
                      <a:cubicBezTo>
                        <a:pt x="4328" y="7799"/>
                        <a:pt x="12197" y="13045"/>
                        <a:pt x="16568" y="20914"/>
                      </a:cubicBezTo>
                      <a:cubicBezTo>
                        <a:pt x="20940" y="28784"/>
                        <a:pt x="16568" y="20914"/>
                        <a:pt x="16568" y="20914"/>
                      </a:cubicBezTo>
                      <a:close/>
                    </a:path>
                  </a:pathLst>
                </a:custGeom>
                <a:solidFill>
                  <a:srgbClr val="F2F2F4"/>
                </a:solidFill>
                <a:ln w="87213" cap="flat">
                  <a:noFill/>
                  <a:prstDash val="solid"/>
                  <a:miter/>
                </a:ln>
              </p:spPr>
              <p:txBody>
                <a:bodyPr rtlCol="0" anchor="ctr"/>
                <a:lstStyle/>
                <a:p>
                  <a:endParaRPr lang="en-IN" dirty="0"/>
                </a:p>
              </p:txBody>
            </p:sp>
            <p:sp>
              <p:nvSpPr>
                <p:cNvPr id="2851" name="Freeform: Shape 2850">
                  <a:extLst>
                    <a:ext uri="{FF2B5EF4-FFF2-40B4-BE49-F238E27FC236}">
                      <a16:creationId xmlns:a16="http://schemas.microsoft.com/office/drawing/2014/main" id="{AE98036F-50A4-C48B-F626-34D5F7DDE58B}"/>
                    </a:ext>
                  </a:extLst>
                </p:cNvPr>
                <p:cNvSpPr/>
                <p:nvPr/>
              </p:nvSpPr>
              <p:spPr>
                <a:xfrm>
                  <a:off x="2400495" y="4032140"/>
                  <a:ext cx="11366" cy="26230"/>
                </a:xfrm>
                <a:custGeom>
                  <a:avLst/>
                  <a:gdLst>
                    <a:gd name="connsiteX0" fmla="*/ 11322 w 11366"/>
                    <a:gd name="connsiteY0" fmla="*/ 26161 h 26230"/>
                    <a:gd name="connsiteX1" fmla="*/ -44 w 11366"/>
                    <a:gd name="connsiteY1" fmla="*/ -70 h 26230"/>
                    <a:gd name="connsiteX2" fmla="*/ -44 w 11366"/>
                    <a:gd name="connsiteY2" fmla="*/ -70 h 26230"/>
                    <a:gd name="connsiteX3" fmla="*/ 10448 w 11366"/>
                    <a:gd name="connsiteY3" fmla="*/ 21789 h 26230"/>
                    <a:gd name="connsiteX4" fmla="*/ 10448 w 11366"/>
                    <a:gd name="connsiteY4" fmla="*/ 26161 h 26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 h="26230">
                      <a:moveTo>
                        <a:pt x="11322" y="26161"/>
                      </a:moveTo>
                      <a:cubicBezTo>
                        <a:pt x="5097" y="18685"/>
                        <a:pt x="1154" y="9583"/>
                        <a:pt x="-44" y="-70"/>
                      </a:cubicBezTo>
                      <a:lnTo>
                        <a:pt x="-44" y="-70"/>
                      </a:lnTo>
                      <a:cubicBezTo>
                        <a:pt x="4835" y="6470"/>
                        <a:pt x="8402" y="13893"/>
                        <a:pt x="10448" y="21789"/>
                      </a:cubicBezTo>
                      <a:cubicBezTo>
                        <a:pt x="11226" y="23144"/>
                        <a:pt x="11226" y="24805"/>
                        <a:pt x="10448" y="26161"/>
                      </a:cubicBezTo>
                      <a:close/>
                    </a:path>
                  </a:pathLst>
                </a:custGeom>
                <a:solidFill>
                  <a:srgbClr val="F2F2F4"/>
                </a:solidFill>
                <a:ln w="87213" cap="flat">
                  <a:noFill/>
                  <a:prstDash val="solid"/>
                  <a:miter/>
                </a:ln>
              </p:spPr>
              <p:txBody>
                <a:bodyPr rtlCol="0" anchor="ctr"/>
                <a:lstStyle/>
                <a:p>
                  <a:endParaRPr lang="en-IN" dirty="0"/>
                </a:p>
              </p:txBody>
            </p:sp>
            <p:sp>
              <p:nvSpPr>
                <p:cNvPr id="2852" name="Freeform: Shape 2851">
                  <a:extLst>
                    <a:ext uri="{FF2B5EF4-FFF2-40B4-BE49-F238E27FC236}">
                      <a16:creationId xmlns:a16="http://schemas.microsoft.com/office/drawing/2014/main" id="{86F12A71-5859-B5F4-908B-694E08EF1164}"/>
                    </a:ext>
                  </a:extLst>
                </p:cNvPr>
                <p:cNvSpPr/>
                <p:nvPr/>
              </p:nvSpPr>
              <p:spPr>
                <a:xfrm>
                  <a:off x="2398829" y="3992795"/>
                  <a:ext cx="3940" cy="21858"/>
                </a:xfrm>
                <a:custGeom>
                  <a:avLst/>
                  <a:gdLst>
                    <a:gd name="connsiteX0" fmla="*/ 1621 w 3940"/>
                    <a:gd name="connsiteY0" fmla="*/ 21789 h 21858"/>
                    <a:gd name="connsiteX1" fmla="*/ 1621 w 3940"/>
                    <a:gd name="connsiteY1" fmla="*/ -70 h 21858"/>
                    <a:gd name="connsiteX2" fmla="*/ 1621 w 3940"/>
                    <a:gd name="connsiteY2" fmla="*/ -70 h 21858"/>
                    <a:gd name="connsiteX3" fmla="*/ 1621 w 3940"/>
                    <a:gd name="connsiteY3" fmla="*/ 20914 h 21858"/>
                  </a:gdLst>
                  <a:ahLst/>
                  <a:cxnLst>
                    <a:cxn ang="0">
                      <a:pos x="connsiteX0" y="connsiteY0"/>
                    </a:cxn>
                    <a:cxn ang="0">
                      <a:pos x="connsiteX1" y="connsiteY1"/>
                    </a:cxn>
                    <a:cxn ang="0">
                      <a:pos x="connsiteX2" y="connsiteY2"/>
                    </a:cxn>
                    <a:cxn ang="0">
                      <a:pos x="connsiteX3" y="connsiteY3"/>
                    </a:cxn>
                  </a:cxnLst>
                  <a:rect l="l" t="t" r="r" b="b"/>
                  <a:pathLst>
                    <a:path w="3939" h="21858">
                      <a:moveTo>
                        <a:pt x="1621" y="21789"/>
                      </a:moveTo>
                      <a:cubicBezTo>
                        <a:pt x="-599" y="14672"/>
                        <a:pt x="-599" y="7047"/>
                        <a:pt x="1621" y="-70"/>
                      </a:cubicBezTo>
                      <a:lnTo>
                        <a:pt x="1621" y="-70"/>
                      </a:lnTo>
                      <a:cubicBezTo>
                        <a:pt x="4655" y="6592"/>
                        <a:pt x="4655" y="14251"/>
                        <a:pt x="1621" y="20914"/>
                      </a:cubicBezTo>
                      <a:close/>
                    </a:path>
                  </a:pathLst>
                </a:custGeom>
                <a:solidFill>
                  <a:srgbClr val="F2F2F4"/>
                </a:solidFill>
                <a:ln w="87213" cap="flat">
                  <a:noFill/>
                  <a:prstDash val="solid"/>
                  <a:miter/>
                </a:ln>
              </p:spPr>
              <p:txBody>
                <a:bodyPr rtlCol="0" anchor="ctr"/>
                <a:lstStyle/>
                <a:p>
                  <a:endParaRPr lang="en-IN" dirty="0"/>
                </a:p>
              </p:txBody>
            </p:sp>
            <p:sp>
              <p:nvSpPr>
                <p:cNvPr id="2853" name="Freeform: Shape 2852">
                  <a:extLst>
                    <a:ext uri="{FF2B5EF4-FFF2-40B4-BE49-F238E27FC236}">
                      <a16:creationId xmlns:a16="http://schemas.microsoft.com/office/drawing/2014/main" id="{80A6F50C-D45C-E42D-80FA-364120AB3C67}"/>
                    </a:ext>
                  </a:extLst>
                </p:cNvPr>
                <p:cNvSpPr/>
                <p:nvPr/>
              </p:nvSpPr>
              <p:spPr>
                <a:xfrm>
                  <a:off x="2398587" y="4014654"/>
                  <a:ext cx="4977" cy="17486"/>
                </a:xfrm>
                <a:custGeom>
                  <a:avLst/>
                  <a:gdLst>
                    <a:gd name="connsiteX0" fmla="*/ 1864 w 4977"/>
                    <a:gd name="connsiteY0" fmla="*/ 17417 h 17486"/>
                    <a:gd name="connsiteX1" fmla="*/ 1864 w 4977"/>
                    <a:gd name="connsiteY1" fmla="*/ -70 h 17486"/>
                    <a:gd name="connsiteX2" fmla="*/ 1864 w 4977"/>
                    <a:gd name="connsiteY2" fmla="*/ -70 h 17486"/>
                    <a:gd name="connsiteX3" fmla="*/ 1864 w 4977"/>
                    <a:gd name="connsiteY3" fmla="*/ 17417 h 17486"/>
                  </a:gdLst>
                  <a:ahLst/>
                  <a:cxnLst>
                    <a:cxn ang="0">
                      <a:pos x="connsiteX0" y="connsiteY0"/>
                    </a:cxn>
                    <a:cxn ang="0">
                      <a:pos x="connsiteX1" y="connsiteY1"/>
                    </a:cxn>
                    <a:cxn ang="0">
                      <a:pos x="connsiteX2" y="connsiteY2"/>
                    </a:cxn>
                    <a:cxn ang="0">
                      <a:pos x="connsiteX3" y="connsiteY3"/>
                    </a:cxn>
                  </a:cxnLst>
                  <a:rect l="l" t="t" r="r" b="b"/>
                  <a:pathLst>
                    <a:path w="4977" h="17486">
                      <a:moveTo>
                        <a:pt x="1864" y="17417"/>
                      </a:moveTo>
                      <a:cubicBezTo>
                        <a:pt x="-680" y="11865"/>
                        <a:pt x="-680" y="5482"/>
                        <a:pt x="1864" y="-70"/>
                      </a:cubicBezTo>
                      <a:lnTo>
                        <a:pt x="1864" y="-70"/>
                      </a:lnTo>
                      <a:cubicBezTo>
                        <a:pt x="5956" y="5045"/>
                        <a:pt x="5956" y="12302"/>
                        <a:pt x="1864" y="17417"/>
                      </a:cubicBezTo>
                      <a:close/>
                    </a:path>
                  </a:pathLst>
                </a:custGeom>
                <a:solidFill>
                  <a:srgbClr val="F2F2F4"/>
                </a:solidFill>
                <a:ln w="87213" cap="flat">
                  <a:noFill/>
                  <a:prstDash val="solid"/>
                  <a:miter/>
                </a:ln>
              </p:spPr>
              <p:txBody>
                <a:bodyPr rtlCol="0" anchor="ctr"/>
                <a:lstStyle/>
                <a:p>
                  <a:endParaRPr lang="en-IN" dirty="0"/>
                </a:p>
              </p:txBody>
            </p:sp>
            <p:sp>
              <p:nvSpPr>
                <p:cNvPr id="2854" name="Freeform: Shape 2853">
                  <a:extLst>
                    <a:ext uri="{FF2B5EF4-FFF2-40B4-BE49-F238E27FC236}">
                      <a16:creationId xmlns:a16="http://schemas.microsoft.com/office/drawing/2014/main" id="{678667AE-8F6B-3D83-99EF-CC8035E95515}"/>
                    </a:ext>
                  </a:extLst>
                </p:cNvPr>
                <p:cNvSpPr/>
                <p:nvPr/>
              </p:nvSpPr>
              <p:spPr>
                <a:xfrm>
                  <a:off x="2399282" y="3984926"/>
                  <a:ext cx="1213" cy="7869"/>
                </a:xfrm>
                <a:custGeom>
                  <a:avLst/>
                  <a:gdLst>
                    <a:gd name="connsiteX0" fmla="*/ 1169 w 1213"/>
                    <a:gd name="connsiteY0" fmla="*/ 7799 h 7869"/>
                    <a:gd name="connsiteX1" fmla="*/ 1169 w 1213"/>
                    <a:gd name="connsiteY1" fmla="*/ -70 h 7869"/>
                    <a:gd name="connsiteX2" fmla="*/ 1169 w 1213"/>
                    <a:gd name="connsiteY2" fmla="*/ -70 h 7869"/>
                    <a:gd name="connsiteX3" fmla="*/ 1169 w 1213"/>
                    <a:gd name="connsiteY3" fmla="*/ 7799 h 7869"/>
                  </a:gdLst>
                  <a:ahLst/>
                  <a:cxnLst>
                    <a:cxn ang="0">
                      <a:pos x="connsiteX0" y="connsiteY0"/>
                    </a:cxn>
                    <a:cxn ang="0">
                      <a:pos x="connsiteX1" y="connsiteY1"/>
                    </a:cxn>
                    <a:cxn ang="0">
                      <a:pos x="connsiteX2" y="connsiteY2"/>
                    </a:cxn>
                    <a:cxn ang="0">
                      <a:pos x="connsiteX3" y="connsiteY3"/>
                    </a:cxn>
                  </a:cxnLst>
                  <a:rect l="l" t="t" r="r" b="b"/>
                  <a:pathLst>
                    <a:path w="1213" h="7869">
                      <a:moveTo>
                        <a:pt x="1169" y="7799"/>
                      </a:moveTo>
                      <a:cubicBezTo>
                        <a:pt x="-449" y="5421"/>
                        <a:pt x="-449" y="2308"/>
                        <a:pt x="1169" y="-70"/>
                      </a:cubicBezTo>
                      <a:lnTo>
                        <a:pt x="1169" y="-70"/>
                      </a:lnTo>
                      <a:cubicBezTo>
                        <a:pt x="1169" y="-70"/>
                        <a:pt x="1169" y="6050"/>
                        <a:pt x="1169" y="7799"/>
                      </a:cubicBezTo>
                      <a:close/>
                    </a:path>
                  </a:pathLst>
                </a:custGeom>
                <a:solidFill>
                  <a:srgbClr val="F2F2F4"/>
                </a:solidFill>
                <a:ln w="87213" cap="flat">
                  <a:noFill/>
                  <a:prstDash val="solid"/>
                  <a:miter/>
                </a:ln>
              </p:spPr>
              <p:txBody>
                <a:bodyPr rtlCol="0" anchor="ctr"/>
                <a:lstStyle/>
                <a:p>
                  <a:endParaRPr lang="en-IN" dirty="0"/>
                </a:p>
              </p:txBody>
            </p:sp>
            <p:sp>
              <p:nvSpPr>
                <p:cNvPr id="2855" name="Freeform: Shape 2854">
                  <a:extLst>
                    <a:ext uri="{FF2B5EF4-FFF2-40B4-BE49-F238E27FC236}">
                      <a16:creationId xmlns:a16="http://schemas.microsoft.com/office/drawing/2014/main" id="{7E7A5E95-6B6D-BB48-99F4-0840E2D3EF45}"/>
                    </a:ext>
                  </a:extLst>
                </p:cNvPr>
                <p:cNvSpPr/>
                <p:nvPr/>
              </p:nvSpPr>
              <p:spPr>
                <a:xfrm>
                  <a:off x="2400495" y="3891864"/>
                  <a:ext cx="163502" cy="224342"/>
                </a:xfrm>
                <a:custGeom>
                  <a:avLst/>
                  <a:gdLst>
                    <a:gd name="connsiteX0" fmla="*/ -44 w 163502"/>
                    <a:gd name="connsiteY0" fmla="*/ 100861 h 224342"/>
                    <a:gd name="connsiteX1" fmla="*/ -44 w 163502"/>
                    <a:gd name="connsiteY1" fmla="*/ 92992 h 224342"/>
                    <a:gd name="connsiteX2" fmla="*/ 10448 w 163502"/>
                    <a:gd name="connsiteY2" fmla="*/ 64139 h 224342"/>
                    <a:gd name="connsiteX3" fmla="*/ 17443 w 163502"/>
                    <a:gd name="connsiteY3" fmla="*/ 49274 h 224342"/>
                    <a:gd name="connsiteX4" fmla="*/ 17443 w 163502"/>
                    <a:gd name="connsiteY4" fmla="*/ 49274 h 224342"/>
                    <a:gd name="connsiteX5" fmla="*/ 27935 w 163502"/>
                    <a:gd name="connsiteY5" fmla="*/ 37034 h 224342"/>
                    <a:gd name="connsiteX6" fmla="*/ 48045 w 163502"/>
                    <a:gd name="connsiteY6" fmla="*/ 17798 h 224342"/>
                    <a:gd name="connsiteX7" fmla="*/ 90013 w 163502"/>
                    <a:gd name="connsiteY7" fmla="*/ 2060 h 224342"/>
                    <a:gd name="connsiteX8" fmla="*/ 163458 w 163502"/>
                    <a:gd name="connsiteY8" fmla="*/ 13427 h 224342"/>
                    <a:gd name="connsiteX9" fmla="*/ 163458 w 163502"/>
                    <a:gd name="connsiteY9" fmla="*/ 13427 h 224342"/>
                    <a:gd name="connsiteX10" fmla="*/ 144223 w 163502"/>
                    <a:gd name="connsiteY10" fmla="*/ 8180 h 224342"/>
                    <a:gd name="connsiteX11" fmla="*/ 132856 w 163502"/>
                    <a:gd name="connsiteY11" fmla="*/ 8180 h 224342"/>
                    <a:gd name="connsiteX12" fmla="*/ 113621 w 163502"/>
                    <a:gd name="connsiteY12" fmla="*/ 8180 h 224342"/>
                    <a:gd name="connsiteX13" fmla="*/ 106626 w 163502"/>
                    <a:gd name="connsiteY13" fmla="*/ 8180 h 224342"/>
                    <a:gd name="connsiteX14" fmla="*/ 97008 w 163502"/>
                    <a:gd name="connsiteY14" fmla="*/ 8180 h 224342"/>
                    <a:gd name="connsiteX15" fmla="*/ 29684 w 163502"/>
                    <a:gd name="connsiteY15" fmla="*/ 45777 h 224342"/>
                    <a:gd name="connsiteX16" fmla="*/ 17443 w 163502"/>
                    <a:gd name="connsiteY16" fmla="*/ 65013 h 224342"/>
                    <a:gd name="connsiteX17" fmla="*/ 17443 w 163502"/>
                    <a:gd name="connsiteY17" fmla="*/ 65013 h 224342"/>
                    <a:gd name="connsiteX18" fmla="*/ 17443 w 163502"/>
                    <a:gd name="connsiteY18" fmla="*/ 74630 h 224342"/>
                    <a:gd name="connsiteX19" fmla="*/ 17443 w 163502"/>
                    <a:gd name="connsiteY19" fmla="*/ 81625 h 224342"/>
                    <a:gd name="connsiteX20" fmla="*/ 17443 w 163502"/>
                    <a:gd name="connsiteY20" fmla="*/ 92118 h 224342"/>
                    <a:gd name="connsiteX21" fmla="*/ 17443 w 163502"/>
                    <a:gd name="connsiteY21" fmla="*/ 113976 h 224342"/>
                    <a:gd name="connsiteX22" fmla="*/ 27935 w 163502"/>
                    <a:gd name="connsiteY22" fmla="*/ 156819 h 224342"/>
                    <a:gd name="connsiteX23" fmla="*/ 48045 w 163502"/>
                    <a:gd name="connsiteY23" fmla="*/ 185673 h 224342"/>
                    <a:gd name="connsiteX24" fmla="*/ 55040 w 163502"/>
                    <a:gd name="connsiteY24" fmla="*/ 192667 h 224342"/>
                    <a:gd name="connsiteX25" fmla="*/ 133731 w 163502"/>
                    <a:gd name="connsiteY25" fmla="*/ 220646 h 224342"/>
                    <a:gd name="connsiteX26" fmla="*/ 133731 w 163502"/>
                    <a:gd name="connsiteY26" fmla="*/ 220646 h 224342"/>
                    <a:gd name="connsiteX27" fmla="*/ 146846 w 163502"/>
                    <a:gd name="connsiteY27" fmla="*/ 220646 h 224342"/>
                    <a:gd name="connsiteX28" fmla="*/ 146846 w 163502"/>
                    <a:gd name="connsiteY28" fmla="*/ 220646 h 224342"/>
                    <a:gd name="connsiteX29" fmla="*/ 95260 w 163502"/>
                    <a:gd name="connsiteY29" fmla="*/ 220646 h 224342"/>
                    <a:gd name="connsiteX30" fmla="*/ 55040 w 163502"/>
                    <a:gd name="connsiteY30" fmla="*/ 202285 h 224342"/>
                    <a:gd name="connsiteX31" fmla="*/ 43673 w 163502"/>
                    <a:gd name="connsiteY31" fmla="*/ 192667 h 224342"/>
                    <a:gd name="connsiteX32" fmla="*/ 26186 w 163502"/>
                    <a:gd name="connsiteY32" fmla="*/ 170808 h 224342"/>
                    <a:gd name="connsiteX33" fmla="*/ 26186 w 163502"/>
                    <a:gd name="connsiteY33" fmla="*/ 163814 h 224342"/>
                    <a:gd name="connsiteX34" fmla="*/ 14820 w 163502"/>
                    <a:gd name="connsiteY34" fmla="*/ 141955 h 224342"/>
                    <a:gd name="connsiteX35" fmla="*/ 14820 w 163502"/>
                    <a:gd name="connsiteY35" fmla="*/ 124468 h 224342"/>
                    <a:gd name="connsiteX36" fmla="*/ -44 w 163502"/>
                    <a:gd name="connsiteY36" fmla="*/ 100861 h 22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3502" h="224342">
                      <a:moveTo>
                        <a:pt x="-44" y="100861"/>
                      </a:moveTo>
                      <a:cubicBezTo>
                        <a:pt x="1206" y="98386"/>
                        <a:pt x="1206" y="95466"/>
                        <a:pt x="-44" y="92992"/>
                      </a:cubicBezTo>
                      <a:cubicBezTo>
                        <a:pt x="-44" y="83374"/>
                        <a:pt x="-44" y="72882"/>
                        <a:pt x="10448" y="64139"/>
                      </a:cubicBezTo>
                      <a:cubicBezTo>
                        <a:pt x="20940" y="55395"/>
                        <a:pt x="16568" y="55395"/>
                        <a:pt x="17443" y="49274"/>
                      </a:cubicBezTo>
                      <a:lnTo>
                        <a:pt x="17443" y="49274"/>
                      </a:lnTo>
                      <a:cubicBezTo>
                        <a:pt x="22689" y="49274"/>
                        <a:pt x="23563" y="39657"/>
                        <a:pt x="27935" y="37034"/>
                      </a:cubicBezTo>
                      <a:cubicBezTo>
                        <a:pt x="33050" y="29138"/>
                        <a:pt x="39931" y="22555"/>
                        <a:pt x="48045" y="17798"/>
                      </a:cubicBezTo>
                      <a:cubicBezTo>
                        <a:pt x="61186" y="10523"/>
                        <a:pt x="75324" y="5216"/>
                        <a:pt x="90013" y="2060"/>
                      </a:cubicBezTo>
                      <a:cubicBezTo>
                        <a:pt x="115072" y="-3003"/>
                        <a:pt x="141102" y="1028"/>
                        <a:pt x="163458" y="13427"/>
                      </a:cubicBezTo>
                      <a:cubicBezTo>
                        <a:pt x="163458" y="13427"/>
                        <a:pt x="163458" y="13427"/>
                        <a:pt x="163458" y="13427"/>
                      </a:cubicBezTo>
                      <a:cubicBezTo>
                        <a:pt x="163458" y="13427"/>
                        <a:pt x="150343" y="8180"/>
                        <a:pt x="144223" y="8180"/>
                      </a:cubicBezTo>
                      <a:lnTo>
                        <a:pt x="132856" y="8180"/>
                      </a:lnTo>
                      <a:cubicBezTo>
                        <a:pt x="126517" y="6834"/>
                        <a:pt x="119960" y="6834"/>
                        <a:pt x="113621" y="8180"/>
                      </a:cubicBezTo>
                      <a:cubicBezTo>
                        <a:pt x="111374" y="9055"/>
                        <a:pt x="108873" y="9055"/>
                        <a:pt x="106626" y="8180"/>
                      </a:cubicBezTo>
                      <a:lnTo>
                        <a:pt x="97008" y="8180"/>
                      </a:lnTo>
                      <a:cubicBezTo>
                        <a:pt x="70874" y="12482"/>
                        <a:pt x="47057" y="25781"/>
                        <a:pt x="29684" y="45777"/>
                      </a:cubicBezTo>
                      <a:cubicBezTo>
                        <a:pt x="24613" y="51504"/>
                        <a:pt x="20485" y="57992"/>
                        <a:pt x="17443" y="65013"/>
                      </a:cubicBezTo>
                      <a:cubicBezTo>
                        <a:pt x="17443" y="65013"/>
                        <a:pt x="17443" y="65013"/>
                        <a:pt x="17443" y="65013"/>
                      </a:cubicBezTo>
                      <a:cubicBezTo>
                        <a:pt x="17443" y="65013"/>
                        <a:pt x="17443" y="71133"/>
                        <a:pt x="17443" y="74630"/>
                      </a:cubicBezTo>
                      <a:lnTo>
                        <a:pt x="17443" y="81625"/>
                      </a:lnTo>
                      <a:lnTo>
                        <a:pt x="17443" y="92118"/>
                      </a:lnTo>
                      <a:cubicBezTo>
                        <a:pt x="17006" y="99401"/>
                        <a:pt x="17006" y="106693"/>
                        <a:pt x="17443" y="113976"/>
                      </a:cubicBezTo>
                      <a:cubicBezTo>
                        <a:pt x="17224" y="128919"/>
                        <a:pt x="20835" y="143669"/>
                        <a:pt x="27935" y="156819"/>
                      </a:cubicBezTo>
                      <a:cubicBezTo>
                        <a:pt x="32788" y="167600"/>
                        <a:pt x="39607" y="177384"/>
                        <a:pt x="48045" y="185673"/>
                      </a:cubicBezTo>
                      <a:cubicBezTo>
                        <a:pt x="50152" y="188217"/>
                        <a:pt x="52495" y="190560"/>
                        <a:pt x="55040" y="192667"/>
                      </a:cubicBezTo>
                      <a:cubicBezTo>
                        <a:pt x="76680" y="211798"/>
                        <a:pt x="104869" y="221827"/>
                        <a:pt x="133731" y="220646"/>
                      </a:cubicBezTo>
                      <a:lnTo>
                        <a:pt x="133731" y="220646"/>
                      </a:lnTo>
                      <a:cubicBezTo>
                        <a:pt x="138103" y="220646"/>
                        <a:pt x="142474" y="220646"/>
                        <a:pt x="146846" y="220646"/>
                      </a:cubicBezTo>
                      <a:cubicBezTo>
                        <a:pt x="151218" y="220646"/>
                        <a:pt x="146846" y="220646"/>
                        <a:pt x="146846" y="220646"/>
                      </a:cubicBezTo>
                      <a:cubicBezTo>
                        <a:pt x="129989" y="225482"/>
                        <a:pt x="112117" y="225482"/>
                        <a:pt x="95260" y="220646"/>
                      </a:cubicBezTo>
                      <a:cubicBezTo>
                        <a:pt x="80903" y="216878"/>
                        <a:pt x="67298" y="210670"/>
                        <a:pt x="55040" y="202285"/>
                      </a:cubicBezTo>
                      <a:cubicBezTo>
                        <a:pt x="55040" y="197039"/>
                        <a:pt x="46296" y="197039"/>
                        <a:pt x="43673" y="192667"/>
                      </a:cubicBezTo>
                      <a:cubicBezTo>
                        <a:pt x="36215" y="186853"/>
                        <a:pt x="30217" y="179368"/>
                        <a:pt x="26186" y="170808"/>
                      </a:cubicBezTo>
                      <a:cubicBezTo>
                        <a:pt x="25915" y="168483"/>
                        <a:pt x="25915" y="166140"/>
                        <a:pt x="26186" y="163814"/>
                      </a:cubicBezTo>
                      <a:cubicBezTo>
                        <a:pt x="20066" y="157694"/>
                        <a:pt x="20066" y="148076"/>
                        <a:pt x="14820" y="141955"/>
                      </a:cubicBezTo>
                      <a:cubicBezTo>
                        <a:pt x="16044" y="136193"/>
                        <a:pt x="16044" y="130230"/>
                        <a:pt x="14820" y="124468"/>
                      </a:cubicBezTo>
                      <a:cubicBezTo>
                        <a:pt x="12406" y="115261"/>
                        <a:pt x="7222" y="107016"/>
                        <a:pt x="-44" y="100861"/>
                      </a:cubicBezTo>
                      <a:close/>
                    </a:path>
                  </a:pathLst>
                </a:custGeom>
                <a:solidFill>
                  <a:srgbClr val="EEEFF1"/>
                </a:solidFill>
                <a:ln w="87213" cap="flat">
                  <a:noFill/>
                  <a:prstDash val="solid"/>
                  <a:miter/>
                </a:ln>
              </p:spPr>
              <p:txBody>
                <a:bodyPr rtlCol="0" anchor="ctr"/>
                <a:lstStyle/>
                <a:p>
                  <a:endParaRPr lang="en-IN" dirty="0"/>
                </a:p>
              </p:txBody>
            </p:sp>
            <p:sp>
              <p:nvSpPr>
                <p:cNvPr id="2856" name="Freeform: Shape 2855">
                  <a:extLst>
                    <a:ext uri="{FF2B5EF4-FFF2-40B4-BE49-F238E27FC236}">
                      <a16:creationId xmlns:a16="http://schemas.microsoft.com/office/drawing/2014/main" id="{6E547600-E0EE-ADA0-6DA7-518903F25BE0}"/>
                    </a:ext>
                  </a:extLst>
                </p:cNvPr>
                <p:cNvSpPr/>
                <p:nvPr/>
              </p:nvSpPr>
              <p:spPr>
                <a:xfrm>
                  <a:off x="2534270" y="3904486"/>
                  <a:ext cx="91326" cy="213340"/>
                </a:xfrm>
                <a:custGeom>
                  <a:avLst/>
                  <a:gdLst>
                    <a:gd name="connsiteX0" fmla="*/ 27061 w 91326"/>
                    <a:gd name="connsiteY0" fmla="*/ -70 h 213340"/>
                    <a:gd name="connsiteX1" fmla="*/ 27061 w 91326"/>
                    <a:gd name="connsiteY1" fmla="*/ -70 h 213340"/>
                    <a:gd name="connsiteX2" fmla="*/ 27061 w 91326"/>
                    <a:gd name="connsiteY2" fmla="*/ -70 h 213340"/>
                    <a:gd name="connsiteX3" fmla="*/ 43673 w 91326"/>
                    <a:gd name="connsiteY3" fmla="*/ 11296 h 213340"/>
                    <a:gd name="connsiteX4" fmla="*/ 79522 w 91326"/>
                    <a:gd name="connsiteY4" fmla="*/ 50642 h 213340"/>
                    <a:gd name="connsiteX5" fmla="*/ 86516 w 91326"/>
                    <a:gd name="connsiteY5" fmla="*/ 138077 h 213340"/>
                    <a:gd name="connsiteX6" fmla="*/ 78647 w 91326"/>
                    <a:gd name="connsiteY6" fmla="*/ 157312 h 213340"/>
                    <a:gd name="connsiteX7" fmla="*/ 69904 w 91326"/>
                    <a:gd name="connsiteY7" fmla="*/ 171302 h 213340"/>
                    <a:gd name="connsiteX8" fmla="*/ -44 w 91326"/>
                    <a:gd name="connsiteY8" fmla="*/ 213271 h 213340"/>
                    <a:gd name="connsiteX9" fmla="*/ -44 w 91326"/>
                    <a:gd name="connsiteY9" fmla="*/ 213271 h 213340"/>
                    <a:gd name="connsiteX10" fmla="*/ 8700 w 91326"/>
                    <a:gd name="connsiteY10" fmla="*/ 213271 h 213340"/>
                    <a:gd name="connsiteX11" fmla="*/ 55040 w 91326"/>
                    <a:gd name="connsiteY11" fmla="*/ 186165 h 213340"/>
                    <a:gd name="connsiteX12" fmla="*/ 85642 w 91326"/>
                    <a:gd name="connsiteY12" fmla="*/ 113595 h 213340"/>
                    <a:gd name="connsiteX13" fmla="*/ 75150 w 91326"/>
                    <a:gd name="connsiteY13" fmla="*/ 64631 h 213340"/>
                    <a:gd name="connsiteX14" fmla="*/ 37553 w 91326"/>
                    <a:gd name="connsiteY14" fmla="*/ 21789 h 213340"/>
                    <a:gd name="connsiteX15" fmla="*/ 27061 w 91326"/>
                    <a:gd name="connsiteY15" fmla="*/ -70 h 2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326" h="213339">
                      <a:moveTo>
                        <a:pt x="27061" y="-70"/>
                      </a:moveTo>
                      <a:lnTo>
                        <a:pt x="27061" y="-70"/>
                      </a:lnTo>
                      <a:lnTo>
                        <a:pt x="27061" y="-70"/>
                      </a:lnTo>
                      <a:cubicBezTo>
                        <a:pt x="33295" y="2588"/>
                        <a:pt x="38934" y="6453"/>
                        <a:pt x="43673" y="11296"/>
                      </a:cubicBezTo>
                      <a:cubicBezTo>
                        <a:pt x="58634" y="21308"/>
                        <a:pt x="70935" y="34817"/>
                        <a:pt x="79522" y="50642"/>
                      </a:cubicBezTo>
                      <a:cubicBezTo>
                        <a:pt x="92261" y="78009"/>
                        <a:pt x="94744" y="109031"/>
                        <a:pt x="86516" y="138077"/>
                      </a:cubicBezTo>
                      <a:lnTo>
                        <a:pt x="78647" y="157312"/>
                      </a:lnTo>
                      <a:cubicBezTo>
                        <a:pt x="76575" y="162454"/>
                        <a:pt x="73619" y="167184"/>
                        <a:pt x="69904" y="171302"/>
                      </a:cubicBezTo>
                      <a:cubicBezTo>
                        <a:pt x="52644" y="193528"/>
                        <a:pt x="27690" y="208496"/>
                        <a:pt x="-44" y="213271"/>
                      </a:cubicBezTo>
                      <a:lnTo>
                        <a:pt x="-44" y="213271"/>
                      </a:lnTo>
                      <a:cubicBezTo>
                        <a:pt x="-44" y="213271"/>
                        <a:pt x="6076" y="213271"/>
                        <a:pt x="8700" y="213271"/>
                      </a:cubicBezTo>
                      <a:cubicBezTo>
                        <a:pt x="26484" y="209003"/>
                        <a:pt x="42606" y="199578"/>
                        <a:pt x="55040" y="186165"/>
                      </a:cubicBezTo>
                      <a:cubicBezTo>
                        <a:pt x="74773" y="167201"/>
                        <a:pt x="85834" y="140962"/>
                        <a:pt x="85642" y="113595"/>
                      </a:cubicBezTo>
                      <a:cubicBezTo>
                        <a:pt x="86044" y="96676"/>
                        <a:pt x="82451" y="79898"/>
                        <a:pt x="75150" y="64631"/>
                      </a:cubicBezTo>
                      <a:cubicBezTo>
                        <a:pt x="66555" y="47319"/>
                        <a:pt x="53597" y="32552"/>
                        <a:pt x="37553" y="21789"/>
                      </a:cubicBezTo>
                      <a:cubicBezTo>
                        <a:pt x="37553" y="21789"/>
                        <a:pt x="28809" y="6050"/>
                        <a:pt x="27061" y="-70"/>
                      </a:cubicBezTo>
                      <a:close/>
                    </a:path>
                  </a:pathLst>
                </a:custGeom>
                <a:solidFill>
                  <a:srgbClr val="EEEEF1"/>
                </a:solidFill>
                <a:ln w="87213" cap="flat">
                  <a:noFill/>
                  <a:prstDash val="solid"/>
                  <a:miter/>
                </a:ln>
              </p:spPr>
              <p:txBody>
                <a:bodyPr rtlCol="0" anchor="ctr"/>
                <a:lstStyle/>
                <a:p>
                  <a:endParaRPr lang="en-IN" dirty="0"/>
                </a:p>
              </p:txBody>
            </p:sp>
            <p:sp>
              <p:nvSpPr>
                <p:cNvPr id="2857" name="Freeform: Shape 2856">
                  <a:extLst>
                    <a:ext uri="{FF2B5EF4-FFF2-40B4-BE49-F238E27FC236}">
                      <a16:creationId xmlns:a16="http://schemas.microsoft.com/office/drawing/2014/main" id="{21FC54C0-82B5-0C07-8B25-3A7ECCA9B824}"/>
                    </a:ext>
                  </a:extLst>
                </p:cNvPr>
                <p:cNvSpPr/>
                <p:nvPr/>
              </p:nvSpPr>
              <p:spPr>
                <a:xfrm>
                  <a:off x="2606841" y="4057497"/>
                  <a:ext cx="8743" cy="13989"/>
                </a:xfrm>
                <a:custGeom>
                  <a:avLst/>
                  <a:gdLst>
                    <a:gd name="connsiteX0" fmla="*/ -44 w 8743"/>
                    <a:gd name="connsiteY0" fmla="*/ 13920 h 13989"/>
                    <a:gd name="connsiteX1" fmla="*/ 8699 w 8743"/>
                    <a:gd name="connsiteY1" fmla="*/ -70 h 13989"/>
                    <a:gd name="connsiteX2" fmla="*/ -44 w 8743"/>
                    <a:gd name="connsiteY2" fmla="*/ 13920 h 13989"/>
                  </a:gdLst>
                  <a:ahLst/>
                  <a:cxnLst>
                    <a:cxn ang="0">
                      <a:pos x="connsiteX0" y="connsiteY0"/>
                    </a:cxn>
                    <a:cxn ang="0">
                      <a:pos x="connsiteX1" y="connsiteY1"/>
                    </a:cxn>
                    <a:cxn ang="0">
                      <a:pos x="connsiteX2" y="connsiteY2"/>
                    </a:cxn>
                  </a:cxnLst>
                  <a:rect l="l" t="t" r="r" b="b"/>
                  <a:pathLst>
                    <a:path w="8743" h="13989">
                      <a:moveTo>
                        <a:pt x="-44" y="13920"/>
                      </a:moveTo>
                      <a:lnTo>
                        <a:pt x="8699" y="-70"/>
                      </a:lnTo>
                      <a:cubicBezTo>
                        <a:pt x="8157" y="5709"/>
                        <a:pt x="4922" y="10903"/>
                        <a:pt x="-44" y="13920"/>
                      </a:cubicBezTo>
                      <a:close/>
                    </a:path>
                  </a:pathLst>
                </a:custGeom>
                <a:solidFill>
                  <a:srgbClr val="F1F2F3"/>
                </a:solidFill>
                <a:ln w="87213" cap="flat">
                  <a:noFill/>
                  <a:prstDash val="solid"/>
                  <a:miter/>
                </a:ln>
              </p:spPr>
              <p:txBody>
                <a:bodyPr rtlCol="0" anchor="ctr"/>
                <a:lstStyle/>
                <a:p>
                  <a:endParaRPr lang="en-IN" dirty="0"/>
                </a:p>
              </p:txBody>
            </p:sp>
            <p:sp>
              <p:nvSpPr>
                <p:cNvPr id="2858" name="Freeform: Shape 2857">
                  <a:extLst>
                    <a:ext uri="{FF2B5EF4-FFF2-40B4-BE49-F238E27FC236}">
                      <a16:creationId xmlns:a16="http://schemas.microsoft.com/office/drawing/2014/main" id="{41A7D384-E9A7-D13D-6DBF-E319B0BDB220}"/>
                    </a:ext>
                  </a:extLst>
                </p:cNvPr>
                <p:cNvSpPr/>
                <p:nvPr/>
              </p:nvSpPr>
              <p:spPr>
                <a:xfrm>
                  <a:off x="2432846" y="4082853"/>
                  <a:ext cx="12240" cy="9617"/>
                </a:xfrm>
                <a:custGeom>
                  <a:avLst/>
                  <a:gdLst>
                    <a:gd name="connsiteX0" fmla="*/ 830 w 12240"/>
                    <a:gd name="connsiteY0" fmla="*/ -70 h 9617"/>
                    <a:gd name="connsiteX1" fmla="*/ 12197 w 12240"/>
                    <a:gd name="connsiteY1" fmla="*/ 9548 h 9617"/>
                    <a:gd name="connsiteX2" fmla="*/ -44 w 12240"/>
                    <a:gd name="connsiteY2" fmla="*/ 1678 h 9617"/>
                  </a:gdLst>
                  <a:ahLst/>
                  <a:cxnLst>
                    <a:cxn ang="0">
                      <a:pos x="connsiteX0" y="connsiteY0"/>
                    </a:cxn>
                    <a:cxn ang="0">
                      <a:pos x="connsiteX1" y="connsiteY1"/>
                    </a:cxn>
                    <a:cxn ang="0">
                      <a:pos x="connsiteX2" y="connsiteY2"/>
                    </a:cxn>
                  </a:cxnLst>
                  <a:rect l="l" t="t" r="r" b="b"/>
                  <a:pathLst>
                    <a:path w="12240" h="9617">
                      <a:moveTo>
                        <a:pt x="830" y="-70"/>
                      </a:moveTo>
                      <a:cubicBezTo>
                        <a:pt x="830" y="-70"/>
                        <a:pt x="10448" y="-70"/>
                        <a:pt x="12197" y="9548"/>
                      </a:cubicBezTo>
                      <a:lnTo>
                        <a:pt x="-44" y="1678"/>
                      </a:lnTo>
                      <a:close/>
                    </a:path>
                  </a:pathLst>
                </a:custGeom>
                <a:solidFill>
                  <a:srgbClr val="F1F2F3"/>
                </a:solidFill>
                <a:ln w="87213" cap="flat">
                  <a:noFill/>
                  <a:prstDash val="solid"/>
                  <a:miter/>
                </a:ln>
              </p:spPr>
              <p:txBody>
                <a:bodyPr rtlCol="0" anchor="ctr"/>
                <a:lstStyle/>
                <a:p>
                  <a:endParaRPr lang="en-IN" dirty="0"/>
                </a:p>
              </p:txBody>
            </p:sp>
            <p:sp>
              <p:nvSpPr>
                <p:cNvPr id="2859" name="Freeform: Shape 2858">
                  <a:extLst>
                    <a:ext uri="{FF2B5EF4-FFF2-40B4-BE49-F238E27FC236}">
                      <a16:creationId xmlns:a16="http://schemas.microsoft.com/office/drawing/2014/main" id="{B5DE2744-2C0A-A708-DE6C-FD516EDD295C}"/>
                    </a:ext>
                  </a:extLst>
                </p:cNvPr>
                <p:cNvSpPr/>
                <p:nvPr/>
              </p:nvSpPr>
              <p:spPr>
                <a:xfrm>
                  <a:off x="2563998" y="3903612"/>
                  <a:ext cx="16612" cy="11366"/>
                </a:xfrm>
                <a:custGeom>
                  <a:avLst/>
                  <a:gdLst>
                    <a:gd name="connsiteX0" fmla="*/ 16568 w 16612"/>
                    <a:gd name="connsiteY0" fmla="*/ 11297 h 11366"/>
                    <a:gd name="connsiteX1" fmla="*/ -44 w 16612"/>
                    <a:gd name="connsiteY1" fmla="*/ -70 h 11366"/>
                    <a:gd name="connsiteX2" fmla="*/ 16568 w 16612"/>
                    <a:gd name="connsiteY2" fmla="*/ 11297 h 11366"/>
                  </a:gdLst>
                  <a:ahLst/>
                  <a:cxnLst>
                    <a:cxn ang="0">
                      <a:pos x="connsiteX0" y="connsiteY0"/>
                    </a:cxn>
                    <a:cxn ang="0">
                      <a:pos x="connsiteX1" y="connsiteY1"/>
                    </a:cxn>
                    <a:cxn ang="0">
                      <a:pos x="connsiteX2" y="connsiteY2"/>
                    </a:cxn>
                  </a:cxnLst>
                  <a:rect l="l" t="t" r="r" b="b"/>
                  <a:pathLst>
                    <a:path w="16612" h="11366">
                      <a:moveTo>
                        <a:pt x="16568" y="11297"/>
                      </a:moveTo>
                      <a:lnTo>
                        <a:pt x="-44" y="-70"/>
                      </a:lnTo>
                      <a:cubicBezTo>
                        <a:pt x="6750" y="1443"/>
                        <a:pt x="12695" y="5517"/>
                        <a:pt x="16568" y="11297"/>
                      </a:cubicBezTo>
                      <a:close/>
                    </a:path>
                  </a:pathLst>
                </a:custGeom>
                <a:solidFill>
                  <a:srgbClr val="EEEFF1"/>
                </a:solidFill>
                <a:ln w="87213" cap="flat">
                  <a:noFill/>
                  <a:prstDash val="solid"/>
                  <a:miter/>
                </a:ln>
              </p:spPr>
              <p:txBody>
                <a:bodyPr rtlCol="0" anchor="ctr"/>
                <a:lstStyle/>
                <a:p>
                  <a:endParaRPr lang="en-IN" dirty="0"/>
                </a:p>
              </p:txBody>
            </p:sp>
            <p:sp>
              <p:nvSpPr>
                <p:cNvPr id="2860" name="Freeform: Shape 2859">
                  <a:extLst>
                    <a:ext uri="{FF2B5EF4-FFF2-40B4-BE49-F238E27FC236}">
                      <a16:creationId xmlns:a16="http://schemas.microsoft.com/office/drawing/2014/main" id="{BC7C93A9-E14F-C10B-50CD-15515F184F1D}"/>
                    </a:ext>
                  </a:extLst>
                </p:cNvPr>
                <p:cNvSpPr/>
                <p:nvPr/>
              </p:nvSpPr>
              <p:spPr>
                <a:xfrm>
                  <a:off x="2412704" y="3926345"/>
                  <a:ext cx="14021" cy="12586"/>
                </a:xfrm>
                <a:custGeom>
                  <a:avLst/>
                  <a:gdLst>
                    <a:gd name="connsiteX0" fmla="*/ 13977 w 14021"/>
                    <a:gd name="connsiteY0" fmla="*/ -70 h 12586"/>
                    <a:gd name="connsiteX1" fmla="*/ 3485 w 14021"/>
                    <a:gd name="connsiteY1" fmla="*/ 12171 h 12586"/>
                    <a:gd name="connsiteX2" fmla="*/ 13977 w 14021"/>
                    <a:gd name="connsiteY2" fmla="*/ -70 h 12586"/>
                  </a:gdLst>
                  <a:ahLst/>
                  <a:cxnLst>
                    <a:cxn ang="0">
                      <a:pos x="connsiteX0" y="connsiteY0"/>
                    </a:cxn>
                    <a:cxn ang="0">
                      <a:pos x="connsiteX1" y="connsiteY1"/>
                    </a:cxn>
                    <a:cxn ang="0">
                      <a:pos x="connsiteX2" y="connsiteY2"/>
                    </a:cxn>
                  </a:cxnLst>
                  <a:rect l="l" t="t" r="r" b="b"/>
                  <a:pathLst>
                    <a:path w="14021" h="12586">
                      <a:moveTo>
                        <a:pt x="13977" y="-70"/>
                      </a:moveTo>
                      <a:cubicBezTo>
                        <a:pt x="13977" y="-70"/>
                        <a:pt x="13977" y="9548"/>
                        <a:pt x="3485" y="12171"/>
                      </a:cubicBezTo>
                      <a:cubicBezTo>
                        <a:pt x="-7007" y="14794"/>
                        <a:pt x="8731" y="1679"/>
                        <a:pt x="13977" y="-70"/>
                      </a:cubicBezTo>
                      <a:close/>
                    </a:path>
                  </a:pathLst>
                </a:custGeom>
                <a:solidFill>
                  <a:srgbClr val="F1F2F3"/>
                </a:solidFill>
                <a:ln w="87213" cap="flat">
                  <a:noFill/>
                  <a:prstDash val="solid"/>
                  <a:miter/>
                </a:ln>
              </p:spPr>
              <p:txBody>
                <a:bodyPr rtlCol="0" anchor="ctr"/>
                <a:lstStyle/>
                <a:p>
                  <a:endParaRPr lang="en-IN" dirty="0"/>
                </a:p>
              </p:txBody>
            </p:sp>
            <p:sp>
              <p:nvSpPr>
                <p:cNvPr id="2861" name="Freeform: Shape 2860">
                  <a:extLst>
                    <a:ext uri="{FF2B5EF4-FFF2-40B4-BE49-F238E27FC236}">
                      <a16:creationId xmlns:a16="http://schemas.microsoft.com/office/drawing/2014/main" id="{FCADFF91-CB19-B7DA-64B7-7FA89BA0AE89}"/>
                    </a:ext>
                  </a:extLst>
                </p:cNvPr>
                <p:cNvSpPr/>
                <p:nvPr/>
              </p:nvSpPr>
              <p:spPr>
                <a:xfrm>
                  <a:off x="2405350" y="3941208"/>
                  <a:ext cx="9134" cy="15968"/>
                </a:xfrm>
                <a:custGeom>
                  <a:avLst/>
                  <a:gdLst>
                    <a:gd name="connsiteX0" fmla="*/ 9091 w 9134"/>
                    <a:gd name="connsiteY0" fmla="*/ -70 h 15968"/>
                    <a:gd name="connsiteX1" fmla="*/ 2096 w 9134"/>
                    <a:gd name="connsiteY1" fmla="*/ 14794 h 15968"/>
                    <a:gd name="connsiteX2" fmla="*/ 9091 w 9134"/>
                    <a:gd name="connsiteY2" fmla="*/ -70 h 15968"/>
                  </a:gdLst>
                  <a:ahLst/>
                  <a:cxnLst>
                    <a:cxn ang="0">
                      <a:pos x="connsiteX0" y="connsiteY0"/>
                    </a:cxn>
                    <a:cxn ang="0">
                      <a:pos x="connsiteX1" y="connsiteY1"/>
                    </a:cxn>
                    <a:cxn ang="0">
                      <a:pos x="connsiteX2" y="connsiteY2"/>
                    </a:cxn>
                  </a:cxnLst>
                  <a:rect l="l" t="t" r="r" b="b"/>
                  <a:pathLst>
                    <a:path w="9134" h="15968">
                      <a:moveTo>
                        <a:pt x="9091" y="-70"/>
                      </a:moveTo>
                      <a:cubicBezTo>
                        <a:pt x="9091" y="6050"/>
                        <a:pt x="9091" y="9548"/>
                        <a:pt x="2096" y="14794"/>
                      </a:cubicBezTo>
                      <a:cubicBezTo>
                        <a:pt x="-4899" y="20040"/>
                        <a:pt x="7342" y="5176"/>
                        <a:pt x="9091" y="-70"/>
                      </a:cubicBezTo>
                      <a:close/>
                    </a:path>
                  </a:pathLst>
                </a:custGeom>
                <a:solidFill>
                  <a:srgbClr val="F1F2F3"/>
                </a:solidFill>
                <a:ln w="87213" cap="flat">
                  <a:noFill/>
                  <a:prstDash val="solid"/>
                  <a:miter/>
                </a:ln>
              </p:spPr>
              <p:txBody>
                <a:bodyPr rtlCol="0" anchor="ctr"/>
                <a:lstStyle/>
                <a:p>
                  <a:endParaRPr lang="en-IN" dirty="0"/>
                </a:p>
              </p:txBody>
            </p:sp>
            <p:sp>
              <p:nvSpPr>
                <p:cNvPr id="2862" name="Freeform: Shape 2861">
                  <a:extLst>
                    <a:ext uri="{FF2B5EF4-FFF2-40B4-BE49-F238E27FC236}">
                      <a16:creationId xmlns:a16="http://schemas.microsoft.com/office/drawing/2014/main" id="{79D68A93-C476-DD31-65AE-D97AE5436EDB}"/>
                    </a:ext>
                  </a:extLst>
                </p:cNvPr>
                <p:cNvSpPr/>
                <p:nvPr/>
              </p:nvSpPr>
              <p:spPr>
                <a:xfrm>
                  <a:off x="2411862" y="4053999"/>
                  <a:ext cx="511" cy="6994"/>
                </a:xfrm>
                <a:custGeom>
                  <a:avLst/>
                  <a:gdLst>
                    <a:gd name="connsiteX0" fmla="*/ -44 w 511"/>
                    <a:gd name="connsiteY0" fmla="*/ -70 h 6994"/>
                    <a:gd name="connsiteX1" fmla="*/ -44 w 511"/>
                    <a:gd name="connsiteY1" fmla="*/ 6925 h 6994"/>
                    <a:gd name="connsiteX2" fmla="*/ -44 w 511"/>
                    <a:gd name="connsiteY2" fmla="*/ 6925 h 6994"/>
                  </a:gdLst>
                  <a:ahLst/>
                  <a:cxnLst>
                    <a:cxn ang="0">
                      <a:pos x="connsiteX0" y="connsiteY0"/>
                    </a:cxn>
                    <a:cxn ang="0">
                      <a:pos x="connsiteX1" y="connsiteY1"/>
                    </a:cxn>
                    <a:cxn ang="0">
                      <a:pos x="connsiteX2" y="connsiteY2"/>
                    </a:cxn>
                  </a:cxnLst>
                  <a:rect l="l" t="t" r="r" b="b"/>
                  <a:pathLst>
                    <a:path w="511" h="6994">
                      <a:moveTo>
                        <a:pt x="-44" y="-70"/>
                      </a:moveTo>
                      <a:cubicBezTo>
                        <a:pt x="638" y="2212"/>
                        <a:pt x="638" y="4643"/>
                        <a:pt x="-44" y="6925"/>
                      </a:cubicBezTo>
                      <a:lnTo>
                        <a:pt x="-44" y="6925"/>
                      </a:lnTo>
                      <a:close/>
                    </a:path>
                  </a:pathLst>
                </a:custGeom>
                <a:solidFill>
                  <a:srgbClr val="F1F2F3"/>
                </a:solidFill>
                <a:ln w="87213" cap="flat">
                  <a:noFill/>
                  <a:prstDash val="solid"/>
                  <a:miter/>
                </a:ln>
              </p:spPr>
              <p:txBody>
                <a:bodyPr rtlCol="0" anchor="ctr"/>
                <a:lstStyle/>
                <a:p>
                  <a:endParaRPr lang="en-IN" dirty="0"/>
                </a:p>
              </p:txBody>
            </p:sp>
            <p:sp>
              <p:nvSpPr>
                <p:cNvPr id="2863" name="Freeform: Shape 2862">
                  <a:extLst>
                    <a:ext uri="{FF2B5EF4-FFF2-40B4-BE49-F238E27FC236}">
                      <a16:creationId xmlns:a16="http://schemas.microsoft.com/office/drawing/2014/main" id="{45071D76-3C94-026D-0428-64C5CD2D38DC}"/>
                    </a:ext>
                  </a:extLst>
                </p:cNvPr>
                <p:cNvSpPr/>
                <p:nvPr/>
              </p:nvSpPr>
              <p:spPr>
                <a:xfrm>
                  <a:off x="2488804" y="3957421"/>
                  <a:ext cx="130060" cy="156000"/>
                </a:xfrm>
                <a:custGeom>
                  <a:avLst/>
                  <a:gdLst>
                    <a:gd name="connsiteX0" fmla="*/ 34930 w 130060"/>
                    <a:gd name="connsiteY0" fmla="*/ 153341 h 156000"/>
                    <a:gd name="connsiteX1" fmla="*/ 34930 w 130060"/>
                    <a:gd name="connsiteY1" fmla="*/ 153341 h 156000"/>
                    <a:gd name="connsiteX2" fmla="*/ -44 w 130060"/>
                    <a:gd name="connsiteY2" fmla="*/ 153341 h 156000"/>
                    <a:gd name="connsiteX3" fmla="*/ -44 w 130060"/>
                    <a:gd name="connsiteY3" fmla="*/ 153341 h 156000"/>
                    <a:gd name="connsiteX4" fmla="*/ 9574 w 130060"/>
                    <a:gd name="connsiteY4" fmla="*/ 153341 h 156000"/>
                    <a:gd name="connsiteX5" fmla="*/ 42799 w 130060"/>
                    <a:gd name="connsiteY5" fmla="*/ 153341 h 156000"/>
                    <a:gd name="connsiteX6" fmla="*/ 42799 w 130060"/>
                    <a:gd name="connsiteY6" fmla="*/ 153341 h 156000"/>
                    <a:gd name="connsiteX7" fmla="*/ 57663 w 130060"/>
                    <a:gd name="connsiteY7" fmla="*/ 153341 h 156000"/>
                    <a:gd name="connsiteX8" fmla="*/ 105752 w 130060"/>
                    <a:gd name="connsiteY8" fmla="*/ 120990 h 156000"/>
                    <a:gd name="connsiteX9" fmla="*/ 112747 w 130060"/>
                    <a:gd name="connsiteY9" fmla="*/ 330 h 156000"/>
                    <a:gd name="connsiteX10" fmla="*/ 112747 w 130060"/>
                    <a:gd name="connsiteY10" fmla="*/ 330 h 156000"/>
                    <a:gd name="connsiteX11" fmla="*/ 112747 w 130060"/>
                    <a:gd name="connsiteY11" fmla="*/ 330 h 156000"/>
                    <a:gd name="connsiteX12" fmla="*/ 117993 w 130060"/>
                    <a:gd name="connsiteY12" fmla="*/ 330 h 156000"/>
                    <a:gd name="connsiteX13" fmla="*/ 129359 w 130060"/>
                    <a:gd name="connsiteY13" fmla="*/ 52791 h 156000"/>
                    <a:gd name="connsiteX14" fmla="*/ 98757 w 130060"/>
                    <a:gd name="connsiteY14" fmla="*/ 124487 h 156000"/>
                    <a:gd name="connsiteX15" fmla="*/ 41050 w 130060"/>
                    <a:gd name="connsiteY15" fmla="*/ 154215 h 1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060" h="156000">
                      <a:moveTo>
                        <a:pt x="34930" y="153341"/>
                      </a:moveTo>
                      <a:lnTo>
                        <a:pt x="34930" y="153341"/>
                      </a:lnTo>
                      <a:cubicBezTo>
                        <a:pt x="23528" y="156794"/>
                        <a:pt x="11357" y="156794"/>
                        <a:pt x="-44" y="153341"/>
                      </a:cubicBezTo>
                      <a:lnTo>
                        <a:pt x="-44" y="153341"/>
                      </a:lnTo>
                      <a:cubicBezTo>
                        <a:pt x="-44" y="153341"/>
                        <a:pt x="6077" y="153341"/>
                        <a:pt x="9574" y="153341"/>
                      </a:cubicBezTo>
                      <a:cubicBezTo>
                        <a:pt x="20433" y="156401"/>
                        <a:pt x="31940" y="156401"/>
                        <a:pt x="42799" y="153341"/>
                      </a:cubicBezTo>
                      <a:lnTo>
                        <a:pt x="42799" y="153341"/>
                      </a:lnTo>
                      <a:cubicBezTo>
                        <a:pt x="47722" y="152572"/>
                        <a:pt x="52740" y="152572"/>
                        <a:pt x="57663" y="153341"/>
                      </a:cubicBezTo>
                      <a:cubicBezTo>
                        <a:pt x="77187" y="148987"/>
                        <a:pt x="94359" y="137436"/>
                        <a:pt x="105752" y="120990"/>
                      </a:cubicBezTo>
                      <a:cubicBezTo>
                        <a:pt x="135279" y="87056"/>
                        <a:pt x="138155" y="37455"/>
                        <a:pt x="112747" y="330"/>
                      </a:cubicBezTo>
                      <a:cubicBezTo>
                        <a:pt x="112747" y="330"/>
                        <a:pt x="112747" y="330"/>
                        <a:pt x="112747" y="330"/>
                      </a:cubicBezTo>
                      <a:lnTo>
                        <a:pt x="112747" y="330"/>
                      </a:lnTo>
                      <a:cubicBezTo>
                        <a:pt x="114452" y="-203"/>
                        <a:pt x="116288" y="-203"/>
                        <a:pt x="117993" y="330"/>
                      </a:cubicBezTo>
                      <a:cubicBezTo>
                        <a:pt x="125669" y="16742"/>
                        <a:pt x="129560" y="34674"/>
                        <a:pt x="129359" y="52791"/>
                      </a:cubicBezTo>
                      <a:cubicBezTo>
                        <a:pt x="129735" y="79939"/>
                        <a:pt x="118622" y="105977"/>
                        <a:pt x="98757" y="124487"/>
                      </a:cubicBezTo>
                      <a:cubicBezTo>
                        <a:pt x="83736" y="141030"/>
                        <a:pt x="63241" y="151583"/>
                        <a:pt x="41050" y="154215"/>
                      </a:cubicBezTo>
                      <a:close/>
                    </a:path>
                  </a:pathLst>
                </a:custGeom>
                <a:solidFill>
                  <a:srgbClr val="E3E5E8"/>
                </a:solidFill>
                <a:ln w="87213" cap="flat">
                  <a:noFill/>
                  <a:prstDash val="solid"/>
                  <a:miter/>
                </a:ln>
              </p:spPr>
              <p:txBody>
                <a:bodyPr rtlCol="0" anchor="ctr"/>
                <a:lstStyle/>
                <a:p>
                  <a:endParaRPr lang="en-IN" dirty="0"/>
                </a:p>
              </p:txBody>
            </p:sp>
            <p:sp>
              <p:nvSpPr>
                <p:cNvPr id="2864" name="Freeform: Shape 2863">
                  <a:extLst>
                    <a:ext uri="{FF2B5EF4-FFF2-40B4-BE49-F238E27FC236}">
                      <a16:creationId xmlns:a16="http://schemas.microsoft.com/office/drawing/2014/main" id="{B170C0D4-BAEE-4991-0ED4-F85E8229A602}"/>
                    </a:ext>
                  </a:extLst>
                </p:cNvPr>
                <p:cNvSpPr/>
                <p:nvPr/>
              </p:nvSpPr>
              <p:spPr>
                <a:xfrm>
                  <a:off x="2409656" y="3887873"/>
                  <a:ext cx="121116" cy="116426"/>
                </a:xfrm>
                <a:custGeom>
                  <a:avLst/>
                  <a:gdLst>
                    <a:gd name="connsiteX0" fmla="*/ 94842 w 121116"/>
                    <a:gd name="connsiteY0" fmla="*/ 6050 h 116426"/>
                    <a:gd name="connsiteX1" fmla="*/ 101837 w 121116"/>
                    <a:gd name="connsiteY1" fmla="*/ 6050 h 116426"/>
                    <a:gd name="connsiteX2" fmla="*/ 121073 w 121116"/>
                    <a:gd name="connsiteY2" fmla="*/ 6050 h 116426"/>
                    <a:gd name="connsiteX3" fmla="*/ 121073 w 121116"/>
                    <a:gd name="connsiteY3" fmla="*/ 6050 h 116426"/>
                    <a:gd name="connsiteX4" fmla="*/ 114078 w 121116"/>
                    <a:gd name="connsiteY4" fmla="*/ 6050 h 116426"/>
                    <a:gd name="connsiteX5" fmla="*/ 100962 w 121116"/>
                    <a:gd name="connsiteY5" fmla="*/ 6050 h 116426"/>
                    <a:gd name="connsiteX6" fmla="*/ 86973 w 121116"/>
                    <a:gd name="connsiteY6" fmla="*/ 6050 h 116426"/>
                    <a:gd name="connsiteX7" fmla="*/ 46753 w 121116"/>
                    <a:gd name="connsiteY7" fmla="*/ 20915 h 116426"/>
                    <a:gd name="connsiteX8" fmla="*/ 17900 w 121116"/>
                    <a:gd name="connsiteY8" fmla="*/ 47145 h 116426"/>
                    <a:gd name="connsiteX9" fmla="*/ 11779 w 121116"/>
                    <a:gd name="connsiteY9" fmla="*/ 56763 h 116426"/>
                    <a:gd name="connsiteX10" fmla="*/ 1287 w 121116"/>
                    <a:gd name="connsiteY10" fmla="*/ 82993 h 116426"/>
                    <a:gd name="connsiteX11" fmla="*/ 1287 w 121116"/>
                    <a:gd name="connsiteY11" fmla="*/ 105726 h 116426"/>
                    <a:gd name="connsiteX12" fmla="*/ 1287 w 121116"/>
                    <a:gd name="connsiteY12" fmla="*/ 115344 h 116426"/>
                    <a:gd name="connsiteX13" fmla="*/ 1287 w 121116"/>
                    <a:gd name="connsiteY13" fmla="*/ 109223 h 116426"/>
                    <a:gd name="connsiteX14" fmla="*/ 1287 w 121116"/>
                    <a:gd name="connsiteY14" fmla="*/ 87365 h 116426"/>
                    <a:gd name="connsiteX15" fmla="*/ 1287 w 121116"/>
                    <a:gd name="connsiteY15" fmla="*/ 75998 h 116426"/>
                    <a:gd name="connsiteX16" fmla="*/ 1287 w 121116"/>
                    <a:gd name="connsiteY16" fmla="*/ 69003 h 116426"/>
                    <a:gd name="connsiteX17" fmla="*/ 1287 w 121116"/>
                    <a:gd name="connsiteY17" fmla="*/ 59386 h 116426"/>
                    <a:gd name="connsiteX18" fmla="*/ 14402 w 121116"/>
                    <a:gd name="connsiteY18" fmla="*/ 38401 h 116426"/>
                    <a:gd name="connsiteX19" fmla="*/ 83476 w 121116"/>
                    <a:gd name="connsiteY19" fmla="*/ -70 h 11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115" h="116425">
                      <a:moveTo>
                        <a:pt x="94842" y="6050"/>
                      </a:moveTo>
                      <a:lnTo>
                        <a:pt x="101837" y="6050"/>
                      </a:lnTo>
                      <a:cubicBezTo>
                        <a:pt x="108246" y="5622"/>
                        <a:pt x="114663" y="5622"/>
                        <a:pt x="121073" y="6050"/>
                      </a:cubicBezTo>
                      <a:lnTo>
                        <a:pt x="121073" y="6050"/>
                      </a:lnTo>
                      <a:cubicBezTo>
                        <a:pt x="121073" y="10422"/>
                        <a:pt x="116701" y="6050"/>
                        <a:pt x="114078" y="6050"/>
                      </a:cubicBezTo>
                      <a:cubicBezTo>
                        <a:pt x="109750" y="5176"/>
                        <a:pt x="105291" y="5176"/>
                        <a:pt x="100962" y="6050"/>
                      </a:cubicBezTo>
                      <a:lnTo>
                        <a:pt x="86973" y="6050"/>
                      </a:lnTo>
                      <a:cubicBezTo>
                        <a:pt x="72537" y="7589"/>
                        <a:pt x="58714" y="12696"/>
                        <a:pt x="46753" y="20915"/>
                      </a:cubicBezTo>
                      <a:cubicBezTo>
                        <a:pt x="34993" y="26965"/>
                        <a:pt x="25043" y="36015"/>
                        <a:pt x="17900" y="47145"/>
                      </a:cubicBezTo>
                      <a:cubicBezTo>
                        <a:pt x="14402" y="49147"/>
                        <a:pt x="12112" y="52741"/>
                        <a:pt x="11779" y="56763"/>
                      </a:cubicBezTo>
                      <a:cubicBezTo>
                        <a:pt x="7023" y="64947"/>
                        <a:pt x="3490" y="73786"/>
                        <a:pt x="1287" y="82993"/>
                      </a:cubicBezTo>
                      <a:cubicBezTo>
                        <a:pt x="509" y="90547"/>
                        <a:pt x="509" y="98172"/>
                        <a:pt x="1287" y="105726"/>
                      </a:cubicBezTo>
                      <a:cubicBezTo>
                        <a:pt x="1287" y="105726"/>
                        <a:pt x="1287" y="112721"/>
                        <a:pt x="1287" y="115344"/>
                      </a:cubicBezTo>
                      <a:cubicBezTo>
                        <a:pt x="1287" y="117967"/>
                        <a:pt x="1287" y="115344"/>
                        <a:pt x="1287" y="109223"/>
                      </a:cubicBezTo>
                      <a:cubicBezTo>
                        <a:pt x="-488" y="102045"/>
                        <a:pt x="-488" y="94543"/>
                        <a:pt x="1287" y="87365"/>
                      </a:cubicBezTo>
                      <a:cubicBezTo>
                        <a:pt x="789" y="83588"/>
                        <a:pt x="789" y="79767"/>
                        <a:pt x="1287" y="75998"/>
                      </a:cubicBezTo>
                      <a:cubicBezTo>
                        <a:pt x="1287" y="75998"/>
                        <a:pt x="1287" y="75998"/>
                        <a:pt x="1287" y="69003"/>
                      </a:cubicBezTo>
                      <a:cubicBezTo>
                        <a:pt x="1287" y="62009"/>
                        <a:pt x="1287" y="62883"/>
                        <a:pt x="1287" y="59386"/>
                      </a:cubicBezTo>
                      <a:cubicBezTo>
                        <a:pt x="4645" y="51805"/>
                        <a:pt x="9060" y="44741"/>
                        <a:pt x="14402" y="38401"/>
                      </a:cubicBezTo>
                      <a:cubicBezTo>
                        <a:pt x="31067" y="16525"/>
                        <a:pt x="56100" y="2580"/>
                        <a:pt x="83476" y="-70"/>
                      </a:cubicBezTo>
                      <a:close/>
                    </a:path>
                  </a:pathLst>
                </a:custGeom>
                <a:solidFill>
                  <a:srgbClr val="E7E8EB"/>
                </a:solidFill>
                <a:ln w="87213" cap="flat">
                  <a:noFill/>
                  <a:prstDash val="solid"/>
                  <a:miter/>
                </a:ln>
              </p:spPr>
              <p:txBody>
                <a:bodyPr rtlCol="0" anchor="ctr"/>
                <a:lstStyle/>
                <a:p>
                  <a:endParaRPr lang="en-IN" dirty="0"/>
                </a:p>
              </p:txBody>
            </p:sp>
            <p:sp>
              <p:nvSpPr>
                <p:cNvPr id="2865" name="Freeform: Shape 2864">
                  <a:extLst>
                    <a:ext uri="{FF2B5EF4-FFF2-40B4-BE49-F238E27FC236}">
                      <a16:creationId xmlns:a16="http://schemas.microsoft.com/office/drawing/2014/main" id="{94E9C6AE-3771-3C3E-DF6C-624DE94CC3BE}"/>
                    </a:ext>
                  </a:extLst>
                </p:cNvPr>
                <p:cNvSpPr/>
                <p:nvPr/>
              </p:nvSpPr>
              <p:spPr>
                <a:xfrm>
                  <a:off x="2416233" y="4047004"/>
                  <a:ext cx="106670" cy="64896"/>
                </a:xfrm>
                <a:custGeom>
                  <a:avLst/>
                  <a:gdLst>
                    <a:gd name="connsiteX0" fmla="*/ 71652 w 106670"/>
                    <a:gd name="connsiteY0" fmla="*/ 57637 h 64896"/>
                    <a:gd name="connsiteX1" fmla="*/ 106626 w 106670"/>
                    <a:gd name="connsiteY1" fmla="*/ 62883 h 64896"/>
                    <a:gd name="connsiteX2" fmla="*/ 96134 w 106670"/>
                    <a:gd name="connsiteY2" fmla="*/ 62883 h 64896"/>
                    <a:gd name="connsiteX3" fmla="*/ 27061 w 106670"/>
                    <a:gd name="connsiteY3" fmla="*/ 36653 h 64896"/>
                    <a:gd name="connsiteX4" fmla="*/ 27061 w 106670"/>
                    <a:gd name="connsiteY4" fmla="*/ 36653 h 64896"/>
                    <a:gd name="connsiteX5" fmla="*/ 20940 w 106670"/>
                    <a:gd name="connsiteY5" fmla="*/ 30533 h 64896"/>
                    <a:gd name="connsiteX6" fmla="*/ -44 w 106670"/>
                    <a:gd name="connsiteY6" fmla="*/ -70 h 64896"/>
                    <a:gd name="connsiteX7" fmla="*/ -44 w 106670"/>
                    <a:gd name="connsiteY7" fmla="*/ -70 h 64896"/>
                    <a:gd name="connsiteX8" fmla="*/ 6950 w 106670"/>
                    <a:gd name="connsiteY8" fmla="*/ 6925 h 64896"/>
                    <a:gd name="connsiteX9" fmla="*/ 65532 w 106670"/>
                    <a:gd name="connsiteY9" fmla="*/ 55889 h 64896"/>
                    <a:gd name="connsiteX10" fmla="*/ 71652 w 106670"/>
                    <a:gd name="connsiteY10" fmla="*/ 57637 h 6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69" h="64896">
                      <a:moveTo>
                        <a:pt x="71652" y="57637"/>
                      </a:moveTo>
                      <a:cubicBezTo>
                        <a:pt x="83080" y="60662"/>
                        <a:pt x="94814" y="62429"/>
                        <a:pt x="106626" y="62883"/>
                      </a:cubicBezTo>
                      <a:cubicBezTo>
                        <a:pt x="106626" y="67255"/>
                        <a:pt x="99631" y="62883"/>
                        <a:pt x="96134" y="62883"/>
                      </a:cubicBezTo>
                      <a:cubicBezTo>
                        <a:pt x="70935" y="61580"/>
                        <a:pt x="46777" y="52400"/>
                        <a:pt x="27061" y="36653"/>
                      </a:cubicBezTo>
                      <a:lnTo>
                        <a:pt x="27061" y="36653"/>
                      </a:lnTo>
                      <a:cubicBezTo>
                        <a:pt x="27061" y="36653"/>
                        <a:pt x="21814" y="36653"/>
                        <a:pt x="20940" y="30533"/>
                      </a:cubicBezTo>
                      <a:cubicBezTo>
                        <a:pt x="11182" y="22532"/>
                        <a:pt x="3899" y="11917"/>
                        <a:pt x="-44" y="-70"/>
                      </a:cubicBezTo>
                      <a:lnTo>
                        <a:pt x="-44" y="-70"/>
                      </a:lnTo>
                      <a:cubicBezTo>
                        <a:pt x="-44" y="-70"/>
                        <a:pt x="5202" y="4302"/>
                        <a:pt x="6950" y="6925"/>
                      </a:cubicBezTo>
                      <a:cubicBezTo>
                        <a:pt x="20074" y="29658"/>
                        <a:pt x="40831" y="47005"/>
                        <a:pt x="65532" y="55889"/>
                      </a:cubicBezTo>
                      <a:cubicBezTo>
                        <a:pt x="65532" y="55889"/>
                        <a:pt x="71652" y="55014"/>
                        <a:pt x="71652" y="57637"/>
                      </a:cubicBezTo>
                      <a:close/>
                    </a:path>
                  </a:pathLst>
                </a:custGeom>
                <a:solidFill>
                  <a:srgbClr val="E9EAED"/>
                </a:solidFill>
                <a:ln w="87213" cap="flat">
                  <a:noFill/>
                  <a:prstDash val="solid"/>
                  <a:miter/>
                </a:ln>
              </p:spPr>
              <p:txBody>
                <a:bodyPr rtlCol="0" anchor="ctr"/>
                <a:lstStyle/>
                <a:p>
                  <a:endParaRPr lang="en-IN" dirty="0"/>
                </a:p>
              </p:txBody>
            </p:sp>
            <p:sp>
              <p:nvSpPr>
                <p:cNvPr id="2866" name="Freeform: Shape 2865">
                  <a:extLst>
                    <a:ext uri="{FF2B5EF4-FFF2-40B4-BE49-F238E27FC236}">
                      <a16:creationId xmlns:a16="http://schemas.microsoft.com/office/drawing/2014/main" id="{971EFDDE-504A-D012-D351-94F13C4A39A3}"/>
                    </a:ext>
                  </a:extLst>
                </p:cNvPr>
                <p:cNvSpPr/>
                <p:nvPr/>
              </p:nvSpPr>
              <p:spPr>
                <a:xfrm>
                  <a:off x="2545636" y="3906235"/>
                  <a:ext cx="68199" cy="60722"/>
                </a:xfrm>
                <a:custGeom>
                  <a:avLst/>
                  <a:gdLst>
                    <a:gd name="connsiteX0" fmla="*/ 62909 w 68199"/>
                    <a:gd name="connsiteY0" fmla="*/ 51516 h 60722"/>
                    <a:gd name="connsiteX1" fmla="*/ 62909 w 68199"/>
                    <a:gd name="connsiteY1" fmla="*/ 51516 h 60722"/>
                    <a:gd name="connsiteX2" fmla="*/ 45422 w 68199"/>
                    <a:gd name="connsiteY2" fmla="*/ 30532 h 60722"/>
                    <a:gd name="connsiteX3" fmla="*/ 38427 w 68199"/>
                    <a:gd name="connsiteY3" fmla="*/ 22662 h 60722"/>
                    <a:gd name="connsiteX4" fmla="*/ 15694 w 68199"/>
                    <a:gd name="connsiteY4" fmla="*/ 7799 h 60722"/>
                    <a:gd name="connsiteX5" fmla="*/ -44 w 68199"/>
                    <a:gd name="connsiteY5" fmla="*/ -70 h 60722"/>
                    <a:gd name="connsiteX6" fmla="*/ -44 w 68199"/>
                    <a:gd name="connsiteY6" fmla="*/ -70 h 60722"/>
                    <a:gd name="connsiteX7" fmla="*/ 19192 w 68199"/>
                    <a:gd name="connsiteY7" fmla="*/ 6050 h 60722"/>
                    <a:gd name="connsiteX8" fmla="*/ 68155 w 68199"/>
                    <a:gd name="connsiteY8" fmla="*/ 52391 h 60722"/>
                    <a:gd name="connsiteX9" fmla="*/ 68155 w 68199"/>
                    <a:gd name="connsiteY9" fmla="*/ 60259 h 60722"/>
                    <a:gd name="connsiteX10" fmla="*/ 62909 w 68199"/>
                    <a:gd name="connsiteY10" fmla="*/ 51516 h 6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199" h="60721">
                      <a:moveTo>
                        <a:pt x="62909" y="51516"/>
                      </a:moveTo>
                      <a:lnTo>
                        <a:pt x="62909" y="51516"/>
                      </a:lnTo>
                      <a:lnTo>
                        <a:pt x="45422" y="30532"/>
                      </a:lnTo>
                      <a:cubicBezTo>
                        <a:pt x="45422" y="30532"/>
                        <a:pt x="40176" y="25285"/>
                        <a:pt x="38427" y="22662"/>
                      </a:cubicBezTo>
                      <a:cubicBezTo>
                        <a:pt x="31616" y="16621"/>
                        <a:pt x="23957" y="11611"/>
                        <a:pt x="15694" y="7799"/>
                      </a:cubicBezTo>
                      <a:cubicBezTo>
                        <a:pt x="10046" y="6068"/>
                        <a:pt x="4730" y="3409"/>
                        <a:pt x="-44" y="-70"/>
                      </a:cubicBezTo>
                      <a:lnTo>
                        <a:pt x="-44" y="-70"/>
                      </a:lnTo>
                      <a:cubicBezTo>
                        <a:pt x="6951" y="-70"/>
                        <a:pt x="12197" y="5176"/>
                        <a:pt x="19192" y="6050"/>
                      </a:cubicBezTo>
                      <a:cubicBezTo>
                        <a:pt x="39275" y="16970"/>
                        <a:pt x="56150" y="32945"/>
                        <a:pt x="68155" y="52391"/>
                      </a:cubicBezTo>
                      <a:cubicBezTo>
                        <a:pt x="68155" y="52391"/>
                        <a:pt x="68155" y="57636"/>
                        <a:pt x="68155" y="60259"/>
                      </a:cubicBezTo>
                      <a:cubicBezTo>
                        <a:pt x="68155" y="62882"/>
                        <a:pt x="63783" y="51516"/>
                        <a:pt x="62909" y="51516"/>
                      </a:cubicBezTo>
                      <a:close/>
                    </a:path>
                  </a:pathLst>
                </a:custGeom>
                <a:solidFill>
                  <a:srgbClr val="E9EBED"/>
                </a:solidFill>
                <a:ln w="87213" cap="flat">
                  <a:noFill/>
                  <a:prstDash val="solid"/>
                  <a:miter/>
                </a:ln>
              </p:spPr>
              <p:txBody>
                <a:bodyPr rtlCol="0" anchor="ctr"/>
                <a:lstStyle/>
                <a:p>
                  <a:endParaRPr lang="en-IN" dirty="0"/>
                </a:p>
              </p:txBody>
            </p:sp>
            <p:sp>
              <p:nvSpPr>
                <p:cNvPr id="2867" name="Freeform: Shape 2866">
                  <a:extLst>
                    <a:ext uri="{FF2B5EF4-FFF2-40B4-BE49-F238E27FC236}">
                      <a16:creationId xmlns:a16="http://schemas.microsoft.com/office/drawing/2014/main" id="{B88F3DE0-C484-3540-0260-CC512B6BE9AD}"/>
                    </a:ext>
                  </a:extLst>
                </p:cNvPr>
                <p:cNvSpPr/>
                <p:nvPr/>
              </p:nvSpPr>
              <p:spPr>
                <a:xfrm>
                  <a:off x="2523778" y="4081978"/>
                  <a:ext cx="64701" cy="28853"/>
                </a:xfrm>
                <a:custGeom>
                  <a:avLst/>
                  <a:gdLst>
                    <a:gd name="connsiteX0" fmla="*/ -44 w 64701"/>
                    <a:gd name="connsiteY0" fmla="*/ 28784 h 28853"/>
                    <a:gd name="connsiteX1" fmla="*/ 6951 w 64701"/>
                    <a:gd name="connsiteY1" fmla="*/ 28784 h 28853"/>
                    <a:gd name="connsiteX2" fmla="*/ 64658 w 64701"/>
                    <a:gd name="connsiteY2" fmla="*/ -70 h 28853"/>
                    <a:gd name="connsiteX3" fmla="*/ 64658 w 64701"/>
                    <a:gd name="connsiteY3" fmla="*/ -70 h 28853"/>
                    <a:gd name="connsiteX4" fmla="*/ 18317 w 64701"/>
                    <a:gd name="connsiteY4" fmla="*/ 27035 h 28853"/>
                    <a:gd name="connsiteX5" fmla="*/ 8699 w 64701"/>
                    <a:gd name="connsiteY5" fmla="*/ 27035 h 28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701" h="28853">
                      <a:moveTo>
                        <a:pt x="-44" y="28784"/>
                      </a:moveTo>
                      <a:cubicBezTo>
                        <a:pt x="2124" y="27533"/>
                        <a:pt x="4782" y="27533"/>
                        <a:pt x="6951" y="28784"/>
                      </a:cubicBezTo>
                      <a:cubicBezTo>
                        <a:pt x="29159" y="26878"/>
                        <a:pt x="49802" y="16551"/>
                        <a:pt x="64658" y="-70"/>
                      </a:cubicBezTo>
                      <a:cubicBezTo>
                        <a:pt x="64658" y="-70"/>
                        <a:pt x="64658" y="-70"/>
                        <a:pt x="64658" y="-70"/>
                      </a:cubicBezTo>
                      <a:cubicBezTo>
                        <a:pt x="52434" y="13605"/>
                        <a:pt x="36224" y="23083"/>
                        <a:pt x="18317" y="27035"/>
                      </a:cubicBezTo>
                      <a:lnTo>
                        <a:pt x="8699" y="27035"/>
                      </a:lnTo>
                      <a:close/>
                    </a:path>
                  </a:pathLst>
                </a:custGeom>
                <a:solidFill>
                  <a:srgbClr val="E8E9EC"/>
                </a:solidFill>
                <a:ln w="87213" cap="flat">
                  <a:noFill/>
                  <a:prstDash val="solid"/>
                  <a:miter/>
                </a:ln>
              </p:spPr>
              <p:txBody>
                <a:bodyPr rtlCol="0" anchor="ctr"/>
                <a:lstStyle/>
                <a:p>
                  <a:endParaRPr lang="en-IN" dirty="0"/>
                </a:p>
              </p:txBody>
            </p:sp>
            <p:sp>
              <p:nvSpPr>
                <p:cNvPr id="2868" name="Freeform: Shape 2867">
                  <a:extLst>
                    <a:ext uri="{FF2B5EF4-FFF2-40B4-BE49-F238E27FC236}">
                      <a16:creationId xmlns:a16="http://schemas.microsoft.com/office/drawing/2014/main" id="{453B55CA-AEDB-2B8D-6A1B-F187FCD27844}"/>
                    </a:ext>
                  </a:extLst>
                </p:cNvPr>
                <p:cNvSpPr/>
                <p:nvPr/>
              </p:nvSpPr>
              <p:spPr>
                <a:xfrm>
                  <a:off x="2402947" y="4002413"/>
                  <a:ext cx="10663" cy="42842"/>
                </a:xfrm>
                <a:custGeom>
                  <a:avLst/>
                  <a:gdLst>
                    <a:gd name="connsiteX0" fmla="*/ 10619 w 10663"/>
                    <a:gd name="connsiteY0" fmla="*/ 42773 h 42842"/>
                    <a:gd name="connsiteX1" fmla="*/ 10619 w 10663"/>
                    <a:gd name="connsiteY1" fmla="*/ 42773 h 42842"/>
                    <a:gd name="connsiteX2" fmla="*/ 127 w 10663"/>
                    <a:gd name="connsiteY2" fmla="*/ -70 h 42842"/>
                    <a:gd name="connsiteX3" fmla="*/ 127 w 10663"/>
                    <a:gd name="connsiteY3" fmla="*/ 6050 h 42842"/>
                    <a:gd name="connsiteX4" fmla="*/ 10619 w 10663"/>
                    <a:gd name="connsiteY4" fmla="*/ 42773 h 4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3" h="42842">
                      <a:moveTo>
                        <a:pt x="10619" y="42773"/>
                      </a:moveTo>
                      <a:lnTo>
                        <a:pt x="10619" y="42773"/>
                      </a:lnTo>
                      <a:cubicBezTo>
                        <a:pt x="2758" y="29929"/>
                        <a:pt x="-905" y="14951"/>
                        <a:pt x="127" y="-70"/>
                      </a:cubicBezTo>
                      <a:lnTo>
                        <a:pt x="127" y="6050"/>
                      </a:lnTo>
                      <a:cubicBezTo>
                        <a:pt x="6291" y="17364"/>
                        <a:pt x="9867" y="29911"/>
                        <a:pt x="10619" y="42773"/>
                      </a:cubicBezTo>
                      <a:close/>
                    </a:path>
                  </a:pathLst>
                </a:custGeom>
                <a:solidFill>
                  <a:srgbClr val="E9EBED"/>
                </a:solidFill>
                <a:ln w="87213" cap="flat">
                  <a:noFill/>
                  <a:prstDash val="solid"/>
                  <a:miter/>
                </a:ln>
              </p:spPr>
              <p:txBody>
                <a:bodyPr rtlCol="0" anchor="ctr"/>
                <a:lstStyle/>
                <a:p>
                  <a:endParaRPr lang="en-IN" dirty="0"/>
                </a:p>
              </p:txBody>
            </p:sp>
            <p:sp>
              <p:nvSpPr>
                <p:cNvPr id="2869" name="Freeform: Shape 2868">
                  <a:extLst>
                    <a:ext uri="{FF2B5EF4-FFF2-40B4-BE49-F238E27FC236}">
                      <a16:creationId xmlns:a16="http://schemas.microsoft.com/office/drawing/2014/main" id="{9F539C1D-67B4-260A-0119-CA1F68B9026C}"/>
                    </a:ext>
                  </a:extLst>
                </p:cNvPr>
                <p:cNvSpPr/>
                <p:nvPr/>
              </p:nvSpPr>
              <p:spPr>
                <a:xfrm>
                  <a:off x="2413610" y="3932465"/>
                  <a:ext cx="13114" cy="20984"/>
                </a:xfrm>
                <a:custGeom>
                  <a:avLst/>
                  <a:gdLst>
                    <a:gd name="connsiteX0" fmla="*/ 13071 w 13114"/>
                    <a:gd name="connsiteY0" fmla="*/ -70 h 20984"/>
                    <a:gd name="connsiteX1" fmla="*/ -44 w 13114"/>
                    <a:gd name="connsiteY1" fmla="*/ 20914 h 20984"/>
                    <a:gd name="connsiteX2" fmla="*/ 13071 w 13114"/>
                    <a:gd name="connsiteY2" fmla="*/ -70 h 20984"/>
                  </a:gdLst>
                  <a:ahLst/>
                  <a:cxnLst>
                    <a:cxn ang="0">
                      <a:pos x="connsiteX0" y="connsiteY0"/>
                    </a:cxn>
                    <a:cxn ang="0">
                      <a:pos x="connsiteX1" y="connsiteY1"/>
                    </a:cxn>
                    <a:cxn ang="0">
                      <a:pos x="connsiteX2" y="connsiteY2"/>
                    </a:cxn>
                  </a:cxnLst>
                  <a:rect l="l" t="t" r="r" b="b"/>
                  <a:pathLst>
                    <a:path w="13113" h="20984">
                      <a:moveTo>
                        <a:pt x="13071" y="-70"/>
                      </a:moveTo>
                      <a:lnTo>
                        <a:pt x="-44" y="20914"/>
                      </a:lnTo>
                      <a:cubicBezTo>
                        <a:pt x="1459" y="12494"/>
                        <a:pt x="6164" y="4975"/>
                        <a:pt x="13071" y="-70"/>
                      </a:cubicBezTo>
                      <a:close/>
                    </a:path>
                  </a:pathLst>
                </a:custGeom>
                <a:solidFill>
                  <a:srgbClr val="E9EBED"/>
                </a:solidFill>
                <a:ln w="87213" cap="flat">
                  <a:noFill/>
                  <a:prstDash val="solid"/>
                  <a:miter/>
                </a:ln>
              </p:spPr>
              <p:txBody>
                <a:bodyPr rtlCol="0" anchor="ctr"/>
                <a:lstStyle/>
                <a:p>
                  <a:endParaRPr lang="en-IN" dirty="0"/>
                </a:p>
              </p:txBody>
            </p:sp>
            <p:sp>
              <p:nvSpPr>
                <p:cNvPr id="2870" name="Freeform: Shape 2869">
                  <a:extLst>
                    <a:ext uri="{FF2B5EF4-FFF2-40B4-BE49-F238E27FC236}">
                      <a16:creationId xmlns:a16="http://schemas.microsoft.com/office/drawing/2014/main" id="{9E06B7F1-AF2B-CAA0-05F4-A4546E0625F3}"/>
                    </a:ext>
                  </a:extLst>
                </p:cNvPr>
                <p:cNvSpPr/>
                <p:nvPr/>
              </p:nvSpPr>
              <p:spPr>
                <a:xfrm>
                  <a:off x="2511537" y="3895524"/>
                  <a:ext cx="19235" cy="1967"/>
                </a:xfrm>
                <a:custGeom>
                  <a:avLst/>
                  <a:gdLst>
                    <a:gd name="connsiteX0" fmla="*/ 18317 w 19235"/>
                    <a:gd name="connsiteY0" fmla="*/ 1897 h 1967"/>
                    <a:gd name="connsiteX1" fmla="*/ -44 w 19235"/>
                    <a:gd name="connsiteY1" fmla="*/ 1897 h 1967"/>
                    <a:gd name="connsiteX2" fmla="*/ 19192 w 19235"/>
                    <a:gd name="connsiteY2" fmla="*/ 1897 h 1967"/>
                    <a:gd name="connsiteX3" fmla="*/ 19192 w 19235"/>
                    <a:gd name="connsiteY3" fmla="*/ 1897 h 1967"/>
                  </a:gdLst>
                  <a:ahLst/>
                  <a:cxnLst>
                    <a:cxn ang="0">
                      <a:pos x="connsiteX0" y="connsiteY0"/>
                    </a:cxn>
                    <a:cxn ang="0">
                      <a:pos x="connsiteX1" y="connsiteY1"/>
                    </a:cxn>
                    <a:cxn ang="0">
                      <a:pos x="connsiteX2" y="connsiteY2"/>
                    </a:cxn>
                    <a:cxn ang="0">
                      <a:pos x="connsiteX3" y="connsiteY3"/>
                    </a:cxn>
                  </a:cxnLst>
                  <a:rect l="l" t="t" r="r" b="b"/>
                  <a:pathLst>
                    <a:path w="19235" h="1967">
                      <a:moveTo>
                        <a:pt x="18317" y="1897"/>
                      </a:moveTo>
                      <a:lnTo>
                        <a:pt x="-44" y="1897"/>
                      </a:lnTo>
                      <a:cubicBezTo>
                        <a:pt x="6103" y="-726"/>
                        <a:pt x="13045" y="-726"/>
                        <a:pt x="19192" y="1897"/>
                      </a:cubicBezTo>
                      <a:lnTo>
                        <a:pt x="19192" y="1897"/>
                      </a:lnTo>
                      <a:close/>
                    </a:path>
                  </a:pathLst>
                </a:custGeom>
                <a:solidFill>
                  <a:srgbClr val="E9EBED"/>
                </a:solidFill>
                <a:ln w="87213" cap="flat">
                  <a:noFill/>
                  <a:prstDash val="solid"/>
                  <a:miter/>
                </a:ln>
              </p:spPr>
              <p:txBody>
                <a:bodyPr rtlCol="0" anchor="ctr"/>
                <a:lstStyle/>
                <a:p>
                  <a:endParaRPr lang="en-IN" dirty="0"/>
                </a:p>
              </p:txBody>
            </p:sp>
            <p:sp>
              <p:nvSpPr>
                <p:cNvPr id="2871" name="Freeform: Shape 2870">
                  <a:extLst>
                    <a:ext uri="{FF2B5EF4-FFF2-40B4-BE49-F238E27FC236}">
                      <a16:creationId xmlns:a16="http://schemas.microsoft.com/office/drawing/2014/main" id="{16BF2E77-0E47-90BE-B23C-65F721A8C6C6}"/>
                    </a:ext>
                  </a:extLst>
                </p:cNvPr>
                <p:cNvSpPr/>
                <p:nvPr/>
              </p:nvSpPr>
              <p:spPr>
                <a:xfrm>
                  <a:off x="2405094" y="3970062"/>
                  <a:ext cx="2524" cy="11366"/>
                </a:xfrm>
                <a:custGeom>
                  <a:avLst/>
                  <a:gdLst>
                    <a:gd name="connsiteX0" fmla="*/ 1477 w 2524"/>
                    <a:gd name="connsiteY0" fmla="*/ -70 h 11366"/>
                    <a:gd name="connsiteX1" fmla="*/ 1477 w 2524"/>
                    <a:gd name="connsiteY1" fmla="*/ 11296 h 11366"/>
                    <a:gd name="connsiteX2" fmla="*/ 1477 w 2524"/>
                    <a:gd name="connsiteY2" fmla="*/ -70 h 11366"/>
                  </a:gdLst>
                  <a:ahLst/>
                  <a:cxnLst>
                    <a:cxn ang="0">
                      <a:pos x="connsiteX0" y="connsiteY0"/>
                    </a:cxn>
                    <a:cxn ang="0">
                      <a:pos x="connsiteX1" y="connsiteY1"/>
                    </a:cxn>
                    <a:cxn ang="0">
                      <a:pos x="connsiteX2" y="connsiteY2"/>
                    </a:cxn>
                  </a:cxnLst>
                  <a:rect l="l" t="t" r="r" b="b"/>
                  <a:pathLst>
                    <a:path w="2524" h="11366">
                      <a:moveTo>
                        <a:pt x="1477" y="-70"/>
                      </a:moveTo>
                      <a:cubicBezTo>
                        <a:pt x="2815" y="3602"/>
                        <a:pt x="2815" y="7624"/>
                        <a:pt x="1477" y="11296"/>
                      </a:cubicBezTo>
                      <a:cubicBezTo>
                        <a:pt x="-551" y="7781"/>
                        <a:pt x="-551" y="3445"/>
                        <a:pt x="1477" y="-70"/>
                      </a:cubicBezTo>
                      <a:close/>
                    </a:path>
                  </a:pathLst>
                </a:custGeom>
                <a:solidFill>
                  <a:srgbClr val="E9EBED"/>
                </a:solidFill>
                <a:ln w="87213" cap="flat">
                  <a:noFill/>
                  <a:prstDash val="solid"/>
                  <a:miter/>
                </a:ln>
              </p:spPr>
              <p:txBody>
                <a:bodyPr rtlCol="0" anchor="ctr"/>
                <a:lstStyle/>
                <a:p>
                  <a:endParaRPr lang="en-IN" dirty="0"/>
                </a:p>
              </p:txBody>
            </p:sp>
            <p:sp>
              <p:nvSpPr>
                <p:cNvPr id="2872" name="Freeform: Shape 2871">
                  <a:extLst>
                    <a:ext uri="{FF2B5EF4-FFF2-40B4-BE49-F238E27FC236}">
                      <a16:creationId xmlns:a16="http://schemas.microsoft.com/office/drawing/2014/main" id="{F17C188C-F02B-82C8-48BA-6455B722925D}"/>
                    </a:ext>
                  </a:extLst>
                </p:cNvPr>
                <p:cNvSpPr/>
                <p:nvPr/>
              </p:nvSpPr>
              <p:spPr>
                <a:xfrm>
                  <a:off x="2530773" y="3894221"/>
                  <a:ext cx="11366" cy="3464"/>
                </a:xfrm>
                <a:custGeom>
                  <a:avLst/>
                  <a:gdLst>
                    <a:gd name="connsiteX0" fmla="*/ -44 w 11366"/>
                    <a:gd name="connsiteY0" fmla="*/ 1451 h 3464"/>
                    <a:gd name="connsiteX1" fmla="*/ 11322 w 11366"/>
                    <a:gd name="connsiteY1" fmla="*/ 1451 h 3464"/>
                    <a:gd name="connsiteX2" fmla="*/ 11322 w 11366"/>
                    <a:gd name="connsiteY2" fmla="*/ 1451 h 3464"/>
                    <a:gd name="connsiteX3" fmla="*/ -44 w 11366"/>
                    <a:gd name="connsiteY3" fmla="*/ 1451 h 3464"/>
                  </a:gdLst>
                  <a:ahLst/>
                  <a:cxnLst>
                    <a:cxn ang="0">
                      <a:pos x="connsiteX0" y="connsiteY0"/>
                    </a:cxn>
                    <a:cxn ang="0">
                      <a:pos x="connsiteX1" y="connsiteY1"/>
                    </a:cxn>
                    <a:cxn ang="0">
                      <a:pos x="connsiteX2" y="connsiteY2"/>
                    </a:cxn>
                    <a:cxn ang="0">
                      <a:pos x="connsiteX3" y="connsiteY3"/>
                    </a:cxn>
                  </a:cxnLst>
                  <a:rect l="l" t="t" r="r" b="b"/>
                  <a:pathLst>
                    <a:path w="11366" h="3463">
                      <a:moveTo>
                        <a:pt x="-44" y="1451"/>
                      </a:moveTo>
                      <a:cubicBezTo>
                        <a:pt x="3471" y="-577"/>
                        <a:pt x="7807" y="-577"/>
                        <a:pt x="11322" y="1451"/>
                      </a:cubicBezTo>
                      <a:lnTo>
                        <a:pt x="11322" y="1451"/>
                      </a:lnTo>
                      <a:cubicBezTo>
                        <a:pt x="6076" y="5823"/>
                        <a:pt x="3453" y="1451"/>
                        <a:pt x="-44" y="1451"/>
                      </a:cubicBezTo>
                      <a:close/>
                    </a:path>
                  </a:pathLst>
                </a:custGeom>
                <a:solidFill>
                  <a:srgbClr val="E9EBED"/>
                </a:solidFill>
                <a:ln w="87213" cap="flat">
                  <a:noFill/>
                  <a:prstDash val="solid"/>
                  <a:miter/>
                </a:ln>
              </p:spPr>
              <p:txBody>
                <a:bodyPr rtlCol="0" anchor="ctr"/>
                <a:lstStyle/>
                <a:p>
                  <a:endParaRPr lang="en-IN" dirty="0"/>
                </a:p>
              </p:txBody>
            </p:sp>
            <p:sp>
              <p:nvSpPr>
                <p:cNvPr id="2873" name="Freeform: Shape 2872">
                  <a:extLst>
                    <a:ext uri="{FF2B5EF4-FFF2-40B4-BE49-F238E27FC236}">
                      <a16:creationId xmlns:a16="http://schemas.microsoft.com/office/drawing/2014/main" id="{B97F5D0B-F07A-0A36-8591-B07A9BEBD2F8}"/>
                    </a:ext>
                  </a:extLst>
                </p:cNvPr>
                <p:cNvSpPr/>
                <p:nvPr/>
              </p:nvSpPr>
              <p:spPr>
                <a:xfrm>
                  <a:off x="2412833" y="3957821"/>
                  <a:ext cx="777" cy="10210"/>
                </a:xfrm>
                <a:custGeom>
                  <a:avLst/>
                  <a:gdLst>
                    <a:gd name="connsiteX0" fmla="*/ 733 w 777"/>
                    <a:gd name="connsiteY0" fmla="*/ -70 h 10210"/>
                    <a:gd name="connsiteX1" fmla="*/ 733 w 777"/>
                    <a:gd name="connsiteY1" fmla="*/ 9548 h 10210"/>
                    <a:gd name="connsiteX2" fmla="*/ 733 w 777"/>
                    <a:gd name="connsiteY2" fmla="*/ -70 h 10210"/>
                  </a:gdLst>
                  <a:ahLst/>
                  <a:cxnLst>
                    <a:cxn ang="0">
                      <a:pos x="connsiteX0" y="connsiteY0"/>
                    </a:cxn>
                    <a:cxn ang="0">
                      <a:pos x="connsiteX1" y="connsiteY1"/>
                    </a:cxn>
                    <a:cxn ang="0">
                      <a:pos x="connsiteX2" y="connsiteY2"/>
                    </a:cxn>
                  </a:cxnLst>
                  <a:rect l="l" t="t" r="r" b="b"/>
                  <a:pathLst>
                    <a:path w="777" h="10210">
                      <a:moveTo>
                        <a:pt x="733" y="-70"/>
                      </a:moveTo>
                      <a:cubicBezTo>
                        <a:pt x="733" y="-70"/>
                        <a:pt x="733" y="6050"/>
                        <a:pt x="733" y="9548"/>
                      </a:cubicBezTo>
                      <a:cubicBezTo>
                        <a:pt x="733" y="13045"/>
                        <a:pt x="-1016" y="-70"/>
                        <a:pt x="733" y="-70"/>
                      </a:cubicBezTo>
                      <a:close/>
                    </a:path>
                  </a:pathLst>
                </a:custGeom>
                <a:solidFill>
                  <a:srgbClr val="E9EBED"/>
                </a:solidFill>
                <a:ln w="87213" cap="flat">
                  <a:noFill/>
                  <a:prstDash val="solid"/>
                  <a:miter/>
                </a:ln>
              </p:spPr>
              <p:txBody>
                <a:bodyPr rtlCol="0" anchor="ctr"/>
                <a:lstStyle/>
                <a:p>
                  <a:endParaRPr lang="en-IN" dirty="0"/>
                </a:p>
              </p:txBody>
            </p:sp>
            <p:sp>
              <p:nvSpPr>
                <p:cNvPr id="2874" name="Freeform: Shape 2873">
                  <a:extLst>
                    <a:ext uri="{FF2B5EF4-FFF2-40B4-BE49-F238E27FC236}">
                      <a16:creationId xmlns:a16="http://schemas.microsoft.com/office/drawing/2014/main" id="{36E66089-814D-27EA-C0E7-341E0A8290EE}"/>
                    </a:ext>
                  </a:extLst>
                </p:cNvPr>
                <p:cNvSpPr/>
                <p:nvPr/>
              </p:nvSpPr>
              <p:spPr>
                <a:xfrm>
                  <a:off x="2495799" y="3892459"/>
                  <a:ext cx="8743" cy="2485"/>
                </a:xfrm>
                <a:custGeom>
                  <a:avLst/>
                  <a:gdLst>
                    <a:gd name="connsiteX0" fmla="*/ 8699 w 8743"/>
                    <a:gd name="connsiteY0" fmla="*/ 1464 h 2485"/>
                    <a:gd name="connsiteX1" fmla="*/ -44 w 8743"/>
                    <a:gd name="connsiteY1" fmla="*/ 1464 h 2485"/>
                    <a:gd name="connsiteX2" fmla="*/ 8699 w 8743"/>
                    <a:gd name="connsiteY2" fmla="*/ 1464 h 2485"/>
                  </a:gdLst>
                  <a:ahLst/>
                  <a:cxnLst>
                    <a:cxn ang="0">
                      <a:pos x="connsiteX0" y="connsiteY0"/>
                    </a:cxn>
                    <a:cxn ang="0">
                      <a:pos x="connsiteX1" y="connsiteY1"/>
                    </a:cxn>
                    <a:cxn ang="0">
                      <a:pos x="connsiteX2" y="connsiteY2"/>
                    </a:cxn>
                  </a:cxnLst>
                  <a:rect l="l" t="t" r="r" b="b"/>
                  <a:pathLst>
                    <a:path w="8743" h="2485">
                      <a:moveTo>
                        <a:pt x="8699" y="1464"/>
                      </a:moveTo>
                      <a:cubicBezTo>
                        <a:pt x="5927" y="2733"/>
                        <a:pt x="2728" y="2733"/>
                        <a:pt x="-44" y="1464"/>
                      </a:cubicBezTo>
                      <a:cubicBezTo>
                        <a:pt x="2509" y="-582"/>
                        <a:pt x="6146" y="-582"/>
                        <a:pt x="8699" y="1464"/>
                      </a:cubicBezTo>
                      <a:close/>
                    </a:path>
                  </a:pathLst>
                </a:custGeom>
                <a:solidFill>
                  <a:srgbClr val="E9EBED"/>
                </a:solidFill>
                <a:ln w="87213" cap="flat">
                  <a:noFill/>
                  <a:prstDash val="solid"/>
                  <a:miter/>
                </a:ln>
              </p:spPr>
              <p:txBody>
                <a:bodyPr rtlCol="0" anchor="ctr"/>
                <a:lstStyle/>
                <a:p>
                  <a:endParaRPr lang="en-IN" dirty="0"/>
                </a:p>
              </p:txBody>
            </p:sp>
            <p:sp>
              <p:nvSpPr>
                <p:cNvPr id="2875" name="Freeform: Shape 2874">
                  <a:extLst>
                    <a:ext uri="{FF2B5EF4-FFF2-40B4-BE49-F238E27FC236}">
                      <a16:creationId xmlns:a16="http://schemas.microsoft.com/office/drawing/2014/main" id="{32EC82EE-7F79-D912-0D0C-938C7E3B31A8}"/>
                    </a:ext>
                  </a:extLst>
                </p:cNvPr>
                <p:cNvSpPr/>
                <p:nvPr/>
              </p:nvSpPr>
              <p:spPr>
                <a:xfrm>
                  <a:off x="2433720" y="4076732"/>
                  <a:ext cx="6120" cy="8238"/>
                </a:xfrm>
                <a:custGeom>
                  <a:avLst/>
                  <a:gdLst>
                    <a:gd name="connsiteX0" fmla="*/ -44 w 6120"/>
                    <a:gd name="connsiteY0" fmla="*/ -70 h 8238"/>
                    <a:gd name="connsiteX1" fmla="*/ 6076 w 6120"/>
                    <a:gd name="connsiteY1" fmla="*/ 6050 h 8238"/>
                    <a:gd name="connsiteX2" fmla="*/ -44 w 6120"/>
                    <a:gd name="connsiteY2" fmla="*/ -70 h 8238"/>
                  </a:gdLst>
                  <a:ahLst/>
                  <a:cxnLst>
                    <a:cxn ang="0">
                      <a:pos x="connsiteX0" y="connsiteY0"/>
                    </a:cxn>
                    <a:cxn ang="0">
                      <a:pos x="connsiteX1" y="connsiteY1"/>
                    </a:cxn>
                    <a:cxn ang="0">
                      <a:pos x="connsiteX2" y="connsiteY2"/>
                    </a:cxn>
                  </a:cxnLst>
                  <a:rect l="l" t="t" r="r" b="b"/>
                  <a:pathLst>
                    <a:path w="6120" h="8238">
                      <a:moveTo>
                        <a:pt x="-44" y="-70"/>
                      </a:moveTo>
                      <a:cubicBezTo>
                        <a:pt x="-44" y="-70"/>
                        <a:pt x="6076" y="-70"/>
                        <a:pt x="6076" y="6050"/>
                      </a:cubicBezTo>
                      <a:cubicBezTo>
                        <a:pt x="6076" y="12171"/>
                        <a:pt x="-44" y="3427"/>
                        <a:pt x="-44" y="-70"/>
                      </a:cubicBezTo>
                      <a:close/>
                    </a:path>
                  </a:pathLst>
                </a:custGeom>
                <a:solidFill>
                  <a:srgbClr val="E9EBED"/>
                </a:solidFill>
                <a:ln w="87213" cap="flat">
                  <a:noFill/>
                  <a:prstDash val="solid"/>
                  <a:miter/>
                </a:ln>
              </p:spPr>
              <p:txBody>
                <a:bodyPr rtlCol="0" anchor="ctr"/>
                <a:lstStyle/>
                <a:p>
                  <a:endParaRPr lang="en-IN" dirty="0"/>
                </a:p>
              </p:txBody>
            </p:sp>
            <p:sp>
              <p:nvSpPr>
                <p:cNvPr id="2876" name="Freeform: Shape 2875">
                  <a:extLst>
                    <a:ext uri="{FF2B5EF4-FFF2-40B4-BE49-F238E27FC236}">
                      <a16:creationId xmlns:a16="http://schemas.microsoft.com/office/drawing/2014/main" id="{3719BA14-630A-26C3-4179-72F00550BB82}"/>
                    </a:ext>
                  </a:extLst>
                </p:cNvPr>
                <p:cNvSpPr/>
                <p:nvPr/>
              </p:nvSpPr>
              <p:spPr>
                <a:xfrm>
                  <a:off x="2591977" y="4012031"/>
                  <a:ext cx="31650" cy="69073"/>
                </a:xfrm>
                <a:custGeom>
                  <a:avLst/>
                  <a:gdLst>
                    <a:gd name="connsiteX0" fmla="*/ -44 w 31650"/>
                    <a:gd name="connsiteY0" fmla="*/ 69003 h 69073"/>
                    <a:gd name="connsiteX1" fmla="*/ -44 w 31650"/>
                    <a:gd name="connsiteY1" fmla="*/ 69003 h 69073"/>
                    <a:gd name="connsiteX2" fmla="*/ 31432 w 31650"/>
                    <a:gd name="connsiteY2" fmla="*/ -70 h 69073"/>
                    <a:gd name="connsiteX3" fmla="*/ 31432 w 31650"/>
                    <a:gd name="connsiteY3" fmla="*/ -70 h 69073"/>
                    <a:gd name="connsiteX4" fmla="*/ 31432 w 31650"/>
                    <a:gd name="connsiteY4" fmla="*/ -70 h 69073"/>
                    <a:gd name="connsiteX5" fmla="*/ 26186 w 31650"/>
                    <a:gd name="connsiteY5" fmla="*/ 35778 h 69073"/>
                    <a:gd name="connsiteX6" fmla="*/ -44 w 31650"/>
                    <a:gd name="connsiteY6" fmla="*/ 69003 h 69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50" h="69073">
                      <a:moveTo>
                        <a:pt x="-44" y="69003"/>
                      </a:moveTo>
                      <a:lnTo>
                        <a:pt x="-44" y="69003"/>
                      </a:lnTo>
                      <a:cubicBezTo>
                        <a:pt x="19646" y="51394"/>
                        <a:pt x="31065" y="26343"/>
                        <a:pt x="31432" y="-70"/>
                      </a:cubicBezTo>
                      <a:lnTo>
                        <a:pt x="31432" y="-70"/>
                      </a:lnTo>
                      <a:cubicBezTo>
                        <a:pt x="31432" y="-70"/>
                        <a:pt x="31432" y="-70"/>
                        <a:pt x="31432" y="-70"/>
                      </a:cubicBezTo>
                      <a:cubicBezTo>
                        <a:pt x="32201" y="12118"/>
                        <a:pt x="30418" y="24324"/>
                        <a:pt x="26186" y="35778"/>
                      </a:cubicBezTo>
                      <a:cubicBezTo>
                        <a:pt x="20293" y="48832"/>
                        <a:pt x="11287" y="60242"/>
                        <a:pt x="-44" y="69003"/>
                      </a:cubicBezTo>
                      <a:close/>
                    </a:path>
                  </a:pathLst>
                </a:custGeom>
                <a:solidFill>
                  <a:srgbClr val="E7E8EB"/>
                </a:solidFill>
                <a:ln w="87213" cap="flat">
                  <a:noFill/>
                  <a:prstDash val="solid"/>
                  <a:miter/>
                </a:ln>
              </p:spPr>
              <p:txBody>
                <a:bodyPr rtlCol="0" anchor="ctr"/>
                <a:lstStyle/>
                <a:p>
                  <a:endParaRPr lang="en-IN" dirty="0"/>
                </a:p>
              </p:txBody>
            </p:sp>
            <p:sp>
              <p:nvSpPr>
                <p:cNvPr id="2877" name="Freeform: Shape 2876">
                  <a:extLst>
                    <a:ext uri="{FF2B5EF4-FFF2-40B4-BE49-F238E27FC236}">
                      <a16:creationId xmlns:a16="http://schemas.microsoft.com/office/drawing/2014/main" id="{EE27D937-B120-BC72-9FC3-FD0CEF5CB8CD}"/>
                    </a:ext>
                  </a:extLst>
                </p:cNvPr>
                <p:cNvSpPr/>
                <p:nvPr/>
              </p:nvSpPr>
              <p:spPr>
                <a:xfrm>
                  <a:off x="2611213" y="3955198"/>
                  <a:ext cx="13373" cy="50712"/>
                </a:xfrm>
                <a:custGeom>
                  <a:avLst/>
                  <a:gdLst>
                    <a:gd name="connsiteX0" fmla="*/ 12197 w 13373"/>
                    <a:gd name="connsiteY0" fmla="*/ 50642 h 50712"/>
                    <a:gd name="connsiteX1" fmla="*/ 12197 w 13373"/>
                    <a:gd name="connsiteY1" fmla="*/ 50642 h 50712"/>
                    <a:gd name="connsiteX2" fmla="*/ -44 w 13373"/>
                    <a:gd name="connsiteY2" fmla="*/ -70 h 50712"/>
                    <a:gd name="connsiteX3" fmla="*/ 4327 w 13373"/>
                    <a:gd name="connsiteY3" fmla="*/ -70 h 50712"/>
                    <a:gd name="connsiteX4" fmla="*/ 12197 w 13373"/>
                    <a:gd name="connsiteY4" fmla="*/ 50642 h 50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3" h="50712">
                      <a:moveTo>
                        <a:pt x="12197" y="50642"/>
                      </a:moveTo>
                      <a:lnTo>
                        <a:pt x="12197" y="50642"/>
                      </a:lnTo>
                      <a:cubicBezTo>
                        <a:pt x="11139" y="33146"/>
                        <a:pt x="6994" y="15983"/>
                        <a:pt x="-44" y="-70"/>
                      </a:cubicBezTo>
                      <a:lnTo>
                        <a:pt x="4327" y="-70"/>
                      </a:lnTo>
                      <a:cubicBezTo>
                        <a:pt x="12354" y="15545"/>
                        <a:pt x="15116" y="33330"/>
                        <a:pt x="12197" y="50642"/>
                      </a:cubicBezTo>
                      <a:close/>
                    </a:path>
                  </a:pathLst>
                </a:custGeom>
                <a:solidFill>
                  <a:srgbClr val="E7E9EC"/>
                </a:solidFill>
                <a:ln w="87213" cap="flat">
                  <a:noFill/>
                  <a:prstDash val="solid"/>
                  <a:miter/>
                </a:ln>
              </p:spPr>
              <p:txBody>
                <a:bodyPr rtlCol="0" anchor="ctr"/>
                <a:lstStyle/>
                <a:p>
                  <a:endParaRPr lang="en-IN" dirty="0"/>
                </a:p>
              </p:txBody>
            </p:sp>
            <p:sp>
              <p:nvSpPr>
                <p:cNvPr id="2878" name="Freeform: Shape 2877">
                  <a:extLst>
                    <a:ext uri="{FF2B5EF4-FFF2-40B4-BE49-F238E27FC236}">
                      <a16:creationId xmlns:a16="http://schemas.microsoft.com/office/drawing/2014/main" id="{175AE142-A31F-249C-45B8-E9ECDD5CDFAA}"/>
                    </a:ext>
                  </a:extLst>
                </p:cNvPr>
                <p:cNvSpPr/>
                <p:nvPr/>
              </p:nvSpPr>
              <p:spPr>
                <a:xfrm>
                  <a:off x="2546511" y="3944706"/>
                  <a:ext cx="70994" cy="158912"/>
                </a:xfrm>
                <a:custGeom>
                  <a:avLst/>
                  <a:gdLst>
                    <a:gd name="connsiteX0" fmla="*/ 55040 w 70994"/>
                    <a:gd name="connsiteY0" fmla="*/ 13045 h 158912"/>
                    <a:gd name="connsiteX1" fmla="*/ 69904 w 70994"/>
                    <a:gd name="connsiteY1" fmla="*/ 51517 h 158912"/>
                    <a:gd name="connsiteX2" fmla="*/ 50668 w 70994"/>
                    <a:gd name="connsiteY2" fmla="*/ 125836 h 158912"/>
                    <a:gd name="connsiteX3" fmla="*/ 6951 w 70994"/>
                    <a:gd name="connsiteY3" fmla="*/ 158187 h 158912"/>
                    <a:gd name="connsiteX4" fmla="*/ -44 w 70994"/>
                    <a:gd name="connsiteY4" fmla="*/ 158187 h 158912"/>
                    <a:gd name="connsiteX5" fmla="*/ -44 w 70994"/>
                    <a:gd name="connsiteY5" fmla="*/ 158187 h 158912"/>
                    <a:gd name="connsiteX6" fmla="*/ 8700 w 70994"/>
                    <a:gd name="connsiteY6" fmla="*/ 152940 h 158912"/>
                    <a:gd name="connsiteX7" fmla="*/ 14820 w 70994"/>
                    <a:gd name="connsiteY7" fmla="*/ 152940 h 158912"/>
                    <a:gd name="connsiteX8" fmla="*/ 38427 w 70994"/>
                    <a:gd name="connsiteY8" fmla="*/ 135454 h 158912"/>
                    <a:gd name="connsiteX9" fmla="*/ 45422 w 70994"/>
                    <a:gd name="connsiteY9" fmla="*/ 127584 h 158912"/>
                    <a:gd name="connsiteX10" fmla="*/ 45422 w 70994"/>
                    <a:gd name="connsiteY10" fmla="*/ 127584 h 158912"/>
                    <a:gd name="connsiteX11" fmla="*/ 53291 w 70994"/>
                    <a:gd name="connsiteY11" fmla="*/ 116218 h 158912"/>
                    <a:gd name="connsiteX12" fmla="*/ 53291 w 70994"/>
                    <a:gd name="connsiteY12" fmla="*/ 116218 h 158912"/>
                    <a:gd name="connsiteX13" fmla="*/ 53291 w 70994"/>
                    <a:gd name="connsiteY13" fmla="*/ 106600 h 158912"/>
                    <a:gd name="connsiteX14" fmla="*/ 58537 w 70994"/>
                    <a:gd name="connsiteY14" fmla="*/ 81244 h 158912"/>
                    <a:gd name="connsiteX15" fmla="*/ 50668 w 70994"/>
                    <a:gd name="connsiteY15" fmla="*/ 34029 h 158912"/>
                    <a:gd name="connsiteX16" fmla="*/ 33181 w 70994"/>
                    <a:gd name="connsiteY16" fmla="*/ 7799 h 158912"/>
                    <a:gd name="connsiteX17" fmla="*/ 33181 w 70994"/>
                    <a:gd name="connsiteY17" fmla="*/ -70 h 158912"/>
                    <a:gd name="connsiteX18" fmla="*/ 33181 w 70994"/>
                    <a:gd name="connsiteY18" fmla="*/ -70 h 158912"/>
                    <a:gd name="connsiteX19" fmla="*/ 55040 w 70994"/>
                    <a:gd name="connsiteY19" fmla="*/ 13045 h 1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994" h="158912">
                      <a:moveTo>
                        <a:pt x="55040" y="13045"/>
                      </a:moveTo>
                      <a:cubicBezTo>
                        <a:pt x="63748" y="24088"/>
                        <a:pt x="68925" y="37492"/>
                        <a:pt x="69904" y="51517"/>
                      </a:cubicBezTo>
                      <a:cubicBezTo>
                        <a:pt x="73768" y="77869"/>
                        <a:pt x="66835" y="104668"/>
                        <a:pt x="50668" y="125836"/>
                      </a:cubicBezTo>
                      <a:cubicBezTo>
                        <a:pt x="39345" y="140429"/>
                        <a:pt x="24219" y="151620"/>
                        <a:pt x="6951" y="158187"/>
                      </a:cubicBezTo>
                      <a:cubicBezTo>
                        <a:pt x="4704" y="159061"/>
                        <a:pt x="2203" y="159061"/>
                        <a:pt x="-44" y="158187"/>
                      </a:cubicBezTo>
                      <a:lnTo>
                        <a:pt x="-44" y="158187"/>
                      </a:lnTo>
                      <a:cubicBezTo>
                        <a:pt x="-44" y="158187"/>
                        <a:pt x="5202" y="158187"/>
                        <a:pt x="8700" y="152940"/>
                      </a:cubicBezTo>
                      <a:cubicBezTo>
                        <a:pt x="10658" y="153762"/>
                        <a:pt x="12861" y="153762"/>
                        <a:pt x="14820" y="152940"/>
                      </a:cubicBezTo>
                      <a:lnTo>
                        <a:pt x="38427" y="135454"/>
                      </a:lnTo>
                      <a:cubicBezTo>
                        <a:pt x="41418" y="133495"/>
                        <a:pt x="43831" y="130785"/>
                        <a:pt x="45422" y="127584"/>
                      </a:cubicBezTo>
                      <a:lnTo>
                        <a:pt x="45422" y="127584"/>
                      </a:lnTo>
                      <a:cubicBezTo>
                        <a:pt x="49016" y="124568"/>
                        <a:pt x="51735" y="120642"/>
                        <a:pt x="53291" y="116218"/>
                      </a:cubicBezTo>
                      <a:lnTo>
                        <a:pt x="53291" y="116218"/>
                      </a:lnTo>
                      <a:cubicBezTo>
                        <a:pt x="53291" y="116218"/>
                        <a:pt x="53291" y="110098"/>
                        <a:pt x="53291" y="106600"/>
                      </a:cubicBezTo>
                      <a:cubicBezTo>
                        <a:pt x="55871" y="98338"/>
                        <a:pt x="57628" y="89848"/>
                        <a:pt x="58537" y="81244"/>
                      </a:cubicBezTo>
                      <a:cubicBezTo>
                        <a:pt x="60356" y="65078"/>
                        <a:pt x="57628" y="48727"/>
                        <a:pt x="50668" y="34029"/>
                      </a:cubicBezTo>
                      <a:cubicBezTo>
                        <a:pt x="46183" y="24464"/>
                        <a:pt x="40290" y="15616"/>
                        <a:pt x="33181" y="7799"/>
                      </a:cubicBezTo>
                      <a:cubicBezTo>
                        <a:pt x="33181" y="7799"/>
                        <a:pt x="27935" y="7799"/>
                        <a:pt x="33181" y="-70"/>
                      </a:cubicBezTo>
                      <a:lnTo>
                        <a:pt x="33181" y="-70"/>
                      </a:lnTo>
                      <a:cubicBezTo>
                        <a:pt x="41959" y="1128"/>
                        <a:pt x="49855" y="5867"/>
                        <a:pt x="55040" y="13045"/>
                      </a:cubicBezTo>
                      <a:close/>
                    </a:path>
                  </a:pathLst>
                </a:custGeom>
                <a:solidFill>
                  <a:srgbClr val="DADCE1"/>
                </a:solidFill>
                <a:ln w="87213" cap="flat">
                  <a:noFill/>
                  <a:prstDash val="solid"/>
                  <a:miter/>
                </a:ln>
              </p:spPr>
              <p:txBody>
                <a:bodyPr rtlCol="0" anchor="ctr"/>
                <a:lstStyle/>
                <a:p>
                  <a:endParaRPr lang="en-IN" dirty="0"/>
                </a:p>
              </p:txBody>
            </p:sp>
            <p:sp>
              <p:nvSpPr>
                <p:cNvPr id="2879" name="Freeform: Shape 2878">
                  <a:extLst>
                    <a:ext uri="{FF2B5EF4-FFF2-40B4-BE49-F238E27FC236}">
                      <a16:creationId xmlns:a16="http://schemas.microsoft.com/office/drawing/2014/main" id="{19A66F5A-782F-CA85-D264-A192613D4A00}"/>
                    </a:ext>
                  </a:extLst>
                </p:cNvPr>
                <p:cNvSpPr/>
                <p:nvPr/>
              </p:nvSpPr>
              <p:spPr>
                <a:xfrm>
                  <a:off x="2404185" y="3978805"/>
                  <a:ext cx="75875" cy="120660"/>
                </a:xfrm>
                <a:custGeom>
                  <a:avLst/>
                  <a:gdLst>
                    <a:gd name="connsiteX0" fmla="*/ 9381 w 75875"/>
                    <a:gd name="connsiteY0" fmla="*/ 66380 h 120660"/>
                    <a:gd name="connsiteX1" fmla="*/ 638 w 75875"/>
                    <a:gd name="connsiteY1" fmla="*/ 31406 h 120660"/>
                    <a:gd name="connsiteX2" fmla="*/ 638 w 75875"/>
                    <a:gd name="connsiteY2" fmla="*/ -70 h 120660"/>
                    <a:gd name="connsiteX3" fmla="*/ 638 w 75875"/>
                    <a:gd name="connsiteY3" fmla="*/ -70 h 120660"/>
                    <a:gd name="connsiteX4" fmla="*/ 638 w 75875"/>
                    <a:gd name="connsiteY4" fmla="*/ 20915 h 120660"/>
                    <a:gd name="connsiteX5" fmla="*/ 638 w 75875"/>
                    <a:gd name="connsiteY5" fmla="*/ 47145 h 120660"/>
                    <a:gd name="connsiteX6" fmla="*/ 37360 w 75875"/>
                    <a:gd name="connsiteY6" fmla="*/ 102229 h 120660"/>
                    <a:gd name="connsiteX7" fmla="*/ 69711 w 75875"/>
                    <a:gd name="connsiteY7" fmla="*/ 120590 h 120660"/>
                    <a:gd name="connsiteX8" fmla="*/ 75832 w 75875"/>
                    <a:gd name="connsiteY8" fmla="*/ 120590 h 120660"/>
                    <a:gd name="connsiteX9" fmla="*/ 75832 w 75875"/>
                    <a:gd name="connsiteY9" fmla="*/ 120590 h 120660"/>
                    <a:gd name="connsiteX10" fmla="*/ 11130 w 75875"/>
                    <a:gd name="connsiteY10" fmla="*/ 73375 h 120660"/>
                    <a:gd name="connsiteX11" fmla="*/ 9381 w 75875"/>
                    <a:gd name="connsiteY11" fmla="*/ 66380 h 120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875" h="120660">
                      <a:moveTo>
                        <a:pt x="9381" y="66380"/>
                      </a:moveTo>
                      <a:cubicBezTo>
                        <a:pt x="9381" y="55014"/>
                        <a:pt x="2386" y="43647"/>
                        <a:pt x="638" y="31406"/>
                      </a:cubicBezTo>
                      <a:cubicBezTo>
                        <a:pt x="-271" y="20932"/>
                        <a:pt x="-271" y="10405"/>
                        <a:pt x="638" y="-70"/>
                      </a:cubicBezTo>
                      <a:cubicBezTo>
                        <a:pt x="638" y="-70"/>
                        <a:pt x="638" y="-70"/>
                        <a:pt x="638" y="-70"/>
                      </a:cubicBezTo>
                      <a:cubicBezTo>
                        <a:pt x="638" y="-70"/>
                        <a:pt x="638" y="13920"/>
                        <a:pt x="638" y="20915"/>
                      </a:cubicBezTo>
                      <a:cubicBezTo>
                        <a:pt x="-271" y="29631"/>
                        <a:pt x="-271" y="38427"/>
                        <a:pt x="638" y="47145"/>
                      </a:cubicBezTo>
                      <a:cubicBezTo>
                        <a:pt x="6243" y="69152"/>
                        <a:pt x="19200" y="88589"/>
                        <a:pt x="37360" y="102229"/>
                      </a:cubicBezTo>
                      <a:cubicBezTo>
                        <a:pt x="47118" y="110010"/>
                        <a:pt x="58030" y="116201"/>
                        <a:pt x="69711" y="120590"/>
                      </a:cubicBezTo>
                      <a:cubicBezTo>
                        <a:pt x="69711" y="120590"/>
                        <a:pt x="74957" y="120590"/>
                        <a:pt x="75832" y="120590"/>
                      </a:cubicBezTo>
                      <a:lnTo>
                        <a:pt x="75832" y="120590"/>
                      </a:lnTo>
                      <a:cubicBezTo>
                        <a:pt x="49103" y="113525"/>
                        <a:pt x="26011" y="96676"/>
                        <a:pt x="11130" y="73375"/>
                      </a:cubicBezTo>
                      <a:cubicBezTo>
                        <a:pt x="10693" y="71006"/>
                        <a:pt x="10116" y="68671"/>
                        <a:pt x="9381" y="66380"/>
                      </a:cubicBezTo>
                      <a:close/>
                    </a:path>
                  </a:pathLst>
                </a:custGeom>
                <a:solidFill>
                  <a:srgbClr val="E3E5E8"/>
                </a:solidFill>
                <a:ln w="87213" cap="flat">
                  <a:noFill/>
                  <a:prstDash val="solid"/>
                  <a:miter/>
                </a:ln>
              </p:spPr>
              <p:txBody>
                <a:bodyPr rtlCol="0" anchor="ctr"/>
                <a:lstStyle/>
                <a:p>
                  <a:endParaRPr lang="en-IN" dirty="0"/>
                </a:p>
              </p:txBody>
            </p:sp>
            <p:sp>
              <p:nvSpPr>
                <p:cNvPr id="2880" name="Freeform: Shape 2879">
                  <a:extLst>
                    <a:ext uri="{FF2B5EF4-FFF2-40B4-BE49-F238E27FC236}">
                      <a16:creationId xmlns:a16="http://schemas.microsoft.com/office/drawing/2014/main" id="{5434B606-57CF-7423-E286-4B0D807D42C6}"/>
                    </a:ext>
                  </a:extLst>
                </p:cNvPr>
                <p:cNvSpPr/>
                <p:nvPr/>
              </p:nvSpPr>
              <p:spPr>
                <a:xfrm>
                  <a:off x="2410987" y="4024272"/>
                  <a:ext cx="115413" cy="78691"/>
                </a:xfrm>
                <a:custGeom>
                  <a:avLst/>
                  <a:gdLst>
                    <a:gd name="connsiteX0" fmla="*/ 76898 w 115413"/>
                    <a:gd name="connsiteY0" fmla="*/ 78621 h 78691"/>
                    <a:gd name="connsiteX1" fmla="*/ 48045 w 115413"/>
                    <a:gd name="connsiteY1" fmla="*/ 65506 h 78691"/>
                    <a:gd name="connsiteX2" fmla="*/ -44 w 115413"/>
                    <a:gd name="connsiteY2" fmla="*/ -70 h 78691"/>
                    <a:gd name="connsiteX3" fmla="*/ -44 w 115413"/>
                    <a:gd name="connsiteY3" fmla="*/ -70 h 78691"/>
                    <a:gd name="connsiteX4" fmla="*/ 25312 w 115413"/>
                    <a:gd name="connsiteY4" fmla="*/ 41898 h 78691"/>
                    <a:gd name="connsiteX5" fmla="*/ 25312 w 115413"/>
                    <a:gd name="connsiteY5" fmla="*/ 41898 h 78691"/>
                    <a:gd name="connsiteX6" fmla="*/ 94385 w 115413"/>
                    <a:gd name="connsiteY6" fmla="*/ 72500 h 78691"/>
                    <a:gd name="connsiteX7" fmla="*/ 109249 w 115413"/>
                    <a:gd name="connsiteY7" fmla="*/ 72500 h 78691"/>
                    <a:gd name="connsiteX8" fmla="*/ 115369 w 115413"/>
                    <a:gd name="connsiteY8" fmla="*/ 72500 h 78691"/>
                    <a:gd name="connsiteX9" fmla="*/ 79521 w 115413"/>
                    <a:gd name="connsiteY9" fmla="*/ 72500 h 78691"/>
                    <a:gd name="connsiteX10" fmla="*/ 76898 w 115413"/>
                    <a:gd name="connsiteY10" fmla="*/ 78621 h 7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413" h="78691">
                      <a:moveTo>
                        <a:pt x="76898" y="78621"/>
                      </a:moveTo>
                      <a:cubicBezTo>
                        <a:pt x="66905" y="75132"/>
                        <a:pt x="57243" y="70743"/>
                        <a:pt x="48045" y="65506"/>
                      </a:cubicBezTo>
                      <a:cubicBezTo>
                        <a:pt x="23187" y="51744"/>
                        <a:pt x="5613" y="27778"/>
                        <a:pt x="-44" y="-70"/>
                      </a:cubicBezTo>
                      <a:lnTo>
                        <a:pt x="-44" y="-70"/>
                      </a:lnTo>
                      <a:cubicBezTo>
                        <a:pt x="4940" y="15738"/>
                        <a:pt x="13640" y="30130"/>
                        <a:pt x="25312" y="41898"/>
                      </a:cubicBezTo>
                      <a:lnTo>
                        <a:pt x="25312" y="41898"/>
                      </a:lnTo>
                      <a:cubicBezTo>
                        <a:pt x="43638" y="60461"/>
                        <a:pt x="68321" y="71399"/>
                        <a:pt x="94385" y="72500"/>
                      </a:cubicBezTo>
                      <a:lnTo>
                        <a:pt x="109249" y="72500"/>
                      </a:lnTo>
                      <a:cubicBezTo>
                        <a:pt x="109249" y="72500"/>
                        <a:pt x="114495" y="72500"/>
                        <a:pt x="115369" y="72500"/>
                      </a:cubicBezTo>
                      <a:cubicBezTo>
                        <a:pt x="103618" y="75578"/>
                        <a:pt x="91272" y="75578"/>
                        <a:pt x="79521" y="72500"/>
                      </a:cubicBezTo>
                      <a:cubicBezTo>
                        <a:pt x="79521" y="72500"/>
                        <a:pt x="76898" y="77747"/>
                        <a:pt x="76898" y="78621"/>
                      </a:cubicBezTo>
                      <a:close/>
                    </a:path>
                  </a:pathLst>
                </a:custGeom>
                <a:solidFill>
                  <a:srgbClr val="DEE0E4"/>
                </a:solidFill>
                <a:ln w="87213" cap="flat">
                  <a:noFill/>
                  <a:prstDash val="solid"/>
                  <a:miter/>
                </a:ln>
              </p:spPr>
              <p:txBody>
                <a:bodyPr rtlCol="0" anchor="ctr"/>
                <a:lstStyle/>
                <a:p>
                  <a:endParaRPr lang="en-IN" dirty="0"/>
                </a:p>
              </p:txBody>
            </p:sp>
            <p:sp>
              <p:nvSpPr>
                <p:cNvPr id="2881" name="Freeform: Shape 2880">
                  <a:extLst>
                    <a:ext uri="{FF2B5EF4-FFF2-40B4-BE49-F238E27FC236}">
                      <a16:creationId xmlns:a16="http://schemas.microsoft.com/office/drawing/2014/main" id="{41F786BD-D907-0AEA-56EB-C18738827ADC}"/>
                    </a:ext>
                  </a:extLst>
                </p:cNvPr>
                <p:cNvSpPr/>
                <p:nvPr/>
              </p:nvSpPr>
              <p:spPr>
                <a:xfrm>
                  <a:off x="2498422" y="3909398"/>
                  <a:ext cx="112791" cy="52795"/>
                </a:xfrm>
                <a:custGeom>
                  <a:avLst/>
                  <a:gdLst>
                    <a:gd name="connsiteX0" fmla="*/ 103129 w 112791"/>
                    <a:gd name="connsiteY0" fmla="*/ 48353 h 52795"/>
                    <a:gd name="connsiteX1" fmla="*/ 83893 w 112791"/>
                    <a:gd name="connsiteY1" fmla="*/ 25620 h 52795"/>
                    <a:gd name="connsiteX2" fmla="*/ 83893 w 112791"/>
                    <a:gd name="connsiteY2" fmla="*/ 25620 h 52795"/>
                    <a:gd name="connsiteX3" fmla="*/ 58537 w 112791"/>
                    <a:gd name="connsiteY3" fmla="*/ 9008 h 52795"/>
                    <a:gd name="connsiteX4" fmla="*/ 8700 w 112791"/>
                    <a:gd name="connsiteY4" fmla="*/ 264 h 52795"/>
                    <a:gd name="connsiteX5" fmla="*/ -44 w 112791"/>
                    <a:gd name="connsiteY5" fmla="*/ 264 h 52795"/>
                    <a:gd name="connsiteX6" fmla="*/ -44 w 112791"/>
                    <a:gd name="connsiteY6" fmla="*/ 264 h 52795"/>
                    <a:gd name="connsiteX7" fmla="*/ 6076 w 112791"/>
                    <a:gd name="connsiteY7" fmla="*/ 264 h 52795"/>
                    <a:gd name="connsiteX8" fmla="*/ 21814 w 112791"/>
                    <a:gd name="connsiteY8" fmla="*/ 264 h 52795"/>
                    <a:gd name="connsiteX9" fmla="*/ 90888 w 112791"/>
                    <a:gd name="connsiteY9" fmla="*/ 25620 h 52795"/>
                    <a:gd name="connsiteX10" fmla="*/ 112747 w 112791"/>
                    <a:gd name="connsiteY10" fmla="*/ 52725 h 5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791" h="52795">
                      <a:moveTo>
                        <a:pt x="103129" y="48353"/>
                      </a:moveTo>
                      <a:cubicBezTo>
                        <a:pt x="97944" y="39811"/>
                        <a:pt x="91456" y="32143"/>
                        <a:pt x="83893" y="25620"/>
                      </a:cubicBezTo>
                      <a:lnTo>
                        <a:pt x="83893" y="25620"/>
                      </a:lnTo>
                      <a:cubicBezTo>
                        <a:pt x="76138" y="19089"/>
                        <a:pt x="67622" y="13511"/>
                        <a:pt x="58537" y="9008"/>
                      </a:cubicBezTo>
                      <a:cubicBezTo>
                        <a:pt x="42860" y="2171"/>
                        <a:pt x="25767" y="-828"/>
                        <a:pt x="8700" y="264"/>
                      </a:cubicBezTo>
                      <a:cubicBezTo>
                        <a:pt x="5805" y="-181"/>
                        <a:pt x="2850" y="-181"/>
                        <a:pt x="-44" y="264"/>
                      </a:cubicBezTo>
                      <a:cubicBezTo>
                        <a:pt x="-44" y="264"/>
                        <a:pt x="-44" y="264"/>
                        <a:pt x="-44" y="264"/>
                      </a:cubicBezTo>
                      <a:cubicBezTo>
                        <a:pt x="-44" y="264"/>
                        <a:pt x="-44" y="264"/>
                        <a:pt x="6076" y="264"/>
                      </a:cubicBezTo>
                      <a:lnTo>
                        <a:pt x="21814" y="264"/>
                      </a:lnTo>
                      <a:cubicBezTo>
                        <a:pt x="47144" y="98"/>
                        <a:pt x="71679" y="9104"/>
                        <a:pt x="90888" y="25620"/>
                      </a:cubicBezTo>
                      <a:cubicBezTo>
                        <a:pt x="99806" y="33210"/>
                        <a:pt x="107221" y="42399"/>
                        <a:pt x="112747" y="52725"/>
                      </a:cubicBezTo>
                      <a:close/>
                    </a:path>
                  </a:pathLst>
                </a:custGeom>
                <a:solidFill>
                  <a:srgbClr val="DEE0E4"/>
                </a:solidFill>
                <a:ln w="87213" cap="flat">
                  <a:noFill/>
                  <a:prstDash val="solid"/>
                  <a:miter/>
                </a:ln>
              </p:spPr>
              <p:txBody>
                <a:bodyPr rtlCol="0" anchor="ctr"/>
                <a:lstStyle/>
                <a:p>
                  <a:endParaRPr lang="en-IN" dirty="0"/>
                </a:p>
              </p:txBody>
            </p:sp>
            <p:sp>
              <p:nvSpPr>
                <p:cNvPr id="2882" name="Freeform: Shape 2881">
                  <a:extLst>
                    <a:ext uri="{FF2B5EF4-FFF2-40B4-BE49-F238E27FC236}">
                      <a16:creationId xmlns:a16="http://schemas.microsoft.com/office/drawing/2014/main" id="{C0D50188-DDE3-FB7A-A8B5-239399F1BFA6}"/>
                    </a:ext>
                  </a:extLst>
                </p:cNvPr>
                <p:cNvSpPr/>
                <p:nvPr/>
              </p:nvSpPr>
              <p:spPr>
                <a:xfrm>
                  <a:off x="2581485" y="3925833"/>
                  <a:ext cx="21858" cy="24992"/>
                </a:xfrm>
                <a:custGeom>
                  <a:avLst/>
                  <a:gdLst>
                    <a:gd name="connsiteX0" fmla="*/ 21814 w 21858"/>
                    <a:gd name="connsiteY0" fmla="*/ 24923 h 24992"/>
                    <a:gd name="connsiteX1" fmla="*/ -44 w 21858"/>
                    <a:gd name="connsiteY1" fmla="*/ 441 h 24992"/>
                    <a:gd name="connsiteX2" fmla="*/ -44 w 21858"/>
                    <a:gd name="connsiteY2" fmla="*/ 441 h 24992"/>
                    <a:gd name="connsiteX3" fmla="*/ 6951 w 21858"/>
                    <a:gd name="connsiteY3" fmla="*/ 441 h 24992"/>
                    <a:gd name="connsiteX4" fmla="*/ 21814 w 21858"/>
                    <a:gd name="connsiteY4" fmla="*/ 23174 h 24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8" h="24992">
                      <a:moveTo>
                        <a:pt x="21814" y="24923"/>
                      </a:moveTo>
                      <a:cubicBezTo>
                        <a:pt x="15248" y="16145"/>
                        <a:pt x="7930" y="7961"/>
                        <a:pt x="-44" y="441"/>
                      </a:cubicBezTo>
                      <a:cubicBezTo>
                        <a:pt x="-44" y="441"/>
                        <a:pt x="-44" y="441"/>
                        <a:pt x="-44" y="441"/>
                      </a:cubicBezTo>
                      <a:cubicBezTo>
                        <a:pt x="2238" y="-240"/>
                        <a:pt x="4669" y="-240"/>
                        <a:pt x="6951" y="441"/>
                      </a:cubicBezTo>
                      <a:cubicBezTo>
                        <a:pt x="6951" y="8311"/>
                        <a:pt x="19192" y="13557"/>
                        <a:pt x="21814" y="23174"/>
                      </a:cubicBezTo>
                      <a:close/>
                    </a:path>
                  </a:pathLst>
                </a:custGeom>
                <a:solidFill>
                  <a:srgbClr val="E3E5E8"/>
                </a:solidFill>
                <a:ln w="87213" cap="flat">
                  <a:noFill/>
                  <a:prstDash val="solid"/>
                  <a:miter/>
                </a:ln>
              </p:spPr>
              <p:txBody>
                <a:bodyPr rtlCol="0" anchor="ctr"/>
                <a:lstStyle/>
                <a:p>
                  <a:endParaRPr lang="en-IN" dirty="0"/>
                </a:p>
              </p:txBody>
            </p:sp>
            <p:sp>
              <p:nvSpPr>
                <p:cNvPr id="2883" name="Freeform: Shape 2882">
                  <a:extLst>
                    <a:ext uri="{FF2B5EF4-FFF2-40B4-BE49-F238E27FC236}">
                      <a16:creationId xmlns:a16="http://schemas.microsoft.com/office/drawing/2014/main" id="{A840A6FB-B887-625B-DDA1-1AF789184228}"/>
                    </a:ext>
                  </a:extLst>
                </p:cNvPr>
                <p:cNvSpPr/>
                <p:nvPr/>
              </p:nvSpPr>
              <p:spPr>
                <a:xfrm>
                  <a:off x="2533396" y="4095482"/>
                  <a:ext cx="16612" cy="3108"/>
                </a:xfrm>
                <a:custGeom>
                  <a:avLst/>
                  <a:gdLst>
                    <a:gd name="connsiteX0" fmla="*/ 13071 w 16612"/>
                    <a:gd name="connsiteY0" fmla="*/ 3039 h 3108"/>
                    <a:gd name="connsiteX1" fmla="*/ -44 w 16612"/>
                    <a:gd name="connsiteY1" fmla="*/ 3039 h 3108"/>
                    <a:gd name="connsiteX2" fmla="*/ -44 w 16612"/>
                    <a:gd name="connsiteY2" fmla="*/ 3039 h 3108"/>
                    <a:gd name="connsiteX3" fmla="*/ 16568 w 16612"/>
                    <a:gd name="connsiteY3" fmla="*/ 3039 h 3108"/>
                  </a:gdLst>
                  <a:ahLst/>
                  <a:cxnLst>
                    <a:cxn ang="0">
                      <a:pos x="connsiteX0" y="connsiteY0"/>
                    </a:cxn>
                    <a:cxn ang="0">
                      <a:pos x="connsiteX1" y="connsiteY1"/>
                    </a:cxn>
                    <a:cxn ang="0">
                      <a:pos x="connsiteX2" y="connsiteY2"/>
                    </a:cxn>
                    <a:cxn ang="0">
                      <a:pos x="connsiteX3" y="connsiteY3"/>
                    </a:cxn>
                  </a:cxnLst>
                  <a:rect l="l" t="t" r="r" b="b"/>
                  <a:pathLst>
                    <a:path w="16612" h="3108">
                      <a:moveTo>
                        <a:pt x="13071" y="3039"/>
                      </a:moveTo>
                      <a:lnTo>
                        <a:pt x="-44" y="3039"/>
                      </a:lnTo>
                      <a:cubicBezTo>
                        <a:pt x="-44" y="3039"/>
                        <a:pt x="-44" y="3039"/>
                        <a:pt x="-44" y="3039"/>
                      </a:cubicBezTo>
                      <a:cubicBezTo>
                        <a:pt x="-44" y="3039"/>
                        <a:pt x="10448" y="-3956"/>
                        <a:pt x="16568" y="3039"/>
                      </a:cubicBezTo>
                      <a:close/>
                    </a:path>
                  </a:pathLst>
                </a:custGeom>
                <a:solidFill>
                  <a:srgbClr val="D8DADF"/>
                </a:solidFill>
                <a:ln w="87213" cap="flat">
                  <a:noFill/>
                  <a:prstDash val="solid"/>
                  <a:miter/>
                </a:ln>
              </p:spPr>
              <p:txBody>
                <a:bodyPr rtlCol="0" anchor="ctr"/>
                <a:lstStyle/>
                <a:p>
                  <a:endParaRPr lang="en-IN" dirty="0"/>
                </a:p>
              </p:txBody>
            </p:sp>
            <p:sp>
              <p:nvSpPr>
                <p:cNvPr id="2884" name="Freeform: Shape 2883">
                  <a:extLst>
                    <a:ext uri="{FF2B5EF4-FFF2-40B4-BE49-F238E27FC236}">
                      <a16:creationId xmlns:a16="http://schemas.microsoft.com/office/drawing/2014/main" id="{4128F91F-9FD3-6774-C2B6-03E69F63FC31}"/>
                    </a:ext>
                  </a:extLst>
                </p:cNvPr>
                <p:cNvSpPr/>
                <p:nvPr/>
              </p:nvSpPr>
              <p:spPr>
                <a:xfrm>
                  <a:off x="2523778" y="4099562"/>
                  <a:ext cx="6994" cy="777"/>
                </a:xfrm>
                <a:custGeom>
                  <a:avLst/>
                  <a:gdLst>
                    <a:gd name="connsiteX0" fmla="*/ 6951 w 6994"/>
                    <a:gd name="connsiteY0" fmla="*/ 707 h 777"/>
                    <a:gd name="connsiteX1" fmla="*/ 6951 w 6994"/>
                    <a:gd name="connsiteY1" fmla="*/ 707 h 777"/>
                    <a:gd name="connsiteX2" fmla="*/ 6951 w 6994"/>
                    <a:gd name="connsiteY2" fmla="*/ 707 h 777"/>
                    <a:gd name="connsiteX3" fmla="*/ -44 w 6994"/>
                    <a:gd name="connsiteY3" fmla="*/ 707 h 777"/>
                    <a:gd name="connsiteX4" fmla="*/ 6951 w 6994"/>
                    <a:gd name="connsiteY4" fmla="*/ 707 h 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4" h="777">
                      <a:moveTo>
                        <a:pt x="6951" y="707"/>
                      </a:moveTo>
                      <a:lnTo>
                        <a:pt x="6951" y="707"/>
                      </a:lnTo>
                      <a:lnTo>
                        <a:pt x="6951" y="707"/>
                      </a:lnTo>
                      <a:lnTo>
                        <a:pt x="-44" y="707"/>
                      </a:lnTo>
                      <a:cubicBezTo>
                        <a:pt x="-44" y="707"/>
                        <a:pt x="4328" y="-1041"/>
                        <a:pt x="6951" y="707"/>
                      </a:cubicBezTo>
                      <a:close/>
                    </a:path>
                  </a:pathLst>
                </a:custGeom>
                <a:solidFill>
                  <a:srgbClr val="D9DBE0"/>
                </a:solidFill>
                <a:ln w="87213" cap="flat">
                  <a:noFill/>
                  <a:prstDash val="solid"/>
                  <a:miter/>
                </a:ln>
              </p:spPr>
              <p:txBody>
                <a:bodyPr rtlCol="0" anchor="ctr"/>
                <a:lstStyle/>
                <a:p>
                  <a:endParaRPr lang="en-IN" dirty="0"/>
                </a:p>
              </p:txBody>
            </p:sp>
            <p:sp>
              <p:nvSpPr>
                <p:cNvPr id="2885" name="Freeform: Shape 2884">
                  <a:extLst>
                    <a:ext uri="{FF2B5EF4-FFF2-40B4-BE49-F238E27FC236}">
                      <a16:creationId xmlns:a16="http://schemas.microsoft.com/office/drawing/2014/main" id="{B93FAE7B-0A3B-6374-F4EB-1401C3991774}"/>
                    </a:ext>
                  </a:extLst>
                </p:cNvPr>
                <p:cNvSpPr/>
                <p:nvPr/>
              </p:nvSpPr>
              <p:spPr>
                <a:xfrm>
                  <a:off x="2410113" y="3914104"/>
                  <a:ext cx="48088" cy="64701"/>
                </a:xfrm>
                <a:custGeom>
                  <a:avLst/>
                  <a:gdLst>
                    <a:gd name="connsiteX0" fmla="*/ -44 w 48088"/>
                    <a:gd name="connsiteY0" fmla="*/ 64631 h 64701"/>
                    <a:gd name="connsiteX1" fmla="*/ -44 w 48088"/>
                    <a:gd name="connsiteY1" fmla="*/ 64631 h 64701"/>
                    <a:gd name="connsiteX2" fmla="*/ 12197 w 48088"/>
                    <a:gd name="connsiteY2" fmla="*/ 35778 h 64701"/>
                    <a:gd name="connsiteX3" fmla="*/ 17443 w 48088"/>
                    <a:gd name="connsiteY3" fmla="*/ 27034 h 64701"/>
                    <a:gd name="connsiteX4" fmla="*/ 48045 w 48088"/>
                    <a:gd name="connsiteY4" fmla="*/ -70 h 64701"/>
                    <a:gd name="connsiteX5" fmla="*/ 48045 w 48088"/>
                    <a:gd name="connsiteY5" fmla="*/ -70 h 64701"/>
                    <a:gd name="connsiteX6" fmla="*/ 27935 w 48088"/>
                    <a:gd name="connsiteY6" fmla="*/ 20040 h 64701"/>
                    <a:gd name="connsiteX7" fmla="*/ 8699 w 48088"/>
                    <a:gd name="connsiteY7" fmla="*/ 53265 h 64701"/>
                    <a:gd name="connsiteX8" fmla="*/ -44 w 48088"/>
                    <a:gd name="connsiteY8" fmla="*/ 64631 h 6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8" h="64701">
                      <a:moveTo>
                        <a:pt x="-44" y="64631"/>
                      </a:moveTo>
                      <a:lnTo>
                        <a:pt x="-44" y="64631"/>
                      </a:lnTo>
                      <a:cubicBezTo>
                        <a:pt x="1827" y="54218"/>
                        <a:pt x="6015" y="44364"/>
                        <a:pt x="12197" y="35778"/>
                      </a:cubicBezTo>
                      <a:cubicBezTo>
                        <a:pt x="12695" y="32272"/>
                        <a:pt x="14584" y="29124"/>
                        <a:pt x="17443" y="27034"/>
                      </a:cubicBezTo>
                      <a:cubicBezTo>
                        <a:pt x="24289" y="14802"/>
                        <a:pt x="35078" y="5255"/>
                        <a:pt x="48045" y="-70"/>
                      </a:cubicBezTo>
                      <a:lnTo>
                        <a:pt x="48045" y="-70"/>
                      </a:lnTo>
                      <a:cubicBezTo>
                        <a:pt x="41785" y="7064"/>
                        <a:pt x="35070" y="13780"/>
                        <a:pt x="27935" y="20040"/>
                      </a:cubicBezTo>
                      <a:cubicBezTo>
                        <a:pt x="19139" y="29553"/>
                        <a:pt x="12573" y="40902"/>
                        <a:pt x="8699" y="53265"/>
                      </a:cubicBezTo>
                      <a:cubicBezTo>
                        <a:pt x="8699" y="53265"/>
                        <a:pt x="5202" y="62883"/>
                        <a:pt x="-44" y="64631"/>
                      </a:cubicBezTo>
                      <a:close/>
                    </a:path>
                  </a:pathLst>
                </a:custGeom>
                <a:solidFill>
                  <a:srgbClr val="E2E3E7"/>
                </a:solidFill>
                <a:ln w="87213" cap="flat">
                  <a:noFill/>
                  <a:prstDash val="solid"/>
                  <a:miter/>
                </a:ln>
              </p:spPr>
              <p:txBody>
                <a:bodyPr rtlCol="0" anchor="ctr"/>
                <a:lstStyle/>
                <a:p>
                  <a:endParaRPr lang="en-IN" dirty="0"/>
                </a:p>
              </p:txBody>
            </p:sp>
            <p:sp>
              <p:nvSpPr>
                <p:cNvPr id="2886" name="Freeform: Shape 2885">
                  <a:extLst>
                    <a:ext uri="{FF2B5EF4-FFF2-40B4-BE49-F238E27FC236}">
                      <a16:creationId xmlns:a16="http://schemas.microsoft.com/office/drawing/2014/main" id="{B90F79A9-003C-75CA-AB46-0EC32F9880AA}"/>
                    </a:ext>
                  </a:extLst>
                </p:cNvPr>
                <p:cNvSpPr/>
                <p:nvPr/>
              </p:nvSpPr>
              <p:spPr>
                <a:xfrm>
                  <a:off x="2513286" y="3896617"/>
                  <a:ext cx="69073" cy="27979"/>
                </a:xfrm>
                <a:custGeom>
                  <a:avLst/>
                  <a:gdLst>
                    <a:gd name="connsiteX0" fmla="*/ 69029 w 69073"/>
                    <a:gd name="connsiteY0" fmla="*/ 27909 h 27979"/>
                    <a:gd name="connsiteX1" fmla="*/ 69029 w 69073"/>
                    <a:gd name="connsiteY1" fmla="*/ 27909 h 27979"/>
                    <a:gd name="connsiteX2" fmla="*/ -44 w 69073"/>
                    <a:gd name="connsiteY2" fmla="*/ -70 h 27979"/>
                    <a:gd name="connsiteX3" fmla="*/ 20940 w 69073"/>
                    <a:gd name="connsiteY3" fmla="*/ -70 h 27979"/>
                    <a:gd name="connsiteX4" fmla="*/ 46296 w 69073"/>
                    <a:gd name="connsiteY4" fmla="*/ 7799 h 27979"/>
                    <a:gd name="connsiteX5" fmla="*/ 68155 w 69073"/>
                    <a:gd name="connsiteY5" fmla="*/ 22662 h 27979"/>
                    <a:gd name="connsiteX6" fmla="*/ 69029 w 69073"/>
                    <a:gd name="connsiteY6" fmla="*/ 27909 h 2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73" h="27979">
                      <a:moveTo>
                        <a:pt x="69029" y="27909"/>
                      </a:moveTo>
                      <a:lnTo>
                        <a:pt x="69029" y="27909"/>
                      </a:lnTo>
                      <a:cubicBezTo>
                        <a:pt x="49120" y="12231"/>
                        <a:pt x="25163" y="2526"/>
                        <a:pt x="-44" y="-70"/>
                      </a:cubicBezTo>
                      <a:cubicBezTo>
                        <a:pt x="6950" y="-70"/>
                        <a:pt x="13945" y="-70"/>
                        <a:pt x="20940" y="-70"/>
                      </a:cubicBezTo>
                      <a:cubicBezTo>
                        <a:pt x="29815" y="935"/>
                        <a:pt x="38418" y="3602"/>
                        <a:pt x="46296" y="7799"/>
                      </a:cubicBezTo>
                      <a:cubicBezTo>
                        <a:pt x="53912" y="12249"/>
                        <a:pt x="61221" y="17216"/>
                        <a:pt x="68155" y="22662"/>
                      </a:cubicBezTo>
                      <a:cubicBezTo>
                        <a:pt x="68155" y="22662"/>
                        <a:pt x="69029" y="27034"/>
                        <a:pt x="69029" y="27909"/>
                      </a:cubicBezTo>
                      <a:close/>
                    </a:path>
                  </a:pathLst>
                </a:custGeom>
                <a:solidFill>
                  <a:srgbClr val="E2E3E7"/>
                </a:solidFill>
                <a:ln w="87213" cap="flat">
                  <a:noFill/>
                  <a:prstDash val="solid"/>
                  <a:miter/>
                </a:ln>
              </p:spPr>
              <p:txBody>
                <a:bodyPr rtlCol="0" anchor="ctr"/>
                <a:lstStyle/>
                <a:p>
                  <a:endParaRPr lang="en-IN" dirty="0"/>
                </a:p>
              </p:txBody>
            </p:sp>
            <p:sp>
              <p:nvSpPr>
                <p:cNvPr id="2887" name="Freeform: Shape 2886">
                  <a:extLst>
                    <a:ext uri="{FF2B5EF4-FFF2-40B4-BE49-F238E27FC236}">
                      <a16:creationId xmlns:a16="http://schemas.microsoft.com/office/drawing/2014/main" id="{DEB62A76-FEF3-FA6D-3D99-1953EA6273D1}"/>
                    </a:ext>
                  </a:extLst>
                </p:cNvPr>
                <p:cNvSpPr/>
                <p:nvPr/>
              </p:nvSpPr>
              <p:spPr>
                <a:xfrm>
                  <a:off x="2456453" y="3898640"/>
                  <a:ext cx="40219" cy="8469"/>
                </a:xfrm>
                <a:custGeom>
                  <a:avLst/>
                  <a:gdLst>
                    <a:gd name="connsiteX0" fmla="*/ 40176 w 40219"/>
                    <a:gd name="connsiteY0" fmla="*/ 530 h 8469"/>
                    <a:gd name="connsiteX1" fmla="*/ 34930 w 40219"/>
                    <a:gd name="connsiteY1" fmla="*/ 530 h 8469"/>
                    <a:gd name="connsiteX2" fmla="*/ 28809 w 40219"/>
                    <a:gd name="connsiteY2" fmla="*/ 530 h 8469"/>
                    <a:gd name="connsiteX3" fmla="*/ 7825 w 40219"/>
                    <a:gd name="connsiteY3" fmla="*/ 8399 h 8469"/>
                    <a:gd name="connsiteX4" fmla="*/ -44 w 40219"/>
                    <a:gd name="connsiteY4" fmla="*/ 8399 h 8469"/>
                    <a:gd name="connsiteX5" fmla="*/ -44 w 40219"/>
                    <a:gd name="connsiteY5" fmla="*/ 8399 h 8469"/>
                    <a:gd name="connsiteX6" fmla="*/ 40176 w 40219"/>
                    <a:gd name="connsiteY6" fmla="*/ 530 h 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219" h="8469">
                      <a:moveTo>
                        <a:pt x="40176" y="530"/>
                      </a:moveTo>
                      <a:lnTo>
                        <a:pt x="34930" y="530"/>
                      </a:lnTo>
                      <a:cubicBezTo>
                        <a:pt x="34930" y="530"/>
                        <a:pt x="34930" y="530"/>
                        <a:pt x="28809" y="530"/>
                      </a:cubicBezTo>
                      <a:cubicBezTo>
                        <a:pt x="21509" y="2244"/>
                        <a:pt x="14453" y="4884"/>
                        <a:pt x="7825" y="8399"/>
                      </a:cubicBezTo>
                      <a:cubicBezTo>
                        <a:pt x="7825" y="8399"/>
                        <a:pt x="2579" y="8399"/>
                        <a:pt x="-44" y="8399"/>
                      </a:cubicBezTo>
                      <a:lnTo>
                        <a:pt x="-44" y="8399"/>
                      </a:lnTo>
                      <a:cubicBezTo>
                        <a:pt x="12109" y="1361"/>
                        <a:pt x="26265" y="-1402"/>
                        <a:pt x="40176" y="530"/>
                      </a:cubicBezTo>
                      <a:close/>
                    </a:path>
                  </a:pathLst>
                </a:custGeom>
                <a:solidFill>
                  <a:srgbClr val="E2E3E7"/>
                </a:solidFill>
                <a:ln w="87213" cap="flat">
                  <a:noFill/>
                  <a:prstDash val="solid"/>
                  <a:miter/>
                </a:ln>
              </p:spPr>
              <p:txBody>
                <a:bodyPr rtlCol="0" anchor="ctr"/>
                <a:lstStyle/>
                <a:p>
                  <a:endParaRPr lang="en-IN" dirty="0"/>
                </a:p>
              </p:txBody>
            </p:sp>
            <p:sp>
              <p:nvSpPr>
                <p:cNvPr id="2888" name="Freeform: Shape 2887">
                  <a:extLst>
                    <a:ext uri="{FF2B5EF4-FFF2-40B4-BE49-F238E27FC236}">
                      <a16:creationId xmlns:a16="http://schemas.microsoft.com/office/drawing/2014/main" id="{2A06D63D-4A16-21F4-4E90-5EC2EC2688D2}"/>
                    </a:ext>
                  </a:extLst>
                </p:cNvPr>
                <p:cNvSpPr/>
                <p:nvPr/>
              </p:nvSpPr>
              <p:spPr>
                <a:xfrm>
                  <a:off x="2533396" y="3899240"/>
                  <a:ext cx="27104" cy="8743"/>
                </a:xfrm>
                <a:custGeom>
                  <a:avLst/>
                  <a:gdLst>
                    <a:gd name="connsiteX0" fmla="*/ 23563 w 27104"/>
                    <a:gd name="connsiteY0" fmla="*/ 8673 h 8743"/>
                    <a:gd name="connsiteX1" fmla="*/ -44 w 27104"/>
                    <a:gd name="connsiteY1" fmla="*/ -70 h 8743"/>
                    <a:gd name="connsiteX2" fmla="*/ -44 w 27104"/>
                    <a:gd name="connsiteY2" fmla="*/ -70 h 8743"/>
                    <a:gd name="connsiteX3" fmla="*/ -44 w 27104"/>
                    <a:gd name="connsiteY3" fmla="*/ -70 h 8743"/>
                    <a:gd name="connsiteX4" fmla="*/ 11322 w 27104"/>
                    <a:gd name="connsiteY4" fmla="*/ -70 h 8743"/>
                    <a:gd name="connsiteX5" fmla="*/ 27061 w 27104"/>
                    <a:gd name="connsiteY5" fmla="*/ 7799 h 8743"/>
                    <a:gd name="connsiteX6" fmla="*/ 27061 w 27104"/>
                    <a:gd name="connsiteY6" fmla="*/ 7799 h 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03" h="8743">
                      <a:moveTo>
                        <a:pt x="23563" y="8673"/>
                      </a:moveTo>
                      <a:cubicBezTo>
                        <a:pt x="16061" y="4861"/>
                        <a:pt x="8140" y="1923"/>
                        <a:pt x="-44" y="-70"/>
                      </a:cubicBezTo>
                      <a:lnTo>
                        <a:pt x="-44" y="-70"/>
                      </a:lnTo>
                      <a:lnTo>
                        <a:pt x="-44" y="-70"/>
                      </a:lnTo>
                      <a:cubicBezTo>
                        <a:pt x="3628" y="1267"/>
                        <a:pt x="7650" y="1267"/>
                        <a:pt x="11322" y="-70"/>
                      </a:cubicBezTo>
                      <a:cubicBezTo>
                        <a:pt x="15694" y="-70"/>
                        <a:pt x="22689" y="4301"/>
                        <a:pt x="27061" y="7799"/>
                      </a:cubicBezTo>
                      <a:lnTo>
                        <a:pt x="27061" y="7799"/>
                      </a:lnTo>
                      <a:close/>
                    </a:path>
                  </a:pathLst>
                </a:custGeom>
                <a:solidFill>
                  <a:srgbClr val="E7E9EC"/>
                </a:solidFill>
                <a:ln w="87213" cap="flat">
                  <a:noFill/>
                  <a:prstDash val="solid"/>
                  <a:miter/>
                </a:ln>
              </p:spPr>
              <p:txBody>
                <a:bodyPr rtlCol="0" anchor="ctr"/>
                <a:lstStyle/>
                <a:p>
                  <a:endParaRPr lang="en-IN" dirty="0"/>
                </a:p>
              </p:txBody>
            </p:sp>
            <p:sp>
              <p:nvSpPr>
                <p:cNvPr id="2889" name="Freeform: Shape 2888">
                  <a:extLst>
                    <a:ext uri="{FF2B5EF4-FFF2-40B4-BE49-F238E27FC236}">
                      <a16:creationId xmlns:a16="http://schemas.microsoft.com/office/drawing/2014/main" id="{71D2476C-8673-6DF5-9A9B-41C5571C72C0}"/>
                    </a:ext>
                  </a:extLst>
                </p:cNvPr>
                <p:cNvSpPr/>
                <p:nvPr/>
              </p:nvSpPr>
              <p:spPr>
                <a:xfrm>
                  <a:off x="2420336" y="3940335"/>
                  <a:ext cx="5514" cy="8743"/>
                </a:xfrm>
                <a:custGeom>
                  <a:avLst/>
                  <a:gdLst>
                    <a:gd name="connsiteX0" fmla="*/ 5471 w 5514"/>
                    <a:gd name="connsiteY0" fmla="*/ -70 h 8743"/>
                    <a:gd name="connsiteX1" fmla="*/ 225 w 5514"/>
                    <a:gd name="connsiteY1" fmla="*/ 8673 h 8743"/>
                    <a:gd name="connsiteX2" fmla="*/ 5042 w 5514"/>
                    <a:gd name="connsiteY2" fmla="*/ 35 h 8743"/>
                    <a:gd name="connsiteX3" fmla="*/ 5471 w 5514"/>
                    <a:gd name="connsiteY3" fmla="*/ -70 h 8743"/>
                  </a:gdLst>
                  <a:ahLst/>
                  <a:cxnLst>
                    <a:cxn ang="0">
                      <a:pos x="connsiteX0" y="connsiteY0"/>
                    </a:cxn>
                    <a:cxn ang="0">
                      <a:pos x="connsiteX1" y="connsiteY1"/>
                    </a:cxn>
                    <a:cxn ang="0">
                      <a:pos x="connsiteX2" y="connsiteY2"/>
                    </a:cxn>
                    <a:cxn ang="0">
                      <a:pos x="connsiteX3" y="connsiteY3"/>
                    </a:cxn>
                  </a:cxnLst>
                  <a:rect l="l" t="t" r="r" b="b"/>
                  <a:pathLst>
                    <a:path w="5514" h="8743">
                      <a:moveTo>
                        <a:pt x="5471" y="-70"/>
                      </a:moveTo>
                      <a:lnTo>
                        <a:pt x="225" y="8673"/>
                      </a:lnTo>
                      <a:cubicBezTo>
                        <a:pt x="-833" y="4957"/>
                        <a:pt x="1326" y="1093"/>
                        <a:pt x="5042" y="35"/>
                      </a:cubicBezTo>
                      <a:cubicBezTo>
                        <a:pt x="5191" y="-1"/>
                        <a:pt x="5331" y="-35"/>
                        <a:pt x="5471" y="-70"/>
                      </a:cubicBezTo>
                      <a:close/>
                    </a:path>
                  </a:pathLst>
                </a:custGeom>
                <a:solidFill>
                  <a:srgbClr val="E3E5E8"/>
                </a:solidFill>
                <a:ln w="87213" cap="flat">
                  <a:noFill/>
                  <a:prstDash val="solid"/>
                  <a:miter/>
                </a:ln>
              </p:spPr>
              <p:txBody>
                <a:bodyPr rtlCol="0" anchor="ctr"/>
                <a:lstStyle/>
                <a:p>
                  <a:endParaRPr lang="en-IN" dirty="0"/>
                </a:p>
              </p:txBody>
            </p:sp>
            <p:sp>
              <p:nvSpPr>
                <p:cNvPr id="2890" name="Freeform: Shape 2889">
                  <a:extLst>
                    <a:ext uri="{FF2B5EF4-FFF2-40B4-BE49-F238E27FC236}">
                      <a16:creationId xmlns:a16="http://schemas.microsoft.com/office/drawing/2014/main" id="{6CC398B9-85AD-C9A5-7D61-AF8BE4A2E6DB}"/>
                    </a:ext>
                  </a:extLst>
                </p:cNvPr>
                <p:cNvSpPr/>
                <p:nvPr/>
              </p:nvSpPr>
              <p:spPr>
                <a:xfrm>
                  <a:off x="2557877" y="3906235"/>
                  <a:ext cx="23607" cy="15737"/>
                </a:xfrm>
                <a:custGeom>
                  <a:avLst/>
                  <a:gdLst>
                    <a:gd name="connsiteX0" fmla="*/ -44 w 23607"/>
                    <a:gd name="connsiteY0" fmla="*/ -70 h 15737"/>
                    <a:gd name="connsiteX1" fmla="*/ 23563 w 23607"/>
                    <a:gd name="connsiteY1" fmla="*/ 15668 h 15737"/>
                    <a:gd name="connsiteX2" fmla="*/ 23563 w 23607"/>
                    <a:gd name="connsiteY2" fmla="*/ 15668 h 15737"/>
                    <a:gd name="connsiteX3" fmla="*/ 830 w 23607"/>
                    <a:gd name="connsiteY3" fmla="*/ -70 h 15737"/>
                  </a:gdLst>
                  <a:ahLst/>
                  <a:cxnLst>
                    <a:cxn ang="0">
                      <a:pos x="connsiteX0" y="connsiteY0"/>
                    </a:cxn>
                    <a:cxn ang="0">
                      <a:pos x="connsiteX1" y="connsiteY1"/>
                    </a:cxn>
                    <a:cxn ang="0">
                      <a:pos x="connsiteX2" y="connsiteY2"/>
                    </a:cxn>
                    <a:cxn ang="0">
                      <a:pos x="connsiteX3" y="connsiteY3"/>
                    </a:cxn>
                  </a:cxnLst>
                  <a:rect l="l" t="t" r="r" b="b"/>
                  <a:pathLst>
                    <a:path w="23607" h="15737">
                      <a:moveTo>
                        <a:pt x="-44" y="-70"/>
                      </a:moveTo>
                      <a:cubicBezTo>
                        <a:pt x="9355" y="2404"/>
                        <a:pt x="17662" y="7948"/>
                        <a:pt x="23563" y="15668"/>
                      </a:cubicBezTo>
                      <a:lnTo>
                        <a:pt x="23563" y="15668"/>
                      </a:lnTo>
                      <a:cubicBezTo>
                        <a:pt x="15458" y="11235"/>
                        <a:pt x="7834" y="5954"/>
                        <a:pt x="830" y="-70"/>
                      </a:cubicBezTo>
                      <a:close/>
                    </a:path>
                  </a:pathLst>
                </a:custGeom>
                <a:solidFill>
                  <a:srgbClr val="E7E9EC"/>
                </a:solidFill>
                <a:ln w="87213" cap="flat">
                  <a:noFill/>
                  <a:prstDash val="solid"/>
                  <a:miter/>
                </a:ln>
              </p:spPr>
              <p:txBody>
                <a:bodyPr rtlCol="0" anchor="ctr"/>
                <a:lstStyle/>
                <a:p>
                  <a:endParaRPr lang="en-IN" dirty="0"/>
                </a:p>
              </p:txBody>
            </p:sp>
            <p:sp>
              <p:nvSpPr>
                <p:cNvPr id="2891" name="Freeform: Shape 2890">
                  <a:extLst>
                    <a:ext uri="{FF2B5EF4-FFF2-40B4-BE49-F238E27FC236}">
                      <a16:creationId xmlns:a16="http://schemas.microsoft.com/office/drawing/2014/main" id="{60C16DDB-77D7-5B38-4C98-597B075B382A}"/>
                    </a:ext>
                  </a:extLst>
                </p:cNvPr>
                <p:cNvSpPr/>
                <p:nvPr/>
              </p:nvSpPr>
              <p:spPr>
                <a:xfrm>
                  <a:off x="2582359" y="3924596"/>
                  <a:ext cx="8743" cy="6994"/>
                </a:xfrm>
                <a:custGeom>
                  <a:avLst/>
                  <a:gdLst>
                    <a:gd name="connsiteX0" fmla="*/ -44 w 8743"/>
                    <a:gd name="connsiteY0" fmla="*/ -70 h 6994"/>
                    <a:gd name="connsiteX1" fmla="*/ -44 w 8743"/>
                    <a:gd name="connsiteY1" fmla="*/ -70 h 6994"/>
                    <a:gd name="connsiteX2" fmla="*/ -44 w 8743"/>
                    <a:gd name="connsiteY2" fmla="*/ -70 h 6994"/>
                    <a:gd name="connsiteX3" fmla="*/ -44 w 8743"/>
                    <a:gd name="connsiteY3" fmla="*/ -70 h 6994"/>
                    <a:gd name="connsiteX4" fmla="*/ 8699 w 8743"/>
                    <a:gd name="connsiteY4" fmla="*/ 6924 h 6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 h="6994">
                      <a:moveTo>
                        <a:pt x="-44" y="-70"/>
                      </a:moveTo>
                      <a:lnTo>
                        <a:pt x="-44" y="-70"/>
                      </a:lnTo>
                      <a:cubicBezTo>
                        <a:pt x="-44" y="-70"/>
                        <a:pt x="-44" y="-70"/>
                        <a:pt x="-44" y="-70"/>
                      </a:cubicBezTo>
                      <a:lnTo>
                        <a:pt x="-44" y="-70"/>
                      </a:lnTo>
                      <a:cubicBezTo>
                        <a:pt x="-44" y="-70"/>
                        <a:pt x="7825" y="-70"/>
                        <a:pt x="8699" y="6924"/>
                      </a:cubicBezTo>
                      <a:close/>
                    </a:path>
                  </a:pathLst>
                </a:custGeom>
                <a:solidFill>
                  <a:srgbClr val="E7E9EC"/>
                </a:solidFill>
                <a:ln w="87213" cap="flat">
                  <a:noFill/>
                  <a:prstDash val="solid"/>
                  <a:miter/>
                </a:ln>
              </p:spPr>
              <p:txBody>
                <a:bodyPr rtlCol="0" anchor="ctr"/>
                <a:lstStyle/>
                <a:p>
                  <a:endParaRPr lang="en-IN" dirty="0"/>
                </a:p>
              </p:txBody>
            </p:sp>
            <p:sp>
              <p:nvSpPr>
                <p:cNvPr id="2892" name="Freeform: Shape 2891">
                  <a:extLst>
                    <a:ext uri="{FF2B5EF4-FFF2-40B4-BE49-F238E27FC236}">
                      <a16:creationId xmlns:a16="http://schemas.microsoft.com/office/drawing/2014/main" id="{48E3E982-BA27-BBF2-4764-25DE39FD276A}"/>
                    </a:ext>
                  </a:extLst>
                </p:cNvPr>
                <p:cNvSpPr/>
                <p:nvPr/>
              </p:nvSpPr>
              <p:spPr>
                <a:xfrm>
                  <a:off x="2439841" y="4067989"/>
                  <a:ext cx="109293" cy="32350"/>
                </a:xfrm>
                <a:custGeom>
                  <a:avLst/>
                  <a:gdLst>
                    <a:gd name="connsiteX0" fmla="*/ 90888 w 109293"/>
                    <a:gd name="connsiteY0" fmla="*/ 32280 h 32350"/>
                    <a:gd name="connsiteX1" fmla="*/ 85642 w 109293"/>
                    <a:gd name="connsiteY1" fmla="*/ 32280 h 32350"/>
                    <a:gd name="connsiteX2" fmla="*/ 70778 w 109293"/>
                    <a:gd name="connsiteY2" fmla="*/ 32280 h 32350"/>
                    <a:gd name="connsiteX3" fmla="*/ 6950 w 109293"/>
                    <a:gd name="connsiteY3" fmla="*/ 6050 h 32350"/>
                    <a:gd name="connsiteX4" fmla="*/ -44 w 109293"/>
                    <a:gd name="connsiteY4" fmla="*/ -70 h 32350"/>
                    <a:gd name="connsiteX5" fmla="*/ -44 w 109293"/>
                    <a:gd name="connsiteY5" fmla="*/ -70 h 32350"/>
                    <a:gd name="connsiteX6" fmla="*/ -44 w 109293"/>
                    <a:gd name="connsiteY6" fmla="*/ -70 h 32350"/>
                    <a:gd name="connsiteX7" fmla="*/ 5202 w 109293"/>
                    <a:gd name="connsiteY7" fmla="*/ -70 h 32350"/>
                    <a:gd name="connsiteX8" fmla="*/ 55914 w 109293"/>
                    <a:gd name="connsiteY8" fmla="*/ 25286 h 32350"/>
                    <a:gd name="connsiteX9" fmla="*/ 76898 w 109293"/>
                    <a:gd name="connsiteY9" fmla="*/ 25286 h 32350"/>
                    <a:gd name="connsiteX10" fmla="*/ 76898 w 109293"/>
                    <a:gd name="connsiteY10" fmla="*/ 25286 h 32350"/>
                    <a:gd name="connsiteX11" fmla="*/ 109249 w 109293"/>
                    <a:gd name="connsiteY11" fmla="*/ 20040 h 32350"/>
                    <a:gd name="connsiteX12" fmla="*/ 109249 w 109293"/>
                    <a:gd name="connsiteY12" fmla="*/ 20040 h 32350"/>
                    <a:gd name="connsiteX13" fmla="*/ 99631 w 109293"/>
                    <a:gd name="connsiteY13" fmla="*/ 20040 h 32350"/>
                    <a:gd name="connsiteX14" fmla="*/ 90888 w 109293"/>
                    <a:gd name="connsiteY14" fmla="*/ 32280 h 3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293" h="32350">
                      <a:moveTo>
                        <a:pt x="90888" y="32280"/>
                      </a:moveTo>
                      <a:cubicBezTo>
                        <a:pt x="90888" y="32280"/>
                        <a:pt x="90888" y="32280"/>
                        <a:pt x="85642" y="32280"/>
                      </a:cubicBezTo>
                      <a:lnTo>
                        <a:pt x="70778" y="32280"/>
                      </a:lnTo>
                      <a:cubicBezTo>
                        <a:pt x="47179" y="30847"/>
                        <a:pt x="24735" y="21623"/>
                        <a:pt x="6950" y="6050"/>
                      </a:cubicBezTo>
                      <a:lnTo>
                        <a:pt x="-44" y="-70"/>
                      </a:lnTo>
                      <a:lnTo>
                        <a:pt x="-44" y="-70"/>
                      </a:lnTo>
                      <a:cubicBezTo>
                        <a:pt x="-44" y="-70"/>
                        <a:pt x="-44" y="-70"/>
                        <a:pt x="-44" y="-70"/>
                      </a:cubicBezTo>
                      <a:lnTo>
                        <a:pt x="5202" y="-70"/>
                      </a:lnTo>
                      <a:cubicBezTo>
                        <a:pt x="19174" y="13290"/>
                        <a:pt x="36844" y="22121"/>
                        <a:pt x="55914" y="25286"/>
                      </a:cubicBezTo>
                      <a:cubicBezTo>
                        <a:pt x="62804" y="27026"/>
                        <a:pt x="70009" y="27026"/>
                        <a:pt x="76898" y="25286"/>
                      </a:cubicBezTo>
                      <a:lnTo>
                        <a:pt x="76898" y="25286"/>
                      </a:lnTo>
                      <a:cubicBezTo>
                        <a:pt x="87793" y="24324"/>
                        <a:pt x="98608" y="22575"/>
                        <a:pt x="109249" y="20040"/>
                      </a:cubicBezTo>
                      <a:cubicBezTo>
                        <a:pt x="109249" y="20040"/>
                        <a:pt x="109249" y="20040"/>
                        <a:pt x="109249" y="20040"/>
                      </a:cubicBezTo>
                      <a:cubicBezTo>
                        <a:pt x="109249" y="20040"/>
                        <a:pt x="102254" y="20040"/>
                        <a:pt x="99631" y="20040"/>
                      </a:cubicBezTo>
                      <a:cubicBezTo>
                        <a:pt x="95172" y="22768"/>
                        <a:pt x="92016" y="27183"/>
                        <a:pt x="90888" y="32280"/>
                      </a:cubicBezTo>
                      <a:close/>
                    </a:path>
                  </a:pathLst>
                </a:custGeom>
                <a:solidFill>
                  <a:srgbClr val="D1D3D9"/>
                </a:solidFill>
                <a:ln w="87213" cap="flat">
                  <a:noFill/>
                  <a:prstDash val="solid"/>
                  <a:miter/>
                </a:ln>
              </p:spPr>
              <p:txBody>
                <a:bodyPr rtlCol="0" anchor="ctr"/>
                <a:lstStyle/>
                <a:p>
                  <a:endParaRPr lang="en-IN" dirty="0"/>
                </a:p>
              </p:txBody>
            </p:sp>
            <p:sp>
              <p:nvSpPr>
                <p:cNvPr id="2893" name="Freeform: Shape 2892">
                  <a:extLst>
                    <a:ext uri="{FF2B5EF4-FFF2-40B4-BE49-F238E27FC236}">
                      <a16:creationId xmlns:a16="http://schemas.microsoft.com/office/drawing/2014/main" id="{996A649B-9CD4-B07E-E5AC-E0C6D911FF46}"/>
                    </a:ext>
                  </a:extLst>
                </p:cNvPr>
                <p:cNvSpPr/>
                <p:nvPr/>
              </p:nvSpPr>
              <p:spPr>
                <a:xfrm>
                  <a:off x="2562249" y="4019025"/>
                  <a:ext cx="48089" cy="72570"/>
                </a:xfrm>
                <a:custGeom>
                  <a:avLst/>
                  <a:gdLst>
                    <a:gd name="connsiteX0" fmla="*/ 23564 w 48089"/>
                    <a:gd name="connsiteY0" fmla="*/ 54140 h 72570"/>
                    <a:gd name="connsiteX1" fmla="*/ -44 w 48089"/>
                    <a:gd name="connsiteY1" fmla="*/ 72501 h 72570"/>
                    <a:gd name="connsiteX2" fmla="*/ -44 w 48089"/>
                    <a:gd name="connsiteY2" fmla="*/ 68130 h 72570"/>
                    <a:gd name="connsiteX3" fmla="*/ 6076 w 48089"/>
                    <a:gd name="connsiteY3" fmla="*/ 68130 h 72570"/>
                    <a:gd name="connsiteX4" fmla="*/ 13946 w 48089"/>
                    <a:gd name="connsiteY4" fmla="*/ 62009 h 72570"/>
                    <a:gd name="connsiteX5" fmla="*/ 24437 w 48089"/>
                    <a:gd name="connsiteY5" fmla="*/ 51517 h 72570"/>
                    <a:gd name="connsiteX6" fmla="*/ 40176 w 48089"/>
                    <a:gd name="connsiteY6" fmla="*/ 27909 h 72570"/>
                    <a:gd name="connsiteX7" fmla="*/ 48045 w 48089"/>
                    <a:gd name="connsiteY7" fmla="*/ -70 h 72570"/>
                    <a:gd name="connsiteX8" fmla="*/ 48045 w 48089"/>
                    <a:gd name="connsiteY8" fmla="*/ -70 h 72570"/>
                    <a:gd name="connsiteX9" fmla="*/ 48045 w 48089"/>
                    <a:gd name="connsiteY9" fmla="*/ -70 h 72570"/>
                    <a:gd name="connsiteX10" fmla="*/ 48045 w 48089"/>
                    <a:gd name="connsiteY10" fmla="*/ 26161 h 72570"/>
                    <a:gd name="connsiteX11" fmla="*/ 43673 w 48089"/>
                    <a:gd name="connsiteY11" fmla="*/ 36653 h 72570"/>
                    <a:gd name="connsiteX12" fmla="*/ 43673 w 48089"/>
                    <a:gd name="connsiteY12" fmla="*/ 36653 h 72570"/>
                    <a:gd name="connsiteX13" fmla="*/ 34930 w 48089"/>
                    <a:gd name="connsiteY13" fmla="*/ 49768 h 72570"/>
                    <a:gd name="connsiteX14" fmla="*/ 34930 w 48089"/>
                    <a:gd name="connsiteY14" fmla="*/ 49768 h 72570"/>
                    <a:gd name="connsiteX15" fmla="*/ 23564 w 48089"/>
                    <a:gd name="connsiteY15" fmla="*/ 54140 h 72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089" h="72570">
                      <a:moveTo>
                        <a:pt x="23564" y="54140"/>
                      </a:moveTo>
                      <a:lnTo>
                        <a:pt x="-44" y="72501"/>
                      </a:lnTo>
                      <a:cubicBezTo>
                        <a:pt x="-44" y="72501"/>
                        <a:pt x="-44" y="72501"/>
                        <a:pt x="-44" y="68130"/>
                      </a:cubicBezTo>
                      <a:lnTo>
                        <a:pt x="6076" y="68130"/>
                      </a:lnTo>
                      <a:cubicBezTo>
                        <a:pt x="9364" y="67124"/>
                        <a:pt x="12162" y="64947"/>
                        <a:pt x="13946" y="62009"/>
                      </a:cubicBezTo>
                      <a:cubicBezTo>
                        <a:pt x="16988" y="58091"/>
                        <a:pt x="20512" y="54559"/>
                        <a:pt x="24437" y="51517"/>
                      </a:cubicBezTo>
                      <a:cubicBezTo>
                        <a:pt x="31432" y="44968"/>
                        <a:pt x="36818" y="36889"/>
                        <a:pt x="40176" y="27909"/>
                      </a:cubicBezTo>
                      <a:cubicBezTo>
                        <a:pt x="40176" y="19166"/>
                        <a:pt x="40176" y="9548"/>
                        <a:pt x="48045" y="-70"/>
                      </a:cubicBezTo>
                      <a:lnTo>
                        <a:pt x="48045" y="-70"/>
                      </a:lnTo>
                      <a:cubicBezTo>
                        <a:pt x="48045" y="-70"/>
                        <a:pt x="48045" y="-70"/>
                        <a:pt x="48045" y="-70"/>
                      </a:cubicBezTo>
                      <a:cubicBezTo>
                        <a:pt x="48045" y="-70"/>
                        <a:pt x="48045" y="17417"/>
                        <a:pt x="48045" y="26161"/>
                      </a:cubicBezTo>
                      <a:cubicBezTo>
                        <a:pt x="48045" y="34904"/>
                        <a:pt x="43673" y="32281"/>
                        <a:pt x="43673" y="36653"/>
                      </a:cubicBezTo>
                      <a:lnTo>
                        <a:pt x="43673" y="36653"/>
                      </a:lnTo>
                      <a:cubicBezTo>
                        <a:pt x="42126" y="41794"/>
                        <a:pt x="39083" y="46358"/>
                        <a:pt x="34930" y="49768"/>
                      </a:cubicBezTo>
                      <a:lnTo>
                        <a:pt x="34930" y="49768"/>
                      </a:lnTo>
                      <a:cubicBezTo>
                        <a:pt x="34930" y="49768"/>
                        <a:pt x="27935" y="51517"/>
                        <a:pt x="23564" y="54140"/>
                      </a:cubicBezTo>
                      <a:close/>
                    </a:path>
                  </a:pathLst>
                </a:custGeom>
                <a:solidFill>
                  <a:srgbClr val="D1D3D9"/>
                </a:solidFill>
                <a:ln w="87213" cap="flat">
                  <a:noFill/>
                  <a:prstDash val="solid"/>
                  <a:miter/>
                </a:ln>
              </p:spPr>
              <p:txBody>
                <a:bodyPr rtlCol="0" anchor="ctr"/>
                <a:lstStyle/>
                <a:p>
                  <a:endParaRPr lang="en-IN" dirty="0"/>
                </a:p>
              </p:txBody>
            </p:sp>
            <p:sp>
              <p:nvSpPr>
                <p:cNvPr id="2894" name="Freeform: Shape 2893">
                  <a:extLst>
                    <a:ext uri="{FF2B5EF4-FFF2-40B4-BE49-F238E27FC236}">
                      <a16:creationId xmlns:a16="http://schemas.microsoft.com/office/drawing/2014/main" id="{186149F7-CCFB-9226-F5F7-E54E3C77C676}"/>
                    </a:ext>
                  </a:extLst>
                </p:cNvPr>
                <p:cNvSpPr/>
                <p:nvPr/>
              </p:nvSpPr>
              <p:spPr>
                <a:xfrm>
                  <a:off x="2535566" y="3906923"/>
                  <a:ext cx="68651" cy="65761"/>
                </a:xfrm>
                <a:custGeom>
                  <a:avLst/>
                  <a:gdLst>
                    <a:gd name="connsiteX0" fmla="*/ 45874 w 68651"/>
                    <a:gd name="connsiteY0" fmla="*/ 25472 h 65761"/>
                    <a:gd name="connsiteX1" fmla="*/ 68608 w 68651"/>
                    <a:gd name="connsiteY1" fmla="*/ 58697 h 65761"/>
                    <a:gd name="connsiteX2" fmla="*/ 68608 w 68651"/>
                    <a:gd name="connsiteY2" fmla="*/ 65692 h 65761"/>
                    <a:gd name="connsiteX3" fmla="*/ 68608 w 68651"/>
                    <a:gd name="connsiteY3" fmla="*/ 65692 h 65761"/>
                    <a:gd name="connsiteX4" fmla="*/ 42377 w 68651"/>
                    <a:gd name="connsiteY4" fmla="*/ 28969 h 65761"/>
                    <a:gd name="connsiteX5" fmla="*/ 17021 w 68651"/>
                    <a:gd name="connsiteY5" fmla="*/ 12356 h 65761"/>
                    <a:gd name="connsiteX6" fmla="*/ 408 w 68651"/>
                    <a:gd name="connsiteY6" fmla="*/ 7111 h 65761"/>
                    <a:gd name="connsiteX7" fmla="*/ 408 w 68651"/>
                    <a:gd name="connsiteY7" fmla="*/ 1865 h 65761"/>
                    <a:gd name="connsiteX8" fmla="*/ 20518 w 68651"/>
                    <a:gd name="connsiteY8" fmla="*/ 1865 h 65761"/>
                    <a:gd name="connsiteX9" fmla="*/ 45874 w 68651"/>
                    <a:gd name="connsiteY9" fmla="*/ 25472 h 6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51" h="65761">
                      <a:moveTo>
                        <a:pt x="45874" y="25472"/>
                      </a:moveTo>
                      <a:cubicBezTo>
                        <a:pt x="55011" y="35396"/>
                        <a:pt x="62671" y="46587"/>
                        <a:pt x="68608" y="58697"/>
                      </a:cubicBezTo>
                      <a:cubicBezTo>
                        <a:pt x="68608" y="58697"/>
                        <a:pt x="68608" y="63943"/>
                        <a:pt x="68608" y="65692"/>
                      </a:cubicBezTo>
                      <a:lnTo>
                        <a:pt x="68608" y="65692"/>
                      </a:lnTo>
                      <a:cubicBezTo>
                        <a:pt x="62216" y="51930"/>
                        <a:pt x="53324" y="39479"/>
                        <a:pt x="42377" y="28969"/>
                      </a:cubicBezTo>
                      <a:cubicBezTo>
                        <a:pt x="34840" y="22149"/>
                        <a:pt x="26280" y="16545"/>
                        <a:pt x="17021" y="12356"/>
                      </a:cubicBezTo>
                      <a:cubicBezTo>
                        <a:pt x="11259" y="11412"/>
                        <a:pt x="5663" y="9646"/>
                        <a:pt x="408" y="7111"/>
                      </a:cubicBezTo>
                      <a:cubicBezTo>
                        <a:pt x="-195" y="5414"/>
                        <a:pt x="-195" y="3560"/>
                        <a:pt x="408" y="1865"/>
                      </a:cubicBezTo>
                      <a:cubicBezTo>
                        <a:pt x="6861" y="-715"/>
                        <a:pt x="14066" y="-715"/>
                        <a:pt x="20518" y="1865"/>
                      </a:cubicBezTo>
                      <a:cubicBezTo>
                        <a:pt x="30355" y="8098"/>
                        <a:pt x="38950" y="16107"/>
                        <a:pt x="45874" y="25472"/>
                      </a:cubicBezTo>
                      <a:close/>
                    </a:path>
                  </a:pathLst>
                </a:custGeom>
                <a:solidFill>
                  <a:srgbClr val="D1D3D9"/>
                </a:solidFill>
                <a:ln w="87213" cap="flat">
                  <a:noFill/>
                  <a:prstDash val="solid"/>
                  <a:miter/>
                </a:ln>
              </p:spPr>
              <p:txBody>
                <a:bodyPr rtlCol="0" anchor="ctr"/>
                <a:lstStyle/>
                <a:p>
                  <a:endParaRPr lang="en-IN" dirty="0"/>
                </a:p>
              </p:txBody>
            </p:sp>
            <p:sp>
              <p:nvSpPr>
                <p:cNvPr id="2895" name="Freeform: Shape 2894">
                  <a:extLst>
                    <a:ext uri="{FF2B5EF4-FFF2-40B4-BE49-F238E27FC236}">
                      <a16:creationId xmlns:a16="http://schemas.microsoft.com/office/drawing/2014/main" id="{6E2C2AED-F1F7-7BEF-5375-866CFC0502D7}"/>
                    </a:ext>
                  </a:extLst>
                </p:cNvPr>
                <p:cNvSpPr/>
                <p:nvPr/>
              </p:nvSpPr>
              <p:spPr>
                <a:xfrm>
                  <a:off x="2501919" y="3908610"/>
                  <a:ext cx="79565" cy="27352"/>
                </a:xfrm>
                <a:custGeom>
                  <a:avLst/>
                  <a:gdLst>
                    <a:gd name="connsiteX0" fmla="*/ 79521 w 79565"/>
                    <a:gd name="connsiteY0" fmla="*/ 23785 h 27352"/>
                    <a:gd name="connsiteX1" fmla="*/ 36679 w 79565"/>
                    <a:gd name="connsiteY1" fmla="*/ 178 h 27352"/>
                    <a:gd name="connsiteX2" fmla="*/ 27935 w 79565"/>
                    <a:gd name="connsiteY2" fmla="*/ 178 h 27352"/>
                    <a:gd name="connsiteX3" fmla="*/ -44 w 79565"/>
                    <a:gd name="connsiteY3" fmla="*/ 178 h 27352"/>
                    <a:gd name="connsiteX4" fmla="*/ -44 w 79565"/>
                    <a:gd name="connsiteY4" fmla="*/ 178 h 27352"/>
                    <a:gd name="connsiteX5" fmla="*/ 50668 w 79565"/>
                    <a:gd name="connsiteY5" fmla="*/ 9796 h 27352"/>
                    <a:gd name="connsiteX6" fmla="*/ 77773 w 79565"/>
                    <a:gd name="connsiteY6" fmla="*/ 27283 h 27352"/>
                    <a:gd name="connsiteX7" fmla="*/ 77773 w 79565"/>
                    <a:gd name="connsiteY7" fmla="*/ 27283 h 2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565" h="27352">
                      <a:moveTo>
                        <a:pt x="79521" y="23785"/>
                      </a:moveTo>
                      <a:cubicBezTo>
                        <a:pt x="66765" y="13416"/>
                        <a:pt x="52259" y="5416"/>
                        <a:pt x="36679" y="178"/>
                      </a:cubicBezTo>
                      <a:cubicBezTo>
                        <a:pt x="36679" y="178"/>
                        <a:pt x="30558" y="178"/>
                        <a:pt x="27935" y="178"/>
                      </a:cubicBezTo>
                      <a:cubicBezTo>
                        <a:pt x="18737" y="2373"/>
                        <a:pt x="9154" y="2373"/>
                        <a:pt x="-44" y="178"/>
                      </a:cubicBezTo>
                      <a:cubicBezTo>
                        <a:pt x="-44" y="178"/>
                        <a:pt x="-44" y="178"/>
                        <a:pt x="-44" y="178"/>
                      </a:cubicBezTo>
                      <a:cubicBezTo>
                        <a:pt x="17408" y="-1046"/>
                        <a:pt x="34877" y="2268"/>
                        <a:pt x="50668" y="9796"/>
                      </a:cubicBezTo>
                      <a:cubicBezTo>
                        <a:pt x="60391" y="14482"/>
                        <a:pt x="69501" y="20358"/>
                        <a:pt x="77773" y="27283"/>
                      </a:cubicBezTo>
                      <a:lnTo>
                        <a:pt x="77773" y="27283"/>
                      </a:lnTo>
                      <a:close/>
                    </a:path>
                  </a:pathLst>
                </a:custGeom>
                <a:solidFill>
                  <a:srgbClr val="D8DADF"/>
                </a:solidFill>
                <a:ln w="87213" cap="flat">
                  <a:noFill/>
                  <a:prstDash val="solid"/>
                  <a:miter/>
                </a:ln>
              </p:spPr>
              <p:txBody>
                <a:bodyPr rtlCol="0" anchor="ctr"/>
                <a:lstStyle/>
                <a:p>
                  <a:endParaRPr lang="en-IN" dirty="0"/>
                </a:p>
              </p:txBody>
            </p:sp>
            <p:sp>
              <p:nvSpPr>
                <p:cNvPr id="2896" name="Freeform: Shape 2895">
                  <a:extLst>
                    <a:ext uri="{FF2B5EF4-FFF2-40B4-BE49-F238E27FC236}">
                      <a16:creationId xmlns:a16="http://schemas.microsoft.com/office/drawing/2014/main" id="{AC722E6A-BBE4-A604-AE9A-ECDA180215AA}"/>
                    </a:ext>
                  </a:extLst>
                </p:cNvPr>
                <p:cNvSpPr/>
                <p:nvPr/>
              </p:nvSpPr>
              <p:spPr>
                <a:xfrm>
                  <a:off x="2603797" y="3965690"/>
                  <a:ext cx="9551" cy="48089"/>
                </a:xfrm>
                <a:custGeom>
                  <a:avLst/>
                  <a:gdLst>
                    <a:gd name="connsiteX0" fmla="*/ 377 w 9551"/>
                    <a:gd name="connsiteY0" fmla="*/ 6925 h 48089"/>
                    <a:gd name="connsiteX1" fmla="*/ 377 w 9551"/>
                    <a:gd name="connsiteY1" fmla="*/ -70 h 48089"/>
                    <a:gd name="connsiteX2" fmla="*/ 8246 w 9551"/>
                    <a:gd name="connsiteY2" fmla="*/ 48019 h 48089"/>
                    <a:gd name="connsiteX3" fmla="*/ 8246 w 9551"/>
                    <a:gd name="connsiteY3" fmla="*/ 48019 h 48089"/>
                    <a:gd name="connsiteX4" fmla="*/ 8246 w 9551"/>
                    <a:gd name="connsiteY4" fmla="*/ 33156 h 48089"/>
                    <a:gd name="connsiteX5" fmla="*/ 8246 w 9551"/>
                    <a:gd name="connsiteY5" fmla="*/ 14794 h 48089"/>
                    <a:gd name="connsiteX6" fmla="*/ 377 w 9551"/>
                    <a:gd name="connsiteY6" fmla="*/ 6925 h 4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51" h="48089">
                      <a:moveTo>
                        <a:pt x="377" y="6925"/>
                      </a:moveTo>
                      <a:lnTo>
                        <a:pt x="377" y="-70"/>
                      </a:lnTo>
                      <a:cubicBezTo>
                        <a:pt x="8604" y="14523"/>
                        <a:pt x="11394" y="31564"/>
                        <a:pt x="8246" y="48019"/>
                      </a:cubicBezTo>
                      <a:lnTo>
                        <a:pt x="8246" y="48019"/>
                      </a:lnTo>
                      <a:cubicBezTo>
                        <a:pt x="8246" y="43647"/>
                        <a:pt x="8246" y="38401"/>
                        <a:pt x="8246" y="33156"/>
                      </a:cubicBezTo>
                      <a:cubicBezTo>
                        <a:pt x="8657" y="27044"/>
                        <a:pt x="8657" y="20906"/>
                        <a:pt x="8246" y="14794"/>
                      </a:cubicBezTo>
                      <a:cubicBezTo>
                        <a:pt x="8246" y="14794"/>
                        <a:pt x="-2246" y="8674"/>
                        <a:pt x="377" y="6925"/>
                      </a:cubicBezTo>
                      <a:close/>
                    </a:path>
                  </a:pathLst>
                </a:custGeom>
                <a:solidFill>
                  <a:srgbClr val="D4D6DB"/>
                </a:solidFill>
                <a:ln w="87213" cap="flat">
                  <a:noFill/>
                  <a:prstDash val="solid"/>
                  <a:miter/>
                </a:ln>
              </p:spPr>
              <p:txBody>
                <a:bodyPr rtlCol="0" anchor="ctr"/>
                <a:lstStyle/>
                <a:p>
                  <a:endParaRPr lang="en-IN" dirty="0"/>
                </a:p>
              </p:txBody>
            </p:sp>
            <p:sp>
              <p:nvSpPr>
                <p:cNvPr id="2897" name="Freeform: Shape 2896">
                  <a:extLst>
                    <a:ext uri="{FF2B5EF4-FFF2-40B4-BE49-F238E27FC236}">
                      <a16:creationId xmlns:a16="http://schemas.microsoft.com/office/drawing/2014/main" id="{158398D2-A945-DAEB-5968-1F9BF35CD0F1}"/>
                    </a:ext>
                  </a:extLst>
                </p:cNvPr>
                <p:cNvSpPr/>
                <p:nvPr/>
              </p:nvSpPr>
              <p:spPr>
                <a:xfrm>
                  <a:off x="2594600" y="4050502"/>
                  <a:ext cx="8743" cy="13115"/>
                </a:xfrm>
                <a:custGeom>
                  <a:avLst/>
                  <a:gdLst>
                    <a:gd name="connsiteX0" fmla="*/ -44 w 8743"/>
                    <a:gd name="connsiteY0" fmla="*/ 13045 h 13115"/>
                    <a:gd name="connsiteX1" fmla="*/ 8699 w 8743"/>
                    <a:gd name="connsiteY1" fmla="*/ -70 h 13115"/>
                    <a:gd name="connsiteX2" fmla="*/ -44 w 8743"/>
                    <a:gd name="connsiteY2" fmla="*/ 13045 h 13115"/>
                  </a:gdLst>
                  <a:ahLst/>
                  <a:cxnLst>
                    <a:cxn ang="0">
                      <a:pos x="connsiteX0" y="connsiteY0"/>
                    </a:cxn>
                    <a:cxn ang="0">
                      <a:pos x="connsiteX1" y="connsiteY1"/>
                    </a:cxn>
                    <a:cxn ang="0">
                      <a:pos x="connsiteX2" y="connsiteY2"/>
                    </a:cxn>
                  </a:cxnLst>
                  <a:rect l="l" t="t" r="r" b="b"/>
                  <a:pathLst>
                    <a:path w="8743" h="13115">
                      <a:moveTo>
                        <a:pt x="-44" y="13045"/>
                      </a:moveTo>
                      <a:lnTo>
                        <a:pt x="8699" y="-70"/>
                      </a:lnTo>
                      <a:cubicBezTo>
                        <a:pt x="8035" y="5439"/>
                        <a:pt x="4791" y="10309"/>
                        <a:pt x="-44" y="13045"/>
                      </a:cubicBezTo>
                      <a:close/>
                    </a:path>
                  </a:pathLst>
                </a:custGeom>
                <a:solidFill>
                  <a:srgbClr val="D8DADF"/>
                </a:solidFill>
                <a:ln w="87213" cap="flat">
                  <a:noFill/>
                  <a:prstDash val="solid"/>
                  <a:miter/>
                </a:ln>
              </p:spPr>
              <p:txBody>
                <a:bodyPr rtlCol="0" anchor="ctr"/>
                <a:lstStyle/>
                <a:p>
                  <a:endParaRPr lang="en-IN" dirty="0"/>
                </a:p>
              </p:txBody>
            </p:sp>
            <p:sp>
              <p:nvSpPr>
                <p:cNvPr id="2898" name="Freeform: Shape 2897">
                  <a:extLst>
                    <a:ext uri="{FF2B5EF4-FFF2-40B4-BE49-F238E27FC236}">
                      <a16:creationId xmlns:a16="http://schemas.microsoft.com/office/drawing/2014/main" id="{7BCFD6BB-3566-46A3-1112-35AAD7AA110D}"/>
                    </a:ext>
                  </a:extLst>
                </p:cNvPr>
                <p:cNvSpPr/>
                <p:nvPr/>
              </p:nvSpPr>
              <p:spPr>
                <a:xfrm>
                  <a:off x="2585857" y="4063556"/>
                  <a:ext cx="11803" cy="9679"/>
                </a:xfrm>
                <a:custGeom>
                  <a:avLst/>
                  <a:gdLst>
                    <a:gd name="connsiteX0" fmla="*/ -44 w 11803"/>
                    <a:gd name="connsiteY0" fmla="*/ 9609 h 9679"/>
                    <a:gd name="connsiteX1" fmla="*/ 8699 w 11803"/>
                    <a:gd name="connsiteY1" fmla="*/ -9 h 9679"/>
                    <a:gd name="connsiteX2" fmla="*/ -44 w 11803"/>
                    <a:gd name="connsiteY2" fmla="*/ 9609 h 9679"/>
                  </a:gdLst>
                  <a:ahLst/>
                  <a:cxnLst>
                    <a:cxn ang="0">
                      <a:pos x="connsiteX0" y="connsiteY0"/>
                    </a:cxn>
                    <a:cxn ang="0">
                      <a:pos x="connsiteX1" y="connsiteY1"/>
                    </a:cxn>
                    <a:cxn ang="0">
                      <a:pos x="connsiteX2" y="connsiteY2"/>
                    </a:cxn>
                  </a:cxnLst>
                  <a:rect l="l" t="t" r="r" b="b"/>
                  <a:pathLst>
                    <a:path w="11803" h="9679">
                      <a:moveTo>
                        <a:pt x="-44" y="9609"/>
                      </a:moveTo>
                      <a:cubicBezTo>
                        <a:pt x="-44" y="9609"/>
                        <a:pt x="-44" y="866"/>
                        <a:pt x="8699" y="-9"/>
                      </a:cubicBezTo>
                      <a:cubicBezTo>
                        <a:pt x="17443" y="-883"/>
                        <a:pt x="5202" y="7861"/>
                        <a:pt x="-44" y="9609"/>
                      </a:cubicBezTo>
                      <a:close/>
                    </a:path>
                  </a:pathLst>
                </a:custGeom>
                <a:solidFill>
                  <a:srgbClr val="D8DADF"/>
                </a:solidFill>
                <a:ln w="87213" cap="flat">
                  <a:noFill/>
                  <a:prstDash val="solid"/>
                  <a:miter/>
                </a:ln>
              </p:spPr>
              <p:txBody>
                <a:bodyPr rtlCol="0" anchor="ctr"/>
                <a:lstStyle/>
                <a:p>
                  <a:endParaRPr lang="en-IN" dirty="0"/>
                </a:p>
              </p:txBody>
            </p:sp>
            <p:sp>
              <p:nvSpPr>
                <p:cNvPr id="2899" name="Freeform: Shape 2898">
                  <a:extLst>
                    <a:ext uri="{FF2B5EF4-FFF2-40B4-BE49-F238E27FC236}">
                      <a16:creationId xmlns:a16="http://schemas.microsoft.com/office/drawing/2014/main" id="{5C92694E-1F98-B701-32D3-21AD0DDB206D}"/>
                    </a:ext>
                  </a:extLst>
                </p:cNvPr>
                <p:cNvSpPr/>
                <p:nvPr/>
              </p:nvSpPr>
              <p:spPr>
                <a:xfrm>
                  <a:off x="2603343" y="4039207"/>
                  <a:ext cx="5685" cy="11294"/>
                </a:xfrm>
                <a:custGeom>
                  <a:avLst/>
                  <a:gdLst>
                    <a:gd name="connsiteX0" fmla="*/ -44 w 5685"/>
                    <a:gd name="connsiteY0" fmla="*/ 11225 h 11294"/>
                    <a:gd name="connsiteX1" fmla="*/ 4328 w 5685"/>
                    <a:gd name="connsiteY1" fmla="*/ 733 h 11294"/>
                    <a:gd name="connsiteX2" fmla="*/ -44 w 5685"/>
                    <a:gd name="connsiteY2" fmla="*/ 11225 h 11294"/>
                  </a:gdLst>
                  <a:ahLst/>
                  <a:cxnLst>
                    <a:cxn ang="0">
                      <a:pos x="connsiteX0" y="connsiteY0"/>
                    </a:cxn>
                    <a:cxn ang="0">
                      <a:pos x="connsiteX1" y="connsiteY1"/>
                    </a:cxn>
                    <a:cxn ang="0">
                      <a:pos x="connsiteX2" y="connsiteY2"/>
                    </a:cxn>
                  </a:cxnLst>
                  <a:rect l="l" t="t" r="r" b="b"/>
                  <a:pathLst>
                    <a:path w="5685" h="11294">
                      <a:moveTo>
                        <a:pt x="-44" y="11225"/>
                      </a:moveTo>
                      <a:cubicBezTo>
                        <a:pt x="-44" y="11225"/>
                        <a:pt x="-44" y="4231"/>
                        <a:pt x="4328" y="733"/>
                      </a:cubicBezTo>
                      <a:cubicBezTo>
                        <a:pt x="8699" y="-2764"/>
                        <a:pt x="830" y="5979"/>
                        <a:pt x="-44" y="11225"/>
                      </a:cubicBezTo>
                      <a:close/>
                    </a:path>
                  </a:pathLst>
                </a:custGeom>
                <a:solidFill>
                  <a:srgbClr val="D8DADF"/>
                </a:solidFill>
                <a:ln w="87213" cap="flat">
                  <a:noFill/>
                  <a:prstDash val="solid"/>
                  <a:miter/>
                </a:ln>
              </p:spPr>
              <p:txBody>
                <a:bodyPr rtlCol="0" anchor="ctr"/>
                <a:lstStyle/>
                <a:p>
                  <a:endParaRPr lang="en-IN" dirty="0"/>
                </a:p>
              </p:txBody>
            </p:sp>
            <p:sp>
              <p:nvSpPr>
                <p:cNvPr id="2900" name="Freeform: Shape 2899">
                  <a:extLst>
                    <a:ext uri="{FF2B5EF4-FFF2-40B4-BE49-F238E27FC236}">
                      <a16:creationId xmlns:a16="http://schemas.microsoft.com/office/drawing/2014/main" id="{8C581FBD-9865-E0D2-E5C0-A62241E2CF2B}"/>
                    </a:ext>
                  </a:extLst>
                </p:cNvPr>
                <p:cNvSpPr/>
                <p:nvPr/>
              </p:nvSpPr>
              <p:spPr>
                <a:xfrm>
                  <a:off x="2552631" y="4088973"/>
                  <a:ext cx="6120" cy="616"/>
                </a:xfrm>
                <a:custGeom>
                  <a:avLst/>
                  <a:gdLst>
                    <a:gd name="connsiteX0" fmla="*/ 6076 w 6120"/>
                    <a:gd name="connsiteY0" fmla="*/ -70 h 616"/>
                    <a:gd name="connsiteX1" fmla="*/ 6076 w 6120"/>
                    <a:gd name="connsiteY1" fmla="*/ -70 h 616"/>
                    <a:gd name="connsiteX2" fmla="*/ -44 w 6120"/>
                    <a:gd name="connsiteY2" fmla="*/ -70 h 616"/>
                    <a:gd name="connsiteX3" fmla="*/ -44 w 6120"/>
                    <a:gd name="connsiteY3" fmla="*/ -70 h 616"/>
                    <a:gd name="connsiteX4" fmla="*/ -44 w 6120"/>
                    <a:gd name="connsiteY4" fmla="*/ -70 h 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0" h="616">
                      <a:moveTo>
                        <a:pt x="6076" y="-70"/>
                      </a:moveTo>
                      <a:lnTo>
                        <a:pt x="6076" y="-70"/>
                      </a:lnTo>
                      <a:cubicBezTo>
                        <a:pt x="4118" y="752"/>
                        <a:pt x="1914" y="752"/>
                        <a:pt x="-44" y="-70"/>
                      </a:cubicBezTo>
                      <a:lnTo>
                        <a:pt x="-44" y="-70"/>
                      </a:lnTo>
                      <a:lnTo>
                        <a:pt x="-44" y="-70"/>
                      </a:lnTo>
                      <a:close/>
                    </a:path>
                  </a:pathLst>
                </a:custGeom>
                <a:solidFill>
                  <a:srgbClr val="D8DADF"/>
                </a:solidFill>
                <a:ln w="87213" cap="flat">
                  <a:noFill/>
                  <a:prstDash val="solid"/>
                  <a:miter/>
                </a:ln>
              </p:spPr>
              <p:txBody>
                <a:bodyPr rtlCol="0" anchor="ctr"/>
                <a:lstStyle/>
                <a:p>
                  <a:endParaRPr lang="en-IN" dirty="0"/>
                </a:p>
              </p:txBody>
            </p:sp>
            <p:sp>
              <p:nvSpPr>
                <p:cNvPr id="2901" name="Freeform: Shape 2900">
                  <a:extLst>
                    <a:ext uri="{FF2B5EF4-FFF2-40B4-BE49-F238E27FC236}">
                      <a16:creationId xmlns:a16="http://schemas.microsoft.com/office/drawing/2014/main" id="{04D60BF1-FF77-ECE7-92D1-1636EAE203B7}"/>
                    </a:ext>
                  </a:extLst>
                </p:cNvPr>
                <p:cNvSpPr/>
                <p:nvPr/>
              </p:nvSpPr>
              <p:spPr>
                <a:xfrm>
                  <a:off x="2414485" y="3913229"/>
                  <a:ext cx="48963" cy="83063"/>
                </a:xfrm>
                <a:custGeom>
                  <a:avLst/>
                  <a:gdLst>
                    <a:gd name="connsiteX0" fmla="*/ 41924 w 48963"/>
                    <a:gd name="connsiteY0" fmla="*/ -70 h 83063"/>
                    <a:gd name="connsiteX1" fmla="*/ 48919 w 48963"/>
                    <a:gd name="connsiteY1" fmla="*/ -70 h 83063"/>
                    <a:gd name="connsiteX2" fmla="*/ 48919 w 48963"/>
                    <a:gd name="connsiteY2" fmla="*/ -70 h 83063"/>
                    <a:gd name="connsiteX3" fmla="*/ 35804 w 48963"/>
                    <a:gd name="connsiteY3" fmla="*/ 10422 h 83063"/>
                    <a:gd name="connsiteX4" fmla="*/ 20066 w 48963"/>
                    <a:gd name="connsiteY4" fmla="*/ 27035 h 83063"/>
                    <a:gd name="connsiteX5" fmla="*/ -44 w 48963"/>
                    <a:gd name="connsiteY5" fmla="*/ 75998 h 83063"/>
                    <a:gd name="connsiteX6" fmla="*/ -44 w 48963"/>
                    <a:gd name="connsiteY6" fmla="*/ 82993 h 83063"/>
                    <a:gd name="connsiteX7" fmla="*/ -44 w 48963"/>
                    <a:gd name="connsiteY7" fmla="*/ 82993 h 83063"/>
                    <a:gd name="connsiteX8" fmla="*/ -44 w 48963"/>
                    <a:gd name="connsiteY8" fmla="*/ 62883 h 83063"/>
                    <a:gd name="connsiteX9" fmla="*/ 6951 w 48963"/>
                    <a:gd name="connsiteY9" fmla="*/ 44522 h 83063"/>
                    <a:gd name="connsiteX10" fmla="*/ 43673 w 48963"/>
                    <a:gd name="connsiteY10" fmla="*/ 805 h 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963" h="83063">
                      <a:moveTo>
                        <a:pt x="41924" y="-70"/>
                      </a:moveTo>
                      <a:lnTo>
                        <a:pt x="48919" y="-70"/>
                      </a:lnTo>
                      <a:lnTo>
                        <a:pt x="48919" y="-70"/>
                      </a:lnTo>
                      <a:cubicBezTo>
                        <a:pt x="48919" y="5176"/>
                        <a:pt x="40176" y="6925"/>
                        <a:pt x="35804" y="10422"/>
                      </a:cubicBezTo>
                      <a:cubicBezTo>
                        <a:pt x="29483" y="14838"/>
                        <a:pt x="24132" y="20486"/>
                        <a:pt x="20066" y="27035"/>
                      </a:cubicBezTo>
                      <a:cubicBezTo>
                        <a:pt x="8463" y="40884"/>
                        <a:pt x="1442" y="57995"/>
                        <a:pt x="-44" y="75998"/>
                      </a:cubicBezTo>
                      <a:cubicBezTo>
                        <a:pt x="-44" y="75998"/>
                        <a:pt x="-44" y="75998"/>
                        <a:pt x="-44" y="82993"/>
                      </a:cubicBezTo>
                      <a:lnTo>
                        <a:pt x="-44" y="82993"/>
                      </a:lnTo>
                      <a:cubicBezTo>
                        <a:pt x="-44" y="75998"/>
                        <a:pt x="-44" y="69878"/>
                        <a:pt x="-44" y="62883"/>
                      </a:cubicBezTo>
                      <a:cubicBezTo>
                        <a:pt x="2806" y="56973"/>
                        <a:pt x="5149" y="50834"/>
                        <a:pt x="6951" y="44522"/>
                      </a:cubicBezTo>
                      <a:cubicBezTo>
                        <a:pt x="14619" y="26650"/>
                        <a:pt x="27393" y="11445"/>
                        <a:pt x="43673" y="805"/>
                      </a:cubicBezTo>
                      <a:close/>
                    </a:path>
                  </a:pathLst>
                </a:custGeom>
                <a:solidFill>
                  <a:srgbClr val="DCDEE2"/>
                </a:solidFill>
                <a:ln w="87213" cap="flat">
                  <a:noFill/>
                  <a:prstDash val="solid"/>
                  <a:miter/>
                </a:ln>
              </p:spPr>
              <p:txBody>
                <a:bodyPr rtlCol="0" anchor="ctr"/>
                <a:lstStyle/>
                <a:p>
                  <a:endParaRPr lang="en-IN" dirty="0"/>
                </a:p>
              </p:txBody>
            </p:sp>
            <p:sp>
              <p:nvSpPr>
                <p:cNvPr id="2902" name="Freeform: Shape 2901">
                  <a:extLst>
                    <a:ext uri="{FF2B5EF4-FFF2-40B4-BE49-F238E27FC236}">
                      <a16:creationId xmlns:a16="http://schemas.microsoft.com/office/drawing/2014/main" id="{8EE9662D-8E7B-E671-9558-52E07AD43A49}"/>
                    </a:ext>
                  </a:extLst>
                </p:cNvPr>
                <p:cNvSpPr/>
                <p:nvPr/>
              </p:nvSpPr>
              <p:spPr>
                <a:xfrm>
                  <a:off x="2409169" y="3998916"/>
                  <a:ext cx="4836" cy="29727"/>
                </a:xfrm>
                <a:custGeom>
                  <a:avLst/>
                  <a:gdLst>
                    <a:gd name="connsiteX0" fmla="*/ 26 w 4836"/>
                    <a:gd name="connsiteY0" fmla="*/ -70 h 29727"/>
                    <a:gd name="connsiteX1" fmla="*/ 26 w 4836"/>
                    <a:gd name="connsiteY1" fmla="*/ -70 h 29727"/>
                    <a:gd name="connsiteX2" fmla="*/ 4398 w 4836"/>
                    <a:gd name="connsiteY2" fmla="*/ 29657 h 29727"/>
                    <a:gd name="connsiteX3" fmla="*/ 4398 w 4836"/>
                    <a:gd name="connsiteY3" fmla="*/ 29657 h 29727"/>
                    <a:gd name="connsiteX4" fmla="*/ 26 w 4836"/>
                    <a:gd name="connsiteY4" fmla="*/ -70 h 29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6" h="29727">
                      <a:moveTo>
                        <a:pt x="26" y="-70"/>
                      </a:moveTo>
                      <a:lnTo>
                        <a:pt x="26" y="-70"/>
                      </a:lnTo>
                      <a:cubicBezTo>
                        <a:pt x="4083" y="9276"/>
                        <a:pt x="5587" y="19533"/>
                        <a:pt x="4398" y="29657"/>
                      </a:cubicBezTo>
                      <a:lnTo>
                        <a:pt x="4398" y="29657"/>
                      </a:lnTo>
                      <a:cubicBezTo>
                        <a:pt x="1084" y="20110"/>
                        <a:pt x="-394" y="10029"/>
                        <a:pt x="26" y="-70"/>
                      </a:cubicBezTo>
                      <a:close/>
                    </a:path>
                  </a:pathLst>
                </a:custGeom>
                <a:solidFill>
                  <a:srgbClr val="DADCE1"/>
                </a:solidFill>
                <a:ln w="87213" cap="flat">
                  <a:noFill/>
                  <a:prstDash val="solid"/>
                  <a:miter/>
                </a:ln>
              </p:spPr>
              <p:txBody>
                <a:bodyPr rtlCol="0" anchor="ctr"/>
                <a:lstStyle/>
                <a:p>
                  <a:endParaRPr lang="en-IN" dirty="0"/>
                </a:p>
              </p:txBody>
            </p:sp>
            <p:sp>
              <p:nvSpPr>
                <p:cNvPr id="2903" name="Freeform: Shape 2902">
                  <a:extLst>
                    <a:ext uri="{FF2B5EF4-FFF2-40B4-BE49-F238E27FC236}">
                      <a16:creationId xmlns:a16="http://schemas.microsoft.com/office/drawing/2014/main" id="{084E759F-5E8F-088D-3113-875A0691D0BC}"/>
                    </a:ext>
                  </a:extLst>
                </p:cNvPr>
                <p:cNvSpPr/>
                <p:nvPr/>
              </p:nvSpPr>
              <p:spPr>
                <a:xfrm>
                  <a:off x="2410987" y="3940335"/>
                  <a:ext cx="32351" cy="123282"/>
                </a:xfrm>
                <a:custGeom>
                  <a:avLst/>
                  <a:gdLst>
                    <a:gd name="connsiteX0" fmla="*/ 4328 w 32351"/>
                    <a:gd name="connsiteY0" fmla="*/ 85615 h 123282"/>
                    <a:gd name="connsiteX1" fmla="*/ -44 w 32351"/>
                    <a:gd name="connsiteY1" fmla="*/ 55888 h 123282"/>
                    <a:gd name="connsiteX2" fmla="*/ 21814 w 32351"/>
                    <a:gd name="connsiteY2" fmla="*/ -70 h 123282"/>
                    <a:gd name="connsiteX3" fmla="*/ 21814 w 32351"/>
                    <a:gd name="connsiteY3" fmla="*/ -70 h 123282"/>
                    <a:gd name="connsiteX4" fmla="*/ 12197 w 32351"/>
                    <a:gd name="connsiteY4" fmla="*/ 18291 h 123282"/>
                    <a:gd name="connsiteX5" fmla="*/ 12197 w 32351"/>
                    <a:gd name="connsiteY5" fmla="*/ 18291 h 123282"/>
                    <a:gd name="connsiteX6" fmla="*/ 12197 w 32351"/>
                    <a:gd name="connsiteY6" fmla="*/ 27034 h 123282"/>
                    <a:gd name="connsiteX7" fmla="*/ 7825 w 32351"/>
                    <a:gd name="connsiteY7" fmla="*/ 54139 h 123282"/>
                    <a:gd name="connsiteX8" fmla="*/ 20940 w 32351"/>
                    <a:gd name="connsiteY8" fmla="*/ 105726 h 123282"/>
                    <a:gd name="connsiteX9" fmla="*/ 32307 w 32351"/>
                    <a:gd name="connsiteY9" fmla="*/ 123212 h 123282"/>
                    <a:gd name="connsiteX10" fmla="*/ 32307 w 32351"/>
                    <a:gd name="connsiteY10" fmla="*/ 123212 h 123282"/>
                    <a:gd name="connsiteX11" fmla="*/ 4328 w 32351"/>
                    <a:gd name="connsiteY11" fmla="*/ 85615 h 123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51" h="123282">
                      <a:moveTo>
                        <a:pt x="4328" y="85615"/>
                      </a:moveTo>
                      <a:cubicBezTo>
                        <a:pt x="1958" y="75858"/>
                        <a:pt x="489" y="65908"/>
                        <a:pt x="-44" y="55888"/>
                      </a:cubicBezTo>
                      <a:cubicBezTo>
                        <a:pt x="402" y="35235"/>
                        <a:pt x="8149" y="15414"/>
                        <a:pt x="21814" y="-70"/>
                      </a:cubicBezTo>
                      <a:cubicBezTo>
                        <a:pt x="21814" y="-70"/>
                        <a:pt x="21814" y="-70"/>
                        <a:pt x="21814" y="-70"/>
                      </a:cubicBezTo>
                      <a:cubicBezTo>
                        <a:pt x="21814" y="-70"/>
                        <a:pt x="14820" y="11296"/>
                        <a:pt x="12197" y="18291"/>
                      </a:cubicBezTo>
                      <a:cubicBezTo>
                        <a:pt x="9574" y="25285"/>
                        <a:pt x="12197" y="18291"/>
                        <a:pt x="12197" y="18291"/>
                      </a:cubicBezTo>
                      <a:cubicBezTo>
                        <a:pt x="11690" y="21185"/>
                        <a:pt x="11690" y="24140"/>
                        <a:pt x="12197" y="27034"/>
                      </a:cubicBezTo>
                      <a:cubicBezTo>
                        <a:pt x="12197" y="35778"/>
                        <a:pt x="12197" y="45396"/>
                        <a:pt x="7825" y="54139"/>
                      </a:cubicBezTo>
                      <a:cubicBezTo>
                        <a:pt x="7257" y="72229"/>
                        <a:pt x="11803" y="90110"/>
                        <a:pt x="20940" y="105726"/>
                      </a:cubicBezTo>
                      <a:cubicBezTo>
                        <a:pt x="20940" y="111846"/>
                        <a:pt x="30558" y="116217"/>
                        <a:pt x="32307" y="123212"/>
                      </a:cubicBezTo>
                      <a:lnTo>
                        <a:pt x="32307" y="123212"/>
                      </a:lnTo>
                      <a:cubicBezTo>
                        <a:pt x="18982" y="114216"/>
                        <a:pt x="9119" y="100960"/>
                        <a:pt x="4328" y="85615"/>
                      </a:cubicBezTo>
                      <a:close/>
                    </a:path>
                  </a:pathLst>
                </a:custGeom>
                <a:solidFill>
                  <a:srgbClr val="D7D9DE"/>
                </a:solidFill>
                <a:ln w="87213" cap="flat">
                  <a:noFill/>
                  <a:prstDash val="solid"/>
                  <a:miter/>
                </a:ln>
              </p:spPr>
              <p:txBody>
                <a:bodyPr rtlCol="0" anchor="ctr"/>
                <a:lstStyle/>
                <a:p>
                  <a:endParaRPr lang="en-IN" dirty="0"/>
                </a:p>
              </p:txBody>
            </p:sp>
            <p:sp>
              <p:nvSpPr>
                <p:cNvPr id="2904" name="Freeform: Shape 2903">
                  <a:extLst>
                    <a:ext uri="{FF2B5EF4-FFF2-40B4-BE49-F238E27FC236}">
                      <a16:creationId xmlns:a16="http://schemas.microsoft.com/office/drawing/2014/main" id="{BECE22C0-94AF-0C64-4CC3-FE448C6AEB3D}"/>
                    </a:ext>
                  </a:extLst>
                </p:cNvPr>
                <p:cNvSpPr/>
                <p:nvPr/>
              </p:nvSpPr>
              <p:spPr>
                <a:xfrm>
                  <a:off x="2439841" y="4069737"/>
                  <a:ext cx="72570" cy="32769"/>
                </a:xfrm>
                <a:custGeom>
                  <a:avLst/>
                  <a:gdLst>
                    <a:gd name="connsiteX0" fmla="*/ -44 w 72570"/>
                    <a:gd name="connsiteY0" fmla="*/ -70 h 32769"/>
                    <a:gd name="connsiteX1" fmla="*/ 20940 w 72570"/>
                    <a:gd name="connsiteY1" fmla="*/ 13920 h 32769"/>
                    <a:gd name="connsiteX2" fmla="*/ 72526 w 72570"/>
                    <a:gd name="connsiteY2" fmla="*/ 32281 h 32769"/>
                    <a:gd name="connsiteX3" fmla="*/ 72526 w 72570"/>
                    <a:gd name="connsiteY3" fmla="*/ 32281 h 32769"/>
                    <a:gd name="connsiteX4" fmla="*/ 40176 w 72570"/>
                    <a:gd name="connsiteY4" fmla="*/ 27034 h 32769"/>
                    <a:gd name="connsiteX5" fmla="*/ -44 w 72570"/>
                    <a:gd name="connsiteY5" fmla="*/ -70 h 3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570" h="32769">
                      <a:moveTo>
                        <a:pt x="-44" y="-70"/>
                      </a:moveTo>
                      <a:cubicBezTo>
                        <a:pt x="7274" y="4083"/>
                        <a:pt x="14295" y="8761"/>
                        <a:pt x="20940" y="13920"/>
                      </a:cubicBezTo>
                      <a:cubicBezTo>
                        <a:pt x="36530" y="23861"/>
                        <a:pt x="54165" y="30139"/>
                        <a:pt x="72526" y="32281"/>
                      </a:cubicBezTo>
                      <a:cubicBezTo>
                        <a:pt x="72526" y="32281"/>
                        <a:pt x="72526" y="32281"/>
                        <a:pt x="72526" y="32281"/>
                      </a:cubicBezTo>
                      <a:cubicBezTo>
                        <a:pt x="61466" y="33601"/>
                        <a:pt x="50257" y="31783"/>
                        <a:pt x="40176" y="27034"/>
                      </a:cubicBezTo>
                      <a:cubicBezTo>
                        <a:pt x="24481" y="21972"/>
                        <a:pt x="10535" y="12573"/>
                        <a:pt x="-44" y="-70"/>
                      </a:cubicBezTo>
                      <a:close/>
                    </a:path>
                  </a:pathLst>
                </a:custGeom>
                <a:solidFill>
                  <a:srgbClr val="DADCE1"/>
                </a:solidFill>
                <a:ln w="87213" cap="flat">
                  <a:noFill/>
                  <a:prstDash val="solid"/>
                  <a:miter/>
                </a:ln>
              </p:spPr>
              <p:txBody>
                <a:bodyPr rtlCol="0" anchor="ctr"/>
                <a:lstStyle/>
                <a:p>
                  <a:endParaRPr lang="en-IN" dirty="0"/>
                </a:p>
              </p:txBody>
            </p:sp>
            <p:sp>
              <p:nvSpPr>
                <p:cNvPr id="2905" name="Freeform: Shape 2904">
                  <a:extLst>
                    <a:ext uri="{FF2B5EF4-FFF2-40B4-BE49-F238E27FC236}">
                      <a16:creationId xmlns:a16="http://schemas.microsoft.com/office/drawing/2014/main" id="{51810D09-7499-4C61-154F-85DA60065273}"/>
                    </a:ext>
                  </a:extLst>
                </p:cNvPr>
                <p:cNvSpPr/>
                <p:nvPr/>
              </p:nvSpPr>
              <p:spPr>
                <a:xfrm>
                  <a:off x="2514160" y="4101684"/>
                  <a:ext cx="13115" cy="2144"/>
                </a:xfrm>
                <a:custGeom>
                  <a:avLst/>
                  <a:gdLst>
                    <a:gd name="connsiteX0" fmla="*/ -44 w 13115"/>
                    <a:gd name="connsiteY0" fmla="*/ 1209 h 2144"/>
                    <a:gd name="connsiteX1" fmla="*/ -44 w 13115"/>
                    <a:gd name="connsiteY1" fmla="*/ 1209 h 2144"/>
                    <a:gd name="connsiteX2" fmla="*/ 13071 w 13115"/>
                    <a:gd name="connsiteY2" fmla="*/ 1209 h 2144"/>
                    <a:gd name="connsiteX3" fmla="*/ -44 w 13115"/>
                    <a:gd name="connsiteY3" fmla="*/ 1209 h 2144"/>
                  </a:gdLst>
                  <a:ahLst/>
                  <a:cxnLst>
                    <a:cxn ang="0">
                      <a:pos x="connsiteX0" y="connsiteY0"/>
                    </a:cxn>
                    <a:cxn ang="0">
                      <a:pos x="connsiteX1" y="connsiteY1"/>
                    </a:cxn>
                    <a:cxn ang="0">
                      <a:pos x="connsiteX2" y="connsiteY2"/>
                    </a:cxn>
                    <a:cxn ang="0">
                      <a:pos x="connsiteX3" y="connsiteY3"/>
                    </a:cxn>
                  </a:cxnLst>
                  <a:rect l="l" t="t" r="r" b="b"/>
                  <a:pathLst>
                    <a:path w="13115" h="2144">
                      <a:moveTo>
                        <a:pt x="-44" y="1209"/>
                      </a:moveTo>
                      <a:lnTo>
                        <a:pt x="-44" y="1209"/>
                      </a:lnTo>
                      <a:cubicBezTo>
                        <a:pt x="4161" y="-496"/>
                        <a:pt x="8866" y="-496"/>
                        <a:pt x="13071" y="1209"/>
                      </a:cubicBezTo>
                      <a:cubicBezTo>
                        <a:pt x="8778" y="2363"/>
                        <a:pt x="4249" y="2363"/>
                        <a:pt x="-44" y="1209"/>
                      </a:cubicBezTo>
                      <a:close/>
                    </a:path>
                  </a:pathLst>
                </a:custGeom>
                <a:solidFill>
                  <a:srgbClr val="D9DBE0"/>
                </a:solidFill>
                <a:ln w="87213" cap="flat">
                  <a:noFill/>
                  <a:prstDash val="solid"/>
                  <a:miter/>
                </a:ln>
              </p:spPr>
              <p:txBody>
                <a:bodyPr rtlCol="0" anchor="ctr"/>
                <a:lstStyle/>
                <a:p>
                  <a:endParaRPr lang="en-IN" dirty="0"/>
                </a:p>
              </p:txBody>
            </p:sp>
            <p:sp>
              <p:nvSpPr>
                <p:cNvPr id="2906" name="Freeform: Shape 2905">
                  <a:extLst>
                    <a:ext uri="{FF2B5EF4-FFF2-40B4-BE49-F238E27FC236}">
                      <a16:creationId xmlns:a16="http://schemas.microsoft.com/office/drawing/2014/main" id="{51EE9545-8193-2FD2-BE71-7BF244F47A88}"/>
                    </a:ext>
                  </a:extLst>
                </p:cNvPr>
                <p:cNvSpPr/>
                <p:nvPr/>
              </p:nvSpPr>
              <p:spPr>
                <a:xfrm>
                  <a:off x="2466945" y="3899240"/>
                  <a:ext cx="34973" cy="8743"/>
                </a:xfrm>
                <a:custGeom>
                  <a:avLst/>
                  <a:gdLst>
                    <a:gd name="connsiteX0" fmla="*/ 34930 w 34973"/>
                    <a:gd name="connsiteY0" fmla="*/ 2553 h 8743"/>
                    <a:gd name="connsiteX1" fmla="*/ 34930 w 34973"/>
                    <a:gd name="connsiteY1" fmla="*/ 2553 h 8743"/>
                    <a:gd name="connsiteX2" fmla="*/ 29684 w 34973"/>
                    <a:gd name="connsiteY2" fmla="*/ 2553 h 8743"/>
                    <a:gd name="connsiteX3" fmla="*/ 4328 w 34973"/>
                    <a:gd name="connsiteY3" fmla="*/ 8673 h 8743"/>
                    <a:gd name="connsiteX4" fmla="*/ -44 w 34973"/>
                    <a:gd name="connsiteY4" fmla="*/ 8673 h 8743"/>
                    <a:gd name="connsiteX5" fmla="*/ -44 w 34973"/>
                    <a:gd name="connsiteY5" fmla="*/ 8673 h 8743"/>
                    <a:gd name="connsiteX6" fmla="*/ 27935 w 34973"/>
                    <a:gd name="connsiteY6" fmla="*/ -70 h 8743"/>
                    <a:gd name="connsiteX7" fmla="*/ 34930 w 34973"/>
                    <a:gd name="connsiteY7" fmla="*/ 2553 h 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3" h="8743">
                      <a:moveTo>
                        <a:pt x="34930" y="2553"/>
                      </a:moveTo>
                      <a:lnTo>
                        <a:pt x="34930" y="2553"/>
                      </a:lnTo>
                      <a:cubicBezTo>
                        <a:pt x="34930" y="2553"/>
                        <a:pt x="34930" y="2553"/>
                        <a:pt x="29684" y="2553"/>
                      </a:cubicBezTo>
                      <a:cubicBezTo>
                        <a:pt x="21036" y="3664"/>
                        <a:pt x="12529" y="5718"/>
                        <a:pt x="4328" y="8673"/>
                      </a:cubicBezTo>
                      <a:lnTo>
                        <a:pt x="-44" y="8673"/>
                      </a:lnTo>
                      <a:cubicBezTo>
                        <a:pt x="-44" y="8673"/>
                        <a:pt x="-44" y="8673"/>
                        <a:pt x="-44" y="8673"/>
                      </a:cubicBezTo>
                      <a:cubicBezTo>
                        <a:pt x="8262" y="3156"/>
                        <a:pt x="17967" y="131"/>
                        <a:pt x="27935" y="-70"/>
                      </a:cubicBezTo>
                      <a:cubicBezTo>
                        <a:pt x="30471" y="105"/>
                        <a:pt x="32901" y="1023"/>
                        <a:pt x="34930" y="2553"/>
                      </a:cubicBezTo>
                      <a:close/>
                    </a:path>
                  </a:pathLst>
                </a:custGeom>
                <a:solidFill>
                  <a:srgbClr val="D7D9DE"/>
                </a:solidFill>
                <a:ln w="87213" cap="flat">
                  <a:noFill/>
                  <a:prstDash val="solid"/>
                  <a:miter/>
                </a:ln>
              </p:spPr>
              <p:txBody>
                <a:bodyPr rtlCol="0" anchor="ctr"/>
                <a:lstStyle/>
                <a:p>
                  <a:endParaRPr lang="en-IN" dirty="0"/>
                </a:p>
              </p:txBody>
            </p:sp>
            <p:sp>
              <p:nvSpPr>
                <p:cNvPr id="2907" name="Freeform: Shape 2906">
                  <a:extLst>
                    <a:ext uri="{FF2B5EF4-FFF2-40B4-BE49-F238E27FC236}">
                      <a16:creationId xmlns:a16="http://schemas.microsoft.com/office/drawing/2014/main" id="{324532D9-3AEB-FE5F-E56B-D12B17A59F5A}"/>
                    </a:ext>
                  </a:extLst>
                </p:cNvPr>
                <p:cNvSpPr/>
                <p:nvPr/>
              </p:nvSpPr>
              <p:spPr>
                <a:xfrm>
                  <a:off x="2463448" y="3903612"/>
                  <a:ext cx="31476" cy="13892"/>
                </a:xfrm>
                <a:custGeom>
                  <a:avLst/>
                  <a:gdLst>
                    <a:gd name="connsiteX0" fmla="*/ 30558 w 31476"/>
                    <a:gd name="connsiteY0" fmla="*/ -70 h 13892"/>
                    <a:gd name="connsiteX1" fmla="*/ 3453 w 31476"/>
                    <a:gd name="connsiteY1" fmla="*/ 9548 h 13892"/>
                    <a:gd name="connsiteX2" fmla="*/ 3453 w 31476"/>
                    <a:gd name="connsiteY2" fmla="*/ 9548 h 13892"/>
                    <a:gd name="connsiteX3" fmla="*/ 3453 w 31476"/>
                    <a:gd name="connsiteY3" fmla="*/ 9548 h 13892"/>
                    <a:gd name="connsiteX4" fmla="*/ 31433 w 31476"/>
                    <a:gd name="connsiteY4" fmla="*/ -70 h 13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6" h="13892">
                      <a:moveTo>
                        <a:pt x="30558" y="-70"/>
                      </a:moveTo>
                      <a:cubicBezTo>
                        <a:pt x="21815" y="4302"/>
                        <a:pt x="11322" y="-70"/>
                        <a:pt x="3453" y="9548"/>
                      </a:cubicBezTo>
                      <a:cubicBezTo>
                        <a:pt x="-4416" y="19166"/>
                        <a:pt x="3453" y="9548"/>
                        <a:pt x="3453" y="9548"/>
                      </a:cubicBezTo>
                      <a:lnTo>
                        <a:pt x="3453" y="9548"/>
                      </a:lnTo>
                      <a:cubicBezTo>
                        <a:pt x="12284" y="5045"/>
                        <a:pt x="21701" y="1810"/>
                        <a:pt x="31433" y="-70"/>
                      </a:cubicBezTo>
                      <a:close/>
                    </a:path>
                  </a:pathLst>
                </a:custGeom>
                <a:solidFill>
                  <a:srgbClr val="DADCE1"/>
                </a:solidFill>
                <a:ln w="87213" cap="flat">
                  <a:noFill/>
                  <a:prstDash val="solid"/>
                  <a:miter/>
                </a:ln>
              </p:spPr>
              <p:txBody>
                <a:bodyPr rtlCol="0" anchor="ctr"/>
                <a:lstStyle/>
                <a:p>
                  <a:endParaRPr lang="en-IN" dirty="0"/>
                </a:p>
              </p:txBody>
            </p:sp>
            <p:sp>
              <p:nvSpPr>
                <p:cNvPr id="2908" name="Freeform: Shape 2907">
                  <a:extLst>
                    <a:ext uri="{FF2B5EF4-FFF2-40B4-BE49-F238E27FC236}">
                      <a16:creationId xmlns:a16="http://schemas.microsoft.com/office/drawing/2014/main" id="{CC189B69-6AE6-0959-5A0C-4A9BA985A44D}"/>
                    </a:ext>
                  </a:extLst>
                </p:cNvPr>
                <p:cNvSpPr/>
                <p:nvPr/>
              </p:nvSpPr>
              <p:spPr>
                <a:xfrm>
                  <a:off x="2552631" y="3911481"/>
                  <a:ext cx="27104" cy="17486"/>
                </a:xfrm>
                <a:custGeom>
                  <a:avLst/>
                  <a:gdLst>
                    <a:gd name="connsiteX0" fmla="*/ 27061 w 27104"/>
                    <a:gd name="connsiteY0" fmla="*/ 17417 h 17486"/>
                    <a:gd name="connsiteX1" fmla="*/ -44 w 27104"/>
                    <a:gd name="connsiteY1" fmla="*/ -70 h 17486"/>
                    <a:gd name="connsiteX2" fmla="*/ 27061 w 27104"/>
                    <a:gd name="connsiteY2" fmla="*/ 17417 h 17486"/>
                  </a:gdLst>
                  <a:ahLst/>
                  <a:cxnLst>
                    <a:cxn ang="0">
                      <a:pos x="connsiteX0" y="connsiteY0"/>
                    </a:cxn>
                    <a:cxn ang="0">
                      <a:pos x="connsiteX1" y="connsiteY1"/>
                    </a:cxn>
                    <a:cxn ang="0">
                      <a:pos x="connsiteX2" y="connsiteY2"/>
                    </a:cxn>
                  </a:cxnLst>
                  <a:rect l="l" t="t" r="r" b="b"/>
                  <a:pathLst>
                    <a:path w="27103" h="17486">
                      <a:moveTo>
                        <a:pt x="27061" y="17417"/>
                      </a:moveTo>
                      <a:lnTo>
                        <a:pt x="-44" y="-70"/>
                      </a:lnTo>
                      <a:cubicBezTo>
                        <a:pt x="10247" y="3541"/>
                        <a:pt x="19532" y="9530"/>
                        <a:pt x="27061" y="17417"/>
                      </a:cubicBezTo>
                      <a:close/>
                    </a:path>
                  </a:pathLst>
                </a:custGeom>
                <a:solidFill>
                  <a:srgbClr val="DADCE1"/>
                </a:solidFill>
                <a:ln w="87213" cap="flat">
                  <a:noFill/>
                  <a:prstDash val="solid"/>
                  <a:miter/>
                </a:ln>
              </p:spPr>
              <p:txBody>
                <a:bodyPr rtlCol="0" anchor="ctr"/>
                <a:lstStyle/>
                <a:p>
                  <a:endParaRPr lang="en-IN" dirty="0"/>
                </a:p>
              </p:txBody>
            </p:sp>
            <p:sp>
              <p:nvSpPr>
                <p:cNvPr id="2909" name="Freeform: Shape 2908">
                  <a:extLst>
                    <a:ext uri="{FF2B5EF4-FFF2-40B4-BE49-F238E27FC236}">
                      <a16:creationId xmlns:a16="http://schemas.microsoft.com/office/drawing/2014/main" id="{F5D8E5F6-23AA-8A39-5568-09FF9F07C2F9}"/>
                    </a:ext>
                  </a:extLst>
                </p:cNvPr>
                <p:cNvSpPr/>
                <p:nvPr/>
              </p:nvSpPr>
              <p:spPr>
                <a:xfrm>
                  <a:off x="2557877" y="3906235"/>
                  <a:ext cx="23607" cy="15737"/>
                </a:xfrm>
                <a:custGeom>
                  <a:avLst/>
                  <a:gdLst>
                    <a:gd name="connsiteX0" fmla="*/ 23563 w 23607"/>
                    <a:gd name="connsiteY0" fmla="*/ 15668 h 15737"/>
                    <a:gd name="connsiteX1" fmla="*/ 23563 w 23607"/>
                    <a:gd name="connsiteY1" fmla="*/ 15668 h 15737"/>
                    <a:gd name="connsiteX2" fmla="*/ -44 w 23607"/>
                    <a:gd name="connsiteY2" fmla="*/ -70 h 15737"/>
                    <a:gd name="connsiteX3" fmla="*/ -44 w 23607"/>
                    <a:gd name="connsiteY3" fmla="*/ -70 h 15737"/>
                  </a:gdLst>
                  <a:ahLst/>
                  <a:cxnLst>
                    <a:cxn ang="0">
                      <a:pos x="connsiteX0" y="connsiteY0"/>
                    </a:cxn>
                    <a:cxn ang="0">
                      <a:pos x="connsiteX1" y="connsiteY1"/>
                    </a:cxn>
                    <a:cxn ang="0">
                      <a:pos x="connsiteX2" y="connsiteY2"/>
                    </a:cxn>
                    <a:cxn ang="0">
                      <a:pos x="connsiteX3" y="connsiteY3"/>
                    </a:cxn>
                  </a:cxnLst>
                  <a:rect l="l" t="t" r="r" b="b"/>
                  <a:pathLst>
                    <a:path w="23607" h="15737">
                      <a:moveTo>
                        <a:pt x="23563" y="15668"/>
                      </a:moveTo>
                      <a:lnTo>
                        <a:pt x="23563" y="15668"/>
                      </a:lnTo>
                      <a:lnTo>
                        <a:pt x="-44" y="-70"/>
                      </a:lnTo>
                      <a:lnTo>
                        <a:pt x="-44" y="-70"/>
                      </a:lnTo>
                      <a:close/>
                    </a:path>
                  </a:pathLst>
                </a:custGeom>
                <a:solidFill>
                  <a:srgbClr val="E3E5E8"/>
                </a:solidFill>
                <a:ln w="87213" cap="flat">
                  <a:noFill/>
                  <a:prstDash val="solid"/>
                  <a:miter/>
                </a:ln>
              </p:spPr>
              <p:txBody>
                <a:bodyPr rtlCol="0" anchor="ctr"/>
                <a:lstStyle/>
                <a:p>
                  <a:endParaRPr lang="en-IN" dirty="0"/>
                </a:p>
              </p:txBody>
            </p:sp>
            <p:sp>
              <p:nvSpPr>
                <p:cNvPr id="2910" name="Freeform: Shape 2909">
                  <a:extLst>
                    <a:ext uri="{FF2B5EF4-FFF2-40B4-BE49-F238E27FC236}">
                      <a16:creationId xmlns:a16="http://schemas.microsoft.com/office/drawing/2014/main" id="{3084968B-608E-C90A-0A4E-EABBB5083FE2}"/>
                    </a:ext>
                  </a:extLst>
                </p:cNvPr>
                <p:cNvSpPr/>
                <p:nvPr/>
              </p:nvSpPr>
              <p:spPr>
                <a:xfrm>
                  <a:off x="2400495" y="3934991"/>
                  <a:ext cx="83937" cy="155730"/>
                </a:xfrm>
                <a:custGeom>
                  <a:avLst/>
                  <a:gdLst>
                    <a:gd name="connsiteX0" fmla="*/ 13945 w 83937"/>
                    <a:gd name="connsiteY0" fmla="*/ 62980 h 155730"/>
                    <a:gd name="connsiteX1" fmla="*/ 19192 w 83937"/>
                    <a:gd name="connsiteY1" fmla="*/ 35001 h 155730"/>
                    <a:gd name="connsiteX2" fmla="*/ 19192 w 83937"/>
                    <a:gd name="connsiteY2" fmla="*/ 26258 h 155730"/>
                    <a:gd name="connsiteX3" fmla="*/ 19192 w 83937"/>
                    <a:gd name="connsiteY3" fmla="*/ 26258 h 155730"/>
                    <a:gd name="connsiteX4" fmla="*/ 19192 w 83937"/>
                    <a:gd name="connsiteY4" fmla="*/ 21886 h 155730"/>
                    <a:gd name="connsiteX5" fmla="*/ 28809 w 83937"/>
                    <a:gd name="connsiteY5" fmla="*/ 7897 h 155730"/>
                    <a:gd name="connsiteX6" fmla="*/ 28809 w 83937"/>
                    <a:gd name="connsiteY6" fmla="*/ 2650 h 155730"/>
                    <a:gd name="connsiteX7" fmla="*/ 28809 w 83937"/>
                    <a:gd name="connsiteY7" fmla="*/ 2650 h 155730"/>
                    <a:gd name="connsiteX8" fmla="*/ 38427 w 83937"/>
                    <a:gd name="connsiteY8" fmla="*/ 2650 h 155730"/>
                    <a:gd name="connsiteX9" fmla="*/ 38427 w 83937"/>
                    <a:gd name="connsiteY9" fmla="*/ 2650 h 155730"/>
                    <a:gd name="connsiteX10" fmla="*/ 26186 w 83937"/>
                    <a:gd name="connsiteY10" fmla="*/ 21012 h 155730"/>
                    <a:gd name="connsiteX11" fmla="*/ 15694 w 83937"/>
                    <a:gd name="connsiteY11" fmla="*/ 44619 h 155730"/>
                    <a:gd name="connsiteX12" fmla="*/ 15694 w 83937"/>
                    <a:gd name="connsiteY12" fmla="*/ 77844 h 155730"/>
                    <a:gd name="connsiteX13" fmla="*/ 15694 w 83937"/>
                    <a:gd name="connsiteY13" fmla="*/ 96205 h 155730"/>
                    <a:gd name="connsiteX14" fmla="*/ 15694 w 83937"/>
                    <a:gd name="connsiteY14" fmla="*/ 102326 h 155730"/>
                    <a:gd name="connsiteX15" fmla="*/ 74275 w 83937"/>
                    <a:gd name="connsiteY15" fmla="*/ 155661 h 155730"/>
                    <a:gd name="connsiteX16" fmla="*/ 83893 w 83937"/>
                    <a:gd name="connsiteY16" fmla="*/ 155661 h 155730"/>
                    <a:gd name="connsiteX17" fmla="*/ 83893 w 83937"/>
                    <a:gd name="connsiteY17" fmla="*/ 155661 h 155730"/>
                    <a:gd name="connsiteX18" fmla="*/ 37553 w 83937"/>
                    <a:gd name="connsiteY18" fmla="*/ 134677 h 155730"/>
                    <a:gd name="connsiteX19" fmla="*/ 30558 w 83937"/>
                    <a:gd name="connsiteY19" fmla="*/ 129431 h 155730"/>
                    <a:gd name="connsiteX20" fmla="*/ 13945 w 83937"/>
                    <a:gd name="connsiteY20" fmla="*/ 109320 h 155730"/>
                    <a:gd name="connsiteX21" fmla="*/ -44 w 83937"/>
                    <a:gd name="connsiteY21" fmla="*/ 64729 h 155730"/>
                    <a:gd name="connsiteX22" fmla="*/ 13945 w 83937"/>
                    <a:gd name="connsiteY22" fmla="*/ 62980 h 155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937" h="155730">
                      <a:moveTo>
                        <a:pt x="13945" y="62980"/>
                      </a:moveTo>
                      <a:lnTo>
                        <a:pt x="19192" y="35001"/>
                      </a:lnTo>
                      <a:cubicBezTo>
                        <a:pt x="19192" y="35001"/>
                        <a:pt x="19192" y="29755"/>
                        <a:pt x="19192" y="26258"/>
                      </a:cubicBezTo>
                      <a:lnTo>
                        <a:pt x="19192" y="26258"/>
                      </a:lnTo>
                      <a:cubicBezTo>
                        <a:pt x="19192" y="26258"/>
                        <a:pt x="19192" y="26258"/>
                        <a:pt x="19192" y="21886"/>
                      </a:cubicBezTo>
                      <a:cubicBezTo>
                        <a:pt x="23170" y="17811"/>
                        <a:pt x="26431" y="13072"/>
                        <a:pt x="28809" y="7897"/>
                      </a:cubicBezTo>
                      <a:cubicBezTo>
                        <a:pt x="28433" y="6166"/>
                        <a:pt x="28433" y="4382"/>
                        <a:pt x="28809" y="2650"/>
                      </a:cubicBezTo>
                      <a:lnTo>
                        <a:pt x="28809" y="2650"/>
                      </a:lnTo>
                      <a:cubicBezTo>
                        <a:pt x="28809" y="2650"/>
                        <a:pt x="34055" y="-3470"/>
                        <a:pt x="38427" y="2650"/>
                      </a:cubicBezTo>
                      <a:cubicBezTo>
                        <a:pt x="42799" y="8771"/>
                        <a:pt x="38427" y="2650"/>
                        <a:pt x="38427" y="2650"/>
                      </a:cubicBezTo>
                      <a:cubicBezTo>
                        <a:pt x="38427" y="2650"/>
                        <a:pt x="29684" y="14017"/>
                        <a:pt x="26186" y="21012"/>
                      </a:cubicBezTo>
                      <a:cubicBezTo>
                        <a:pt x="21255" y="28164"/>
                        <a:pt x="17696" y="36164"/>
                        <a:pt x="15694" y="44619"/>
                      </a:cubicBezTo>
                      <a:cubicBezTo>
                        <a:pt x="13963" y="55627"/>
                        <a:pt x="13963" y="66836"/>
                        <a:pt x="15694" y="77844"/>
                      </a:cubicBezTo>
                      <a:cubicBezTo>
                        <a:pt x="14794" y="83930"/>
                        <a:pt x="14794" y="90120"/>
                        <a:pt x="15694" y="96205"/>
                      </a:cubicBezTo>
                      <a:lnTo>
                        <a:pt x="15694" y="102326"/>
                      </a:lnTo>
                      <a:cubicBezTo>
                        <a:pt x="26361" y="127900"/>
                        <a:pt x="47809" y="147434"/>
                        <a:pt x="74275" y="155661"/>
                      </a:cubicBezTo>
                      <a:lnTo>
                        <a:pt x="83893" y="155661"/>
                      </a:lnTo>
                      <a:cubicBezTo>
                        <a:pt x="83893" y="155661"/>
                        <a:pt x="83893" y="155661"/>
                        <a:pt x="83893" y="155661"/>
                      </a:cubicBezTo>
                      <a:cubicBezTo>
                        <a:pt x="66712" y="153414"/>
                        <a:pt x="50580" y="146113"/>
                        <a:pt x="37553" y="134677"/>
                      </a:cubicBezTo>
                      <a:cubicBezTo>
                        <a:pt x="35612" y="132456"/>
                        <a:pt x="33233" y="130672"/>
                        <a:pt x="30558" y="129431"/>
                      </a:cubicBezTo>
                      <a:cubicBezTo>
                        <a:pt x="24097" y="123546"/>
                        <a:pt x="18509" y="116770"/>
                        <a:pt x="13945" y="109320"/>
                      </a:cubicBezTo>
                      <a:cubicBezTo>
                        <a:pt x="6172" y="95619"/>
                        <a:pt x="1398" y="80415"/>
                        <a:pt x="-44" y="64729"/>
                      </a:cubicBezTo>
                      <a:cubicBezTo>
                        <a:pt x="4669" y="65935"/>
                        <a:pt x="9670" y="65315"/>
                        <a:pt x="13945" y="62980"/>
                      </a:cubicBezTo>
                      <a:close/>
                    </a:path>
                  </a:pathLst>
                </a:custGeom>
                <a:solidFill>
                  <a:srgbClr val="CBCDD4"/>
                </a:solidFill>
                <a:ln w="87213" cap="flat">
                  <a:noFill/>
                  <a:prstDash val="solid"/>
                  <a:miter/>
                </a:ln>
              </p:spPr>
              <p:txBody>
                <a:bodyPr rtlCol="0" anchor="ctr"/>
                <a:lstStyle/>
                <a:p>
                  <a:endParaRPr lang="en-IN" dirty="0"/>
                </a:p>
              </p:txBody>
            </p:sp>
            <p:sp>
              <p:nvSpPr>
                <p:cNvPr id="2911" name="Freeform: Shape 2910">
                  <a:extLst>
                    <a:ext uri="{FF2B5EF4-FFF2-40B4-BE49-F238E27FC236}">
                      <a16:creationId xmlns:a16="http://schemas.microsoft.com/office/drawing/2014/main" id="{D411E027-E405-6012-17B2-274186EB35F8}"/>
                    </a:ext>
                  </a:extLst>
                </p:cNvPr>
                <p:cNvSpPr/>
                <p:nvPr/>
              </p:nvSpPr>
              <p:spPr>
                <a:xfrm>
                  <a:off x="2521155" y="4005911"/>
                  <a:ext cx="78690" cy="83062"/>
                </a:xfrm>
                <a:custGeom>
                  <a:avLst/>
                  <a:gdLst>
                    <a:gd name="connsiteX0" fmla="*/ 45422 w 78690"/>
                    <a:gd name="connsiteY0" fmla="*/ 77747 h 83062"/>
                    <a:gd name="connsiteX1" fmla="*/ 39301 w 78690"/>
                    <a:gd name="connsiteY1" fmla="*/ 77747 h 83062"/>
                    <a:gd name="connsiteX2" fmla="*/ 32307 w 78690"/>
                    <a:gd name="connsiteY2" fmla="*/ 77747 h 83062"/>
                    <a:gd name="connsiteX3" fmla="*/ 5202 w 78690"/>
                    <a:gd name="connsiteY3" fmla="*/ 82993 h 83062"/>
                    <a:gd name="connsiteX4" fmla="*/ -44 w 78690"/>
                    <a:gd name="connsiteY4" fmla="*/ 82993 h 83062"/>
                    <a:gd name="connsiteX5" fmla="*/ -44 w 78690"/>
                    <a:gd name="connsiteY5" fmla="*/ 82993 h 83062"/>
                    <a:gd name="connsiteX6" fmla="*/ -44 w 78690"/>
                    <a:gd name="connsiteY6" fmla="*/ 82993 h 83062"/>
                    <a:gd name="connsiteX7" fmla="*/ 8699 w 78690"/>
                    <a:gd name="connsiteY7" fmla="*/ 82993 h 83062"/>
                    <a:gd name="connsiteX8" fmla="*/ 41924 w 78690"/>
                    <a:gd name="connsiteY8" fmla="*/ 69003 h 83062"/>
                    <a:gd name="connsiteX9" fmla="*/ 54165 w 78690"/>
                    <a:gd name="connsiteY9" fmla="*/ 59386 h 83062"/>
                    <a:gd name="connsiteX10" fmla="*/ 54165 w 78690"/>
                    <a:gd name="connsiteY10" fmla="*/ 59386 h 83062"/>
                    <a:gd name="connsiteX11" fmla="*/ 70778 w 78690"/>
                    <a:gd name="connsiteY11" fmla="*/ 33155 h 83062"/>
                    <a:gd name="connsiteX12" fmla="*/ 78647 w 78690"/>
                    <a:gd name="connsiteY12" fmla="*/ -70 h 83062"/>
                    <a:gd name="connsiteX13" fmla="*/ 78647 w 78690"/>
                    <a:gd name="connsiteY13" fmla="*/ -70 h 83062"/>
                    <a:gd name="connsiteX14" fmla="*/ 78647 w 78690"/>
                    <a:gd name="connsiteY14" fmla="*/ 8673 h 83062"/>
                    <a:gd name="connsiteX15" fmla="*/ 71652 w 78690"/>
                    <a:gd name="connsiteY15" fmla="*/ 35778 h 83062"/>
                    <a:gd name="connsiteX16" fmla="*/ 54165 w 78690"/>
                    <a:gd name="connsiteY16" fmla="*/ 62882 h 83062"/>
                    <a:gd name="connsiteX17" fmla="*/ 43673 w 78690"/>
                    <a:gd name="connsiteY17" fmla="*/ 73375 h 8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690" h="83062">
                      <a:moveTo>
                        <a:pt x="45422" y="77747"/>
                      </a:moveTo>
                      <a:lnTo>
                        <a:pt x="39301" y="77747"/>
                      </a:lnTo>
                      <a:cubicBezTo>
                        <a:pt x="39301" y="77747"/>
                        <a:pt x="39301" y="77747"/>
                        <a:pt x="32307" y="77747"/>
                      </a:cubicBezTo>
                      <a:cubicBezTo>
                        <a:pt x="23476" y="80413"/>
                        <a:pt x="14391" y="82171"/>
                        <a:pt x="5202" y="82993"/>
                      </a:cubicBezTo>
                      <a:lnTo>
                        <a:pt x="-44" y="82993"/>
                      </a:lnTo>
                      <a:lnTo>
                        <a:pt x="-44" y="82993"/>
                      </a:lnTo>
                      <a:lnTo>
                        <a:pt x="-44" y="82993"/>
                      </a:lnTo>
                      <a:lnTo>
                        <a:pt x="8699" y="82993"/>
                      </a:lnTo>
                      <a:cubicBezTo>
                        <a:pt x="20459" y="80159"/>
                        <a:pt x="31677" y="75429"/>
                        <a:pt x="41924" y="69003"/>
                      </a:cubicBezTo>
                      <a:cubicBezTo>
                        <a:pt x="46742" y="66869"/>
                        <a:pt x="50956" y="63565"/>
                        <a:pt x="54165" y="59386"/>
                      </a:cubicBezTo>
                      <a:lnTo>
                        <a:pt x="54165" y="59386"/>
                      </a:lnTo>
                      <a:cubicBezTo>
                        <a:pt x="61781" y="52146"/>
                        <a:pt x="67481" y="43131"/>
                        <a:pt x="70778" y="33155"/>
                      </a:cubicBezTo>
                      <a:cubicBezTo>
                        <a:pt x="75149" y="22662"/>
                        <a:pt x="70778" y="10422"/>
                        <a:pt x="78647" y="-70"/>
                      </a:cubicBezTo>
                      <a:lnTo>
                        <a:pt x="78647" y="-70"/>
                      </a:lnTo>
                      <a:cubicBezTo>
                        <a:pt x="78647" y="-70"/>
                        <a:pt x="78647" y="6050"/>
                        <a:pt x="78647" y="8673"/>
                      </a:cubicBezTo>
                      <a:lnTo>
                        <a:pt x="71652" y="35778"/>
                      </a:lnTo>
                      <a:cubicBezTo>
                        <a:pt x="67394" y="45737"/>
                        <a:pt x="61475" y="54900"/>
                        <a:pt x="54165" y="62882"/>
                      </a:cubicBezTo>
                      <a:cubicBezTo>
                        <a:pt x="50239" y="65925"/>
                        <a:pt x="46716" y="69449"/>
                        <a:pt x="43673" y="73375"/>
                      </a:cubicBezTo>
                      <a:close/>
                    </a:path>
                  </a:pathLst>
                </a:custGeom>
                <a:solidFill>
                  <a:srgbClr val="C6C9D0"/>
                </a:solidFill>
                <a:ln w="87213" cap="flat">
                  <a:noFill/>
                  <a:prstDash val="solid"/>
                  <a:miter/>
                </a:ln>
              </p:spPr>
              <p:txBody>
                <a:bodyPr rtlCol="0" anchor="ctr"/>
                <a:lstStyle/>
                <a:p>
                  <a:endParaRPr lang="en-IN" dirty="0"/>
                </a:p>
              </p:txBody>
            </p:sp>
            <p:sp>
              <p:nvSpPr>
                <p:cNvPr id="2912" name="Freeform: Shape 2911">
                  <a:extLst>
                    <a:ext uri="{FF2B5EF4-FFF2-40B4-BE49-F238E27FC236}">
                      <a16:creationId xmlns:a16="http://schemas.microsoft.com/office/drawing/2014/main" id="{D9D728A0-4E2C-4EB3-5A32-519B61FF3062}"/>
                    </a:ext>
                  </a:extLst>
                </p:cNvPr>
                <p:cNvSpPr/>
                <p:nvPr/>
              </p:nvSpPr>
              <p:spPr>
                <a:xfrm>
                  <a:off x="2428474" y="4033890"/>
                  <a:ext cx="93554" cy="60734"/>
                </a:xfrm>
                <a:custGeom>
                  <a:avLst/>
                  <a:gdLst>
                    <a:gd name="connsiteX0" fmla="*/ 93511 w 93554"/>
                    <a:gd name="connsiteY0" fmla="*/ 59386 h 60734"/>
                    <a:gd name="connsiteX1" fmla="*/ 93511 w 93554"/>
                    <a:gd name="connsiteY1" fmla="*/ 59386 h 60734"/>
                    <a:gd name="connsiteX2" fmla="*/ 93511 w 93554"/>
                    <a:gd name="connsiteY2" fmla="*/ 59386 h 60734"/>
                    <a:gd name="connsiteX3" fmla="*/ 69903 w 93554"/>
                    <a:gd name="connsiteY3" fmla="*/ 59386 h 60734"/>
                    <a:gd name="connsiteX4" fmla="*/ 29684 w 93554"/>
                    <a:gd name="connsiteY4" fmla="*/ 40150 h 60734"/>
                    <a:gd name="connsiteX5" fmla="*/ -44 w 93554"/>
                    <a:gd name="connsiteY5" fmla="*/ -70 h 60734"/>
                    <a:gd name="connsiteX6" fmla="*/ 4328 w 93554"/>
                    <a:gd name="connsiteY6" fmla="*/ -70 h 60734"/>
                    <a:gd name="connsiteX7" fmla="*/ 4328 w 93554"/>
                    <a:gd name="connsiteY7" fmla="*/ -70 h 60734"/>
                    <a:gd name="connsiteX8" fmla="*/ 29684 w 93554"/>
                    <a:gd name="connsiteY8" fmla="*/ 31406 h 60734"/>
                    <a:gd name="connsiteX9" fmla="*/ 47171 w 93554"/>
                    <a:gd name="connsiteY9" fmla="*/ 42773 h 60734"/>
                    <a:gd name="connsiteX10" fmla="*/ 87390 w 93554"/>
                    <a:gd name="connsiteY10" fmla="*/ 52391 h 60734"/>
                    <a:gd name="connsiteX11" fmla="*/ 93511 w 93554"/>
                    <a:gd name="connsiteY11" fmla="*/ 59386 h 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554" h="60734">
                      <a:moveTo>
                        <a:pt x="93511" y="59386"/>
                      </a:moveTo>
                      <a:lnTo>
                        <a:pt x="93511" y="59386"/>
                      </a:lnTo>
                      <a:lnTo>
                        <a:pt x="93511" y="59386"/>
                      </a:lnTo>
                      <a:cubicBezTo>
                        <a:pt x="85738" y="61091"/>
                        <a:pt x="77677" y="61091"/>
                        <a:pt x="69903" y="59386"/>
                      </a:cubicBezTo>
                      <a:cubicBezTo>
                        <a:pt x="55424" y="55512"/>
                        <a:pt x="41793" y="48989"/>
                        <a:pt x="29684" y="40150"/>
                      </a:cubicBezTo>
                      <a:cubicBezTo>
                        <a:pt x="15572" y="30427"/>
                        <a:pt x="5106" y="16271"/>
                        <a:pt x="-44" y="-70"/>
                      </a:cubicBezTo>
                      <a:lnTo>
                        <a:pt x="4328" y="-70"/>
                      </a:lnTo>
                      <a:lnTo>
                        <a:pt x="4328" y="-70"/>
                      </a:lnTo>
                      <a:cubicBezTo>
                        <a:pt x="9713" y="12564"/>
                        <a:pt x="18483" y="23458"/>
                        <a:pt x="29684" y="31406"/>
                      </a:cubicBezTo>
                      <a:cubicBezTo>
                        <a:pt x="34571" y="36478"/>
                        <a:pt x="40552" y="40359"/>
                        <a:pt x="47171" y="42773"/>
                      </a:cubicBezTo>
                      <a:cubicBezTo>
                        <a:pt x="59481" y="49505"/>
                        <a:pt x="73366" y="52828"/>
                        <a:pt x="87390" y="52391"/>
                      </a:cubicBezTo>
                      <a:cubicBezTo>
                        <a:pt x="87390" y="52391"/>
                        <a:pt x="92637" y="55888"/>
                        <a:pt x="93511" y="59386"/>
                      </a:cubicBezTo>
                      <a:close/>
                    </a:path>
                  </a:pathLst>
                </a:custGeom>
                <a:solidFill>
                  <a:srgbClr val="C4C7CF"/>
                </a:solidFill>
                <a:ln w="87213" cap="flat">
                  <a:noFill/>
                  <a:prstDash val="solid"/>
                  <a:miter/>
                </a:ln>
              </p:spPr>
              <p:txBody>
                <a:bodyPr rtlCol="0" anchor="ctr"/>
                <a:lstStyle/>
                <a:p>
                  <a:endParaRPr lang="en-IN" dirty="0"/>
                </a:p>
              </p:txBody>
            </p:sp>
            <p:sp>
              <p:nvSpPr>
                <p:cNvPr id="2913" name="Freeform: Shape 2912">
                  <a:extLst>
                    <a:ext uri="{FF2B5EF4-FFF2-40B4-BE49-F238E27FC236}">
                      <a16:creationId xmlns:a16="http://schemas.microsoft.com/office/drawing/2014/main" id="{ED2FD0FE-EC1B-5EE7-DA21-7F6C42A00863}"/>
                    </a:ext>
                  </a:extLst>
                </p:cNvPr>
                <p:cNvSpPr/>
                <p:nvPr/>
              </p:nvSpPr>
              <p:spPr>
                <a:xfrm>
                  <a:off x="2429349" y="4045256"/>
                  <a:ext cx="16612" cy="20984"/>
                </a:xfrm>
                <a:custGeom>
                  <a:avLst/>
                  <a:gdLst>
                    <a:gd name="connsiteX0" fmla="*/ 830 w 16612"/>
                    <a:gd name="connsiteY0" fmla="*/ -70 h 20984"/>
                    <a:gd name="connsiteX1" fmla="*/ 16568 w 16612"/>
                    <a:gd name="connsiteY1" fmla="*/ 20914 h 20984"/>
                    <a:gd name="connsiteX2" fmla="*/ 12197 w 16612"/>
                    <a:gd name="connsiteY2" fmla="*/ 20914 h 20984"/>
                    <a:gd name="connsiteX3" fmla="*/ -44 w 16612"/>
                    <a:gd name="connsiteY3" fmla="*/ 4302 h 20984"/>
                    <a:gd name="connsiteX4" fmla="*/ -44 w 16612"/>
                    <a:gd name="connsiteY4" fmla="*/ 4302 h 20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2" h="20984">
                      <a:moveTo>
                        <a:pt x="830" y="-70"/>
                      </a:moveTo>
                      <a:lnTo>
                        <a:pt x="16568" y="20914"/>
                      </a:lnTo>
                      <a:lnTo>
                        <a:pt x="12197" y="20914"/>
                      </a:lnTo>
                      <a:cubicBezTo>
                        <a:pt x="6898" y="16385"/>
                        <a:pt x="2710" y="10702"/>
                        <a:pt x="-44" y="4302"/>
                      </a:cubicBezTo>
                      <a:lnTo>
                        <a:pt x="-44" y="4302"/>
                      </a:lnTo>
                      <a:close/>
                    </a:path>
                  </a:pathLst>
                </a:custGeom>
                <a:solidFill>
                  <a:srgbClr val="D0D2D8"/>
                </a:solidFill>
                <a:ln w="87213" cap="flat">
                  <a:noFill/>
                  <a:prstDash val="solid"/>
                  <a:miter/>
                </a:ln>
              </p:spPr>
              <p:txBody>
                <a:bodyPr rtlCol="0" anchor="ctr"/>
                <a:lstStyle/>
                <a:p>
                  <a:endParaRPr lang="en-IN" dirty="0"/>
                </a:p>
              </p:txBody>
            </p:sp>
            <p:sp>
              <p:nvSpPr>
                <p:cNvPr id="2914" name="Freeform: Shape 2913">
                  <a:extLst>
                    <a:ext uri="{FF2B5EF4-FFF2-40B4-BE49-F238E27FC236}">
                      <a16:creationId xmlns:a16="http://schemas.microsoft.com/office/drawing/2014/main" id="{B21ED80A-9E8E-5A09-44B7-D1EC348965C1}"/>
                    </a:ext>
                  </a:extLst>
                </p:cNvPr>
                <p:cNvSpPr/>
                <p:nvPr/>
              </p:nvSpPr>
              <p:spPr>
                <a:xfrm>
                  <a:off x="2496673" y="4093345"/>
                  <a:ext cx="23607" cy="1652"/>
                </a:xfrm>
                <a:custGeom>
                  <a:avLst/>
                  <a:gdLst>
                    <a:gd name="connsiteX0" fmla="*/ -44 w 23607"/>
                    <a:gd name="connsiteY0" fmla="*/ -70 h 1652"/>
                    <a:gd name="connsiteX1" fmla="*/ 23563 w 23607"/>
                    <a:gd name="connsiteY1" fmla="*/ -70 h 1652"/>
                    <a:gd name="connsiteX2" fmla="*/ 2579 w 23607"/>
                    <a:gd name="connsiteY2" fmla="*/ -70 h 1652"/>
                  </a:gdLst>
                  <a:ahLst/>
                  <a:cxnLst>
                    <a:cxn ang="0">
                      <a:pos x="connsiteX0" y="connsiteY0"/>
                    </a:cxn>
                    <a:cxn ang="0">
                      <a:pos x="connsiteX1" y="connsiteY1"/>
                    </a:cxn>
                    <a:cxn ang="0">
                      <a:pos x="connsiteX2" y="connsiteY2"/>
                    </a:cxn>
                  </a:cxnLst>
                  <a:rect l="l" t="t" r="r" b="b"/>
                  <a:pathLst>
                    <a:path w="23607" h="1651">
                      <a:moveTo>
                        <a:pt x="-44" y="-70"/>
                      </a:moveTo>
                      <a:lnTo>
                        <a:pt x="23563" y="-70"/>
                      </a:lnTo>
                      <a:cubicBezTo>
                        <a:pt x="16743" y="2133"/>
                        <a:pt x="9399" y="2133"/>
                        <a:pt x="2579" y="-70"/>
                      </a:cubicBezTo>
                      <a:close/>
                    </a:path>
                  </a:pathLst>
                </a:custGeom>
                <a:solidFill>
                  <a:srgbClr val="C9CCD3"/>
                </a:solidFill>
                <a:ln w="87213" cap="flat">
                  <a:noFill/>
                  <a:prstDash val="solid"/>
                  <a:miter/>
                </a:ln>
              </p:spPr>
              <p:txBody>
                <a:bodyPr rtlCol="0" anchor="ctr"/>
                <a:lstStyle/>
                <a:p>
                  <a:endParaRPr lang="en-IN" dirty="0"/>
                </a:p>
              </p:txBody>
            </p:sp>
            <p:sp>
              <p:nvSpPr>
                <p:cNvPr id="2915" name="Freeform: Shape 2914">
                  <a:extLst>
                    <a:ext uri="{FF2B5EF4-FFF2-40B4-BE49-F238E27FC236}">
                      <a16:creationId xmlns:a16="http://schemas.microsoft.com/office/drawing/2014/main" id="{88084B69-8C28-4922-2BD5-3734852AE7EF}"/>
                    </a:ext>
                  </a:extLst>
                </p:cNvPr>
                <p:cNvSpPr/>
                <p:nvPr/>
              </p:nvSpPr>
              <p:spPr>
                <a:xfrm>
                  <a:off x="2553506" y="4090721"/>
                  <a:ext cx="6994" cy="87434"/>
                </a:xfrm>
                <a:custGeom>
                  <a:avLst/>
                  <a:gdLst>
                    <a:gd name="connsiteX0" fmla="*/ -44 w 6994"/>
                    <a:gd name="connsiteY0" fmla="*/ -70 h 87434"/>
                    <a:gd name="connsiteX1" fmla="*/ 6951 w 6994"/>
                    <a:gd name="connsiteY1" fmla="*/ -70 h 87434"/>
                    <a:gd name="connsiteX2" fmla="*/ 6951 w 6994"/>
                    <a:gd name="connsiteY2" fmla="*/ -70 h 87434"/>
                    <a:gd name="connsiteX3" fmla="*/ 6951 w 6994"/>
                    <a:gd name="connsiteY3" fmla="*/ -70 h 87434"/>
                  </a:gdLst>
                  <a:ahLst/>
                  <a:cxnLst>
                    <a:cxn ang="0">
                      <a:pos x="connsiteX0" y="connsiteY0"/>
                    </a:cxn>
                    <a:cxn ang="0">
                      <a:pos x="connsiteX1" y="connsiteY1"/>
                    </a:cxn>
                    <a:cxn ang="0">
                      <a:pos x="connsiteX2" y="connsiteY2"/>
                    </a:cxn>
                    <a:cxn ang="0">
                      <a:pos x="connsiteX3" y="connsiteY3"/>
                    </a:cxn>
                  </a:cxnLst>
                  <a:rect l="l" t="t" r="r" b="b"/>
                  <a:pathLst>
                    <a:path w="6994" h="87434">
                      <a:moveTo>
                        <a:pt x="-44" y="-70"/>
                      </a:moveTo>
                      <a:cubicBezTo>
                        <a:pt x="-44" y="-70"/>
                        <a:pt x="-44" y="-70"/>
                        <a:pt x="6951" y="-70"/>
                      </a:cubicBezTo>
                      <a:lnTo>
                        <a:pt x="6951" y="-70"/>
                      </a:lnTo>
                      <a:lnTo>
                        <a:pt x="6951" y="-70"/>
                      </a:lnTo>
                      <a:close/>
                    </a:path>
                  </a:pathLst>
                </a:custGeom>
                <a:solidFill>
                  <a:srgbClr val="CFD1D7"/>
                </a:solidFill>
                <a:ln w="87213" cap="flat">
                  <a:noFill/>
                  <a:prstDash val="solid"/>
                  <a:miter/>
                </a:ln>
              </p:spPr>
              <p:txBody>
                <a:bodyPr rtlCol="0" anchor="ctr"/>
                <a:lstStyle/>
                <a:p>
                  <a:endParaRPr lang="en-IN" dirty="0"/>
                </a:p>
              </p:txBody>
            </p:sp>
            <p:sp>
              <p:nvSpPr>
                <p:cNvPr id="2916" name="Freeform: Shape 2915">
                  <a:extLst>
                    <a:ext uri="{FF2B5EF4-FFF2-40B4-BE49-F238E27FC236}">
                      <a16:creationId xmlns:a16="http://schemas.microsoft.com/office/drawing/2014/main" id="{85276C5B-8293-401B-CAF8-DDAEA90DDFCE}"/>
                    </a:ext>
                  </a:extLst>
                </p:cNvPr>
                <p:cNvSpPr/>
                <p:nvPr/>
              </p:nvSpPr>
              <p:spPr>
                <a:xfrm>
                  <a:off x="2584982" y="4040884"/>
                  <a:ext cx="17486" cy="27105"/>
                </a:xfrm>
                <a:custGeom>
                  <a:avLst/>
                  <a:gdLst>
                    <a:gd name="connsiteX0" fmla="*/ -44 w 17486"/>
                    <a:gd name="connsiteY0" fmla="*/ 27035 h 27105"/>
                    <a:gd name="connsiteX1" fmla="*/ 17443 w 17486"/>
                    <a:gd name="connsiteY1" fmla="*/ -70 h 27105"/>
                    <a:gd name="connsiteX2" fmla="*/ -44 w 17486"/>
                    <a:gd name="connsiteY2" fmla="*/ 27035 h 27105"/>
                  </a:gdLst>
                  <a:ahLst/>
                  <a:cxnLst>
                    <a:cxn ang="0">
                      <a:pos x="connsiteX0" y="connsiteY0"/>
                    </a:cxn>
                    <a:cxn ang="0">
                      <a:pos x="connsiteX1" y="connsiteY1"/>
                    </a:cxn>
                    <a:cxn ang="0">
                      <a:pos x="connsiteX2" y="connsiteY2"/>
                    </a:cxn>
                  </a:cxnLst>
                  <a:rect l="l" t="t" r="r" b="b"/>
                  <a:pathLst>
                    <a:path w="17486" h="27105">
                      <a:moveTo>
                        <a:pt x="-44" y="27035"/>
                      </a:moveTo>
                      <a:lnTo>
                        <a:pt x="17443" y="-70"/>
                      </a:lnTo>
                      <a:cubicBezTo>
                        <a:pt x="14400" y="10484"/>
                        <a:pt x="8324" y="19909"/>
                        <a:pt x="-44" y="27035"/>
                      </a:cubicBezTo>
                      <a:close/>
                    </a:path>
                  </a:pathLst>
                </a:custGeom>
                <a:solidFill>
                  <a:srgbClr val="CFD1D7"/>
                </a:solidFill>
                <a:ln w="87213" cap="flat">
                  <a:noFill/>
                  <a:prstDash val="solid"/>
                  <a:miter/>
                </a:ln>
              </p:spPr>
              <p:txBody>
                <a:bodyPr rtlCol="0" anchor="ctr"/>
                <a:lstStyle/>
                <a:p>
                  <a:endParaRPr lang="en-IN" dirty="0"/>
                </a:p>
              </p:txBody>
            </p:sp>
            <p:sp>
              <p:nvSpPr>
                <p:cNvPr id="2917" name="Freeform: Shape 2916">
                  <a:extLst>
                    <a:ext uri="{FF2B5EF4-FFF2-40B4-BE49-F238E27FC236}">
                      <a16:creationId xmlns:a16="http://schemas.microsoft.com/office/drawing/2014/main" id="{DAE56A6B-4CAE-D43D-5F85-6C4A1F79AEE6}"/>
                    </a:ext>
                  </a:extLst>
                </p:cNvPr>
                <p:cNvSpPr/>
                <p:nvPr/>
              </p:nvSpPr>
              <p:spPr>
                <a:xfrm>
                  <a:off x="2609464" y="3996823"/>
                  <a:ext cx="87434" cy="16956"/>
                </a:xfrm>
                <a:custGeom>
                  <a:avLst/>
                  <a:gdLst>
                    <a:gd name="connsiteX0" fmla="*/ -44 w 87434"/>
                    <a:gd name="connsiteY0" fmla="*/ 16886 h 16956"/>
                    <a:gd name="connsiteX1" fmla="*/ -44 w 87434"/>
                    <a:gd name="connsiteY1" fmla="*/ 9891 h 16956"/>
                    <a:gd name="connsiteX2" fmla="*/ -44 w 87434"/>
                    <a:gd name="connsiteY2" fmla="*/ 274 h 16956"/>
                    <a:gd name="connsiteX3" fmla="*/ -44 w 87434"/>
                    <a:gd name="connsiteY3" fmla="*/ 15138 h 16956"/>
                  </a:gdLst>
                  <a:ahLst/>
                  <a:cxnLst>
                    <a:cxn ang="0">
                      <a:pos x="connsiteX0" y="connsiteY0"/>
                    </a:cxn>
                    <a:cxn ang="0">
                      <a:pos x="connsiteX1" y="connsiteY1"/>
                    </a:cxn>
                    <a:cxn ang="0">
                      <a:pos x="connsiteX2" y="connsiteY2"/>
                    </a:cxn>
                    <a:cxn ang="0">
                      <a:pos x="connsiteX3" y="connsiteY3"/>
                    </a:cxn>
                  </a:cxnLst>
                  <a:rect l="l" t="t" r="r" b="b"/>
                  <a:pathLst>
                    <a:path w="87434" h="16956">
                      <a:moveTo>
                        <a:pt x="-44" y="16886"/>
                      </a:moveTo>
                      <a:lnTo>
                        <a:pt x="-44" y="9891"/>
                      </a:lnTo>
                      <a:cubicBezTo>
                        <a:pt x="-44" y="9891"/>
                        <a:pt x="-44" y="2897"/>
                        <a:pt x="-44" y="274"/>
                      </a:cubicBezTo>
                      <a:cubicBezTo>
                        <a:pt x="-44" y="-2349"/>
                        <a:pt x="-44" y="10766"/>
                        <a:pt x="-44" y="15138"/>
                      </a:cubicBezTo>
                      <a:close/>
                    </a:path>
                  </a:pathLst>
                </a:custGeom>
                <a:solidFill>
                  <a:srgbClr val="CFD1D7"/>
                </a:solidFill>
                <a:ln w="87213" cap="flat">
                  <a:noFill/>
                  <a:prstDash val="solid"/>
                  <a:miter/>
                </a:ln>
              </p:spPr>
              <p:txBody>
                <a:bodyPr rtlCol="0" anchor="ctr"/>
                <a:lstStyle/>
                <a:p>
                  <a:endParaRPr lang="en-IN" dirty="0"/>
                </a:p>
              </p:txBody>
            </p:sp>
            <p:sp>
              <p:nvSpPr>
                <p:cNvPr id="2918" name="Freeform: Shape 2917">
                  <a:extLst>
                    <a:ext uri="{FF2B5EF4-FFF2-40B4-BE49-F238E27FC236}">
                      <a16:creationId xmlns:a16="http://schemas.microsoft.com/office/drawing/2014/main" id="{0DA9743E-30F8-2200-F64E-5E5D67156C0B}"/>
                    </a:ext>
                  </a:extLst>
                </p:cNvPr>
                <p:cNvSpPr/>
                <p:nvPr/>
              </p:nvSpPr>
              <p:spPr>
                <a:xfrm>
                  <a:off x="2566621" y="4078481"/>
                  <a:ext cx="7869" cy="5246"/>
                </a:xfrm>
                <a:custGeom>
                  <a:avLst/>
                  <a:gdLst>
                    <a:gd name="connsiteX0" fmla="*/ -44 w 7869"/>
                    <a:gd name="connsiteY0" fmla="*/ 5176 h 5246"/>
                    <a:gd name="connsiteX1" fmla="*/ 7825 w 7869"/>
                    <a:gd name="connsiteY1" fmla="*/ -70 h 5246"/>
                    <a:gd name="connsiteX2" fmla="*/ -44 w 7869"/>
                    <a:gd name="connsiteY2" fmla="*/ 5176 h 5246"/>
                  </a:gdLst>
                  <a:ahLst/>
                  <a:cxnLst>
                    <a:cxn ang="0">
                      <a:pos x="connsiteX0" y="connsiteY0"/>
                    </a:cxn>
                    <a:cxn ang="0">
                      <a:pos x="connsiteX1" y="connsiteY1"/>
                    </a:cxn>
                    <a:cxn ang="0">
                      <a:pos x="connsiteX2" y="connsiteY2"/>
                    </a:cxn>
                  </a:cxnLst>
                  <a:rect l="l" t="t" r="r" b="b"/>
                  <a:pathLst>
                    <a:path w="7869" h="5246">
                      <a:moveTo>
                        <a:pt x="-44" y="5176"/>
                      </a:moveTo>
                      <a:cubicBezTo>
                        <a:pt x="1477" y="2169"/>
                        <a:pt x="4467" y="183"/>
                        <a:pt x="7825" y="-70"/>
                      </a:cubicBezTo>
                      <a:cubicBezTo>
                        <a:pt x="6303" y="2938"/>
                        <a:pt x="3313" y="4932"/>
                        <a:pt x="-44" y="5176"/>
                      </a:cubicBezTo>
                      <a:close/>
                    </a:path>
                  </a:pathLst>
                </a:custGeom>
                <a:solidFill>
                  <a:srgbClr val="CFD1D7"/>
                </a:solidFill>
                <a:ln w="87213" cap="flat">
                  <a:noFill/>
                  <a:prstDash val="solid"/>
                  <a:miter/>
                </a:ln>
              </p:spPr>
              <p:txBody>
                <a:bodyPr rtlCol="0" anchor="ctr"/>
                <a:lstStyle/>
                <a:p>
                  <a:endParaRPr lang="en-IN" dirty="0"/>
                </a:p>
              </p:txBody>
            </p:sp>
            <p:sp>
              <p:nvSpPr>
                <p:cNvPr id="2919" name="Freeform: Shape 2918">
                  <a:extLst>
                    <a:ext uri="{FF2B5EF4-FFF2-40B4-BE49-F238E27FC236}">
                      <a16:creationId xmlns:a16="http://schemas.microsoft.com/office/drawing/2014/main" id="{7716FFB8-535B-1853-7E25-57D5B5E7B612}"/>
                    </a:ext>
                  </a:extLst>
                </p:cNvPr>
                <p:cNvSpPr/>
                <p:nvPr/>
              </p:nvSpPr>
              <p:spPr>
                <a:xfrm>
                  <a:off x="2529898" y="3908761"/>
                  <a:ext cx="90931" cy="98023"/>
                </a:xfrm>
                <a:custGeom>
                  <a:avLst/>
                  <a:gdLst>
                    <a:gd name="connsiteX0" fmla="*/ 79521 w 90931"/>
                    <a:gd name="connsiteY0" fmla="*/ 88336 h 98023"/>
                    <a:gd name="connsiteX1" fmla="*/ 79521 w 90931"/>
                    <a:gd name="connsiteY1" fmla="*/ 97954 h 98023"/>
                    <a:gd name="connsiteX2" fmla="*/ 79521 w 90931"/>
                    <a:gd name="connsiteY2" fmla="*/ 97954 h 98023"/>
                    <a:gd name="connsiteX3" fmla="*/ 74275 w 90931"/>
                    <a:gd name="connsiteY3" fmla="*/ 74346 h 98023"/>
                    <a:gd name="connsiteX4" fmla="*/ 74275 w 90931"/>
                    <a:gd name="connsiteY4" fmla="*/ 64729 h 98023"/>
                    <a:gd name="connsiteX5" fmla="*/ 74275 w 90931"/>
                    <a:gd name="connsiteY5" fmla="*/ 64729 h 98023"/>
                    <a:gd name="connsiteX6" fmla="*/ 67281 w 90931"/>
                    <a:gd name="connsiteY6" fmla="*/ 49865 h 98023"/>
                    <a:gd name="connsiteX7" fmla="*/ 49794 w 90931"/>
                    <a:gd name="connsiteY7" fmla="*/ 29755 h 98023"/>
                    <a:gd name="connsiteX8" fmla="*/ -44 w 90931"/>
                    <a:gd name="connsiteY8" fmla="*/ 8771 h 98023"/>
                    <a:gd name="connsiteX9" fmla="*/ -44 w 90931"/>
                    <a:gd name="connsiteY9" fmla="*/ 8771 h 98023"/>
                    <a:gd name="connsiteX10" fmla="*/ -44 w 90931"/>
                    <a:gd name="connsiteY10" fmla="*/ 2650 h 98023"/>
                    <a:gd name="connsiteX11" fmla="*/ 20940 w 90931"/>
                    <a:gd name="connsiteY11" fmla="*/ 2650 h 98023"/>
                    <a:gd name="connsiteX12" fmla="*/ 36679 w 90931"/>
                    <a:gd name="connsiteY12" fmla="*/ 7896 h 98023"/>
                    <a:gd name="connsiteX13" fmla="*/ 62909 w 90931"/>
                    <a:gd name="connsiteY13" fmla="*/ 25383 h 98023"/>
                    <a:gd name="connsiteX14" fmla="*/ 90888 w 90931"/>
                    <a:gd name="connsiteY14" fmla="*/ 64729 h 98023"/>
                    <a:gd name="connsiteX15" fmla="*/ 79521 w 90931"/>
                    <a:gd name="connsiteY15" fmla="*/ 88336 h 98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31" h="98023">
                      <a:moveTo>
                        <a:pt x="79521" y="88336"/>
                      </a:moveTo>
                      <a:lnTo>
                        <a:pt x="79521" y="97954"/>
                      </a:lnTo>
                      <a:lnTo>
                        <a:pt x="79521" y="97954"/>
                      </a:lnTo>
                      <a:cubicBezTo>
                        <a:pt x="77353" y="90181"/>
                        <a:pt x="75604" y="82303"/>
                        <a:pt x="74275" y="74346"/>
                      </a:cubicBezTo>
                      <a:cubicBezTo>
                        <a:pt x="76461" y="71513"/>
                        <a:pt x="76461" y="67562"/>
                        <a:pt x="74275" y="64729"/>
                      </a:cubicBezTo>
                      <a:lnTo>
                        <a:pt x="74275" y="64729"/>
                      </a:lnTo>
                      <a:cubicBezTo>
                        <a:pt x="70236" y="60768"/>
                        <a:pt x="67761" y="55496"/>
                        <a:pt x="67281" y="49865"/>
                      </a:cubicBezTo>
                      <a:cubicBezTo>
                        <a:pt x="63460" y="41646"/>
                        <a:pt x="57401" y="34678"/>
                        <a:pt x="49794" y="29755"/>
                      </a:cubicBezTo>
                      <a:cubicBezTo>
                        <a:pt x="36023" y="17339"/>
                        <a:pt x="18457" y="9942"/>
                        <a:pt x="-44" y="8771"/>
                      </a:cubicBezTo>
                      <a:lnTo>
                        <a:pt x="-44" y="8771"/>
                      </a:lnTo>
                      <a:cubicBezTo>
                        <a:pt x="-44" y="8771"/>
                        <a:pt x="-44" y="8771"/>
                        <a:pt x="-44" y="2650"/>
                      </a:cubicBezTo>
                      <a:cubicBezTo>
                        <a:pt x="-44" y="-3470"/>
                        <a:pt x="13945" y="2650"/>
                        <a:pt x="20940" y="2650"/>
                      </a:cubicBezTo>
                      <a:lnTo>
                        <a:pt x="36679" y="7896"/>
                      </a:lnTo>
                      <a:cubicBezTo>
                        <a:pt x="46060" y="12696"/>
                        <a:pt x="54865" y="18563"/>
                        <a:pt x="62909" y="25383"/>
                      </a:cubicBezTo>
                      <a:cubicBezTo>
                        <a:pt x="74721" y="36539"/>
                        <a:pt x="84226" y="49908"/>
                        <a:pt x="90888" y="64729"/>
                      </a:cubicBezTo>
                      <a:cubicBezTo>
                        <a:pt x="88047" y="73018"/>
                        <a:pt x="84226" y="80939"/>
                        <a:pt x="79521" y="88336"/>
                      </a:cubicBezTo>
                      <a:close/>
                    </a:path>
                  </a:pathLst>
                </a:custGeom>
                <a:solidFill>
                  <a:srgbClr val="C9CCD3"/>
                </a:solidFill>
                <a:ln w="87213" cap="flat">
                  <a:noFill/>
                  <a:prstDash val="solid"/>
                  <a:miter/>
                </a:ln>
              </p:spPr>
              <p:txBody>
                <a:bodyPr rtlCol="0" anchor="ctr"/>
                <a:lstStyle/>
                <a:p>
                  <a:endParaRPr lang="en-IN" dirty="0"/>
                </a:p>
              </p:txBody>
            </p:sp>
            <p:sp>
              <p:nvSpPr>
                <p:cNvPr id="2920" name="Freeform: Shape 2919">
                  <a:extLst>
                    <a:ext uri="{FF2B5EF4-FFF2-40B4-BE49-F238E27FC236}">
                      <a16:creationId xmlns:a16="http://schemas.microsoft.com/office/drawing/2014/main" id="{FB766F1A-0542-5702-A349-62302E4D4DEC}"/>
                    </a:ext>
                  </a:extLst>
                </p:cNvPr>
                <p:cNvSpPr/>
                <p:nvPr/>
              </p:nvSpPr>
              <p:spPr>
                <a:xfrm>
                  <a:off x="2498422" y="3909931"/>
                  <a:ext cx="35848" cy="2360"/>
                </a:xfrm>
                <a:custGeom>
                  <a:avLst/>
                  <a:gdLst>
                    <a:gd name="connsiteX0" fmla="*/ 35804 w 35848"/>
                    <a:gd name="connsiteY0" fmla="*/ 605 h 2360"/>
                    <a:gd name="connsiteX1" fmla="*/ 15694 w 35848"/>
                    <a:gd name="connsiteY1" fmla="*/ 605 h 2360"/>
                    <a:gd name="connsiteX2" fmla="*/ -44 w 35848"/>
                    <a:gd name="connsiteY2" fmla="*/ 605 h 2360"/>
                    <a:gd name="connsiteX3" fmla="*/ -44 w 35848"/>
                    <a:gd name="connsiteY3" fmla="*/ 605 h 2360"/>
                    <a:gd name="connsiteX4" fmla="*/ 6076 w 35848"/>
                    <a:gd name="connsiteY4" fmla="*/ 605 h 2360"/>
                    <a:gd name="connsiteX5" fmla="*/ 34055 w 35848"/>
                    <a:gd name="connsiteY5" fmla="*/ 605 h 2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48" h="2360">
                      <a:moveTo>
                        <a:pt x="35804" y="605"/>
                      </a:moveTo>
                      <a:cubicBezTo>
                        <a:pt x="28809" y="605"/>
                        <a:pt x="22689" y="605"/>
                        <a:pt x="15694" y="605"/>
                      </a:cubicBezTo>
                      <a:cubicBezTo>
                        <a:pt x="10684" y="2853"/>
                        <a:pt x="4966" y="2853"/>
                        <a:pt x="-44" y="605"/>
                      </a:cubicBezTo>
                      <a:lnTo>
                        <a:pt x="-44" y="605"/>
                      </a:lnTo>
                      <a:lnTo>
                        <a:pt x="6076" y="605"/>
                      </a:lnTo>
                      <a:cubicBezTo>
                        <a:pt x="15379" y="-295"/>
                        <a:pt x="24752" y="-295"/>
                        <a:pt x="34055" y="605"/>
                      </a:cubicBezTo>
                      <a:close/>
                    </a:path>
                  </a:pathLst>
                </a:custGeom>
                <a:solidFill>
                  <a:srgbClr val="D0D2D8"/>
                </a:solidFill>
                <a:ln w="87213" cap="flat">
                  <a:noFill/>
                  <a:prstDash val="solid"/>
                  <a:miter/>
                </a:ln>
              </p:spPr>
              <p:txBody>
                <a:bodyPr rtlCol="0" anchor="ctr"/>
                <a:lstStyle/>
                <a:p>
                  <a:endParaRPr lang="en-IN" dirty="0"/>
                </a:p>
              </p:txBody>
            </p:sp>
            <p:sp>
              <p:nvSpPr>
                <p:cNvPr id="2921" name="Freeform: Shape 2920">
                  <a:extLst>
                    <a:ext uri="{FF2B5EF4-FFF2-40B4-BE49-F238E27FC236}">
                      <a16:creationId xmlns:a16="http://schemas.microsoft.com/office/drawing/2014/main" id="{94A6D9FE-D2C7-3EBC-B1DD-054E0574D362}"/>
                    </a:ext>
                  </a:extLst>
                </p:cNvPr>
                <p:cNvSpPr/>
                <p:nvPr/>
              </p:nvSpPr>
              <p:spPr>
                <a:xfrm>
                  <a:off x="2549134" y="3915852"/>
                  <a:ext cx="26230" cy="17487"/>
                </a:xfrm>
                <a:custGeom>
                  <a:avLst/>
                  <a:gdLst>
                    <a:gd name="connsiteX0" fmla="*/ 26186 w 26230"/>
                    <a:gd name="connsiteY0" fmla="*/ 17417 h 17487"/>
                    <a:gd name="connsiteX1" fmla="*/ -44 w 26230"/>
                    <a:gd name="connsiteY1" fmla="*/ -70 h 17487"/>
                    <a:gd name="connsiteX2" fmla="*/ 26186 w 26230"/>
                    <a:gd name="connsiteY2" fmla="*/ 17417 h 17487"/>
                  </a:gdLst>
                  <a:ahLst/>
                  <a:cxnLst>
                    <a:cxn ang="0">
                      <a:pos x="connsiteX0" y="connsiteY0"/>
                    </a:cxn>
                    <a:cxn ang="0">
                      <a:pos x="connsiteX1" y="connsiteY1"/>
                    </a:cxn>
                    <a:cxn ang="0">
                      <a:pos x="connsiteX2" y="connsiteY2"/>
                    </a:cxn>
                  </a:cxnLst>
                  <a:rect l="l" t="t" r="r" b="b"/>
                  <a:pathLst>
                    <a:path w="26230" h="17487">
                      <a:moveTo>
                        <a:pt x="26186" y="17417"/>
                      </a:moveTo>
                      <a:lnTo>
                        <a:pt x="-44" y="-70"/>
                      </a:lnTo>
                      <a:cubicBezTo>
                        <a:pt x="10098" y="3331"/>
                        <a:pt x="19148" y="9364"/>
                        <a:pt x="26186" y="17417"/>
                      </a:cubicBezTo>
                      <a:close/>
                    </a:path>
                  </a:pathLst>
                </a:custGeom>
                <a:solidFill>
                  <a:srgbClr val="D0D2D8"/>
                </a:solidFill>
                <a:ln w="87213" cap="flat">
                  <a:noFill/>
                  <a:prstDash val="solid"/>
                  <a:miter/>
                </a:ln>
              </p:spPr>
              <p:txBody>
                <a:bodyPr rtlCol="0" anchor="ctr"/>
                <a:lstStyle/>
                <a:p>
                  <a:endParaRPr lang="en-IN" dirty="0"/>
                </a:p>
              </p:txBody>
            </p:sp>
            <p:sp>
              <p:nvSpPr>
                <p:cNvPr id="2922" name="Freeform: Shape 2921">
                  <a:extLst>
                    <a:ext uri="{FF2B5EF4-FFF2-40B4-BE49-F238E27FC236}">
                      <a16:creationId xmlns:a16="http://schemas.microsoft.com/office/drawing/2014/main" id="{64614493-B844-FBC4-4C46-3F629AEF2B3D}"/>
                    </a:ext>
                  </a:extLst>
                </p:cNvPr>
                <p:cNvSpPr/>
                <p:nvPr/>
              </p:nvSpPr>
              <p:spPr>
                <a:xfrm>
                  <a:off x="2436343" y="3913229"/>
                  <a:ext cx="26230" cy="23607"/>
                </a:xfrm>
                <a:custGeom>
                  <a:avLst/>
                  <a:gdLst>
                    <a:gd name="connsiteX0" fmla="*/ 26186 w 26230"/>
                    <a:gd name="connsiteY0" fmla="*/ -70 h 23607"/>
                    <a:gd name="connsiteX1" fmla="*/ 26186 w 26230"/>
                    <a:gd name="connsiteY1" fmla="*/ -70 h 23607"/>
                    <a:gd name="connsiteX2" fmla="*/ 14820 w 26230"/>
                    <a:gd name="connsiteY2" fmla="*/ 11297 h 23607"/>
                    <a:gd name="connsiteX3" fmla="*/ 14820 w 26230"/>
                    <a:gd name="connsiteY3" fmla="*/ 11297 h 23607"/>
                    <a:gd name="connsiteX4" fmla="*/ -44 w 26230"/>
                    <a:gd name="connsiteY4" fmla="*/ 23538 h 23607"/>
                    <a:gd name="connsiteX5" fmla="*/ -44 w 26230"/>
                    <a:gd name="connsiteY5" fmla="*/ 23538 h 23607"/>
                    <a:gd name="connsiteX6" fmla="*/ -44 w 26230"/>
                    <a:gd name="connsiteY6" fmla="*/ 23538 h 23607"/>
                    <a:gd name="connsiteX7" fmla="*/ -44 w 26230"/>
                    <a:gd name="connsiteY7" fmla="*/ 23538 h 23607"/>
                    <a:gd name="connsiteX8" fmla="*/ 26186 w 26230"/>
                    <a:gd name="connsiteY8" fmla="*/ -70 h 23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30" h="23607">
                      <a:moveTo>
                        <a:pt x="26186" y="-70"/>
                      </a:moveTo>
                      <a:lnTo>
                        <a:pt x="26186" y="-70"/>
                      </a:lnTo>
                      <a:cubicBezTo>
                        <a:pt x="26186" y="6925"/>
                        <a:pt x="17443" y="6925"/>
                        <a:pt x="14820" y="11297"/>
                      </a:cubicBezTo>
                      <a:lnTo>
                        <a:pt x="14820" y="11297"/>
                      </a:lnTo>
                      <a:cubicBezTo>
                        <a:pt x="9486" y="14890"/>
                        <a:pt x="4511" y="18991"/>
                        <a:pt x="-44" y="23538"/>
                      </a:cubicBezTo>
                      <a:lnTo>
                        <a:pt x="-44" y="23538"/>
                      </a:lnTo>
                      <a:cubicBezTo>
                        <a:pt x="-44" y="23538"/>
                        <a:pt x="-44" y="23538"/>
                        <a:pt x="-44" y="23538"/>
                      </a:cubicBezTo>
                      <a:lnTo>
                        <a:pt x="-44" y="23538"/>
                      </a:lnTo>
                      <a:cubicBezTo>
                        <a:pt x="7196" y="14147"/>
                        <a:pt x="16088" y="6146"/>
                        <a:pt x="26186" y="-70"/>
                      </a:cubicBezTo>
                      <a:close/>
                    </a:path>
                  </a:pathLst>
                </a:custGeom>
                <a:solidFill>
                  <a:srgbClr val="D7D9DE"/>
                </a:solidFill>
                <a:ln w="87213" cap="flat">
                  <a:noFill/>
                  <a:prstDash val="solid"/>
                  <a:miter/>
                </a:ln>
              </p:spPr>
              <p:txBody>
                <a:bodyPr rtlCol="0" anchor="ctr"/>
                <a:lstStyle/>
                <a:p>
                  <a:endParaRPr lang="en-IN" dirty="0"/>
                </a:p>
              </p:txBody>
            </p:sp>
            <p:sp>
              <p:nvSpPr>
                <p:cNvPr id="2923" name="Freeform: Shape 2922">
                  <a:extLst>
                    <a:ext uri="{FF2B5EF4-FFF2-40B4-BE49-F238E27FC236}">
                      <a16:creationId xmlns:a16="http://schemas.microsoft.com/office/drawing/2014/main" id="{6A2B0743-FC46-A787-3F72-85F07C4F09A4}"/>
                    </a:ext>
                  </a:extLst>
                </p:cNvPr>
                <p:cNvSpPr/>
                <p:nvPr/>
              </p:nvSpPr>
              <p:spPr>
                <a:xfrm>
                  <a:off x="2415340" y="3992795"/>
                  <a:ext cx="14882" cy="52460"/>
                </a:xfrm>
                <a:custGeom>
                  <a:avLst/>
                  <a:gdLst>
                    <a:gd name="connsiteX0" fmla="*/ 14838 w 14882"/>
                    <a:gd name="connsiteY0" fmla="*/ 52391 h 52460"/>
                    <a:gd name="connsiteX1" fmla="*/ 14838 w 14882"/>
                    <a:gd name="connsiteY1" fmla="*/ 52391 h 52460"/>
                    <a:gd name="connsiteX2" fmla="*/ -26 w 14882"/>
                    <a:gd name="connsiteY2" fmla="*/ -70 h 52460"/>
                    <a:gd name="connsiteX3" fmla="*/ -26 w 14882"/>
                    <a:gd name="connsiteY3" fmla="*/ 6925 h 52460"/>
                    <a:gd name="connsiteX4" fmla="*/ 14838 w 14882"/>
                    <a:gd name="connsiteY4" fmla="*/ 52391 h 52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81" h="52460">
                      <a:moveTo>
                        <a:pt x="14838" y="52391"/>
                      </a:moveTo>
                      <a:lnTo>
                        <a:pt x="14838" y="52391"/>
                      </a:lnTo>
                      <a:cubicBezTo>
                        <a:pt x="4783" y="36766"/>
                        <a:pt x="-393" y="18501"/>
                        <a:pt x="-26" y="-70"/>
                      </a:cubicBezTo>
                      <a:cubicBezTo>
                        <a:pt x="-26" y="-70"/>
                        <a:pt x="-26" y="4301"/>
                        <a:pt x="-26" y="6925"/>
                      </a:cubicBezTo>
                      <a:cubicBezTo>
                        <a:pt x="1391" y="23013"/>
                        <a:pt x="6479" y="38568"/>
                        <a:pt x="14838" y="52391"/>
                      </a:cubicBezTo>
                      <a:close/>
                    </a:path>
                  </a:pathLst>
                </a:custGeom>
                <a:solidFill>
                  <a:srgbClr val="D0D2D8"/>
                </a:solidFill>
                <a:ln w="87213" cap="flat">
                  <a:noFill/>
                  <a:prstDash val="solid"/>
                  <a:miter/>
                </a:ln>
              </p:spPr>
              <p:txBody>
                <a:bodyPr rtlCol="0" anchor="ctr"/>
                <a:lstStyle/>
                <a:p>
                  <a:endParaRPr lang="en-IN" dirty="0"/>
                </a:p>
              </p:txBody>
            </p:sp>
            <p:sp>
              <p:nvSpPr>
                <p:cNvPr id="2924" name="Freeform: Shape 2923">
                  <a:extLst>
                    <a:ext uri="{FF2B5EF4-FFF2-40B4-BE49-F238E27FC236}">
                      <a16:creationId xmlns:a16="http://schemas.microsoft.com/office/drawing/2014/main" id="{930A073F-2889-A2FC-1FCB-162E3C8BA072}"/>
                    </a:ext>
                  </a:extLst>
                </p:cNvPr>
                <p:cNvSpPr/>
                <p:nvPr/>
              </p:nvSpPr>
              <p:spPr>
                <a:xfrm>
                  <a:off x="2424027" y="3941208"/>
                  <a:ext cx="9692" cy="19235"/>
                </a:xfrm>
                <a:custGeom>
                  <a:avLst/>
                  <a:gdLst>
                    <a:gd name="connsiteX0" fmla="*/ 9649 w 9692"/>
                    <a:gd name="connsiteY0" fmla="*/ -70 h 19235"/>
                    <a:gd name="connsiteX1" fmla="*/ 9649 w 9692"/>
                    <a:gd name="connsiteY1" fmla="*/ -70 h 19235"/>
                    <a:gd name="connsiteX2" fmla="*/ 9649 w 9692"/>
                    <a:gd name="connsiteY2" fmla="*/ -70 h 19235"/>
                    <a:gd name="connsiteX3" fmla="*/ 31 w 9692"/>
                    <a:gd name="connsiteY3" fmla="*/ 14794 h 19235"/>
                    <a:gd name="connsiteX4" fmla="*/ 31 w 9692"/>
                    <a:gd name="connsiteY4" fmla="*/ 19166 h 19235"/>
                    <a:gd name="connsiteX5" fmla="*/ 9649 w 9692"/>
                    <a:gd name="connsiteY5" fmla="*/ -70 h 19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92" h="19235">
                      <a:moveTo>
                        <a:pt x="9649" y="-70"/>
                      </a:moveTo>
                      <a:cubicBezTo>
                        <a:pt x="9649" y="-70"/>
                        <a:pt x="9649" y="-70"/>
                        <a:pt x="9649" y="-70"/>
                      </a:cubicBezTo>
                      <a:lnTo>
                        <a:pt x="9649" y="-70"/>
                      </a:lnTo>
                      <a:cubicBezTo>
                        <a:pt x="7804" y="5648"/>
                        <a:pt x="4490" y="10772"/>
                        <a:pt x="31" y="14794"/>
                      </a:cubicBezTo>
                      <a:lnTo>
                        <a:pt x="31" y="19166"/>
                      </a:lnTo>
                      <a:cubicBezTo>
                        <a:pt x="-844" y="16543"/>
                        <a:pt x="6151" y="6925"/>
                        <a:pt x="9649" y="-70"/>
                      </a:cubicBezTo>
                      <a:close/>
                    </a:path>
                  </a:pathLst>
                </a:custGeom>
                <a:solidFill>
                  <a:srgbClr val="D1D3D9"/>
                </a:solidFill>
                <a:ln w="87213" cap="flat">
                  <a:noFill/>
                  <a:prstDash val="solid"/>
                  <a:miter/>
                </a:ln>
              </p:spPr>
              <p:txBody>
                <a:bodyPr rtlCol="0" anchor="ctr"/>
                <a:lstStyle/>
                <a:p>
                  <a:endParaRPr lang="en-IN" dirty="0"/>
                </a:p>
              </p:txBody>
            </p:sp>
            <p:sp>
              <p:nvSpPr>
                <p:cNvPr id="2925" name="Freeform: Shape 2924">
                  <a:extLst>
                    <a:ext uri="{FF2B5EF4-FFF2-40B4-BE49-F238E27FC236}">
                      <a16:creationId xmlns:a16="http://schemas.microsoft.com/office/drawing/2014/main" id="{696E8DB8-E02B-C2D7-7424-05524C8A61BD}"/>
                    </a:ext>
                  </a:extLst>
                </p:cNvPr>
                <p:cNvSpPr/>
                <p:nvPr/>
              </p:nvSpPr>
              <p:spPr>
                <a:xfrm>
                  <a:off x="2422451" y="3957821"/>
                  <a:ext cx="777" cy="9435"/>
                </a:xfrm>
                <a:custGeom>
                  <a:avLst/>
                  <a:gdLst>
                    <a:gd name="connsiteX0" fmla="*/ 733 w 777"/>
                    <a:gd name="connsiteY0" fmla="*/ -70 h 9435"/>
                    <a:gd name="connsiteX1" fmla="*/ 733 w 777"/>
                    <a:gd name="connsiteY1" fmla="*/ 8673 h 9435"/>
                    <a:gd name="connsiteX2" fmla="*/ 733 w 777"/>
                    <a:gd name="connsiteY2" fmla="*/ -70 h 9435"/>
                  </a:gdLst>
                  <a:ahLst/>
                  <a:cxnLst>
                    <a:cxn ang="0">
                      <a:pos x="connsiteX0" y="connsiteY0"/>
                    </a:cxn>
                    <a:cxn ang="0">
                      <a:pos x="connsiteX1" y="connsiteY1"/>
                    </a:cxn>
                    <a:cxn ang="0">
                      <a:pos x="connsiteX2" y="connsiteY2"/>
                    </a:cxn>
                  </a:cxnLst>
                  <a:rect l="l" t="t" r="r" b="b"/>
                  <a:pathLst>
                    <a:path w="777" h="9435">
                      <a:moveTo>
                        <a:pt x="733" y="-70"/>
                      </a:moveTo>
                      <a:cubicBezTo>
                        <a:pt x="733" y="-70"/>
                        <a:pt x="733" y="6050"/>
                        <a:pt x="733" y="8673"/>
                      </a:cubicBezTo>
                      <a:cubicBezTo>
                        <a:pt x="733" y="11296"/>
                        <a:pt x="-1015" y="6050"/>
                        <a:pt x="733" y="-70"/>
                      </a:cubicBezTo>
                      <a:close/>
                    </a:path>
                  </a:pathLst>
                </a:custGeom>
                <a:solidFill>
                  <a:srgbClr val="D1D3D9"/>
                </a:solidFill>
                <a:ln w="87213" cap="flat">
                  <a:noFill/>
                  <a:prstDash val="solid"/>
                  <a:miter/>
                </a:ln>
              </p:spPr>
              <p:txBody>
                <a:bodyPr rtlCol="0" anchor="ctr"/>
                <a:lstStyle/>
                <a:p>
                  <a:endParaRPr lang="en-IN" dirty="0"/>
                </a:p>
              </p:txBody>
            </p:sp>
            <p:sp>
              <p:nvSpPr>
                <p:cNvPr id="2926" name="Freeform: Shape 2925">
                  <a:extLst>
                    <a:ext uri="{FF2B5EF4-FFF2-40B4-BE49-F238E27FC236}">
                      <a16:creationId xmlns:a16="http://schemas.microsoft.com/office/drawing/2014/main" id="{FA123EB3-CFFD-93B2-88AA-0BB642204E41}"/>
                    </a:ext>
                  </a:extLst>
                </p:cNvPr>
                <p:cNvSpPr/>
                <p:nvPr/>
              </p:nvSpPr>
              <p:spPr>
                <a:xfrm>
                  <a:off x="2444212" y="3905673"/>
                  <a:ext cx="51586" cy="19797"/>
                </a:xfrm>
                <a:custGeom>
                  <a:avLst/>
                  <a:gdLst>
                    <a:gd name="connsiteX0" fmla="*/ 51542 w 51586"/>
                    <a:gd name="connsiteY0" fmla="*/ 1366 h 19797"/>
                    <a:gd name="connsiteX1" fmla="*/ 51542 w 51586"/>
                    <a:gd name="connsiteY1" fmla="*/ 1366 h 19797"/>
                    <a:gd name="connsiteX2" fmla="*/ 45422 w 51586"/>
                    <a:gd name="connsiteY2" fmla="*/ 1366 h 19797"/>
                    <a:gd name="connsiteX3" fmla="*/ 5202 w 51586"/>
                    <a:gd name="connsiteY3" fmla="*/ 19727 h 19797"/>
                    <a:gd name="connsiteX4" fmla="*/ -44 w 51586"/>
                    <a:gd name="connsiteY4" fmla="*/ 19727 h 19797"/>
                    <a:gd name="connsiteX5" fmla="*/ -44 w 51586"/>
                    <a:gd name="connsiteY5" fmla="*/ 19727 h 19797"/>
                    <a:gd name="connsiteX6" fmla="*/ 7825 w 51586"/>
                    <a:gd name="connsiteY6" fmla="*/ 10984 h 19797"/>
                    <a:gd name="connsiteX7" fmla="*/ 7825 w 51586"/>
                    <a:gd name="connsiteY7" fmla="*/ 10984 h 19797"/>
                    <a:gd name="connsiteX8" fmla="*/ 24437 w 51586"/>
                    <a:gd name="connsiteY8" fmla="*/ 1366 h 19797"/>
                    <a:gd name="connsiteX9" fmla="*/ 51542 w 51586"/>
                    <a:gd name="connsiteY9" fmla="*/ 1366 h 1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6" h="19797">
                      <a:moveTo>
                        <a:pt x="51542" y="1366"/>
                      </a:moveTo>
                      <a:lnTo>
                        <a:pt x="51542" y="1366"/>
                      </a:lnTo>
                      <a:cubicBezTo>
                        <a:pt x="51542" y="1366"/>
                        <a:pt x="51542" y="1366"/>
                        <a:pt x="45422" y="1366"/>
                      </a:cubicBezTo>
                      <a:cubicBezTo>
                        <a:pt x="30663" y="3937"/>
                        <a:pt x="16813" y="10258"/>
                        <a:pt x="5202" y="19727"/>
                      </a:cubicBezTo>
                      <a:lnTo>
                        <a:pt x="-44" y="19727"/>
                      </a:lnTo>
                      <a:lnTo>
                        <a:pt x="-44" y="19727"/>
                      </a:lnTo>
                      <a:cubicBezTo>
                        <a:pt x="-44" y="14481"/>
                        <a:pt x="-44" y="13607"/>
                        <a:pt x="7825" y="10984"/>
                      </a:cubicBezTo>
                      <a:lnTo>
                        <a:pt x="7825" y="10984"/>
                      </a:lnTo>
                      <a:cubicBezTo>
                        <a:pt x="13053" y="7268"/>
                        <a:pt x="18615" y="4050"/>
                        <a:pt x="24437" y="1366"/>
                      </a:cubicBezTo>
                      <a:cubicBezTo>
                        <a:pt x="33373" y="-549"/>
                        <a:pt x="42606" y="-549"/>
                        <a:pt x="51542" y="1366"/>
                      </a:cubicBezTo>
                      <a:close/>
                    </a:path>
                  </a:pathLst>
                </a:custGeom>
                <a:solidFill>
                  <a:srgbClr val="CED0D6"/>
                </a:solidFill>
                <a:ln w="87213" cap="flat">
                  <a:noFill/>
                  <a:prstDash val="solid"/>
                  <a:miter/>
                </a:ln>
              </p:spPr>
              <p:txBody>
                <a:bodyPr rtlCol="0" anchor="ctr"/>
                <a:lstStyle/>
                <a:p>
                  <a:endParaRPr lang="en-IN" dirty="0"/>
                </a:p>
              </p:txBody>
            </p:sp>
            <p:sp>
              <p:nvSpPr>
                <p:cNvPr id="2927" name="Freeform: Shape 2926">
                  <a:extLst>
                    <a:ext uri="{FF2B5EF4-FFF2-40B4-BE49-F238E27FC236}">
                      <a16:creationId xmlns:a16="http://schemas.microsoft.com/office/drawing/2014/main" id="{EE88186A-C9B9-5635-0CF3-4C96140AA1A7}"/>
                    </a:ext>
                  </a:extLst>
                </p:cNvPr>
                <p:cNvSpPr/>
                <p:nvPr/>
              </p:nvSpPr>
              <p:spPr>
                <a:xfrm>
                  <a:off x="2453830" y="3913229"/>
                  <a:ext cx="16612" cy="10492"/>
                </a:xfrm>
                <a:custGeom>
                  <a:avLst/>
                  <a:gdLst>
                    <a:gd name="connsiteX0" fmla="*/ 16568 w 16612"/>
                    <a:gd name="connsiteY0" fmla="*/ 805 h 10492"/>
                    <a:gd name="connsiteX1" fmla="*/ -44 w 16612"/>
                    <a:gd name="connsiteY1" fmla="*/ 10422 h 10492"/>
                    <a:gd name="connsiteX2" fmla="*/ 13071 w 16612"/>
                    <a:gd name="connsiteY2" fmla="*/ -70 h 10492"/>
                  </a:gdLst>
                  <a:ahLst/>
                  <a:cxnLst>
                    <a:cxn ang="0">
                      <a:pos x="connsiteX0" y="connsiteY0"/>
                    </a:cxn>
                    <a:cxn ang="0">
                      <a:pos x="connsiteX1" y="connsiteY1"/>
                    </a:cxn>
                    <a:cxn ang="0">
                      <a:pos x="connsiteX2" y="connsiteY2"/>
                    </a:cxn>
                  </a:cxnLst>
                  <a:rect l="l" t="t" r="r" b="b"/>
                  <a:pathLst>
                    <a:path w="16612" h="10492">
                      <a:moveTo>
                        <a:pt x="16568" y="805"/>
                      </a:moveTo>
                      <a:cubicBezTo>
                        <a:pt x="11777" y="5158"/>
                        <a:pt x="6111" y="8438"/>
                        <a:pt x="-44" y="10422"/>
                      </a:cubicBezTo>
                      <a:cubicBezTo>
                        <a:pt x="-44" y="5176"/>
                        <a:pt x="9574" y="4302"/>
                        <a:pt x="13071" y="-70"/>
                      </a:cubicBezTo>
                      <a:close/>
                    </a:path>
                  </a:pathLst>
                </a:custGeom>
                <a:solidFill>
                  <a:srgbClr val="D1D3D9"/>
                </a:solidFill>
                <a:ln w="87213" cap="flat">
                  <a:noFill/>
                  <a:prstDash val="solid"/>
                  <a:miter/>
                </a:ln>
              </p:spPr>
              <p:txBody>
                <a:bodyPr rtlCol="0" anchor="ctr"/>
                <a:lstStyle/>
                <a:p>
                  <a:endParaRPr lang="en-IN" dirty="0"/>
                </a:p>
              </p:txBody>
            </p:sp>
            <p:sp>
              <p:nvSpPr>
                <p:cNvPr id="2928" name="Freeform: Shape 2927">
                  <a:extLst>
                    <a:ext uri="{FF2B5EF4-FFF2-40B4-BE49-F238E27FC236}">
                      <a16:creationId xmlns:a16="http://schemas.microsoft.com/office/drawing/2014/main" id="{3D436FCF-1277-C0EC-7E6C-0159BE90E504}"/>
                    </a:ext>
                  </a:extLst>
                </p:cNvPr>
                <p:cNvSpPr/>
                <p:nvPr/>
              </p:nvSpPr>
              <p:spPr>
                <a:xfrm>
                  <a:off x="2419011" y="3915852"/>
                  <a:ext cx="60174" cy="95304"/>
                </a:xfrm>
                <a:custGeom>
                  <a:avLst/>
                  <a:gdLst>
                    <a:gd name="connsiteX0" fmla="*/ 1549 w 60174"/>
                    <a:gd name="connsiteY0" fmla="*/ 95234 h 95304"/>
                    <a:gd name="connsiteX1" fmla="*/ 1549 w 60174"/>
                    <a:gd name="connsiteY1" fmla="*/ 62009 h 95304"/>
                    <a:gd name="connsiteX2" fmla="*/ 46141 w 60174"/>
                    <a:gd name="connsiteY2" fmla="*/ 5176 h 95304"/>
                    <a:gd name="connsiteX3" fmla="*/ 60131 w 60174"/>
                    <a:gd name="connsiteY3" fmla="*/ -70 h 95304"/>
                    <a:gd name="connsiteX4" fmla="*/ 60131 w 60174"/>
                    <a:gd name="connsiteY4" fmla="*/ -70 h 95304"/>
                    <a:gd name="connsiteX5" fmla="*/ 36523 w 60174"/>
                    <a:gd name="connsiteY5" fmla="*/ 14794 h 95304"/>
                    <a:gd name="connsiteX6" fmla="*/ 5921 w 60174"/>
                    <a:gd name="connsiteY6" fmla="*/ 74250 h 95304"/>
                    <a:gd name="connsiteX7" fmla="*/ 5921 w 60174"/>
                    <a:gd name="connsiteY7" fmla="*/ 85616 h 9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74" h="95304">
                      <a:moveTo>
                        <a:pt x="1549" y="95234"/>
                      </a:moveTo>
                      <a:cubicBezTo>
                        <a:pt x="-575" y="84261"/>
                        <a:pt x="-575" y="72982"/>
                        <a:pt x="1549" y="62009"/>
                      </a:cubicBezTo>
                      <a:cubicBezTo>
                        <a:pt x="8203" y="37859"/>
                        <a:pt x="24265" y="17391"/>
                        <a:pt x="46141" y="5176"/>
                      </a:cubicBezTo>
                      <a:cubicBezTo>
                        <a:pt x="50224" y="2151"/>
                        <a:pt x="55068" y="332"/>
                        <a:pt x="60131" y="-70"/>
                      </a:cubicBezTo>
                      <a:lnTo>
                        <a:pt x="60131" y="-70"/>
                      </a:lnTo>
                      <a:cubicBezTo>
                        <a:pt x="53136" y="6050"/>
                        <a:pt x="43518" y="8674"/>
                        <a:pt x="36523" y="14794"/>
                      </a:cubicBezTo>
                      <a:cubicBezTo>
                        <a:pt x="18844" y="29771"/>
                        <a:pt x="7844" y="51159"/>
                        <a:pt x="5921" y="74250"/>
                      </a:cubicBezTo>
                      <a:cubicBezTo>
                        <a:pt x="5921" y="74250"/>
                        <a:pt x="5921" y="82119"/>
                        <a:pt x="5921" y="85616"/>
                      </a:cubicBezTo>
                      <a:close/>
                    </a:path>
                  </a:pathLst>
                </a:custGeom>
                <a:solidFill>
                  <a:srgbClr val="C0C3CB"/>
                </a:solidFill>
                <a:ln w="87213" cap="flat">
                  <a:noFill/>
                  <a:prstDash val="solid"/>
                  <a:miter/>
                </a:ln>
              </p:spPr>
              <p:txBody>
                <a:bodyPr rtlCol="0" anchor="ctr"/>
                <a:lstStyle/>
                <a:p>
                  <a:endParaRPr lang="en-IN" dirty="0"/>
                </a:p>
              </p:txBody>
            </p:sp>
            <p:sp>
              <p:nvSpPr>
                <p:cNvPr id="2929" name="Freeform: Shape 2928">
                  <a:extLst>
                    <a:ext uri="{FF2B5EF4-FFF2-40B4-BE49-F238E27FC236}">
                      <a16:creationId xmlns:a16="http://schemas.microsoft.com/office/drawing/2014/main" id="{24B3CF40-6DB2-550D-3CBC-27279E52EEB6}"/>
                    </a:ext>
                  </a:extLst>
                </p:cNvPr>
                <p:cNvSpPr/>
                <p:nvPr/>
              </p:nvSpPr>
              <p:spPr>
                <a:xfrm>
                  <a:off x="2425851" y="3908858"/>
                  <a:ext cx="91806" cy="69073"/>
                </a:xfrm>
                <a:custGeom>
                  <a:avLst/>
                  <a:gdLst>
                    <a:gd name="connsiteX0" fmla="*/ 55914 w 91806"/>
                    <a:gd name="connsiteY0" fmla="*/ 7799 h 69073"/>
                    <a:gd name="connsiteX1" fmla="*/ -44 w 91806"/>
                    <a:gd name="connsiteY1" fmla="*/ 62008 h 69073"/>
                    <a:gd name="connsiteX2" fmla="*/ -44 w 91806"/>
                    <a:gd name="connsiteY2" fmla="*/ 69003 h 69073"/>
                    <a:gd name="connsiteX3" fmla="*/ 19191 w 91806"/>
                    <a:gd name="connsiteY3" fmla="*/ 31406 h 69073"/>
                    <a:gd name="connsiteX4" fmla="*/ 25312 w 91806"/>
                    <a:gd name="connsiteY4" fmla="*/ 24412 h 69073"/>
                    <a:gd name="connsiteX5" fmla="*/ 76898 w 91806"/>
                    <a:gd name="connsiteY5" fmla="*/ -70 h 69073"/>
                    <a:gd name="connsiteX6" fmla="*/ 91762 w 91806"/>
                    <a:gd name="connsiteY6" fmla="*/ -70 h 69073"/>
                    <a:gd name="connsiteX7" fmla="*/ 91762 w 91806"/>
                    <a:gd name="connsiteY7" fmla="*/ -70 h 69073"/>
                    <a:gd name="connsiteX8" fmla="*/ 83893 w 91806"/>
                    <a:gd name="connsiteY8" fmla="*/ -70 h 69073"/>
                    <a:gd name="connsiteX9" fmla="*/ 62909 w 91806"/>
                    <a:gd name="connsiteY9" fmla="*/ -70 h 69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806" h="69073">
                      <a:moveTo>
                        <a:pt x="55914" y="7799"/>
                      </a:moveTo>
                      <a:cubicBezTo>
                        <a:pt x="29797" y="16096"/>
                        <a:pt x="9084" y="36171"/>
                        <a:pt x="-44" y="62008"/>
                      </a:cubicBezTo>
                      <a:cubicBezTo>
                        <a:pt x="428" y="64317"/>
                        <a:pt x="428" y="66695"/>
                        <a:pt x="-44" y="69003"/>
                      </a:cubicBezTo>
                      <a:cubicBezTo>
                        <a:pt x="2780" y="54935"/>
                        <a:pt x="9434" y="41925"/>
                        <a:pt x="19191" y="31406"/>
                      </a:cubicBezTo>
                      <a:lnTo>
                        <a:pt x="25312" y="24412"/>
                      </a:lnTo>
                      <a:cubicBezTo>
                        <a:pt x="39914" y="11637"/>
                        <a:pt x="57767" y="3165"/>
                        <a:pt x="76898" y="-70"/>
                      </a:cubicBezTo>
                      <a:lnTo>
                        <a:pt x="91762" y="-70"/>
                      </a:lnTo>
                      <a:cubicBezTo>
                        <a:pt x="91762" y="-70"/>
                        <a:pt x="91762" y="-70"/>
                        <a:pt x="91762" y="-70"/>
                      </a:cubicBezTo>
                      <a:cubicBezTo>
                        <a:pt x="91762" y="-70"/>
                        <a:pt x="86516" y="-70"/>
                        <a:pt x="83893" y="-70"/>
                      </a:cubicBezTo>
                      <a:lnTo>
                        <a:pt x="62909" y="-70"/>
                      </a:lnTo>
                      <a:close/>
                    </a:path>
                  </a:pathLst>
                </a:custGeom>
                <a:solidFill>
                  <a:srgbClr val="C3C7CE"/>
                </a:solidFill>
                <a:ln w="87213" cap="flat">
                  <a:noFill/>
                  <a:prstDash val="solid"/>
                  <a:miter/>
                </a:ln>
              </p:spPr>
              <p:txBody>
                <a:bodyPr rtlCol="0" anchor="ctr"/>
                <a:lstStyle/>
                <a:p>
                  <a:endParaRPr lang="en-IN" dirty="0"/>
                </a:p>
              </p:txBody>
            </p:sp>
            <p:sp>
              <p:nvSpPr>
                <p:cNvPr id="2930" name="Freeform: Shape 2929">
                  <a:extLst>
                    <a:ext uri="{FF2B5EF4-FFF2-40B4-BE49-F238E27FC236}">
                      <a16:creationId xmlns:a16="http://schemas.microsoft.com/office/drawing/2014/main" id="{2D8C85CF-202C-B9FE-707B-A3E84D5735F1}"/>
                    </a:ext>
                  </a:extLst>
                </p:cNvPr>
                <p:cNvSpPr/>
                <p:nvPr/>
              </p:nvSpPr>
              <p:spPr>
                <a:xfrm>
                  <a:off x="2420604" y="4011156"/>
                  <a:ext cx="6995" cy="18361"/>
                </a:xfrm>
                <a:custGeom>
                  <a:avLst/>
                  <a:gdLst>
                    <a:gd name="connsiteX0" fmla="*/ 5203 w 6995"/>
                    <a:gd name="connsiteY0" fmla="*/ 18291 h 18361"/>
                    <a:gd name="connsiteX1" fmla="*/ -44 w 6995"/>
                    <a:gd name="connsiteY1" fmla="*/ -70 h 18361"/>
                    <a:gd name="connsiteX2" fmla="*/ -44 w 6995"/>
                    <a:gd name="connsiteY2" fmla="*/ -70 h 18361"/>
                    <a:gd name="connsiteX3" fmla="*/ 6951 w 6995"/>
                    <a:gd name="connsiteY3" fmla="*/ 15668 h 18361"/>
                  </a:gdLst>
                  <a:ahLst/>
                  <a:cxnLst>
                    <a:cxn ang="0">
                      <a:pos x="connsiteX0" y="connsiteY0"/>
                    </a:cxn>
                    <a:cxn ang="0">
                      <a:pos x="connsiteX1" y="connsiteY1"/>
                    </a:cxn>
                    <a:cxn ang="0">
                      <a:pos x="connsiteX2" y="connsiteY2"/>
                    </a:cxn>
                    <a:cxn ang="0">
                      <a:pos x="connsiteX3" y="connsiteY3"/>
                    </a:cxn>
                  </a:cxnLst>
                  <a:rect l="l" t="t" r="r" b="b"/>
                  <a:pathLst>
                    <a:path w="6994" h="18361">
                      <a:moveTo>
                        <a:pt x="5203" y="18291"/>
                      </a:moveTo>
                      <a:cubicBezTo>
                        <a:pt x="1740" y="12792"/>
                        <a:pt x="-79" y="6427"/>
                        <a:pt x="-44" y="-70"/>
                      </a:cubicBezTo>
                      <a:lnTo>
                        <a:pt x="-44" y="-70"/>
                      </a:lnTo>
                      <a:cubicBezTo>
                        <a:pt x="7825" y="-70"/>
                        <a:pt x="6077" y="10422"/>
                        <a:pt x="6951" y="15668"/>
                      </a:cubicBezTo>
                      <a:close/>
                    </a:path>
                  </a:pathLst>
                </a:custGeom>
                <a:solidFill>
                  <a:srgbClr val="C0C3CB"/>
                </a:solidFill>
                <a:ln w="87213" cap="flat">
                  <a:noFill/>
                  <a:prstDash val="solid"/>
                  <a:miter/>
                </a:ln>
              </p:spPr>
              <p:txBody>
                <a:bodyPr rtlCol="0" anchor="ctr"/>
                <a:lstStyle/>
                <a:p>
                  <a:endParaRPr lang="en-IN" dirty="0"/>
                </a:p>
              </p:txBody>
            </p:sp>
            <p:sp>
              <p:nvSpPr>
                <p:cNvPr id="2931" name="Freeform: Shape 2930">
                  <a:extLst>
                    <a:ext uri="{FF2B5EF4-FFF2-40B4-BE49-F238E27FC236}">
                      <a16:creationId xmlns:a16="http://schemas.microsoft.com/office/drawing/2014/main" id="{3141F5B3-D40D-CA0A-F827-E9424C416168}"/>
                    </a:ext>
                  </a:extLst>
                </p:cNvPr>
                <p:cNvSpPr/>
                <p:nvPr/>
              </p:nvSpPr>
              <p:spPr>
                <a:xfrm>
                  <a:off x="2438092" y="3923722"/>
                  <a:ext cx="15738" cy="13989"/>
                </a:xfrm>
                <a:custGeom>
                  <a:avLst/>
                  <a:gdLst>
                    <a:gd name="connsiteX0" fmla="*/ 15694 w 15738"/>
                    <a:gd name="connsiteY0" fmla="*/ -70 h 13989"/>
                    <a:gd name="connsiteX1" fmla="*/ 7825 w 15738"/>
                    <a:gd name="connsiteY1" fmla="*/ 8673 h 13989"/>
                    <a:gd name="connsiteX2" fmla="*/ -44 w 15738"/>
                    <a:gd name="connsiteY2" fmla="*/ 13919 h 13989"/>
                    <a:gd name="connsiteX3" fmla="*/ 15694 w 15738"/>
                    <a:gd name="connsiteY3" fmla="*/ -70 h 13989"/>
                  </a:gdLst>
                  <a:ahLst/>
                  <a:cxnLst>
                    <a:cxn ang="0">
                      <a:pos x="connsiteX0" y="connsiteY0"/>
                    </a:cxn>
                    <a:cxn ang="0">
                      <a:pos x="connsiteX1" y="connsiteY1"/>
                    </a:cxn>
                    <a:cxn ang="0">
                      <a:pos x="connsiteX2" y="connsiteY2"/>
                    </a:cxn>
                    <a:cxn ang="0">
                      <a:pos x="connsiteX3" y="connsiteY3"/>
                    </a:cxn>
                  </a:cxnLst>
                  <a:rect l="l" t="t" r="r" b="b"/>
                  <a:pathLst>
                    <a:path w="15738" h="13989">
                      <a:moveTo>
                        <a:pt x="15694" y="-70"/>
                      </a:moveTo>
                      <a:lnTo>
                        <a:pt x="7825" y="8673"/>
                      </a:lnTo>
                      <a:cubicBezTo>
                        <a:pt x="7825" y="8673"/>
                        <a:pt x="3453" y="13045"/>
                        <a:pt x="-44" y="13919"/>
                      </a:cubicBezTo>
                      <a:cubicBezTo>
                        <a:pt x="3383" y="7545"/>
                        <a:pt x="8962" y="2588"/>
                        <a:pt x="15694" y="-70"/>
                      </a:cubicBezTo>
                      <a:close/>
                    </a:path>
                  </a:pathLst>
                </a:custGeom>
                <a:solidFill>
                  <a:srgbClr val="D1D3D9"/>
                </a:solidFill>
                <a:ln w="87213" cap="flat">
                  <a:noFill/>
                  <a:prstDash val="solid"/>
                  <a:miter/>
                </a:ln>
              </p:spPr>
              <p:txBody>
                <a:bodyPr rtlCol="0" anchor="ctr"/>
                <a:lstStyle/>
                <a:p>
                  <a:endParaRPr lang="en-IN" dirty="0"/>
                </a:p>
              </p:txBody>
            </p:sp>
            <p:sp>
              <p:nvSpPr>
                <p:cNvPr id="2932" name="Freeform: Shape 2931">
                  <a:extLst>
                    <a:ext uri="{FF2B5EF4-FFF2-40B4-BE49-F238E27FC236}">
                      <a16:creationId xmlns:a16="http://schemas.microsoft.com/office/drawing/2014/main" id="{E882A62E-8F0F-DA6A-D2E0-A0304C2E2598}"/>
                    </a:ext>
                  </a:extLst>
                </p:cNvPr>
                <p:cNvSpPr/>
                <p:nvPr/>
              </p:nvSpPr>
              <p:spPr>
                <a:xfrm>
                  <a:off x="2425851" y="3942958"/>
                  <a:ext cx="9617" cy="14863"/>
                </a:xfrm>
                <a:custGeom>
                  <a:avLst/>
                  <a:gdLst>
                    <a:gd name="connsiteX0" fmla="*/ -44 w 9617"/>
                    <a:gd name="connsiteY0" fmla="*/ 14794 h 14863"/>
                    <a:gd name="connsiteX1" fmla="*/ 9574 w 9617"/>
                    <a:gd name="connsiteY1" fmla="*/ -70 h 14863"/>
                    <a:gd name="connsiteX2" fmla="*/ -44 w 9617"/>
                    <a:gd name="connsiteY2" fmla="*/ 14794 h 14863"/>
                  </a:gdLst>
                  <a:ahLst/>
                  <a:cxnLst>
                    <a:cxn ang="0">
                      <a:pos x="connsiteX0" y="connsiteY0"/>
                    </a:cxn>
                    <a:cxn ang="0">
                      <a:pos x="connsiteX1" y="connsiteY1"/>
                    </a:cxn>
                    <a:cxn ang="0">
                      <a:pos x="connsiteX2" y="connsiteY2"/>
                    </a:cxn>
                  </a:cxnLst>
                  <a:rect l="l" t="t" r="r" b="b"/>
                  <a:pathLst>
                    <a:path w="9617" h="14863">
                      <a:moveTo>
                        <a:pt x="-44" y="14794"/>
                      </a:moveTo>
                      <a:lnTo>
                        <a:pt x="9574" y="-70"/>
                      </a:lnTo>
                      <a:cubicBezTo>
                        <a:pt x="8612" y="6015"/>
                        <a:pt x="5114" y="11419"/>
                        <a:pt x="-44" y="14794"/>
                      </a:cubicBezTo>
                      <a:close/>
                    </a:path>
                  </a:pathLst>
                </a:custGeom>
                <a:solidFill>
                  <a:srgbClr val="CED0D6"/>
                </a:solidFill>
                <a:ln w="87213" cap="flat">
                  <a:noFill/>
                  <a:prstDash val="solid"/>
                  <a:miter/>
                </a:ln>
              </p:spPr>
              <p:txBody>
                <a:bodyPr rtlCol="0" anchor="ctr"/>
                <a:lstStyle/>
                <a:p>
                  <a:endParaRPr lang="en-IN" dirty="0"/>
                </a:p>
              </p:txBody>
            </p:sp>
            <p:sp>
              <p:nvSpPr>
                <p:cNvPr id="2933" name="Freeform: Shape 2932">
                  <a:extLst>
                    <a:ext uri="{FF2B5EF4-FFF2-40B4-BE49-F238E27FC236}">
                      <a16:creationId xmlns:a16="http://schemas.microsoft.com/office/drawing/2014/main" id="{51141DF6-84AF-641C-1580-F49488FCBD67}"/>
                    </a:ext>
                  </a:extLst>
                </p:cNvPr>
                <p:cNvSpPr/>
                <p:nvPr/>
              </p:nvSpPr>
              <p:spPr>
                <a:xfrm>
                  <a:off x="2424756" y="4029518"/>
                  <a:ext cx="1095" cy="6994"/>
                </a:xfrm>
                <a:custGeom>
                  <a:avLst/>
                  <a:gdLst>
                    <a:gd name="connsiteX0" fmla="*/ 1051 w 1095"/>
                    <a:gd name="connsiteY0" fmla="*/ -70 h 6994"/>
                    <a:gd name="connsiteX1" fmla="*/ 1051 w 1095"/>
                    <a:gd name="connsiteY1" fmla="*/ -70 h 6994"/>
                    <a:gd name="connsiteX2" fmla="*/ 1051 w 1095"/>
                    <a:gd name="connsiteY2" fmla="*/ -70 h 6994"/>
                    <a:gd name="connsiteX3" fmla="*/ 1051 w 1095"/>
                    <a:gd name="connsiteY3" fmla="*/ 6925 h 6994"/>
                    <a:gd name="connsiteX4" fmla="*/ 1051 w 1095"/>
                    <a:gd name="connsiteY4" fmla="*/ 6925 h 6994"/>
                    <a:gd name="connsiteX5" fmla="*/ 1051 w 1095"/>
                    <a:gd name="connsiteY5" fmla="*/ -70 h 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5" h="6994">
                      <a:moveTo>
                        <a:pt x="1051" y="-70"/>
                      </a:moveTo>
                      <a:lnTo>
                        <a:pt x="1051" y="-70"/>
                      </a:lnTo>
                      <a:lnTo>
                        <a:pt x="1051" y="-70"/>
                      </a:lnTo>
                      <a:cubicBezTo>
                        <a:pt x="1051" y="-70"/>
                        <a:pt x="1051" y="-70"/>
                        <a:pt x="1051" y="6925"/>
                      </a:cubicBezTo>
                      <a:lnTo>
                        <a:pt x="1051" y="6925"/>
                      </a:lnTo>
                      <a:cubicBezTo>
                        <a:pt x="-409" y="4826"/>
                        <a:pt x="-409" y="2029"/>
                        <a:pt x="1051" y="-70"/>
                      </a:cubicBezTo>
                      <a:close/>
                    </a:path>
                  </a:pathLst>
                </a:custGeom>
                <a:solidFill>
                  <a:srgbClr val="BFC2CA"/>
                </a:solidFill>
                <a:ln w="87213" cap="flat">
                  <a:noFill/>
                  <a:prstDash val="solid"/>
                  <a:miter/>
                </a:ln>
              </p:spPr>
              <p:txBody>
                <a:bodyPr rtlCol="0" anchor="ctr"/>
                <a:lstStyle/>
                <a:p>
                  <a:endParaRPr lang="en-IN" dirty="0"/>
                </a:p>
              </p:txBody>
            </p:sp>
            <p:sp>
              <p:nvSpPr>
                <p:cNvPr id="2934" name="Freeform: Shape 2933">
                  <a:extLst>
                    <a:ext uri="{FF2B5EF4-FFF2-40B4-BE49-F238E27FC236}">
                      <a16:creationId xmlns:a16="http://schemas.microsoft.com/office/drawing/2014/main" id="{FB5E301C-9AFB-77C4-64CE-7DD2C4DAC5A4}"/>
                    </a:ext>
                  </a:extLst>
                </p:cNvPr>
                <p:cNvSpPr/>
                <p:nvPr/>
              </p:nvSpPr>
              <p:spPr>
                <a:xfrm>
                  <a:off x="2528149" y="3980554"/>
                  <a:ext cx="73882" cy="111041"/>
                </a:xfrm>
                <a:custGeom>
                  <a:avLst/>
                  <a:gdLst>
                    <a:gd name="connsiteX0" fmla="*/ 72527 w 73882"/>
                    <a:gd name="connsiteY0" fmla="*/ -70 h 111041"/>
                    <a:gd name="connsiteX1" fmla="*/ 72527 w 73882"/>
                    <a:gd name="connsiteY1" fmla="*/ 24412 h 111041"/>
                    <a:gd name="connsiteX2" fmla="*/ 65532 w 73882"/>
                    <a:gd name="connsiteY2" fmla="*/ 57636 h 111041"/>
                    <a:gd name="connsiteX3" fmla="*/ 47171 w 73882"/>
                    <a:gd name="connsiteY3" fmla="*/ 86490 h 111041"/>
                    <a:gd name="connsiteX4" fmla="*/ 34055 w 73882"/>
                    <a:gd name="connsiteY4" fmla="*/ 96982 h 111041"/>
                    <a:gd name="connsiteX5" fmla="*/ -44 w 73882"/>
                    <a:gd name="connsiteY5" fmla="*/ 110972 h 111041"/>
                    <a:gd name="connsiteX6" fmla="*/ -44 w 73882"/>
                    <a:gd name="connsiteY6" fmla="*/ 110972 h 111041"/>
                    <a:gd name="connsiteX7" fmla="*/ 8700 w 73882"/>
                    <a:gd name="connsiteY7" fmla="*/ 110972 h 111041"/>
                    <a:gd name="connsiteX8" fmla="*/ 68155 w 73882"/>
                    <a:gd name="connsiteY8" fmla="*/ 16542 h 111041"/>
                    <a:gd name="connsiteX9" fmla="*/ 68155 w 73882"/>
                    <a:gd name="connsiteY9" fmla="*/ 8673 h 111041"/>
                    <a:gd name="connsiteX10" fmla="*/ 68155 w 73882"/>
                    <a:gd name="connsiteY10" fmla="*/ 8673 h 11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882" h="111041">
                      <a:moveTo>
                        <a:pt x="72527" y="-70"/>
                      </a:moveTo>
                      <a:cubicBezTo>
                        <a:pt x="74275" y="8000"/>
                        <a:pt x="74275" y="16341"/>
                        <a:pt x="72527" y="24412"/>
                      </a:cubicBezTo>
                      <a:cubicBezTo>
                        <a:pt x="71967" y="35786"/>
                        <a:pt x="69606" y="47005"/>
                        <a:pt x="65532" y="57636"/>
                      </a:cubicBezTo>
                      <a:cubicBezTo>
                        <a:pt x="61108" y="68234"/>
                        <a:pt x="54891" y="77992"/>
                        <a:pt x="47171" y="86490"/>
                      </a:cubicBezTo>
                      <a:lnTo>
                        <a:pt x="34055" y="96982"/>
                      </a:lnTo>
                      <a:cubicBezTo>
                        <a:pt x="23808" y="104012"/>
                        <a:pt x="12188" y="108786"/>
                        <a:pt x="-44" y="110972"/>
                      </a:cubicBezTo>
                      <a:cubicBezTo>
                        <a:pt x="-44" y="110972"/>
                        <a:pt x="-44" y="110972"/>
                        <a:pt x="-44" y="110972"/>
                      </a:cubicBezTo>
                      <a:cubicBezTo>
                        <a:pt x="-44" y="110972"/>
                        <a:pt x="5202" y="110972"/>
                        <a:pt x="8700" y="110972"/>
                      </a:cubicBezTo>
                      <a:cubicBezTo>
                        <a:pt x="50397" y="100208"/>
                        <a:pt x="76470" y="58799"/>
                        <a:pt x="68155" y="16542"/>
                      </a:cubicBezTo>
                      <a:cubicBezTo>
                        <a:pt x="67718" y="13936"/>
                        <a:pt x="67718" y="11279"/>
                        <a:pt x="68155" y="8673"/>
                      </a:cubicBezTo>
                      <a:lnTo>
                        <a:pt x="68155" y="8673"/>
                      </a:lnTo>
                      <a:close/>
                    </a:path>
                  </a:pathLst>
                </a:custGeom>
                <a:solidFill>
                  <a:srgbClr val="BDC0C9"/>
                </a:solidFill>
                <a:ln w="87213" cap="flat">
                  <a:noFill/>
                  <a:prstDash val="solid"/>
                  <a:miter/>
                </a:ln>
              </p:spPr>
              <p:txBody>
                <a:bodyPr rtlCol="0" anchor="ctr"/>
                <a:lstStyle/>
                <a:p>
                  <a:endParaRPr lang="en-IN" dirty="0"/>
                </a:p>
              </p:txBody>
            </p:sp>
            <p:sp>
              <p:nvSpPr>
                <p:cNvPr id="2935" name="Freeform: Shape 2934">
                  <a:extLst>
                    <a:ext uri="{FF2B5EF4-FFF2-40B4-BE49-F238E27FC236}">
                      <a16:creationId xmlns:a16="http://schemas.microsoft.com/office/drawing/2014/main" id="{914F7599-7D94-4E55-36EA-B13C188BE393}"/>
                    </a:ext>
                  </a:extLst>
                </p:cNvPr>
                <p:cNvSpPr/>
                <p:nvPr/>
              </p:nvSpPr>
              <p:spPr>
                <a:xfrm>
                  <a:off x="2431097" y="4037387"/>
                  <a:ext cx="90932" cy="55958"/>
                </a:xfrm>
                <a:custGeom>
                  <a:avLst/>
                  <a:gdLst>
                    <a:gd name="connsiteX0" fmla="*/ 90888 w 90932"/>
                    <a:gd name="connsiteY0" fmla="*/ 55888 h 55958"/>
                    <a:gd name="connsiteX1" fmla="*/ 54166 w 90932"/>
                    <a:gd name="connsiteY1" fmla="*/ 49768 h 55958"/>
                    <a:gd name="connsiteX2" fmla="*/ 43673 w 90932"/>
                    <a:gd name="connsiteY2" fmla="*/ 44521 h 55958"/>
                    <a:gd name="connsiteX3" fmla="*/ 25312 w 90932"/>
                    <a:gd name="connsiteY3" fmla="*/ 33155 h 55958"/>
                    <a:gd name="connsiteX4" fmla="*/ -44 w 90932"/>
                    <a:gd name="connsiteY4" fmla="*/ -70 h 55958"/>
                    <a:gd name="connsiteX5" fmla="*/ 7825 w 90932"/>
                    <a:gd name="connsiteY5" fmla="*/ -70 h 55958"/>
                    <a:gd name="connsiteX6" fmla="*/ 82145 w 90932"/>
                    <a:gd name="connsiteY6" fmla="*/ 45396 h 55958"/>
                    <a:gd name="connsiteX7" fmla="*/ 88265 w 90932"/>
                    <a:gd name="connsiteY7" fmla="*/ 45396 h 55958"/>
                    <a:gd name="connsiteX8" fmla="*/ 88265 w 90932"/>
                    <a:gd name="connsiteY8" fmla="*/ 45396 h 55958"/>
                    <a:gd name="connsiteX9" fmla="*/ 88265 w 90932"/>
                    <a:gd name="connsiteY9" fmla="*/ 45396 h 5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932" h="55958">
                      <a:moveTo>
                        <a:pt x="90888" y="55888"/>
                      </a:moveTo>
                      <a:cubicBezTo>
                        <a:pt x="78420" y="55556"/>
                        <a:pt x="66065" y="53501"/>
                        <a:pt x="54166" y="49768"/>
                      </a:cubicBezTo>
                      <a:lnTo>
                        <a:pt x="43673" y="44521"/>
                      </a:lnTo>
                      <a:cubicBezTo>
                        <a:pt x="36958" y="41785"/>
                        <a:pt x="30751" y="37946"/>
                        <a:pt x="25312" y="33155"/>
                      </a:cubicBezTo>
                      <a:cubicBezTo>
                        <a:pt x="13368" y="25242"/>
                        <a:pt x="4441" y="13534"/>
                        <a:pt x="-44" y="-70"/>
                      </a:cubicBezTo>
                      <a:cubicBezTo>
                        <a:pt x="-44" y="-70"/>
                        <a:pt x="6076" y="-70"/>
                        <a:pt x="7825" y="-70"/>
                      </a:cubicBezTo>
                      <a:cubicBezTo>
                        <a:pt x="22741" y="27227"/>
                        <a:pt x="51044" y="44538"/>
                        <a:pt x="82145" y="45396"/>
                      </a:cubicBezTo>
                      <a:lnTo>
                        <a:pt x="88265" y="45396"/>
                      </a:lnTo>
                      <a:cubicBezTo>
                        <a:pt x="88265" y="45396"/>
                        <a:pt x="88265" y="45396"/>
                        <a:pt x="88265" y="45396"/>
                      </a:cubicBezTo>
                      <a:lnTo>
                        <a:pt x="88265" y="45396"/>
                      </a:lnTo>
                      <a:close/>
                    </a:path>
                  </a:pathLst>
                </a:custGeom>
                <a:solidFill>
                  <a:srgbClr val="BDC1C9"/>
                </a:solidFill>
                <a:ln w="87213" cap="flat">
                  <a:noFill/>
                  <a:prstDash val="solid"/>
                  <a:miter/>
                </a:ln>
              </p:spPr>
              <p:txBody>
                <a:bodyPr rtlCol="0" anchor="ctr"/>
                <a:lstStyle/>
                <a:p>
                  <a:endParaRPr lang="en-IN" dirty="0"/>
                </a:p>
              </p:txBody>
            </p:sp>
            <p:sp>
              <p:nvSpPr>
                <p:cNvPr id="2936" name="Freeform: Shape 2935">
                  <a:extLst>
                    <a:ext uri="{FF2B5EF4-FFF2-40B4-BE49-F238E27FC236}">
                      <a16:creationId xmlns:a16="http://schemas.microsoft.com/office/drawing/2014/main" id="{9C77775D-7801-31BD-3A95-5C64A59B0E88}"/>
                    </a:ext>
                  </a:extLst>
                </p:cNvPr>
                <p:cNvSpPr/>
                <p:nvPr/>
              </p:nvSpPr>
              <p:spPr>
                <a:xfrm>
                  <a:off x="2579736" y="4038261"/>
                  <a:ext cx="18361" cy="28853"/>
                </a:xfrm>
                <a:custGeom>
                  <a:avLst/>
                  <a:gdLst>
                    <a:gd name="connsiteX0" fmla="*/ -44 w 18361"/>
                    <a:gd name="connsiteY0" fmla="*/ 28784 h 28853"/>
                    <a:gd name="connsiteX1" fmla="*/ 18317 w 18361"/>
                    <a:gd name="connsiteY1" fmla="*/ -70 h 28853"/>
                    <a:gd name="connsiteX2" fmla="*/ -44 w 18361"/>
                    <a:gd name="connsiteY2" fmla="*/ 28784 h 28853"/>
                  </a:gdLst>
                  <a:ahLst/>
                  <a:cxnLst>
                    <a:cxn ang="0">
                      <a:pos x="connsiteX0" y="connsiteY0"/>
                    </a:cxn>
                    <a:cxn ang="0">
                      <a:pos x="connsiteX1" y="connsiteY1"/>
                    </a:cxn>
                    <a:cxn ang="0">
                      <a:pos x="connsiteX2" y="connsiteY2"/>
                    </a:cxn>
                  </a:cxnLst>
                  <a:rect l="l" t="t" r="r" b="b"/>
                  <a:pathLst>
                    <a:path w="18361" h="28853">
                      <a:moveTo>
                        <a:pt x="-44" y="28784"/>
                      </a:moveTo>
                      <a:lnTo>
                        <a:pt x="18317" y="-70"/>
                      </a:lnTo>
                      <a:cubicBezTo>
                        <a:pt x="16184" y="11568"/>
                        <a:pt x="9600" y="21920"/>
                        <a:pt x="-44" y="28784"/>
                      </a:cubicBezTo>
                      <a:close/>
                    </a:path>
                  </a:pathLst>
                </a:custGeom>
                <a:solidFill>
                  <a:srgbClr val="C0C3CB"/>
                </a:solidFill>
                <a:ln w="87213" cap="flat">
                  <a:noFill/>
                  <a:prstDash val="solid"/>
                  <a:miter/>
                </a:ln>
              </p:spPr>
              <p:txBody>
                <a:bodyPr rtlCol="0" anchor="ctr"/>
                <a:lstStyle/>
                <a:p>
                  <a:endParaRPr lang="en-IN" dirty="0"/>
                </a:p>
              </p:txBody>
            </p:sp>
            <p:sp>
              <p:nvSpPr>
                <p:cNvPr id="2937" name="Freeform: Shape 2936">
                  <a:extLst>
                    <a:ext uri="{FF2B5EF4-FFF2-40B4-BE49-F238E27FC236}">
                      <a16:creationId xmlns:a16="http://schemas.microsoft.com/office/drawing/2014/main" id="{A6097574-EC79-CE8E-761C-DA03299256FF}"/>
                    </a:ext>
                  </a:extLst>
                </p:cNvPr>
                <p:cNvSpPr/>
                <p:nvPr/>
              </p:nvSpPr>
              <p:spPr>
                <a:xfrm>
                  <a:off x="2566621" y="4067114"/>
                  <a:ext cx="13115" cy="10492"/>
                </a:xfrm>
                <a:custGeom>
                  <a:avLst/>
                  <a:gdLst>
                    <a:gd name="connsiteX0" fmla="*/ -44 w 13115"/>
                    <a:gd name="connsiteY0" fmla="*/ 10422 h 10492"/>
                    <a:gd name="connsiteX1" fmla="*/ 13071 w 13115"/>
                    <a:gd name="connsiteY1" fmla="*/ -70 h 10492"/>
                    <a:gd name="connsiteX2" fmla="*/ -44 w 13115"/>
                    <a:gd name="connsiteY2" fmla="*/ 10422 h 10492"/>
                  </a:gdLst>
                  <a:ahLst/>
                  <a:cxnLst>
                    <a:cxn ang="0">
                      <a:pos x="connsiteX0" y="connsiteY0"/>
                    </a:cxn>
                    <a:cxn ang="0">
                      <a:pos x="connsiteX1" y="connsiteY1"/>
                    </a:cxn>
                    <a:cxn ang="0">
                      <a:pos x="connsiteX2" y="connsiteY2"/>
                    </a:cxn>
                  </a:cxnLst>
                  <a:rect l="l" t="t" r="r" b="b"/>
                  <a:pathLst>
                    <a:path w="13115" h="10492">
                      <a:moveTo>
                        <a:pt x="-44" y="10422"/>
                      </a:moveTo>
                      <a:cubicBezTo>
                        <a:pt x="3261" y="5771"/>
                        <a:pt x="7807" y="2133"/>
                        <a:pt x="13071" y="-70"/>
                      </a:cubicBezTo>
                      <a:cubicBezTo>
                        <a:pt x="9967" y="4774"/>
                        <a:pt x="5359" y="8455"/>
                        <a:pt x="-44" y="10422"/>
                      </a:cubicBezTo>
                      <a:close/>
                    </a:path>
                  </a:pathLst>
                </a:custGeom>
                <a:solidFill>
                  <a:srgbClr val="C0C3CB"/>
                </a:solidFill>
                <a:ln w="87213" cap="flat">
                  <a:noFill/>
                  <a:prstDash val="solid"/>
                  <a:miter/>
                </a:ln>
              </p:spPr>
              <p:txBody>
                <a:bodyPr rtlCol="0" anchor="ctr"/>
                <a:lstStyle/>
                <a:p>
                  <a:endParaRPr lang="en-IN" dirty="0"/>
                </a:p>
              </p:txBody>
            </p:sp>
            <p:sp>
              <p:nvSpPr>
                <p:cNvPr id="2938" name="Freeform: Shape 2937">
                  <a:extLst>
                    <a:ext uri="{FF2B5EF4-FFF2-40B4-BE49-F238E27FC236}">
                      <a16:creationId xmlns:a16="http://schemas.microsoft.com/office/drawing/2014/main" id="{F2FD10AD-D813-F704-FE99-77CD96784765}"/>
                    </a:ext>
                  </a:extLst>
                </p:cNvPr>
                <p:cNvSpPr/>
                <p:nvPr/>
              </p:nvSpPr>
              <p:spPr>
                <a:xfrm>
                  <a:off x="2519406" y="4088973"/>
                  <a:ext cx="9617" cy="983"/>
                </a:xfrm>
                <a:custGeom>
                  <a:avLst/>
                  <a:gdLst>
                    <a:gd name="connsiteX0" fmla="*/ 9574 w 9617"/>
                    <a:gd name="connsiteY0" fmla="*/ -70 h 983"/>
                    <a:gd name="connsiteX1" fmla="*/ 9574 w 9617"/>
                    <a:gd name="connsiteY1" fmla="*/ -70 h 983"/>
                    <a:gd name="connsiteX2" fmla="*/ -44 w 9617"/>
                    <a:gd name="connsiteY2" fmla="*/ -70 h 983"/>
                    <a:gd name="connsiteX3" fmla="*/ -44 w 9617"/>
                    <a:gd name="connsiteY3" fmla="*/ -70 h 983"/>
                    <a:gd name="connsiteX4" fmla="*/ 5202 w 9617"/>
                    <a:gd name="connsiteY4" fmla="*/ -70 h 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7" h="983">
                      <a:moveTo>
                        <a:pt x="9574" y="-70"/>
                      </a:moveTo>
                      <a:lnTo>
                        <a:pt x="9574" y="-70"/>
                      </a:lnTo>
                      <a:cubicBezTo>
                        <a:pt x="6505" y="1241"/>
                        <a:pt x="3025" y="1241"/>
                        <a:pt x="-44" y="-70"/>
                      </a:cubicBezTo>
                      <a:lnTo>
                        <a:pt x="-44" y="-70"/>
                      </a:lnTo>
                      <a:cubicBezTo>
                        <a:pt x="-44" y="-70"/>
                        <a:pt x="-44" y="-70"/>
                        <a:pt x="5202" y="-70"/>
                      </a:cubicBezTo>
                      <a:close/>
                    </a:path>
                  </a:pathLst>
                </a:custGeom>
                <a:solidFill>
                  <a:srgbClr val="BDC1C9"/>
                </a:solidFill>
                <a:ln w="87213" cap="flat">
                  <a:noFill/>
                  <a:prstDash val="solid"/>
                  <a:miter/>
                </a:ln>
              </p:spPr>
              <p:txBody>
                <a:bodyPr rtlCol="0" anchor="ctr"/>
                <a:lstStyle/>
                <a:p>
                  <a:endParaRPr lang="en-IN" dirty="0"/>
                </a:p>
              </p:txBody>
            </p:sp>
            <p:sp>
              <p:nvSpPr>
                <p:cNvPr id="2939" name="Freeform: Shape 2938">
                  <a:extLst>
                    <a:ext uri="{FF2B5EF4-FFF2-40B4-BE49-F238E27FC236}">
                      <a16:creationId xmlns:a16="http://schemas.microsoft.com/office/drawing/2014/main" id="{248CDEA9-EAEB-8F56-4FE1-980711489BCA}"/>
                    </a:ext>
                  </a:extLst>
                </p:cNvPr>
                <p:cNvSpPr/>
                <p:nvPr/>
              </p:nvSpPr>
              <p:spPr>
                <a:xfrm>
                  <a:off x="2430159" y="4011156"/>
                  <a:ext cx="91869" cy="78691"/>
                </a:xfrm>
                <a:custGeom>
                  <a:avLst/>
                  <a:gdLst>
                    <a:gd name="connsiteX0" fmla="*/ 90077 w 91869"/>
                    <a:gd name="connsiteY0" fmla="*/ 78621 h 78691"/>
                    <a:gd name="connsiteX1" fmla="*/ 35867 w 91869"/>
                    <a:gd name="connsiteY1" fmla="*/ 62883 h 78691"/>
                    <a:gd name="connsiteX2" fmla="*/ 7888 w 91869"/>
                    <a:gd name="connsiteY2" fmla="*/ 34029 h 78691"/>
                    <a:gd name="connsiteX3" fmla="*/ 893 w 91869"/>
                    <a:gd name="connsiteY3" fmla="*/ 26161 h 78691"/>
                    <a:gd name="connsiteX4" fmla="*/ 893 w 91869"/>
                    <a:gd name="connsiteY4" fmla="*/ 26161 h 78691"/>
                    <a:gd name="connsiteX5" fmla="*/ 893 w 91869"/>
                    <a:gd name="connsiteY5" fmla="*/ 19166 h 78691"/>
                    <a:gd name="connsiteX6" fmla="*/ 893 w 91869"/>
                    <a:gd name="connsiteY6" fmla="*/ -70 h 78691"/>
                    <a:gd name="connsiteX7" fmla="*/ 893 w 91869"/>
                    <a:gd name="connsiteY7" fmla="*/ -70 h 78691"/>
                    <a:gd name="connsiteX8" fmla="*/ 893 w 91869"/>
                    <a:gd name="connsiteY8" fmla="*/ 6925 h 78691"/>
                    <a:gd name="connsiteX9" fmla="*/ 8763 w 91869"/>
                    <a:gd name="connsiteY9" fmla="*/ 31406 h 78691"/>
                    <a:gd name="connsiteX10" fmla="*/ 14883 w 91869"/>
                    <a:gd name="connsiteY10" fmla="*/ 41898 h 78691"/>
                    <a:gd name="connsiteX11" fmla="*/ 22752 w 91869"/>
                    <a:gd name="connsiteY11" fmla="*/ 51516 h 78691"/>
                    <a:gd name="connsiteX12" fmla="*/ 30621 w 91869"/>
                    <a:gd name="connsiteY12" fmla="*/ 56763 h 78691"/>
                    <a:gd name="connsiteX13" fmla="*/ 47234 w 91869"/>
                    <a:gd name="connsiteY13" fmla="*/ 68129 h 78691"/>
                    <a:gd name="connsiteX14" fmla="*/ 55103 w 91869"/>
                    <a:gd name="connsiteY14" fmla="*/ 68129 h 78691"/>
                    <a:gd name="connsiteX15" fmla="*/ 91825 w 91869"/>
                    <a:gd name="connsiteY15" fmla="*/ 73375 h 78691"/>
                    <a:gd name="connsiteX16" fmla="*/ 91825 w 91869"/>
                    <a:gd name="connsiteY16" fmla="*/ 73375 h 78691"/>
                    <a:gd name="connsiteX17" fmla="*/ 90077 w 91869"/>
                    <a:gd name="connsiteY17" fmla="*/ 78621 h 7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69" h="78691">
                      <a:moveTo>
                        <a:pt x="90077" y="78621"/>
                      </a:moveTo>
                      <a:cubicBezTo>
                        <a:pt x="70876" y="78656"/>
                        <a:pt x="52060" y="73200"/>
                        <a:pt x="35867" y="62883"/>
                      </a:cubicBezTo>
                      <a:cubicBezTo>
                        <a:pt x="24650" y="55302"/>
                        <a:pt x="15119" y="45474"/>
                        <a:pt x="7888" y="34029"/>
                      </a:cubicBezTo>
                      <a:cubicBezTo>
                        <a:pt x="6533" y="30681"/>
                        <a:pt x="4059" y="27900"/>
                        <a:pt x="893" y="26161"/>
                      </a:cubicBezTo>
                      <a:lnTo>
                        <a:pt x="893" y="26161"/>
                      </a:lnTo>
                      <a:lnTo>
                        <a:pt x="893" y="19166"/>
                      </a:lnTo>
                      <a:cubicBezTo>
                        <a:pt x="-357" y="12818"/>
                        <a:pt x="-357" y="6278"/>
                        <a:pt x="893" y="-70"/>
                      </a:cubicBezTo>
                      <a:lnTo>
                        <a:pt x="893" y="-70"/>
                      </a:lnTo>
                      <a:cubicBezTo>
                        <a:pt x="893" y="-70"/>
                        <a:pt x="893" y="-70"/>
                        <a:pt x="893" y="6925"/>
                      </a:cubicBezTo>
                      <a:cubicBezTo>
                        <a:pt x="2590" y="15353"/>
                        <a:pt x="5230" y="23564"/>
                        <a:pt x="8763" y="31406"/>
                      </a:cubicBezTo>
                      <a:cubicBezTo>
                        <a:pt x="10275" y="35183"/>
                        <a:pt x="12339" y="38725"/>
                        <a:pt x="14883" y="41898"/>
                      </a:cubicBezTo>
                      <a:lnTo>
                        <a:pt x="22752" y="51516"/>
                      </a:lnTo>
                      <a:cubicBezTo>
                        <a:pt x="24938" y="53842"/>
                        <a:pt x="27631" y="55635"/>
                        <a:pt x="30621" y="56763"/>
                      </a:cubicBezTo>
                      <a:cubicBezTo>
                        <a:pt x="35430" y="61527"/>
                        <a:pt x="41052" y="65374"/>
                        <a:pt x="47234" y="68129"/>
                      </a:cubicBezTo>
                      <a:lnTo>
                        <a:pt x="55103" y="68129"/>
                      </a:lnTo>
                      <a:cubicBezTo>
                        <a:pt x="67125" y="71171"/>
                        <a:pt x="79436" y="72929"/>
                        <a:pt x="91825" y="73375"/>
                      </a:cubicBezTo>
                      <a:cubicBezTo>
                        <a:pt x="91825" y="73375"/>
                        <a:pt x="91825" y="73375"/>
                        <a:pt x="91825" y="73375"/>
                      </a:cubicBezTo>
                      <a:cubicBezTo>
                        <a:pt x="91825" y="73375"/>
                        <a:pt x="91825" y="78621"/>
                        <a:pt x="90077" y="78621"/>
                      </a:cubicBezTo>
                      <a:close/>
                    </a:path>
                  </a:pathLst>
                </a:custGeom>
                <a:solidFill>
                  <a:srgbClr val="B4B7C1"/>
                </a:solidFill>
                <a:ln w="87213" cap="flat">
                  <a:noFill/>
                  <a:prstDash val="solid"/>
                  <a:miter/>
                </a:ln>
              </p:spPr>
              <p:txBody>
                <a:bodyPr rtlCol="0" anchor="ctr"/>
                <a:lstStyle/>
                <a:p>
                  <a:endParaRPr lang="en-IN" dirty="0"/>
                </a:p>
              </p:txBody>
            </p:sp>
            <p:sp>
              <p:nvSpPr>
                <p:cNvPr id="2940" name="Freeform: Shape 2939">
                  <a:extLst>
                    <a:ext uri="{FF2B5EF4-FFF2-40B4-BE49-F238E27FC236}">
                      <a16:creationId xmlns:a16="http://schemas.microsoft.com/office/drawing/2014/main" id="{C5E37EAC-F48F-E219-7CF9-0A255A6AACAA}"/>
                    </a:ext>
                  </a:extLst>
                </p:cNvPr>
                <p:cNvSpPr/>
                <p:nvPr/>
              </p:nvSpPr>
              <p:spPr>
                <a:xfrm>
                  <a:off x="2456453" y="4070612"/>
                  <a:ext cx="18361" cy="11366"/>
                </a:xfrm>
                <a:custGeom>
                  <a:avLst/>
                  <a:gdLst>
                    <a:gd name="connsiteX0" fmla="*/ -44 w 18361"/>
                    <a:gd name="connsiteY0" fmla="*/ -70 h 11366"/>
                    <a:gd name="connsiteX1" fmla="*/ 18317 w 18361"/>
                    <a:gd name="connsiteY1" fmla="*/ 11296 h 11366"/>
                    <a:gd name="connsiteX2" fmla="*/ -44 w 18361"/>
                    <a:gd name="connsiteY2" fmla="*/ -70 h 11366"/>
                  </a:gdLst>
                  <a:ahLst/>
                  <a:cxnLst>
                    <a:cxn ang="0">
                      <a:pos x="connsiteX0" y="connsiteY0"/>
                    </a:cxn>
                    <a:cxn ang="0">
                      <a:pos x="connsiteX1" y="connsiteY1"/>
                    </a:cxn>
                    <a:cxn ang="0">
                      <a:pos x="connsiteX2" y="connsiteY2"/>
                    </a:cxn>
                  </a:cxnLst>
                  <a:rect l="l" t="t" r="r" b="b"/>
                  <a:pathLst>
                    <a:path w="18361" h="11366">
                      <a:moveTo>
                        <a:pt x="-44" y="-70"/>
                      </a:moveTo>
                      <a:lnTo>
                        <a:pt x="18317" y="11296"/>
                      </a:lnTo>
                      <a:cubicBezTo>
                        <a:pt x="10955" y="10029"/>
                        <a:pt x="4371" y="5954"/>
                        <a:pt x="-44" y="-70"/>
                      </a:cubicBezTo>
                      <a:close/>
                    </a:path>
                  </a:pathLst>
                </a:custGeom>
                <a:solidFill>
                  <a:srgbClr val="BFC2CA"/>
                </a:solidFill>
                <a:ln w="87213" cap="flat">
                  <a:noFill/>
                  <a:prstDash val="solid"/>
                  <a:miter/>
                </a:ln>
              </p:spPr>
              <p:txBody>
                <a:bodyPr rtlCol="0" anchor="ctr"/>
                <a:lstStyle/>
                <a:p>
                  <a:endParaRPr lang="en-IN" dirty="0"/>
                </a:p>
              </p:txBody>
            </p:sp>
            <p:sp>
              <p:nvSpPr>
                <p:cNvPr id="2941" name="Freeform: Shape 2940">
                  <a:extLst>
                    <a:ext uri="{FF2B5EF4-FFF2-40B4-BE49-F238E27FC236}">
                      <a16:creationId xmlns:a16="http://schemas.microsoft.com/office/drawing/2014/main" id="{ED418CFD-CEB5-84B4-1B6F-16FFF7FFDE2B}"/>
                    </a:ext>
                  </a:extLst>
                </p:cNvPr>
                <p:cNvSpPr/>
                <p:nvPr/>
              </p:nvSpPr>
              <p:spPr>
                <a:xfrm>
                  <a:off x="2427407" y="3919350"/>
                  <a:ext cx="173313" cy="95120"/>
                </a:xfrm>
                <a:custGeom>
                  <a:avLst/>
                  <a:gdLst>
                    <a:gd name="connsiteX0" fmla="*/ 149 w 173313"/>
                    <a:gd name="connsiteY0" fmla="*/ 87365 h 95120"/>
                    <a:gd name="connsiteX1" fmla="*/ 149 w 173313"/>
                    <a:gd name="connsiteY1" fmla="*/ 87365 h 95120"/>
                    <a:gd name="connsiteX2" fmla="*/ 149 w 173313"/>
                    <a:gd name="connsiteY2" fmla="*/ 87365 h 95120"/>
                    <a:gd name="connsiteX3" fmla="*/ 56107 w 173313"/>
                    <a:gd name="connsiteY3" fmla="*/ -70 h 95120"/>
                    <a:gd name="connsiteX4" fmla="*/ 64850 w 173313"/>
                    <a:gd name="connsiteY4" fmla="*/ -70 h 95120"/>
                    <a:gd name="connsiteX5" fmla="*/ 94578 w 173313"/>
                    <a:gd name="connsiteY5" fmla="*/ -70 h 95120"/>
                    <a:gd name="connsiteX6" fmla="*/ 99824 w 173313"/>
                    <a:gd name="connsiteY6" fmla="*/ -70 h 95120"/>
                    <a:gd name="connsiteX7" fmla="*/ 149661 w 173313"/>
                    <a:gd name="connsiteY7" fmla="*/ 24412 h 95120"/>
                    <a:gd name="connsiteX8" fmla="*/ 166274 w 173313"/>
                    <a:gd name="connsiteY8" fmla="*/ 42773 h 95120"/>
                    <a:gd name="connsiteX9" fmla="*/ 173269 w 173313"/>
                    <a:gd name="connsiteY9" fmla="*/ 55888 h 95120"/>
                    <a:gd name="connsiteX10" fmla="*/ 173269 w 173313"/>
                    <a:gd name="connsiteY10" fmla="*/ 55888 h 95120"/>
                    <a:gd name="connsiteX11" fmla="*/ 173269 w 173313"/>
                    <a:gd name="connsiteY11" fmla="*/ 55888 h 95120"/>
                    <a:gd name="connsiteX12" fmla="*/ 165400 w 173313"/>
                    <a:gd name="connsiteY12" fmla="*/ 44522 h 95120"/>
                    <a:gd name="connsiteX13" fmla="*/ 150536 w 173313"/>
                    <a:gd name="connsiteY13" fmla="*/ 26161 h 95120"/>
                    <a:gd name="connsiteX14" fmla="*/ 131301 w 173313"/>
                    <a:gd name="connsiteY14" fmla="*/ 13920 h 95120"/>
                    <a:gd name="connsiteX15" fmla="*/ 93704 w 173313"/>
                    <a:gd name="connsiteY15" fmla="*/ 5176 h 95120"/>
                    <a:gd name="connsiteX16" fmla="*/ 93704 w 173313"/>
                    <a:gd name="connsiteY16" fmla="*/ 5176 h 95120"/>
                    <a:gd name="connsiteX17" fmla="*/ 84960 w 173313"/>
                    <a:gd name="connsiteY17" fmla="*/ 5176 h 95120"/>
                    <a:gd name="connsiteX18" fmla="*/ 62227 w 173313"/>
                    <a:gd name="connsiteY18" fmla="*/ 11297 h 95120"/>
                    <a:gd name="connsiteX19" fmla="*/ 41243 w 173313"/>
                    <a:gd name="connsiteY19" fmla="*/ 25286 h 95120"/>
                    <a:gd name="connsiteX20" fmla="*/ 41243 w 173313"/>
                    <a:gd name="connsiteY20" fmla="*/ 25286 h 95120"/>
                    <a:gd name="connsiteX21" fmla="*/ 29002 w 173313"/>
                    <a:gd name="connsiteY21" fmla="*/ 40150 h 95120"/>
                    <a:gd name="connsiteX22" fmla="*/ 22007 w 173313"/>
                    <a:gd name="connsiteY22" fmla="*/ 55014 h 95120"/>
                    <a:gd name="connsiteX23" fmla="*/ 22007 w 173313"/>
                    <a:gd name="connsiteY23" fmla="*/ 55014 h 95120"/>
                    <a:gd name="connsiteX24" fmla="*/ 22007 w 173313"/>
                    <a:gd name="connsiteY24" fmla="*/ 79496 h 95120"/>
                    <a:gd name="connsiteX25" fmla="*/ 15012 w 173313"/>
                    <a:gd name="connsiteY25" fmla="*/ 94359 h 95120"/>
                    <a:gd name="connsiteX26" fmla="*/ 149 w 173313"/>
                    <a:gd name="connsiteY26" fmla="*/ 87365 h 9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3313" h="95120">
                      <a:moveTo>
                        <a:pt x="149" y="87365"/>
                      </a:moveTo>
                      <a:lnTo>
                        <a:pt x="149" y="87365"/>
                      </a:lnTo>
                      <a:cubicBezTo>
                        <a:pt x="149" y="87365"/>
                        <a:pt x="149" y="87365"/>
                        <a:pt x="149" y="87365"/>
                      </a:cubicBezTo>
                      <a:cubicBezTo>
                        <a:pt x="-2387" y="49103"/>
                        <a:pt x="20302" y="13649"/>
                        <a:pt x="56107" y="-70"/>
                      </a:cubicBezTo>
                      <a:cubicBezTo>
                        <a:pt x="56107" y="-70"/>
                        <a:pt x="61353" y="-70"/>
                        <a:pt x="64850" y="-70"/>
                      </a:cubicBezTo>
                      <a:cubicBezTo>
                        <a:pt x="68347" y="-70"/>
                        <a:pt x="84960" y="-70"/>
                        <a:pt x="94578" y="-70"/>
                      </a:cubicBezTo>
                      <a:lnTo>
                        <a:pt x="99824" y="-70"/>
                      </a:lnTo>
                      <a:cubicBezTo>
                        <a:pt x="118308" y="3550"/>
                        <a:pt x="135506" y="11996"/>
                        <a:pt x="149661" y="24412"/>
                      </a:cubicBezTo>
                      <a:cubicBezTo>
                        <a:pt x="156526" y="29194"/>
                        <a:pt x="162200" y="35472"/>
                        <a:pt x="166274" y="42773"/>
                      </a:cubicBezTo>
                      <a:cubicBezTo>
                        <a:pt x="167734" y="47556"/>
                        <a:pt x="170104" y="52015"/>
                        <a:pt x="173269" y="55888"/>
                      </a:cubicBezTo>
                      <a:cubicBezTo>
                        <a:pt x="173269" y="55888"/>
                        <a:pt x="173269" y="55888"/>
                        <a:pt x="173269" y="55888"/>
                      </a:cubicBezTo>
                      <a:lnTo>
                        <a:pt x="173269" y="55888"/>
                      </a:lnTo>
                      <a:cubicBezTo>
                        <a:pt x="170157" y="52461"/>
                        <a:pt x="167507" y="48640"/>
                        <a:pt x="165400" y="44522"/>
                      </a:cubicBezTo>
                      <a:cubicBezTo>
                        <a:pt x="165400" y="37527"/>
                        <a:pt x="154908" y="33156"/>
                        <a:pt x="150536" y="26161"/>
                      </a:cubicBezTo>
                      <a:cubicBezTo>
                        <a:pt x="144687" y="21256"/>
                        <a:pt x="138216" y="17146"/>
                        <a:pt x="131301" y="13920"/>
                      </a:cubicBezTo>
                      <a:cubicBezTo>
                        <a:pt x="119838" y="7537"/>
                        <a:pt x="106810" y="4503"/>
                        <a:pt x="93704" y="5176"/>
                      </a:cubicBezTo>
                      <a:lnTo>
                        <a:pt x="93704" y="5176"/>
                      </a:lnTo>
                      <a:cubicBezTo>
                        <a:pt x="90853" y="4302"/>
                        <a:pt x="87810" y="4302"/>
                        <a:pt x="84960" y="5176"/>
                      </a:cubicBezTo>
                      <a:lnTo>
                        <a:pt x="62227" y="11297"/>
                      </a:lnTo>
                      <a:cubicBezTo>
                        <a:pt x="54095" y="13972"/>
                        <a:pt x="46839" y="18807"/>
                        <a:pt x="41243" y="25286"/>
                      </a:cubicBezTo>
                      <a:lnTo>
                        <a:pt x="41243" y="25286"/>
                      </a:lnTo>
                      <a:cubicBezTo>
                        <a:pt x="36250" y="29413"/>
                        <a:pt x="32097" y="34458"/>
                        <a:pt x="29002" y="40150"/>
                      </a:cubicBezTo>
                      <a:cubicBezTo>
                        <a:pt x="25802" y="44645"/>
                        <a:pt x="23432" y="49680"/>
                        <a:pt x="22007" y="55014"/>
                      </a:cubicBezTo>
                      <a:lnTo>
                        <a:pt x="22007" y="55014"/>
                      </a:lnTo>
                      <a:cubicBezTo>
                        <a:pt x="19856" y="63032"/>
                        <a:pt x="19856" y="71478"/>
                        <a:pt x="22007" y="79496"/>
                      </a:cubicBezTo>
                      <a:cubicBezTo>
                        <a:pt x="24184" y="85529"/>
                        <a:pt x="21045" y="92191"/>
                        <a:pt x="15012" y="94359"/>
                      </a:cubicBezTo>
                      <a:cubicBezTo>
                        <a:pt x="8979" y="96537"/>
                        <a:pt x="2326" y="93398"/>
                        <a:pt x="149" y="87365"/>
                      </a:cubicBezTo>
                      <a:close/>
                    </a:path>
                  </a:pathLst>
                </a:custGeom>
                <a:solidFill>
                  <a:srgbClr val="B7BBC4"/>
                </a:solidFill>
                <a:ln w="87213" cap="flat">
                  <a:noFill/>
                  <a:prstDash val="solid"/>
                  <a:miter/>
                </a:ln>
              </p:spPr>
              <p:txBody>
                <a:bodyPr rtlCol="0" anchor="ctr"/>
                <a:lstStyle/>
                <a:p>
                  <a:endParaRPr lang="en-IN" dirty="0"/>
                </a:p>
              </p:txBody>
            </p:sp>
            <p:sp>
              <p:nvSpPr>
                <p:cNvPr id="2942" name="Freeform: Shape 2941">
                  <a:extLst>
                    <a:ext uri="{FF2B5EF4-FFF2-40B4-BE49-F238E27FC236}">
                      <a16:creationId xmlns:a16="http://schemas.microsoft.com/office/drawing/2014/main" id="{978B1E0F-9BFA-CFB3-9BA8-81BADD8E64CA}"/>
                    </a:ext>
                  </a:extLst>
                </p:cNvPr>
                <p:cNvSpPr/>
                <p:nvPr/>
              </p:nvSpPr>
              <p:spPr>
                <a:xfrm>
                  <a:off x="2521155" y="3914947"/>
                  <a:ext cx="69267" cy="43748"/>
                </a:xfrm>
                <a:custGeom>
                  <a:avLst/>
                  <a:gdLst>
                    <a:gd name="connsiteX0" fmla="*/ -44 w 69267"/>
                    <a:gd name="connsiteY0" fmla="*/ -39 h 43748"/>
                    <a:gd name="connsiteX1" fmla="*/ -44 w 69267"/>
                    <a:gd name="connsiteY1" fmla="*/ -39 h 43748"/>
                    <a:gd name="connsiteX2" fmla="*/ 10448 w 69267"/>
                    <a:gd name="connsiteY2" fmla="*/ -39 h 43748"/>
                    <a:gd name="connsiteX3" fmla="*/ 67281 w 69267"/>
                    <a:gd name="connsiteY3" fmla="*/ 36684 h 43748"/>
                    <a:gd name="connsiteX4" fmla="*/ 67281 w 69267"/>
                    <a:gd name="connsiteY4" fmla="*/ 43679 h 43748"/>
                    <a:gd name="connsiteX5" fmla="*/ 54165 w 69267"/>
                    <a:gd name="connsiteY5" fmla="*/ 24443 h 43748"/>
                    <a:gd name="connsiteX6" fmla="*/ 54165 w 69267"/>
                    <a:gd name="connsiteY6" fmla="*/ 20071 h 43748"/>
                    <a:gd name="connsiteX7" fmla="*/ 36678 w 69267"/>
                    <a:gd name="connsiteY7" fmla="*/ 8705 h 43748"/>
                    <a:gd name="connsiteX8" fmla="*/ -44 w 69267"/>
                    <a:gd name="connsiteY8" fmla="*/ -39 h 43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67" h="43748">
                      <a:moveTo>
                        <a:pt x="-44" y="-39"/>
                      </a:moveTo>
                      <a:lnTo>
                        <a:pt x="-44" y="-39"/>
                      </a:lnTo>
                      <a:cubicBezTo>
                        <a:pt x="-44" y="-39"/>
                        <a:pt x="6950" y="-39"/>
                        <a:pt x="10448" y="-39"/>
                      </a:cubicBezTo>
                      <a:cubicBezTo>
                        <a:pt x="32954" y="5531"/>
                        <a:pt x="52958" y="18453"/>
                        <a:pt x="67281" y="36684"/>
                      </a:cubicBezTo>
                      <a:cubicBezTo>
                        <a:pt x="67281" y="36684"/>
                        <a:pt x="71652" y="36684"/>
                        <a:pt x="67281" y="43679"/>
                      </a:cubicBezTo>
                      <a:lnTo>
                        <a:pt x="54165" y="24443"/>
                      </a:lnTo>
                      <a:cubicBezTo>
                        <a:pt x="54165" y="24443"/>
                        <a:pt x="54165" y="24443"/>
                        <a:pt x="54165" y="20071"/>
                      </a:cubicBezTo>
                      <a:cubicBezTo>
                        <a:pt x="48893" y="15489"/>
                        <a:pt x="43008" y="11660"/>
                        <a:pt x="36678" y="8705"/>
                      </a:cubicBezTo>
                      <a:cubicBezTo>
                        <a:pt x="25425" y="2602"/>
                        <a:pt x="12756" y="-415"/>
                        <a:pt x="-44" y="-39"/>
                      </a:cubicBezTo>
                      <a:close/>
                    </a:path>
                  </a:pathLst>
                </a:custGeom>
                <a:solidFill>
                  <a:srgbClr val="C3C7CE"/>
                </a:solidFill>
                <a:ln w="87213" cap="flat">
                  <a:noFill/>
                  <a:prstDash val="solid"/>
                  <a:miter/>
                </a:ln>
              </p:spPr>
              <p:txBody>
                <a:bodyPr rtlCol="0" anchor="ctr"/>
                <a:lstStyle/>
                <a:p>
                  <a:endParaRPr lang="en-IN" dirty="0"/>
                </a:p>
              </p:txBody>
            </p:sp>
            <p:sp>
              <p:nvSpPr>
                <p:cNvPr id="2943" name="Freeform: Shape 2942">
                  <a:extLst>
                    <a:ext uri="{FF2B5EF4-FFF2-40B4-BE49-F238E27FC236}">
                      <a16:creationId xmlns:a16="http://schemas.microsoft.com/office/drawing/2014/main" id="{B9927AFC-50F4-57DC-9698-1433C81E988A}"/>
                    </a:ext>
                  </a:extLst>
                </p:cNvPr>
                <p:cNvSpPr/>
                <p:nvPr/>
              </p:nvSpPr>
              <p:spPr>
                <a:xfrm>
                  <a:off x="2594856" y="3970062"/>
                  <a:ext cx="5087" cy="10492"/>
                </a:xfrm>
                <a:custGeom>
                  <a:avLst/>
                  <a:gdLst>
                    <a:gd name="connsiteX0" fmla="*/ 2323 w 5087"/>
                    <a:gd name="connsiteY0" fmla="*/ -70 h 10492"/>
                    <a:gd name="connsiteX1" fmla="*/ 2323 w 5087"/>
                    <a:gd name="connsiteY1" fmla="*/ 10422 h 10492"/>
                    <a:gd name="connsiteX2" fmla="*/ 2323 w 5087"/>
                    <a:gd name="connsiteY2" fmla="*/ 10422 h 10492"/>
                    <a:gd name="connsiteX3" fmla="*/ 1702 w 5087"/>
                    <a:gd name="connsiteY3" fmla="*/ 551 h 10492"/>
                    <a:gd name="connsiteX4" fmla="*/ 2323 w 5087"/>
                    <a:gd name="connsiteY4" fmla="*/ -70 h 10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7" h="10492">
                      <a:moveTo>
                        <a:pt x="2323" y="-70"/>
                      </a:moveTo>
                      <a:cubicBezTo>
                        <a:pt x="2323" y="-70"/>
                        <a:pt x="8443" y="6050"/>
                        <a:pt x="2323" y="10422"/>
                      </a:cubicBezTo>
                      <a:lnTo>
                        <a:pt x="2323" y="10422"/>
                      </a:lnTo>
                      <a:cubicBezTo>
                        <a:pt x="-571" y="7869"/>
                        <a:pt x="-851" y="3445"/>
                        <a:pt x="1702" y="551"/>
                      </a:cubicBezTo>
                      <a:cubicBezTo>
                        <a:pt x="1895" y="332"/>
                        <a:pt x="2104" y="122"/>
                        <a:pt x="2323" y="-70"/>
                      </a:cubicBezTo>
                      <a:close/>
                    </a:path>
                  </a:pathLst>
                </a:custGeom>
                <a:solidFill>
                  <a:srgbClr val="C2C5CD"/>
                </a:solidFill>
                <a:ln w="87213" cap="flat">
                  <a:noFill/>
                  <a:prstDash val="solid"/>
                  <a:miter/>
                </a:ln>
              </p:spPr>
              <p:txBody>
                <a:bodyPr rtlCol="0" anchor="ctr"/>
                <a:lstStyle/>
                <a:p>
                  <a:endParaRPr lang="en-IN" dirty="0"/>
                </a:p>
              </p:txBody>
            </p:sp>
            <p:sp>
              <p:nvSpPr>
                <p:cNvPr id="2944" name="Freeform: Shape 2943">
                  <a:extLst>
                    <a:ext uri="{FF2B5EF4-FFF2-40B4-BE49-F238E27FC236}">
                      <a16:creationId xmlns:a16="http://schemas.microsoft.com/office/drawing/2014/main" id="{44F8BEA5-BE08-4906-09ED-568120C434C4}"/>
                    </a:ext>
                  </a:extLst>
                </p:cNvPr>
                <p:cNvSpPr/>
                <p:nvPr/>
              </p:nvSpPr>
              <p:spPr>
                <a:xfrm>
                  <a:off x="2591426" y="3970062"/>
                  <a:ext cx="5797" cy="10492"/>
                </a:xfrm>
                <a:custGeom>
                  <a:avLst/>
                  <a:gdLst>
                    <a:gd name="connsiteX0" fmla="*/ 5753 w 5797"/>
                    <a:gd name="connsiteY0" fmla="*/ -70 h 10492"/>
                    <a:gd name="connsiteX1" fmla="*/ 5753 w 5797"/>
                    <a:gd name="connsiteY1" fmla="*/ 10422 h 10492"/>
                    <a:gd name="connsiteX2" fmla="*/ 5753 w 5797"/>
                    <a:gd name="connsiteY2" fmla="*/ 10422 h 10492"/>
                    <a:gd name="connsiteX3" fmla="*/ 61 w 5797"/>
                    <a:gd name="connsiteY3" fmla="*/ 2335 h 10492"/>
                    <a:gd name="connsiteX4" fmla="*/ 507 w 5797"/>
                    <a:gd name="connsiteY4" fmla="*/ 805 h 10492"/>
                    <a:gd name="connsiteX5" fmla="*/ 507 w 5797"/>
                    <a:gd name="connsiteY5" fmla="*/ 805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7" h="10492">
                      <a:moveTo>
                        <a:pt x="5753" y="-70"/>
                      </a:moveTo>
                      <a:cubicBezTo>
                        <a:pt x="4730" y="3349"/>
                        <a:pt x="4730" y="6995"/>
                        <a:pt x="5753" y="10422"/>
                      </a:cubicBezTo>
                      <a:lnTo>
                        <a:pt x="5753" y="10422"/>
                      </a:lnTo>
                      <a:cubicBezTo>
                        <a:pt x="1950" y="9758"/>
                        <a:pt x="-603" y="6138"/>
                        <a:pt x="61" y="2335"/>
                      </a:cubicBezTo>
                      <a:cubicBezTo>
                        <a:pt x="148" y="1810"/>
                        <a:pt x="297" y="1294"/>
                        <a:pt x="507" y="805"/>
                      </a:cubicBezTo>
                      <a:lnTo>
                        <a:pt x="507" y="805"/>
                      </a:lnTo>
                      <a:close/>
                    </a:path>
                  </a:pathLst>
                </a:custGeom>
                <a:solidFill>
                  <a:srgbClr val="BEC1C9"/>
                </a:solidFill>
                <a:ln w="87213" cap="flat">
                  <a:noFill/>
                  <a:prstDash val="solid"/>
                  <a:miter/>
                </a:ln>
              </p:spPr>
              <p:txBody>
                <a:bodyPr rtlCol="0" anchor="ctr"/>
                <a:lstStyle/>
                <a:p>
                  <a:endParaRPr lang="en-IN" dirty="0"/>
                </a:p>
              </p:txBody>
            </p:sp>
            <p:sp>
              <p:nvSpPr>
                <p:cNvPr id="2945" name="Freeform: Shape 2944">
                  <a:extLst>
                    <a:ext uri="{FF2B5EF4-FFF2-40B4-BE49-F238E27FC236}">
                      <a16:creationId xmlns:a16="http://schemas.microsoft.com/office/drawing/2014/main" id="{884604D5-777A-C3E9-BB7C-124E581460F6}"/>
                    </a:ext>
                  </a:extLst>
                </p:cNvPr>
                <p:cNvSpPr/>
                <p:nvPr/>
              </p:nvSpPr>
              <p:spPr>
                <a:xfrm>
                  <a:off x="2417107" y="4006784"/>
                  <a:ext cx="6120" cy="18361"/>
                </a:xfrm>
                <a:custGeom>
                  <a:avLst/>
                  <a:gdLst>
                    <a:gd name="connsiteX0" fmla="*/ 6076 w 6120"/>
                    <a:gd name="connsiteY0" fmla="*/ -70 h 18361"/>
                    <a:gd name="connsiteX1" fmla="*/ 6076 w 6120"/>
                    <a:gd name="connsiteY1" fmla="*/ -70 h 18361"/>
                    <a:gd name="connsiteX2" fmla="*/ 6076 w 6120"/>
                    <a:gd name="connsiteY2" fmla="*/ 18291 h 18361"/>
                    <a:gd name="connsiteX3" fmla="*/ 6076 w 6120"/>
                    <a:gd name="connsiteY3" fmla="*/ 18291 h 18361"/>
                    <a:gd name="connsiteX4" fmla="*/ -44 w 6120"/>
                    <a:gd name="connsiteY4" fmla="*/ 1679 h 1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0" h="18361">
                      <a:moveTo>
                        <a:pt x="6076" y="-70"/>
                      </a:moveTo>
                      <a:lnTo>
                        <a:pt x="6076" y="-70"/>
                      </a:lnTo>
                      <a:lnTo>
                        <a:pt x="6076" y="18291"/>
                      </a:lnTo>
                      <a:lnTo>
                        <a:pt x="6076" y="18291"/>
                      </a:lnTo>
                      <a:cubicBezTo>
                        <a:pt x="6076" y="13045"/>
                        <a:pt x="6076" y="6050"/>
                        <a:pt x="-44" y="1679"/>
                      </a:cubicBezTo>
                      <a:close/>
                    </a:path>
                  </a:pathLst>
                </a:custGeom>
                <a:solidFill>
                  <a:srgbClr val="BFC2CA"/>
                </a:solidFill>
                <a:ln w="87213" cap="flat">
                  <a:noFill/>
                  <a:prstDash val="solid"/>
                  <a:miter/>
                </a:ln>
              </p:spPr>
              <p:txBody>
                <a:bodyPr rtlCol="0" anchor="ctr"/>
                <a:lstStyle/>
                <a:p>
                  <a:endParaRPr lang="en-IN" dirty="0"/>
                </a:p>
              </p:txBody>
            </p:sp>
            <p:sp>
              <p:nvSpPr>
                <p:cNvPr id="2946" name="Freeform: Shape 2945">
                  <a:extLst>
                    <a:ext uri="{FF2B5EF4-FFF2-40B4-BE49-F238E27FC236}">
                      <a16:creationId xmlns:a16="http://schemas.microsoft.com/office/drawing/2014/main" id="{8ABBA55A-DBE0-771E-4E7F-EA15882888A5}"/>
                    </a:ext>
                  </a:extLst>
                </p:cNvPr>
                <p:cNvSpPr/>
                <p:nvPr/>
              </p:nvSpPr>
              <p:spPr>
                <a:xfrm>
                  <a:off x="2479186" y="3916727"/>
                  <a:ext cx="8743" cy="1324"/>
                </a:xfrm>
                <a:custGeom>
                  <a:avLst/>
                  <a:gdLst>
                    <a:gd name="connsiteX0" fmla="*/ 8699 w 8743"/>
                    <a:gd name="connsiteY0" fmla="*/ -70 h 1324"/>
                    <a:gd name="connsiteX1" fmla="*/ -44 w 8743"/>
                    <a:gd name="connsiteY1" fmla="*/ -70 h 1324"/>
                    <a:gd name="connsiteX2" fmla="*/ -44 w 8743"/>
                    <a:gd name="connsiteY2" fmla="*/ -70 h 1324"/>
                    <a:gd name="connsiteX3" fmla="*/ 8699 w 8743"/>
                    <a:gd name="connsiteY3" fmla="*/ -70 h 1324"/>
                  </a:gdLst>
                  <a:ahLst/>
                  <a:cxnLst>
                    <a:cxn ang="0">
                      <a:pos x="connsiteX0" y="connsiteY0"/>
                    </a:cxn>
                    <a:cxn ang="0">
                      <a:pos x="connsiteX1" y="connsiteY1"/>
                    </a:cxn>
                    <a:cxn ang="0">
                      <a:pos x="connsiteX2" y="connsiteY2"/>
                    </a:cxn>
                    <a:cxn ang="0">
                      <a:pos x="connsiteX3" y="connsiteY3"/>
                    </a:cxn>
                  </a:cxnLst>
                  <a:rect l="l" t="t" r="r" b="b"/>
                  <a:pathLst>
                    <a:path w="8743" h="1324">
                      <a:moveTo>
                        <a:pt x="8699" y="-70"/>
                      </a:moveTo>
                      <a:cubicBezTo>
                        <a:pt x="6050" y="1696"/>
                        <a:pt x="2605" y="1696"/>
                        <a:pt x="-44" y="-70"/>
                      </a:cubicBezTo>
                      <a:lnTo>
                        <a:pt x="-44" y="-70"/>
                      </a:lnTo>
                      <a:lnTo>
                        <a:pt x="8699" y="-70"/>
                      </a:lnTo>
                      <a:close/>
                    </a:path>
                  </a:pathLst>
                </a:custGeom>
                <a:solidFill>
                  <a:srgbClr val="BFC2CA"/>
                </a:solidFill>
                <a:ln w="87213" cap="flat">
                  <a:noFill/>
                  <a:prstDash val="solid"/>
                  <a:miter/>
                </a:ln>
              </p:spPr>
              <p:txBody>
                <a:bodyPr rtlCol="0" anchor="ctr"/>
                <a:lstStyle/>
                <a:p>
                  <a:endParaRPr lang="en-IN" dirty="0"/>
                </a:p>
              </p:txBody>
            </p:sp>
            <p:sp>
              <p:nvSpPr>
                <p:cNvPr id="2947" name="Freeform: Shape 2946">
                  <a:extLst>
                    <a:ext uri="{FF2B5EF4-FFF2-40B4-BE49-F238E27FC236}">
                      <a16:creationId xmlns:a16="http://schemas.microsoft.com/office/drawing/2014/main" id="{D7BAD7F7-534A-838F-91F2-971D6951AFBB}"/>
                    </a:ext>
                  </a:extLst>
                </p:cNvPr>
                <p:cNvSpPr/>
                <p:nvPr/>
              </p:nvSpPr>
              <p:spPr>
                <a:xfrm>
                  <a:off x="2523778" y="3971811"/>
                  <a:ext cx="77265" cy="117162"/>
                </a:xfrm>
                <a:custGeom>
                  <a:avLst/>
                  <a:gdLst>
                    <a:gd name="connsiteX0" fmla="*/ 69903 w 77265"/>
                    <a:gd name="connsiteY0" fmla="*/ -70 h 117162"/>
                    <a:gd name="connsiteX1" fmla="*/ 75149 w 77265"/>
                    <a:gd name="connsiteY1" fmla="*/ 9547 h 117162"/>
                    <a:gd name="connsiteX2" fmla="*/ 69903 w 77265"/>
                    <a:gd name="connsiteY2" fmla="*/ 67254 h 117162"/>
                    <a:gd name="connsiteX3" fmla="*/ 23563 w 77265"/>
                    <a:gd name="connsiteY3" fmla="*/ 110972 h 117162"/>
                    <a:gd name="connsiteX4" fmla="*/ 5202 w 77265"/>
                    <a:gd name="connsiteY4" fmla="*/ 117092 h 117162"/>
                    <a:gd name="connsiteX5" fmla="*/ 5202 w 77265"/>
                    <a:gd name="connsiteY5" fmla="*/ 117092 h 117162"/>
                    <a:gd name="connsiteX6" fmla="*/ -44 w 77265"/>
                    <a:gd name="connsiteY6" fmla="*/ 117092 h 117162"/>
                    <a:gd name="connsiteX7" fmla="*/ -44 w 77265"/>
                    <a:gd name="connsiteY7" fmla="*/ 117092 h 117162"/>
                    <a:gd name="connsiteX8" fmla="*/ 7825 w 77265"/>
                    <a:gd name="connsiteY8" fmla="*/ 117092 h 117162"/>
                    <a:gd name="connsiteX9" fmla="*/ 69903 w 77265"/>
                    <a:gd name="connsiteY9" fmla="*/ 61134 h 117162"/>
                    <a:gd name="connsiteX10" fmla="*/ 69903 w 77265"/>
                    <a:gd name="connsiteY10" fmla="*/ 43647 h 117162"/>
                    <a:gd name="connsiteX11" fmla="*/ 69903 w 77265"/>
                    <a:gd name="connsiteY11" fmla="*/ 36652 h 117162"/>
                    <a:gd name="connsiteX12" fmla="*/ 69903 w 77265"/>
                    <a:gd name="connsiteY12" fmla="*/ 26160 h 117162"/>
                    <a:gd name="connsiteX13" fmla="*/ 69903 w 77265"/>
                    <a:gd name="connsiteY13" fmla="*/ 26160 h 117162"/>
                    <a:gd name="connsiteX14" fmla="*/ 69903 w 77265"/>
                    <a:gd name="connsiteY14" fmla="*/ 16542 h 117162"/>
                    <a:gd name="connsiteX15" fmla="*/ 69903 w 77265"/>
                    <a:gd name="connsiteY15" fmla="*/ 9547 h 117162"/>
                    <a:gd name="connsiteX16" fmla="*/ 69903 w 77265"/>
                    <a:gd name="connsiteY16" fmla="*/ 9547 h 11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7265" h="117162">
                      <a:moveTo>
                        <a:pt x="69903" y="-70"/>
                      </a:moveTo>
                      <a:lnTo>
                        <a:pt x="75149" y="9547"/>
                      </a:lnTo>
                      <a:cubicBezTo>
                        <a:pt x="79154" y="28879"/>
                        <a:pt x="77327" y="48963"/>
                        <a:pt x="69903" y="67254"/>
                      </a:cubicBezTo>
                      <a:cubicBezTo>
                        <a:pt x="61047" y="87521"/>
                        <a:pt x="44312" y="103312"/>
                        <a:pt x="23563" y="110972"/>
                      </a:cubicBezTo>
                      <a:lnTo>
                        <a:pt x="5202" y="117092"/>
                      </a:lnTo>
                      <a:lnTo>
                        <a:pt x="5202" y="117092"/>
                      </a:lnTo>
                      <a:cubicBezTo>
                        <a:pt x="5202" y="117092"/>
                        <a:pt x="5202" y="117092"/>
                        <a:pt x="-44" y="117092"/>
                      </a:cubicBezTo>
                      <a:lnTo>
                        <a:pt x="-44" y="117092"/>
                      </a:lnTo>
                      <a:cubicBezTo>
                        <a:pt x="2535" y="116428"/>
                        <a:pt x="5246" y="116428"/>
                        <a:pt x="7825" y="117092"/>
                      </a:cubicBezTo>
                      <a:cubicBezTo>
                        <a:pt x="37728" y="112283"/>
                        <a:pt x="62026" y="90381"/>
                        <a:pt x="69903" y="61134"/>
                      </a:cubicBezTo>
                      <a:cubicBezTo>
                        <a:pt x="70821" y="55337"/>
                        <a:pt x="70821" y="49444"/>
                        <a:pt x="69903" y="43647"/>
                      </a:cubicBezTo>
                      <a:cubicBezTo>
                        <a:pt x="69458" y="41339"/>
                        <a:pt x="69458" y="38960"/>
                        <a:pt x="69903" y="36652"/>
                      </a:cubicBezTo>
                      <a:cubicBezTo>
                        <a:pt x="70393" y="33172"/>
                        <a:pt x="70393" y="29640"/>
                        <a:pt x="69903" y="26160"/>
                      </a:cubicBezTo>
                      <a:lnTo>
                        <a:pt x="69903" y="26160"/>
                      </a:lnTo>
                      <a:cubicBezTo>
                        <a:pt x="70393" y="22969"/>
                        <a:pt x="70393" y="19733"/>
                        <a:pt x="69903" y="16542"/>
                      </a:cubicBezTo>
                      <a:cubicBezTo>
                        <a:pt x="69903" y="16542"/>
                        <a:pt x="69903" y="16542"/>
                        <a:pt x="69903" y="9547"/>
                      </a:cubicBezTo>
                      <a:lnTo>
                        <a:pt x="69903" y="9547"/>
                      </a:lnTo>
                      <a:close/>
                    </a:path>
                  </a:pathLst>
                </a:custGeom>
                <a:solidFill>
                  <a:srgbClr val="B2B6C0"/>
                </a:solidFill>
                <a:ln w="87213" cap="flat">
                  <a:noFill/>
                  <a:prstDash val="solid"/>
                  <a:miter/>
                </a:ln>
              </p:spPr>
              <p:txBody>
                <a:bodyPr rtlCol="0" anchor="ctr"/>
                <a:lstStyle/>
                <a:p>
                  <a:endParaRPr lang="en-IN" dirty="0"/>
                </a:p>
              </p:txBody>
            </p:sp>
            <p:sp>
              <p:nvSpPr>
                <p:cNvPr id="2948" name="Freeform: Shape 2947">
                  <a:extLst>
                    <a:ext uri="{FF2B5EF4-FFF2-40B4-BE49-F238E27FC236}">
                      <a16:creationId xmlns:a16="http://schemas.microsoft.com/office/drawing/2014/main" id="{3C058840-BE3E-7C06-B6E8-D7E2257255BF}"/>
                    </a:ext>
                  </a:extLst>
                </p:cNvPr>
                <p:cNvSpPr/>
                <p:nvPr/>
              </p:nvSpPr>
              <p:spPr>
                <a:xfrm>
                  <a:off x="2522904" y="4088099"/>
                  <a:ext cx="6120" cy="87434"/>
                </a:xfrm>
                <a:custGeom>
                  <a:avLst/>
                  <a:gdLst>
                    <a:gd name="connsiteX0" fmla="*/ 830 w 6120"/>
                    <a:gd name="connsiteY0" fmla="*/ -70 h 87434"/>
                    <a:gd name="connsiteX1" fmla="*/ 6076 w 6120"/>
                    <a:gd name="connsiteY1" fmla="*/ -70 h 87434"/>
                    <a:gd name="connsiteX2" fmla="*/ -44 w 6120"/>
                    <a:gd name="connsiteY2" fmla="*/ -70 h 87434"/>
                    <a:gd name="connsiteX3" fmla="*/ -44 w 6120"/>
                    <a:gd name="connsiteY3" fmla="*/ -70 h 87434"/>
                  </a:gdLst>
                  <a:ahLst/>
                  <a:cxnLst>
                    <a:cxn ang="0">
                      <a:pos x="connsiteX0" y="connsiteY0"/>
                    </a:cxn>
                    <a:cxn ang="0">
                      <a:pos x="connsiteX1" y="connsiteY1"/>
                    </a:cxn>
                    <a:cxn ang="0">
                      <a:pos x="connsiteX2" y="connsiteY2"/>
                    </a:cxn>
                    <a:cxn ang="0">
                      <a:pos x="connsiteX3" y="connsiteY3"/>
                    </a:cxn>
                  </a:cxnLst>
                  <a:rect l="l" t="t" r="r" b="b"/>
                  <a:pathLst>
                    <a:path w="6120" h="87434">
                      <a:moveTo>
                        <a:pt x="830" y="-70"/>
                      </a:moveTo>
                      <a:lnTo>
                        <a:pt x="6076" y="-70"/>
                      </a:lnTo>
                      <a:lnTo>
                        <a:pt x="-44" y="-70"/>
                      </a:lnTo>
                      <a:lnTo>
                        <a:pt x="-44" y="-70"/>
                      </a:lnTo>
                      <a:close/>
                    </a:path>
                  </a:pathLst>
                </a:custGeom>
                <a:solidFill>
                  <a:srgbClr val="BDC0C9"/>
                </a:solidFill>
                <a:ln w="87213" cap="flat">
                  <a:noFill/>
                  <a:prstDash val="solid"/>
                  <a:miter/>
                </a:ln>
              </p:spPr>
              <p:txBody>
                <a:bodyPr rtlCol="0" anchor="ctr"/>
                <a:lstStyle/>
                <a:p>
                  <a:endParaRPr lang="en-IN" dirty="0"/>
                </a:p>
              </p:txBody>
            </p:sp>
            <p:sp>
              <p:nvSpPr>
                <p:cNvPr id="2949" name="Freeform: Shape 2948">
                  <a:extLst>
                    <a:ext uri="{FF2B5EF4-FFF2-40B4-BE49-F238E27FC236}">
                      <a16:creationId xmlns:a16="http://schemas.microsoft.com/office/drawing/2014/main" id="{DE0E3575-D573-799F-07B3-4C52665BD6AF}"/>
                    </a:ext>
                  </a:extLst>
                </p:cNvPr>
                <p:cNvSpPr/>
                <p:nvPr/>
              </p:nvSpPr>
              <p:spPr>
                <a:xfrm>
                  <a:off x="2445961" y="4017277"/>
                  <a:ext cx="149513" cy="68493"/>
                </a:xfrm>
                <a:custGeom>
                  <a:avLst/>
                  <a:gdLst>
                    <a:gd name="connsiteX0" fmla="*/ 149469 w 149513"/>
                    <a:gd name="connsiteY0" fmla="*/ 8673 h 68493"/>
                    <a:gd name="connsiteX1" fmla="*/ 125862 w 149513"/>
                    <a:gd name="connsiteY1" fmla="*/ 47145 h 68493"/>
                    <a:gd name="connsiteX2" fmla="*/ 76898 w 149513"/>
                    <a:gd name="connsiteY2" fmla="*/ 68129 h 68493"/>
                    <a:gd name="connsiteX3" fmla="*/ 41924 w 149513"/>
                    <a:gd name="connsiteY3" fmla="*/ 62883 h 68493"/>
                    <a:gd name="connsiteX4" fmla="*/ 33181 w 149513"/>
                    <a:gd name="connsiteY4" fmla="*/ 62883 h 68493"/>
                    <a:gd name="connsiteX5" fmla="*/ 15694 w 149513"/>
                    <a:gd name="connsiteY5" fmla="*/ 50642 h 68493"/>
                    <a:gd name="connsiteX6" fmla="*/ 8699 w 149513"/>
                    <a:gd name="connsiteY6" fmla="*/ 44522 h 68493"/>
                    <a:gd name="connsiteX7" fmla="*/ -44 w 149513"/>
                    <a:gd name="connsiteY7" fmla="*/ 34904 h 68493"/>
                    <a:gd name="connsiteX8" fmla="*/ -44 w 149513"/>
                    <a:gd name="connsiteY8" fmla="*/ 34904 h 68493"/>
                    <a:gd name="connsiteX9" fmla="*/ -44 w 149513"/>
                    <a:gd name="connsiteY9" fmla="*/ 34904 h 68493"/>
                    <a:gd name="connsiteX10" fmla="*/ 6950 w 149513"/>
                    <a:gd name="connsiteY10" fmla="*/ 41024 h 68493"/>
                    <a:gd name="connsiteX11" fmla="*/ 13945 w 149513"/>
                    <a:gd name="connsiteY11" fmla="*/ 48019 h 68493"/>
                    <a:gd name="connsiteX12" fmla="*/ 13945 w 149513"/>
                    <a:gd name="connsiteY12" fmla="*/ 48019 h 68493"/>
                    <a:gd name="connsiteX13" fmla="*/ 25312 w 149513"/>
                    <a:gd name="connsiteY13" fmla="*/ 55014 h 68493"/>
                    <a:gd name="connsiteX14" fmla="*/ 25312 w 149513"/>
                    <a:gd name="connsiteY14" fmla="*/ 55014 h 68493"/>
                    <a:gd name="connsiteX15" fmla="*/ 34055 w 149513"/>
                    <a:gd name="connsiteY15" fmla="*/ 55014 h 68493"/>
                    <a:gd name="connsiteX16" fmla="*/ 34055 w 149513"/>
                    <a:gd name="connsiteY16" fmla="*/ 55014 h 68493"/>
                    <a:gd name="connsiteX17" fmla="*/ 56788 w 149513"/>
                    <a:gd name="connsiteY17" fmla="*/ 55014 h 68493"/>
                    <a:gd name="connsiteX18" fmla="*/ 63783 w 149513"/>
                    <a:gd name="connsiteY18" fmla="*/ 55014 h 68493"/>
                    <a:gd name="connsiteX19" fmla="*/ 88265 w 149513"/>
                    <a:gd name="connsiteY19" fmla="*/ 50642 h 68493"/>
                    <a:gd name="connsiteX20" fmla="*/ 104877 w 149513"/>
                    <a:gd name="connsiteY20" fmla="*/ 41024 h 68493"/>
                    <a:gd name="connsiteX21" fmla="*/ 130234 w 149513"/>
                    <a:gd name="connsiteY21" fmla="*/ 7799 h 68493"/>
                    <a:gd name="connsiteX22" fmla="*/ 135479 w 149513"/>
                    <a:gd name="connsiteY22" fmla="*/ -70 h 68493"/>
                    <a:gd name="connsiteX23" fmla="*/ 149469 w 149513"/>
                    <a:gd name="connsiteY23" fmla="*/ 8673 h 6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513" h="68493">
                      <a:moveTo>
                        <a:pt x="149469" y="8673"/>
                      </a:moveTo>
                      <a:cubicBezTo>
                        <a:pt x="144922" y="23258"/>
                        <a:pt x="136808" y="36486"/>
                        <a:pt x="125862" y="47145"/>
                      </a:cubicBezTo>
                      <a:cubicBezTo>
                        <a:pt x="112397" y="59499"/>
                        <a:pt x="95128" y="66896"/>
                        <a:pt x="76898" y="68129"/>
                      </a:cubicBezTo>
                      <a:cubicBezTo>
                        <a:pt x="64990" y="69187"/>
                        <a:pt x="53002" y="67386"/>
                        <a:pt x="41924" y="62883"/>
                      </a:cubicBezTo>
                      <a:cubicBezTo>
                        <a:pt x="41924" y="62883"/>
                        <a:pt x="36678" y="62883"/>
                        <a:pt x="33181" y="62883"/>
                      </a:cubicBezTo>
                      <a:cubicBezTo>
                        <a:pt x="26877" y="59534"/>
                        <a:pt x="21001" y="55424"/>
                        <a:pt x="15694" y="50642"/>
                      </a:cubicBezTo>
                      <a:cubicBezTo>
                        <a:pt x="15694" y="50642"/>
                        <a:pt x="9574" y="50642"/>
                        <a:pt x="8699" y="44522"/>
                      </a:cubicBezTo>
                      <a:cubicBezTo>
                        <a:pt x="4940" y="42196"/>
                        <a:pt x="1914" y="38864"/>
                        <a:pt x="-44" y="34904"/>
                      </a:cubicBezTo>
                      <a:lnTo>
                        <a:pt x="-44" y="34904"/>
                      </a:lnTo>
                      <a:lnTo>
                        <a:pt x="-44" y="34904"/>
                      </a:lnTo>
                      <a:cubicBezTo>
                        <a:pt x="2649" y="36495"/>
                        <a:pt x="5018" y="38568"/>
                        <a:pt x="6950" y="41024"/>
                      </a:cubicBezTo>
                      <a:cubicBezTo>
                        <a:pt x="6950" y="41024"/>
                        <a:pt x="6950" y="41024"/>
                        <a:pt x="13945" y="48019"/>
                      </a:cubicBezTo>
                      <a:lnTo>
                        <a:pt x="13945" y="48019"/>
                      </a:lnTo>
                      <a:cubicBezTo>
                        <a:pt x="16953" y="51437"/>
                        <a:pt x="20905" y="53868"/>
                        <a:pt x="25312" y="55014"/>
                      </a:cubicBezTo>
                      <a:lnTo>
                        <a:pt x="25312" y="55014"/>
                      </a:lnTo>
                      <a:cubicBezTo>
                        <a:pt x="28206" y="55486"/>
                        <a:pt x="31161" y="55486"/>
                        <a:pt x="34055" y="55014"/>
                      </a:cubicBezTo>
                      <a:lnTo>
                        <a:pt x="34055" y="55014"/>
                      </a:lnTo>
                      <a:cubicBezTo>
                        <a:pt x="41487" y="57103"/>
                        <a:pt x="49356" y="57103"/>
                        <a:pt x="56788" y="55014"/>
                      </a:cubicBezTo>
                      <a:lnTo>
                        <a:pt x="63783" y="55014"/>
                      </a:lnTo>
                      <a:cubicBezTo>
                        <a:pt x="72168" y="55355"/>
                        <a:pt x="80518" y="53859"/>
                        <a:pt x="88265" y="50642"/>
                      </a:cubicBezTo>
                      <a:cubicBezTo>
                        <a:pt x="94088" y="47958"/>
                        <a:pt x="99649" y="44740"/>
                        <a:pt x="104877" y="41024"/>
                      </a:cubicBezTo>
                      <a:cubicBezTo>
                        <a:pt x="116602" y="32875"/>
                        <a:pt x="125468" y="21255"/>
                        <a:pt x="130234" y="7799"/>
                      </a:cubicBezTo>
                      <a:cubicBezTo>
                        <a:pt x="131221" y="4748"/>
                        <a:pt x="133040" y="2020"/>
                        <a:pt x="135479" y="-70"/>
                      </a:cubicBezTo>
                      <a:cubicBezTo>
                        <a:pt x="135479" y="-70"/>
                        <a:pt x="148595" y="7799"/>
                        <a:pt x="149469" y="8673"/>
                      </a:cubicBezTo>
                      <a:close/>
                    </a:path>
                  </a:pathLst>
                </a:custGeom>
                <a:solidFill>
                  <a:srgbClr val="AEB1BC"/>
                </a:solidFill>
                <a:ln w="87213" cap="flat">
                  <a:noFill/>
                  <a:prstDash val="solid"/>
                  <a:miter/>
                </a:ln>
              </p:spPr>
              <p:txBody>
                <a:bodyPr rtlCol="0" anchor="ctr"/>
                <a:lstStyle/>
                <a:p>
                  <a:endParaRPr lang="en-IN" dirty="0"/>
                </a:p>
              </p:txBody>
            </p:sp>
            <p:sp>
              <p:nvSpPr>
                <p:cNvPr id="2950" name="Freeform: Shape 2949">
                  <a:extLst>
                    <a:ext uri="{FF2B5EF4-FFF2-40B4-BE49-F238E27FC236}">
                      <a16:creationId xmlns:a16="http://schemas.microsoft.com/office/drawing/2014/main" id="{C9C30A39-4CDB-CCFE-6AAC-AADD3F57F753}"/>
                    </a:ext>
                  </a:extLst>
                </p:cNvPr>
                <p:cNvSpPr/>
                <p:nvPr/>
              </p:nvSpPr>
              <p:spPr>
                <a:xfrm>
                  <a:off x="2424450" y="3957821"/>
                  <a:ext cx="11128" cy="82479"/>
                </a:xfrm>
                <a:custGeom>
                  <a:avLst/>
                  <a:gdLst>
                    <a:gd name="connsiteX0" fmla="*/ 3106 w 11128"/>
                    <a:gd name="connsiteY0" fmla="*/ 48893 h 82479"/>
                    <a:gd name="connsiteX1" fmla="*/ 3106 w 11128"/>
                    <a:gd name="connsiteY1" fmla="*/ 42773 h 82479"/>
                    <a:gd name="connsiteX2" fmla="*/ 3106 w 11128"/>
                    <a:gd name="connsiteY2" fmla="*/ 15668 h 82479"/>
                    <a:gd name="connsiteX3" fmla="*/ 3106 w 11128"/>
                    <a:gd name="connsiteY3" fmla="*/ 15668 h 82479"/>
                    <a:gd name="connsiteX4" fmla="*/ 10100 w 11128"/>
                    <a:gd name="connsiteY4" fmla="*/ -70 h 82479"/>
                    <a:gd name="connsiteX5" fmla="*/ 10100 w 11128"/>
                    <a:gd name="connsiteY5" fmla="*/ -70 h 82479"/>
                    <a:gd name="connsiteX6" fmla="*/ 10100 w 11128"/>
                    <a:gd name="connsiteY6" fmla="*/ -70 h 82479"/>
                    <a:gd name="connsiteX7" fmla="*/ 10100 w 11128"/>
                    <a:gd name="connsiteY7" fmla="*/ 6050 h 82479"/>
                    <a:gd name="connsiteX8" fmla="*/ 4855 w 11128"/>
                    <a:gd name="connsiteY8" fmla="*/ 15668 h 82479"/>
                    <a:gd name="connsiteX9" fmla="*/ 4855 w 11128"/>
                    <a:gd name="connsiteY9" fmla="*/ 73375 h 82479"/>
                    <a:gd name="connsiteX10" fmla="*/ 4855 w 11128"/>
                    <a:gd name="connsiteY10" fmla="*/ 81244 h 82479"/>
                    <a:gd name="connsiteX11" fmla="*/ 4855 w 11128"/>
                    <a:gd name="connsiteY11" fmla="*/ 81244 h 82479"/>
                    <a:gd name="connsiteX12" fmla="*/ 3106 w 11128"/>
                    <a:gd name="connsiteY12" fmla="*/ 48893 h 8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28" h="82479">
                      <a:moveTo>
                        <a:pt x="3106" y="48893"/>
                      </a:moveTo>
                      <a:lnTo>
                        <a:pt x="3106" y="42773"/>
                      </a:lnTo>
                      <a:cubicBezTo>
                        <a:pt x="1357" y="33820"/>
                        <a:pt x="1357" y="24622"/>
                        <a:pt x="3106" y="15668"/>
                      </a:cubicBezTo>
                      <a:lnTo>
                        <a:pt x="3106" y="15668"/>
                      </a:lnTo>
                      <a:cubicBezTo>
                        <a:pt x="5073" y="10265"/>
                        <a:pt x="7407" y="5010"/>
                        <a:pt x="10100" y="-70"/>
                      </a:cubicBezTo>
                      <a:lnTo>
                        <a:pt x="10100" y="-70"/>
                      </a:lnTo>
                      <a:cubicBezTo>
                        <a:pt x="10100" y="-70"/>
                        <a:pt x="10100" y="-70"/>
                        <a:pt x="10100" y="-70"/>
                      </a:cubicBezTo>
                      <a:cubicBezTo>
                        <a:pt x="11412" y="1757"/>
                        <a:pt x="11412" y="4223"/>
                        <a:pt x="10100" y="6050"/>
                      </a:cubicBezTo>
                      <a:cubicBezTo>
                        <a:pt x="8020" y="9067"/>
                        <a:pt x="6262" y="12284"/>
                        <a:pt x="4855" y="15668"/>
                      </a:cubicBezTo>
                      <a:cubicBezTo>
                        <a:pt x="-1677" y="34353"/>
                        <a:pt x="-1677" y="54690"/>
                        <a:pt x="4855" y="73375"/>
                      </a:cubicBezTo>
                      <a:cubicBezTo>
                        <a:pt x="4855" y="73375"/>
                        <a:pt x="4855" y="78621"/>
                        <a:pt x="4855" y="81244"/>
                      </a:cubicBezTo>
                      <a:cubicBezTo>
                        <a:pt x="4855" y="83867"/>
                        <a:pt x="4855" y="81244"/>
                        <a:pt x="4855" y="81244"/>
                      </a:cubicBezTo>
                      <a:cubicBezTo>
                        <a:pt x="2896" y="70577"/>
                        <a:pt x="2310" y="59709"/>
                        <a:pt x="3106" y="48893"/>
                      </a:cubicBezTo>
                      <a:close/>
                    </a:path>
                  </a:pathLst>
                </a:custGeom>
                <a:solidFill>
                  <a:srgbClr val="ACB0BB"/>
                </a:solidFill>
                <a:ln w="87213" cap="flat">
                  <a:noFill/>
                  <a:prstDash val="solid"/>
                  <a:miter/>
                </a:ln>
              </p:spPr>
              <p:txBody>
                <a:bodyPr rtlCol="0" anchor="ctr"/>
                <a:lstStyle/>
                <a:p>
                  <a:endParaRPr lang="en-IN" dirty="0"/>
                </a:p>
              </p:txBody>
            </p:sp>
            <p:sp>
              <p:nvSpPr>
                <p:cNvPr id="2951" name="Freeform: Shape 2950">
                  <a:extLst>
                    <a:ext uri="{FF2B5EF4-FFF2-40B4-BE49-F238E27FC236}">
                      <a16:creationId xmlns:a16="http://schemas.microsoft.com/office/drawing/2014/main" id="{C0FE1B06-5649-A252-0759-E39713E3A4DB}"/>
                    </a:ext>
                  </a:extLst>
                </p:cNvPr>
                <p:cNvSpPr/>
                <p:nvPr/>
              </p:nvSpPr>
              <p:spPr>
                <a:xfrm>
                  <a:off x="2437797" y="4039135"/>
                  <a:ext cx="950" cy="6994"/>
                </a:xfrm>
                <a:custGeom>
                  <a:avLst/>
                  <a:gdLst>
                    <a:gd name="connsiteX0" fmla="*/ 251 w 950"/>
                    <a:gd name="connsiteY0" fmla="*/ -70 h 6994"/>
                    <a:gd name="connsiteX1" fmla="*/ 251 w 950"/>
                    <a:gd name="connsiteY1" fmla="*/ -70 h 6994"/>
                    <a:gd name="connsiteX2" fmla="*/ 251 w 950"/>
                    <a:gd name="connsiteY2" fmla="*/ -70 h 6994"/>
                    <a:gd name="connsiteX3" fmla="*/ 251 w 950"/>
                    <a:gd name="connsiteY3" fmla="*/ 6925 h 6994"/>
                    <a:gd name="connsiteX4" fmla="*/ 251 w 950"/>
                    <a:gd name="connsiteY4" fmla="*/ 6925 h 6994"/>
                    <a:gd name="connsiteX5" fmla="*/ 251 w 950"/>
                    <a:gd name="connsiteY5" fmla="*/ -70 h 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0" h="6994">
                      <a:moveTo>
                        <a:pt x="251" y="-70"/>
                      </a:moveTo>
                      <a:lnTo>
                        <a:pt x="251" y="-70"/>
                      </a:lnTo>
                      <a:cubicBezTo>
                        <a:pt x="251" y="-70"/>
                        <a:pt x="251" y="-70"/>
                        <a:pt x="251" y="-70"/>
                      </a:cubicBezTo>
                      <a:cubicBezTo>
                        <a:pt x="1125" y="2177"/>
                        <a:pt x="1125" y="4678"/>
                        <a:pt x="251" y="6925"/>
                      </a:cubicBezTo>
                      <a:lnTo>
                        <a:pt x="251" y="6925"/>
                      </a:lnTo>
                      <a:cubicBezTo>
                        <a:pt x="-143" y="4607"/>
                        <a:pt x="-143" y="2247"/>
                        <a:pt x="251" y="-70"/>
                      </a:cubicBezTo>
                      <a:close/>
                    </a:path>
                  </a:pathLst>
                </a:custGeom>
                <a:solidFill>
                  <a:srgbClr val="B1B5BF"/>
                </a:solidFill>
                <a:ln w="87213" cap="flat">
                  <a:noFill/>
                  <a:prstDash val="solid"/>
                  <a:miter/>
                </a:ln>
              </p:spPr>
              <p:txBody>
                <a:bodyPr rtlCol="0" anchor="ctr"/>
                <a:lstStyle/>
                <a:p>
                  <a:endParaRPr lang="en-IN" dirty="0"/>
                </a:p>
              </p:txBody>
            </p:sp>
            <p:sp>
              <p:nvSpPr>
                <p:cNvPr id="2952" name="Freeform: Shape 2951">
                  <a:extLst>
                    <a:ext uri="{FF2B5EF4-FFF2-40B4-BE49-F238E27FC236}">
                      <a16:creationId xmlns:a16="http://schemas.microsoft.com/office/drawing/2014/main" id="{1B904EB0-AA5D-BAD3-CB46-CDEBCC6CADEB}"/>
                    </a:ext>
                  </a:extLst>
                </p:cNvPr>
                <p:cNvSpPr/>
                <p:nvPr/>
              </p:nvSpPr>
              <p:spPr>
                <a:xfrm>
                  <a:off x="2452956" y="4059246"/>
                  <a:ext cx="7070" cy="8364"/>
                </a:xfrm>
                <a:custGeom>
                  <a:avLst/>
                  <a:gdLst>
                    <a:gd name="connsiteX0" fmla="*/ -44 w 7070"/>
                    <a:gd name="connsiteY0" fmla="*/ -70 h 8364"/>
                    <a:gd name="connsiteX1" fmla="*/ 6951 w 7070"/>
                    <a:gd name="connsiteY1" fmla="*/ 6050 h 8364"/>
                    <a:gd name="connsiteX2" fmla="*/ -44 w 7070"/>
                    <a:gd name="connsiteY2" fmla="*/ -70 h 8364"/>
                  </a:gdLst>
                  <a:ahLst/>
                  <a:cxnLst>
                    <a:cxn ang="0">
                      <a:pos x="connsiteX0" y="connsiteY0"/>
                    </a:cxn>
                    <a:cxn ang="0">
                      <a:pos x="connsiteX1" y="connsiteY1"/>
                    </a:cxn>
                    <a:cxn ang="0">
                      <a:pos x="connsiteX2" y="connsiteY2"/>
                    </a:cxn>
                  </a:cxnLst>
                  <a:rect l="l" t="t" r="r" b="b"/>
                  <a:pathLst>
                    <a:path w="7070" h="8364">
                      <a:moveTo>
                        <a:pt x="-44" y="-70"/>
                      </a:moveTo>
                      <a:cubicBezTo>
                        <a:pt x="-44" y="-70"/>
                        <a:pt x="6076" y="-70"/>
                        <a:pt x="6951" y="6050"/>
                      </a:cubicBezTo>
                      <a:cubicBezTo>
                        <a:pt x="7825" y="12171"/>
                        <a:pt x="830" y="4301"/>
                        <a:pt x="-44" y="-70"/>
                      </a:cubicBezTo>
                      <a:close/>
                    </a:path>
                  </a:pathLst>
                </a:custGeom>
                <a:solidFill>
                  <a:srgbClr val="B1B5BF"/>
                </a:solidFill>
                <a:ln w="87213" cap="flat">
                  <a:noFill/>
                  <a:prstDash val="solid"/>
                  <a:miter/>
                </a:ln>
              </p:spPr>
              <p:txBody>
                <a:bodyPr rtlCol="0" anchor="ctr"/>
                <a:lstStyle/>
                <a:p>
                  <a:endParaRPr lang="en-IN" dirty="0"/>
                </a:p>
              </p:txBody>
            </p:sp>
            <p:sp>
              <p:nvSpPr>
                <p:cNvPr id="2953" name="Freeform: Shape 2952">
                  <a:extLst>
                    <a:ext uri="{FF2B5EF4-FFF2-40B4-BE49-F238E27FC236}">
                      <a16:creationId xmlns:a16="http://schemas.microsoft.com/office/drawing/2014/main" id="{877796AC-5CCD-4E9E-C7A0-5C4608942931}"/>
                    </a:ext>
                  </a:extLst>
                </p:cNvPr>
                <p:cNvSpPr/>
                <p:nvPr/>
              </p:nvSpPr>
              <p:spPr>
                <a:xfrm>
                  <a:off x="2477438" y="4077607"/>
                  <a:ext cx="9228" cy="388"/>
                </a:xfrm>
                <a:custGeom>
                  <a:avLst/>
                  <a:gdLst>
                    <a:gd name="connsiteX0" fmla="*/ -44 w 9228"/>
                    <a:gd name="connsiteY0" fmla="*/ -70 h 388"/>
                    <a:gd name="connsiteX1" fmla="*/ 8699 w 9228"/>
                    <a:gd name="connsiteY1" fmla="*/ -70 h 388"/>
                    <a:gd name="connsiteX2" fmla="*/ -44 w 9228"/>
                    <a:gd name="connsiteY2" fmla="*/ -70 h 388"/>
                  </a:gdLst>
                  <a:ahLst/>
                  <a:cxnLst>
                    <a:cxn ang="0">
                      <a:pos x="connsiteX0" y="connsiteY0"/>
                    </a:cxn>
                    <a:cxn ang="0">
                      <a:pos x="connsiteX1" y="connsiteY1"/>
                    </a:cxn>
                    <a:cxn ang="0">
                      <a:pos x="connsiteX2" y="connsiteY2"/>
                    </a:cxn>
                  </a:cxnLst>
                  <a:rect l="l" t="t" r="r" b="b"/>
                  <a:pathLst>
                    <a:path w="9228" h="388">
                      <a:moveTo>
                        <a:pt x="-44" y="-70"/>
                      </a:moveTo>
                      <a:cubicBezTo>
                        <a:pt x="-44" y="-70"/>
                        <a:pt x="6076" y="-70"/>
                        <a:pt x="8699" y="-70"/>
                      </a:cubicBezTo>
                      <a:cubicBezTo>
                        <a:pt x="11322" y="-70"/>
                        <a:pt x="2579" y="804"/>
                        <a:pt x="-44" y="-70"/>
                      </a:cubicBezTo>
                      <a:close/>
                    </a:path>
                  </a:pathLst>
                </a:custGeom>
                <a:solidFill>
                  <a:srgbClr val="B1B5BF"/>
                </a:solidFill>
                <a:ln w="87213" cap="flat">
                  <a:noFill/>
                  <a:prstDash val="solid"/>
                  <a:miter/>
                </a:ln>
              </p:spPr>
              <p:txBody>
                <a:bodyPr rtlCol="0" anchor="ctr"/>
                <a:lstStyle/>
                <a:p>
                  <a:endParaRPr lang="en-IN" dirty="0"/>
                </a:p>
              </p:txBody>
            </p:sp>
            <p:sp>
              <p:nvSpPr>
                <p:cNvPr id="2954" name="Freeform: Shape 2953">
                  <a:extLst>
                    <a:ext uri="{FF2B5EF4-FFF2-40B4-BE49-F238E27FC236}">
                      <a16:creationId xmlns:a16="http://schemas.microsoft.com/office/drawing/2014/main" id="{938A4B63-162A-45CC-7943-E75C5CCA1B84}"/>
                    </a:ext>
                  </a:extLst>
                </p:cNvPr>
                <p:cNvSpPr/>
                <p:nvPr/>
              </p:nvSpPr>
              <p:spPr>
                <a:xfrm>
                  <a:off x="2445086" y="3921973"/>
                  <a:ext cx="73348" cy="37976"/>
                </a:xfrm>
                <a:custGeom>
                  <a:avLst/>
                  <a:gdLst>
                    <a:gd name="connsiteX0" fmla="*/ -44 w 73348"/>
                    <a:gd name="connsiteY0" fmla="*/ 35778 h 37976"/>
                    <a:gd name="connsiteX1" fmla="*/ -44 w 73348"/>
                    <a:gd name="connsiteY1" fmla="*/ 35778 h 37976"/>
                    <a:gd name="connsiteX2" fmla="*/ 10448 w 73348"/>
                    <a:gd name="connsiteY2" fmla="*/ 21789 h 37976"/>
                    <a:gd name="connsiteX3" fmla="*/ 10448 w 73348"/>
                    <a:gd name="connsiteY3" fmla="*/ 21789 h 37976"/>
                    <a:gd name="connsiteX4" fmla="*/ 33181 w 73348"/>
                    <a:gd name="connsiteY4" fmla="*/ 6051 h 37976"/>
                    <a:gd name="connsiteX5" fmla="*/ 55914 w 73348"/>
                    <a:gd name="connsiteY5" fmla="*/ -70 h 37976"/>
                    <a:gd name="connsiteX6" fmla="*/ 65532 w 73348"/>
                    <a:gd name="connsiteY6" fmla="*/ -70 h 37976"/>
                    <a:gd name="connsiteX7" fmla="*/ 72527 w 73348"/>
                    <a:gd name="connsiteY7" fmla="*/ -70 h 37976"/>
                    <a:gd name="connsiteX8" fmla="*/ 72527 w 73348"/>
                    <a:gd name="connsiteY8" fmla="*/ -70 h 37976"/>
                    <a:gd name="connsiteX9" fmla="*/ 50668 w 73348"/>
                    <a:gd name="connsiteY9" fmla="*/ -70 h 37976"/>
                    <a:gd name="connsiteX10" fmla="*/ 16569 w 73348"/>
                    <a:gd name="connsiteY10" fmla="*/ 19166 h 37976"/>
                    <a:gd name="connsiteX11" fmla="*/ 9574 w 73348"/>
                    <a:gd name="connsiteY11" fmla="*/ 27035 h 37976"/>
                    <a:gd name="connsiteX12" fmla="*/ 9137 w 73348"/>
                    <a:gd name="connsiteY12" fmla="*/ 36215 h 37976"/>
                    <a:gd name="connsiteX13" fmla="*/ -44 w 73348"/>
                    <a:gd name="connsiteY13" fmla="*/ 35778 h 3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348" h="37976">
                      <a:moveTo>
                        <a:pt x="-44" y="35778"/>
                      </a:moveTo>
                      <a:lnTo>
                        <a:pt x="-44" y="35778"/>
                      </a:lnTo>
                      <a:cubicBezTo>
                        <a:pt x="-44" y="29658"/>
                        <a:pt x="6951" y="26161"/>
                        <a:pt x="10448" y="21789"/>
                      </a:cubicBezTo>
                      <a:lnTo>
                        <a:pt x="10448" y="21789"/>
                      </a:lnTo>
                      <a:cubicBezTo>
                        <a:pt x="17224" y="15476"/>
                        <a:pt x="24884" y="10178"/>
                        <a:pt x="33181" y="6051"/>
                      </a:cubicBezTo>
                      <a:cubicBezTo>
                        <a:pt x="40342" y="2693"/>
                        <a:pt x="48036" y="621"/>
                        <a:pt x="55914" y="-70"/>
                      </a:cubicBezTo>
                      <a:lnTo>
                        <a:pt x="65532" y="-70"/>
                      </a:lnTo>
                      <a:cubicBezTo>
                        <a:pt x="65532" y="-70"/>
                        <a:pt x="70778" y="-70"/>
                        <a:pt x="72527" y="-70"/>
                      </a:cubicBezTo>
                      <a:cubicBezTo>
                        <a:pt x="74275" y="-70"/>
                        <a:pt x="72527" y="-70"/>
                        <a:pt x="72527" y="-70"/>
                      </a:cubicBezTo>
                      <a:lnTo>
                        <a:pt x="50668" y="-70"/>
                      </a:lnTo>
                      <a:cubicBezTo>
                        <a:pt x="37702" y="2964"/>
                        <a:pt x="25872" y="9635"/>
                        <a:pt x="16569" y="19166"/>
                      </a:cubicBezTo>
                      <a:cubicBezTo>
                        <a:pt x="16569" y="19166"/>
                        <a:pt x="12197" y="24412"/>
                        <a:pt x="9574" y="27035"/>
                      </a:cubicBezTo>
                      <a:cubicBezTo>
                        <a:pt x="11987" y="29693"/>
                        <a:pt x="11795" y="33803"/>
                        <a:pt x="9137" y="36215"/>
                      </a:cubicBezTo>
                      <a:cubicBezTo>
                        <a:pt x="6478" y="38629"/>
                        <a:pt x="2369" y="38437"/>
                        <a:pt x="-44" y="35778"/>
                      </a:cubicBezTo>
                      <a:close/>
                    </a:path>
                  </a:pathLst>
                </a:custGeom>
                <a:solidFill>
                  <a:srgbClr val="ACB0BB"/>
                </a:solidFill>
                <a:ln w="87213" cap="flat">
                  <a:noFill/>
                  <a:prstDash val="solid"/>
                  <a:miter/>
                </a:ln>
              </p:spPr>
              <p:txBody>
                <a:bodyPr rtlCol="0" anchor="ctr"/>
                <a:lstStyle/>
                <a:p>
                  <a:endParaRPr lang="en-IN" dirty="0"/>
                </a:p>
              </p:txBody>
            </p:sp>
            <p:sp>
              <p:nvSpPr>
                <p:cNvPr id="2955" name="Freeform: Shape 2954">
                  <a:extLst>
                    <a:ext uri="{FF2B5EF4-FFF2-40B4-BE49-F238E27FC236}">
                      <a16:creationId xmlns:a16="http://schemas.microsoft.com/office/drawing/2014/main" id="{83A32632-6706-5692-0C12-A6FA7C77C834}"/>
                    </a:ext>
                  </a:extLst>
                </p:cNvPr>
                <p:cNvSpPr/>
                <p:nvPr/>
              </p:nvSpPr>
              <p:spPr>
                <a:xfrm>
                  <a:off x="2508040" y="3920679"/>
                  <a:ext cx="75193" cy="40639"/>
                </a:xfrm>
                <a:custGeom>
                  <a:avLst/>
                  <a:gdLst>
                    <a:gd name="connsiteX0" fmla="*/ 6951 w 75193"/>
                    <a:gd name="connsiteY0" fmla="*/ 350 h 40639"/>
                    <a:gd name="connsiteX1" fmla="*/ -44 w 75193"/>
                    <a:gd name="connsiteY1" fmla="*/ 350 h 40639"/>
                    <a:gd name="connsiteX2" fmla="*/ 38427 w 75193"/>
                    <a:gd name="connsiteY2" fmla="*/ 9093 h 40639"/>
                    <a:gd name="connsiteX3" fmla="*/ 59411 w 75193"/>
                    <a:gd name="connsiteY3" fmla="*/ 22208 h 40639"/>
                    <a:gd name="connsiteX4" fmla="*/ 75149 w 75193"/>
                    <a:gd name="connsiteY4" fmla="*/ 40570 h 40639"/>
                    <a:gd name="connsiteX5" fmla="*/ 75149 w 75193"/>
                    <a:gd name="connsiteY5" fmla="*/ 40570 h 40639"/>
                    <a:gd name="connsiteX6" fmla="*/ 56788 w 75193"/>
                    <a:gd name="connsiteY6" fmla="*/ 23082 h 40639"/>
                    <a:gd name="connsiteX7" fmla="*/ 20940 w 75193"/>
                    <a:gd name="connsiteY7" fmla="*/ 7345 h 40639"/>
                    <a:gd name="connsiteX8" fmla="*/ 6951 w 75193"/>
                    <a:gd name="connsiteY8" fmla="*/ 350 h 4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93" h="40639">
                      <a:moveTo>
                        <a:pt x="6951" y="350"/>
                      </a:moveTo>
                      <a:lnTo>
                        <a:pt x="-44" y="350"/>
                      </a:lnTo>
                      <a:cubicBezTo>
                        <a:pt x="13403" y="-1268"/>
                        <a:pt x="26999" y="1819"/>
                        <a:pt x="38427" y="9093"/>
                      </a:cubicBezTo>
                      <a:cubicBezTo>
                        <a:pt x="46008" y="12451"/>
                        <a:pt x="53073" y="16866"/>
                        <a:pt x="59411" y="22208"/>
                      </a:cubicBezTo>
                      <a:cubicBezTo>
                        <a:pt x="65593" y="27463"/>
                        <a:pt x="70900" y="33662"/>
                        <a:pt x="75149" y="40570"/>
                      </a:cubicBezTo>
                      <a:lnTo>
                        <a:pt x="75149" y="40570"/>
                      </a:lnTo>
                      <a:cubicBezTo>
                        <a:pt x="69694" y="34082"/>
                        <a:pt x="63538" y="28215"/>
                        <a:pt x="56788" y="23082"/>
                      </a:cubicBezTo>
                      <a:cubicBezTo>
                        <a:pt x="46183" y="15196"/>
                        <a:pt x="33924" y="9810"/>
                        <a:pt x="20940" y="7345"/>
                      </a:cubicBezTo>
                      <a:cubicBezTo>
                        <a:pt x="20940" y="7345"/>
                        <a:pt x="9574" y="3847"/>
                        <a:pt x="6951" y="350"/>
                      </a:cubicBezTo>
                      <a:close/>
                    </a:path>
                  </a:pathLst>
                </a:custGeom>
                <a:solidFill>
                  <a:srgbClr val="B1B5BF"/>
                </a:solidFill>
                <a:ln w="87213" cap="flat">
                  <a:noFill/>
                  <a:prstDash val="solid"/>
                  <a:miter/>
                </a:ln>
              </p:spPr>
              <p:txBody>
                <a:bodyPr rtlCol="0" anchor="ctr"/>
                <a:lstStyle/>
                <a:p>
                  <a:endParaRPr lang="en-IN" dirty="0"/>
                </a:p>
              </p:txBody>
            </p:sp>
            <p:sp>
              <p:nvSpPr>
                <p:cNvPr id="2956" name="Freeform: Shape 2955">
                  <a:extLst>
                    <a:ext uri="{FF2B5EF4-FFF2-40B4-BE49-F238E27FC236}">
                      <a16:creationId xmlns:a16="http://schemas.microsoft.com/office/drawing/2014/main" id="{04210F07-C857-42EB-34A1-9A450B0A1C76}"/>
                    </a:ext>
                  </a:extLst>
                </p:cNvPr>
                <p:cNvSpPr/>
                <p:nvPr/>
              </p:nvSpPr>
              <p:spPr>
                <a:xfrm>
                  <a:off x="2521155" y="3914873"/>
                  <a:ext cx="48088" cy="24587"/>
                </a:xfrm>
                <a:custGeom>
                  <a:avLst/>
                  <a:gdLst>
                    <a:gd name="connsiteX0" fmla="*/ -44 w 48088"/>
                    <a:gd name="connsiteY0" fmla="*/ 36 h 24587"/>
                    <a:gd name="connsiteX1" fmla="*/ 29684 w 48088"/>
                    <a:gd name="connsiteY1" fmla="*/ 8779 h 24587"/>
                    <a:gd name="connsiteX2" fmla="*/ 48045 w 48088"/>
                    <a:gd name="connsiteY2" fmla="*/ 20145 h 24587"/>
                    <a:gd name="connsiteX3" fmla="*/ 48045 w 48088"/>
                    <a:gd name="connsiteY3" fmla="*/ 24517 h 24587"/>
                    <a:gd name="connsiteX4" fmla="*/ -44 w 48088"/>
                    <a:gd name="connsiteY4" fmla="*/ 36 h 2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88" h="24587">
                      <a:moveTo>
                        <a:pt x="-44" y="36"/>
                      </a:moveTo>
                      <a:cubicBezTo>
                        <a:pt x="10588" y="-699"/>
                        <a:pt x="21141" y="2405"/>
                        <a:pt x="29684" y="8779"/>
                      </a:cubicBezTo>
                      <a:cubicBezTo>
                        <a:pt x="36564" y="11183"/>
                        <a:pt x="42825" y="15057"/>
                        <a:pt x="48045" y="20145"/>
                      </a:cubicBezTo>
                      <a:cubicBezTo>
                        <a:pt x="48045" y="20145"/>
                        <a:pt x="48045" y="20145"/>
                        <a:pt x="48045" y="24517"/>
                      </a:cubicBezTo>
                      <a:cubicBezTo>
                        <a:pt x="33740" y="13335"/>
                        <a:pt x="17416" y="5020"/>
                        <a:pt x="-44" y="36"/>
                      </a:cubicBezTo>
                      <a:close/>
                    </a:path>
                  </a:pathLst>
                </a:custGeom>
                <a:solidFill>
                  <a:srgbClr val="BEC1C9"/>
                </a:solidFill>
                <a:ln w="87213" cap="flat">
                  <a:noFill/>
                  <a:prstDash val="solid"/>
                  <a:miter/>
                </a:ln>
              </p:spPr>
              <p:txBody>
                <a:bodyPr rtlCol="0" anchor="ctr"/>
                <a:lstStyle/>
                <a:p>
                  <a:endParaRPr lang="en-IN" dirty="0"/>
                </a:p>
              </p:txBody>
            </p:sp>
            <p:sp>
              <p:nvSpPr>
                <p:cNvPr id="2957" name="Freeform: Shape 2956">
                  <a:extLst>
                    <a:ext uri="{FF2B5EF4-FFF2-40B4-BE49-F238E27FC236}">
                      <a16:creationId xmlns:a16="http://schemas.microsoft.com/office/drawing/2014/main" id="{D31C55D7-FD2A-08F3-CBA3-DA6F239C0FD5}"/>
                    </a:ext>
                  </a:extLst>
                </p:cNvPr>
                <p:cNvSpPr/>
                <p:nvPr/>
              </p:nvSpPr>
              <p:spPr>
                <a:xfrm>
                  <a:off x="2429381" y="3973559"/>
                  <a:ext cx="2590" cy="27104"/>
                </a:xfrm>
                <a:custGeom>
                  <a:avLst/>
                  <a:gdLst>
                    <a:gd name="connsiteX0" fmla="*/ 2546 w 2590"/>
                    <a:gd name="connsiteY0" fmla="*/ -70 h 27104"/>
                    <a:gd name="connsiteX1" fmla="*/ 2546 w 2590"/>
                    <a:gd name="connsiteY1" fmla="*/ 27034 h 27104"/>
                    <a:gd name="connsiteX2" fmla="*/ 2546 w 2590"/>
                    <a:gd name="connsiteY2" fmla="*/ -70 h 27104"/>
                  </a:gdLst>
                  <a:ahLst/>
                  <a:cxnLst>
                    <a:cxn ang="0">
                      <a:pos x="connsiteX0" y="connsiteY0"/>
                    </a:cxn>
                    <a:cxn ang="0">
                      <a:pos x="connsiteX1" y="connsiteY1"/>
                    </a:cxn>
                    <a:cxn ang="0">
                      <a:pos x="connsiteX2" y="connsiteY2"/>
                    </a:cxn>
                  </a:cxnLst>
                  <a:rect l="l" t="t" r="r" b="b"/>
                  <a:pathLst>
                    <a:path w="2590" h="27103">
                      <a:moveTo>
                        <a:pt x="2546" y="-70"/>
                      </a:moveTo>
                      <a:lnTo>
                        <a:pt x="2546" y="27034"/>
                      </a:lnTo>
                      <a:cubicBezTo>
                        <a:pt x="-908" y="18327"/>
                        <a:pt x="-908" y="8630"/>
                        <a:pt x="2546" y="-70"/>
                      </a:cubicBezTo>
                      <a:close/>
                    </a:path>
                  </a:pathLst>
                </a:custGeom>
                <a:solidFill>
                  <a:srgbClr val="B4B7C1"/>
                </a:solidFill>
                <a:ln w="87213" cap="flat">
                  <a:noFill/>
                  <a:prstDash val="solid"/>
                  <a:miter/>
                </a:ln>
              </p:spPr>
              <p:txBody>
                <a:bodyPr rtlCol="0" anchor="ctr"/>
                <a:lstStyle/>
                <a:p>
                  <a:endParaRPr lang="en-IN" dirty="0"/>
                </a:p>
              </p:txBody>
            </p:sp>
            <p:sp>
              <p:nvSpPr>
                <p:cNvPr id="2958" name="Freeform: Shape 2957">
                  <a:extLst>
                    <a:ext uri="{FF2B5EF4-FFF2-40B4-BE49-F238E27FC236}">
                      <a16:creationId xmlns:a16="http://schemas.microsoft.com/office/drawing/2014/main" id="{16FB66D1-E666-AD83-E785-430E0C24F3BC}"/>
                    </a:ext>
                  </a:extLst>
                </p:cNvPr>
                <p:cNvSpPr/>
                <p:nvPr/>
              </p:nvSpPr>
              <p:spPr>
                <a:xfrm>
                  <a:off x="2452956" y="3925470"/>
                  <a:ext cx="22733" cy="15738"/>
                </a:xfrm>
                <a:custGeom>
                  <a:avLst/>
                  <a:gdLst>
                    <a:gd name="connsiteX0" fmla="*/ 22689 w 22733"/>
                    <a:gd name="connsiteY0" fmla="*/ -70 h 15738"/>
                    <a:gd name="connsiteX1" fmla="*/ -44 w 22733"/>
                    <a:gd name="connsiteY1" fmla="*/ 15668 h 15738"/>
                    <a:gd name="connsiteX2" fmla="*/ 22689 w 22733"/>
                    <a:gd name="connsiteY2" fmla="*/ -70 h 15738"/>
                  </a:gdLst>
                  <a:ahLst/>
                  <a:cxnLst>
                    <a:cxn ang="0">
                      <a:pos x="connsiteX0" y="connsiteY0"/>
                    </a:cxn>
                    <a:cxn ang="0">
                      <a:pos x="connsiteX1" y="connsiteY1"/>
                    </a:cxn>
                    <a:cxn ang="0">
                      <a:pos x="connsiteX2" y="connsiteY2"/>
                    </a:cxn>
                  </a:cxnLst>
                  <a:rect l="l" t="t" r="r" b="b"/>
                  <a:pathLst>
                    <a:path w="22733" h="15738">
                      <a:moveTo>
                        <a:pt x="22689" y="-70"/>
                      </a:moveTo>
                      <a:lnTo>
                        <a:pt x="-44" y="15668"/>
                      </a:lnTo>
                      <a:cubicBezTo>
                        <a:pt x="5053" y="7519"/>
                        <a:pt x="13272" y="1828"/>
                        <a:pt x="22689" y="-70"/>
                      </a:cubicBezTo>
                      <a:close/>
                    </a:path>
                  </a:pathLst>
                </a:custGeom>
                <a:solidFill>
                  <a:srgbClr val="B4B7C1"/>
                </a:solidFill>
                <a:ln w="87213" cap="flat">
                  <a:noFill/>
                  <a:prstDash val="solid"/>
                  <a:miter/>
                </a:ln>
              </p:spPr>
              <p:txBody>
                <a:bodyPr rtlCol="0" anchor="ctr"/>
                <a:lstStyle/>
                <a:p>
                  <a:endParaRPr lang="en-IN" dirty="0"/>
                </a:p>
              </p:txBody>
            </p:sp>
            <p:sp>
              <p:nvSpPr>
                <p:cNvPr id="2959" name="Freeform: Shape 2958">
                  <a:extLst>
                    <a:ext uri="{FF2B5EF4-FFF2-40B4-BE49-F238E27FC236}">
                      <a16:creationId xmlns:a16="http://schemas.microsoft.com/office/drawing/2014/main" id="{D196A91D-16E3-43B1-3CD7-48A92873D113}"/>
                    </a:ext>
                  </a:extLst>
                </p:cNvPr>
                <p:cNvSpPr/>
                <p:nvPr/>
              </p:nvSpPr>
              <p:spPr>
                <a:xfrm>
                  <a:off x="2442464" y="3941208"/>
                  <a:ext cx="10492" cy="13989"/>
                </a:xfrm>
                <a:custGeom>
                  <a:avLst/>
                  <a:gdLst>
                    <a:gd name="connsiteX0" fmla="*/ 10448 w 10492"/>
                    <a:gd name="connsiteY0" fmla="*/ -70 h 13989"/>
                    <a:gd name="connsiteX1" fmla="*/ -44 w 10492"/>
                    <a:gd name="connsiteY1" fmla="*/ 13920 h 13989"/>
                    <a:gd name="connsiteX2" fmla="*/ -44 w 10492"/>
                    <a:gd name="connsiteY2" fmla="*/ 13920 h 13989"/>
                    <a:gd name="connsiteX3" fmla="*/ -44 w 10492"/>
                    <a:gd name="connsiteY3" fmla="*/ 13920 h 13989"/>
                    <a:gd name="connsiteX4" fmla="*/ 10448 w 10492"/>
                    <a:gd name="connsiteY4" fmla="*/ -70 h 13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92" h="13989">
                      <a:moveTo>
                        <a:pt x="10448" y="-70"/>
                      </a:moveTo>
                      <a:cubicBezTo>
                        <a:pt x="7231" y="4800"/>
                        <a:pt x="3733" y="9469"/>
                        <a:pt x="-44" y="13920"/>
                      </a:cubicBezTo>
                      <a:lnTo>
                        <a:pt x="-44" y="13920"/>
                      </a:lnTo>
                      <a:cubicBezTo>
                        <a:pt x="-44" y="13920"/>
                        <a:pt x="-44" y="13920"/>
                        <a:pt x="-44" y="13920"/>
                      </a:cubicBezTo>
                      <a:cubicBezTo>
                        <a:pt x="2019" y="8332"/>
                        <a:pt x="5665" y="3471"/>
                        <a:pt x="10448" y="-70"/>
                      </a:cubicBezTo>
                      <a:close/>
                    </a:path>
                  </a:pathLst>
                </a:custGeom>
                <a:solidFill>
                  <a:srgbClr val="B4B7C1"/>
                </a:solidFill>
                <a:ln w="87213" cap="flat">
                  <a:noFill/>
                  <a:prstDash val="solid"/>
                  <a:miter/>
                </a:ln>
              </p:spPr>
              <p:txBody>
                <a:bodyPr rtlCol="0" anchor="ctr"/>
                <a:lstStyle/>
                <a:p>
                  <a:endParaRPr lang="en-IN" dirty="0"/>
                </a:p>
              </p:txBody>
            </p:sp>
            <p:sp>
              <p:nvSpPr>
                <p:cNvPr id="2960" name="Freeform: Shape 2959">
                  <a:extLst>
                    <a:ext uri="{FF2B5EF4-FFF2-40B4-BE49-F238E27FC236}">
                      <a16:creationId xmlns:a16="http://schemas.microsoft.com/office/drawing/2014/main" id="{EF60F432-D0C0-78A3-9380-E26A957CC1DF}"/>
                    </a:ext>
                  </a:extLst>
                </p:cNvPr>
                <p:cNvSpPr/>
                <p:nvPr/>
              </p:nvSpPr>
              <p:spPr>
                <a:xfrm>
                  <a:off x="2546511" y="3927219"/>
                  <a:ext cx="20984" cy="13115"/>
                </a:xfrm>
                <a:custGeom>
                  <a:avLst/>
                  <a:gdLst>
                    <a:gd name="connsiteX0" fmla="*/ 20940 w 20984"/>
                    <a:gd name="connsiteY0" fmla="*/ 13045 h 13115"/>
                    <a:gd name="connsiteX1" fmla="*/ -44 w 20984"/>
                    <a:gd name="connsiteY1" fmla="*/ -70 h 13115"/>
                    <a:gd name="connsiteX2" fmla="*/ 20940 w 20984"/>
                    <a:gd name="connsiteY2" fmla="*/ 13045 h 13115"/>
                  </a:gdLst>
                  <a:ahLst/>
                  <a:cxnLst>
                    <a:cxn ang="0">
                      <a:pos x="connsiteX0" y="connsiteY0"/>
                    </a:cxn>
                    <a:cxn ang="0">
                      <a:pos x="connsiteX1" y="connsiteY1"/>
                    </a:cxn>
                    <a:cxn ang="0">
                      <a:pos x="connsiteX2" y="connsiteY2"/>
                    </a:cxn>
                  </a:cxnLst>
                  <a:rect l="l" t="t" r="r" b="b"/>
                  <a:pathLst>
                    <a:path w="20984" h="13115">
                      <a:moveTo>
                        <a:pt x="20940" y="13045"/>
                      </a:moveTo>
                      <a:lnTo>
                        <a:pt x="-44" y="-70"/>
                      </a:lnTo>
                      <a:cubicBezTo>
                        <a:pt x="8376" y="1434"/>
                        <a:pt x="15895" y="6138"/>
                        <a:pt x="20940" y="13045"/>
                      </a:cubicBezTo>
                      <a:close/>
                    </a:path>
                  </a:pathLst>
                </a:custGeom>
                <a:solidFill>
                  <a:srgbClr val="B2B6C0"/>
                </a:solidFill>
                <a:ln w="87213" cap="flat">
                  <a:noFill/>
                  <a:prstDash val="solid"/>
                  <a:miter/>
                </a:ln>
              </p:spPr>
              <p:txBody>
                <a:bodyPr rtlCol="0" anchor="ctr"/>
                <a:lstStyle/>
                <a:p>
                  <a:endParaRPr lang="en-IN" dirty="0"/>
                </a:p>
              </p:txBody>
            </p:sp>
            <p:sp>
              <p:nvSpPr>
                <p:cNvPr id="2961" name="Freeform: Shape 2960">
                  <a:extLst>
                    <a:ext uri="{FF2B5EF4-FFF2-40B4-BE49-F238E27FC236}">
                      <a16:creationId xmlns:a16="http://schemas.microsoft.com/office/drawing/2014/main" id="{8891984F-AA60-FDB7-B5E6-80BEADF29F96}"/>
                    </a:ext>
                  </a:extLst>
                </p:cNvPr>
                <p:cNvSpPr/>
                <p:nvPr/>
              </p:nvSpPr>
              <p:spPr>
                <a:xfrm>
                  <a:off x="2431097" y="3957821"/>
                  <a:ext cx="7869" cy="15738"/>
                </a:xfrm>
                <a:custGeom>
                  <a:avLst/>
                  <a:gdLst>
                    <a:gd name="connsiteX0" fmla="*/ 7825 w 7869"/>
                    <a:gd name="connsiteY0" fmla="*/ -70 h 15738"/>
                    <a:gd name="connsiteX1" fmla="*/ 7825 w 7869"/>
                    <a:gd name="connsiteY1" fmla="*/ -70 h 15738"/>
                    <a:gd name="connsiteX2" fmla="*/ -44 w 7869"/>
                    <a:gd name="connsiteY2" fmla="*/ 15668 h 15738"/>
                    <a:gd name="connsiteX3" fmla="*/ 7825 w 7869"/>
                    <a:gd name="connsiteY3" fmla="*/ -70 h 15738"/>
                  </a:gdLst>
                  <a:ahLst/>
                  <a:cxnLst>
                    <a:cxn ang="0">
                      <a:pos x="connsiteX0" y="connsiteY0"/>
                    </a:cxn>
                    <a:cxn ang="0">
                      <a:pos x="connsiteX1" y="connsiteY1"/>
                    </a:cxn>
                    <a:cxn ang="0">
                      <a:pos x="connsiteX2" y="connsiteY2"/>
                    </a:cxn>
                    <a:cxn ang="0">
                      <a:pos x="connsiteX3" y="connsiteY3"/>
                    </a:cxn>
                  </a:cxnLst>
                  <a:rect l="l" t="t" r="r" b="b"/>
                  <a:pathLst>
                    <a:path w="7869" h="15738">
                      <a:moveTo>
                        <a:pt x="7825" y="-70"/>
                      </a:moveTo>
                      <a:lnTo>
                        <a:pt x="7825" y="-70"/>
                      </a:lnTo>
                      <a:cubicBezTo>
                        <a:pt x="6094" y="5578"/>
                        <a:pt x="3436" y="10894"/>
                        <a:pt x="-44" y="15668"/>
                      </a:cubicBezTo>
                      <a:cubicBezTo>
                        <a:pt x="1032" y="9784"/>
                        <a:pt x="3760" y="4319"/>
                        <a:pt x="7825" y="-70"/>
                      </a:cubicBezTo>
                      <a:close/>
                    </a:path>
                  </a:pathLst>
                </a:custGeom>
                <a:solidFill>
                  <a:srgbClr val="B4B7C1"/>
                </a:solidFill>
                <a:ln w="87213" cap="flat">
                  <a:noFill/>
                  <a:prstDash val="solid"/>
                  <a:miter/>
                </a:ln>
              </p:spPr>
              <p:txBody>
                <a:bodyPr rtlCol="0" anchor="ctr"/>
                <a:lstStyle/>
                <a:p>
                  <a:endParaRPr lang="en-IN" dirty="0"/>
                </a:p>
              </p:txBody>
            </p:sp>
            <p:sp>
              <p:nvSpPr>
                <p:cNvPr id="2962" name="Freeform: Shape 2961">
                  <a:extLst>
                    <a:ext uri="{FF2B5EF4-FFF2-40B4-BE49-F238E27FC236}">
                      <a16:creationId xmlns:a16="http://schemas.microsoft.com/office/drawing/2014/main" id="{6AA689C8-48CD-2C1C-187A-49094316977E}"/>
                    </a:ext>
                  </a:extLst>
                </p:cNvPr>
                <p:cNvSpPr/>
                <p:nvPr/>
              </p:nvSpPr>
              <p:spPr>
                <a:xfrm>
                  <a:off x="2580603" y="3957821"/>
                  <a:ext cx="6127" cy="10492"/>
                </a:xfrm>
                <a:custGeom>
                  <a:avLst/>
                  <a:gdLst>
                    <a:gd name="connsiteX0" fmla="*/ -37 w 6127"/>
                    <a:gd name="connsiteY0" fmla="*/ -70 h 10492"/>
                    <a:gd name="connsiteX1" fmla="*/ -37 w 6127"/>
                    <a:gd name="connsiteY1" fmla="*/ -70 h 10492"/>
                    <a:gd name="connsiteX2" fmla="*/ 6084 w 6127"/>
                    <a:gd name="connsiteY2" fmla="*/ 10422 h 10492"/>
                    <a:gd name="connsiteX3" fmla="*/ 6084 w 6127"/>
                    <a:gd name="connsiteY3" fmla="*/ 10422 h 10492"/>
                    <a:gd name="connsiteX4" fmla="*/ -37 w 6127"/>
                    <a:gd name="connsiteY4" fmla="*/ -70 h 10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7" h="10492">
                      <a:moveTo>
                        <a:pt x="-37" y="-70"/>
                      </a:moveTo>
                      <a:lnTo>
                        <a:pt x="-37" y="-70"/>
                      </a:lnTo>
                      <a:lnTo>
                        <a:pt x="6084" y="10422"/>
                      </a:lnTo>
                      <a:lnTo>
                        <a:pt x="6084" y="10422"/>
                      </a:lnTo>
                      <a:cubicBezTo>
                        <a:pt x="2193" y="8402"/>
                        <a:pt x="-194" y="4319"/>
                        <a:pt x="-37" y="-70"/>
                      </a:cubicBezTo>
                      <a:close/>
                    </a:path>
                  </a:pathLst>
                </a:custGeom>
                <a:solidFill>
                  <a:srgbClr val="B0B3BD"/>
                </a:solidFill>
                <a:ln w="87213" cap="flat">
                  <a:noFill/>
                  <a:prstDash val="solid"/>
                  <a:miter/>
                </a:ln>
              </p:spPr>
              <p:txBody>
                <a:bodyPr rtlCol="0" anchor="ctr"/>
                <a:lstStyle/>
                <a:p>
                  <a:endParaRPr lang="en-IN" dirty="0"/>
                </a:p>
              </p:txBody>
            </p:sp>
            <p:sp>
              <p:nvSpPr>
                <p:cNvPr id="2963" name="Freeform: Shape 2962">
                  <a:extLst>
                    <a:ext uri="{FF2B5EF4-FFF2-40B4-BE49-F238E27FC236}">
                      <a16:creationId xmlns:a16="http://schemas.microsoft.com/office/drawing/2014/main" id="{72278EF8-E371-9F79-DC51-69EDF3D29DBF}"/>
                    </a:ext>
                  </a:extLst>
                </p:cNvPr>
                <p:cNvSpPr/>
                <p:nvPr/>
              </p:nvSpPr>
              <p:spPr>
                <a:xfrm>
                  <a:off x="2498422" y="3917184"/>
                  <a:ext cx="9617" cy="2584"/>
                </a:xfrm>
                <a:custGeom>
                  <a:avLst/>
                  <a:gdLst>
                    <a:gd name="connsiteX0" fmla="*/ 9574 w 9617"/>
                    <a:gd name="connsiteY0" fmla="*/ 1222 h 2584"/>
                    <a:gd name="connsiteX1" fmla="*/ -44 w 9617"/>
                    <a:gd name="connsiteY1" fmla="*/ 1222 h 2584"/>
                    <a:gd name="connsiteX2" fmla="*/ 9574 w 9617"/>
                    <a:gd name="connsiteY2" fmla="*/ 1222 h 2584"/>
                  </a:gdLst>
                  <a:ahLst/>
                  <a:cxnLst>
                    <a:cxn ang="0">
                      <a:pos x="connsiteX0" y="connsiteY0"/>
                    </a:cxn>
                    <a:cxn ang="0">
                      <a:pos x="connsiteX1" y="connsiteY1"/>
                    </a:cxn>
                    <a:cxn ang="0">
                      <a:pos x="connsiteX2" y="connsiteY2"/>
                    </a:cxn>
                  </a:cxnLst>
                  <a:rect l="l" t="t" r="r" b="b"/>
                  <a:pathLst>
                    <a:path w="9617" h="2584">
                      <a:moveTo>
                        <a:pt x="9574" y="1222"/>
                      </a:moveTo>
                      <a:cubicBezTo>
                        <a:pt x="6601" y="2945"/>
                        <a:pt x="2929" y="2945"/>
                        <a:pt x="-44" y="1222"/>
                      </a:cubicBezTo>
                      <a:cubicBezTo>
                        <a:pt x="2929" y="-501"/>
                        <a:pt x="6601" y="-501"/>
                        <a:pt x="9574" y="1222"/>
                      </a:cubicBezTo>
                      <a:close/>
                    </a:path>
                  </a:pathLst>
                </a:custGeom>
                <a:solidFill>
                  <a:srgbClr val="B1B5BF"/>
                </a:solidFill>
                <a:ln w="87213" cap="flat">
                  <a:noFill/>
                  <a:prstDash val="solid"/>
                  <a:miter/>
                </a:ln>
              </p:spPr>
              <p:txBody>
                <a:bodyPr rtlCol="0" anchor="ctr"/>
                <a:lstStyle/>
                <a:p>
                  <a:endParaRPr lang="en-IN" dirty="0"/>
                </a:p>
              </p:txBody>
            </p:sp>
            <p:sp>
              <p:nvSpPr>
                <p:cNvPr id="2964" name="Freeform: Shape 2963">
                  <a:extLst>
                    <a:ext uri="{FF2B5EF4-FFF2-40B4-BE49-F238E27FC236}">
                      <a16:creationId xmlns:a16="http://schemas.microsoft.com/office/drawing/2014/main" id="{A5494DBF-9481-7A1B-56F5-545FC23B5A5C}"/>
                    </a:ext>
                  </a:extLst>
                </p:cNvPr>
                <p:cNvSpPr/>
                <p:nvPr/>
              </p:nvSpPr>
              <p:spPr>
                <a:xfrm>
                  <a:off x="2550883" y="3923722"/>
                  <a:ext cx="18361" cy="11366"/>
                </a:xfrm>
                <a:custGeom>
                  <a:avLst/>
                  <a:gdLst>
                    <a:gd name="connsiteX0" fmla="*/ 18317 w 18361"/>
                    <a:gd name="connsiteY0" fmla="*/ 11296 h 11366"/>
                    <a:gd name="connsiteX1" fmla="*/ -44 w 18361"/>
                    <a:gd name="connsiteY1" fmla="*/ -70 h 11366"/>
                    <a:gd name="connsiteX2" fmla="*/ 18317 w 18361"/>
                    <a:gd name="connsiteY2" fmla="*/ 11296 h 11366"/>
                  </a:gdLst>
                  <a:ahLst/>
                  <a:cxnLst>
                    <a:cxn ang="0">
                      <a:pos x="connsiteX0" y="connsiteY0"/>
                    </a:cxn>
                    <a:cxn ang="0">
                      <a:pos x="connsiteX1" y="connsiteY1"/>
                    </a:cxn>
                    <a:cxn ang="0">
                      <a:pos x="connsiteX2" y="connsiteY2"/>
                    </a:cxn>
                  </a:cxnLst>
                  <a:rect l="l" t="t" r="r" b="b"/>
                  <a:pathLst>
                    <a:path w="18361" h="11366">
                      <a:moveTo>
                        <a:pt x="18317" y="11296"/>
                      </a:moveTo>
                      <a:lnTo>
                        <a:pt x="-44" y="-70"/>
                      </a:lnTo>
                      <a:cubicBezTo>
                        <a:pt x="7423" y="909"/>
                        <a:pt x="14111" y="5045"/>
                        <a:pt x="18317" y="11296"/>
                      </a:cubicBezTo>
                      <a:close/>
                    </a:path>
                  </a:pathLst>
                </a:custGeom>
                <a:solidFill>
                  <a:srgbClr val="C0C3CB"/>
                </a:solidFill>
                <a:ln w="87213" cap="flat">
                  <a:noFill/>
                  <a:prstDash val="solid"/>
                  <a:miter/>
                </a:ln>
              </p:spPr>
              <p:txBody>
                <a:bodyPr rtlCol="0" anchor="ctr"/>
                <a:lstStyle/>
                <a:p>
                  <a:endParaRPr lang="en-IN" dirty="0"/>
                </a:p>
              </p:txBody>
            </p:sp>
            <p:sp>
              <p:nvSpPr>
                <p:cNvPr id="2965" name="Freeform: Shape 2964">
                  <a:extLst>
                    <a:ext uri="{FF2B5EF4-FFF2-40B4-BE49-F238E27FC236}">
                      <a16:creationId xmlns:a16="http://schemas.microsoft.com/office/drawing/2014/main" id="{580A00D8-13E6-AA8C-6B07-DB7E8412539C}"/>
                    </a:ext>
                  </a:extLst>
                </p:cNvPr>
                <p:cNvSpPr/>
                <p:nvPr/>
              </p:nvSpPr>
              <p:spPr>
                <a:xfrm>
                  <a:off x="2509788" y="3921099"/>
                  <a:ext cx="79700" cy="145141"/>
                </a:xfrm>
                <a:custGeom>
                  <a:avLst/>
                  <a:gdLst>
                    <a:gd name="connsiteX0" fmla="*/ 70778 w 79700"/>
                    <a:gd name="connsiteY0" fmla="*/ 36652 h 145141"/>
                    <a:gd name="connsiteX1" fmla="*/ 78647 w 79700"/>
                    <a:gd name="connsiteY1" fmla="*/ 50642 h 145141"/>
                    <a:gd name="connsiteX2" fmla="*/ 78647 w 79700"/>
                    <a:gd name="connsiteY2" fmla="*/ 56763 h 145141"/>
                    <a:gd name="connsiteX3" fmla="*/ 78647 w 79700"/>
                    <a:gd name="connsiteY3" fmla="*/ 67254 h 145141"/>
                    <a:gd name="connsiteX4" fmla="*/ 78647 w 79700"/>
                    <a:gd name="connsiteY4" fmla="*/ 67254 h 145141"/>
                    <a:gd name="connsiteX5" fmla="*/ 78647 w 79700"/>
                    <a:gd name="connsiteY5" fmla="*/ 78621 h 145141"/>
                    <a:gd name="connsiteX6" fmla="*/ 78647 w 79700"/>
                    <a:gd name="connsiteY6" fmla="*/ 84742 h 145141"/>
                    <a:gd name="connsiteX7" fmla="*/ 78647 w 79700"/>
                    <a:gd name="connsiteY7" fmla="*/ 102228 h 145141"/>
                    <a:gd name="connsiteX8" fmla="*/ 71652 w 79700"/>
                    <a:gd name="connsiteY8" fmla="*/ 118841 h 145141"/>
                    <a:gd name="connsiteX9" fmla="*/ 47171 w 79700"/>
                    <a:gd name="connsiteY9" fmla="*/ 145071 h 145141"/>
                    <a:gd name="connsiteX10" fmla="*/ 53291 w 79700"/>
                    <a:gd name="connsiteY10" fmla="*/ 135453 h 145141"/>
                    <a:gd name="connsiteX11" fmla="*/ 75150 w 79700"/>
                    <a:gd name="connsiteY11" fmla="*/ 88238 h 145141"/>
                    <a:gd name="connsiteX12" fmla="*/ 75150 w 79700"/>
                    <a:gd name="connsiteY12" fmla="*/ 72501 h 145141"/>
                    <a:gd name="connsiteX13" fmla="*/ 75150 w 79700"/>
                    <a:gd name="connsiteY13" fmla="*/ 62883 h 145141"/>
                    <a:gd name="connsiteX14" fmla="*/ 48045 w 79700"/>
                    <a:gd name="connsiteY14" fmla="*/ 21789 h 145141"/>
                    <a:gd name="connsiteX15" fmla="*/ 6951 w 79700"/>
                    <a:gd name="connsiteY15" fmla="*/ 4301 h 145141"/>
                    <a:gd name="connsiteX16" fmla="*/ -44 w 79700"/>
                    <a:gd name="connsiteY16" fmla="*/ -70 h 145141"/>
                    <a:gd name="connsiteX17" fmla="*/ -44 w 79700"/>
                    <a:gd name="connsiteY17" fmla="*/ -70 h 145141"/>
                    <a:gd name="connsiteX18" fmla="*/ 70778 w 79700"/>
                    <a:gd name="connsiteY18" fmla="*/ 36652 h 14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700" h="145141">
                      <a:moveTo>
                        <a:pt x="70778" y="36652"/>
                      </a:moveTo>
                      <a:cubicBezTo>
                        <a:pt x="72535" y="41749"/>
                        <a:pt x="75202" y="46489"/>
                        <a:pt x="78647" y="50642"/>
                      </a:cubicBezTo>
                      <a:lnTo>
                        <a:pt x="78647" y="56763"/>
                      </a:lnTo>
                      <a:cubicBezTo>
                        <a:pt x="78647" y="56763"/>
                        <a:pt x="78647" y="63757"/>
                        <a:pt x="78647" y="67254"/>
                      </a:cubicBezTo>
                      <a:lnTo>
                        <a:pt x="78647" y="67254"/>
                      </a:lnTo>
                      <a:cubicBezTo>
                        <a:pt x="78647" y="67254"/>
                        <a:pt x="78647" y="74249"/>
                        <a:pt x="78647" y="78621"/>
                      </a:cubicBezTo>
                      <a:lnTo>
                        <a:pt x="78647" y="84742"/>
                      </a:lnTo>
                      <a:cubicBezTo>
                        <a:pt x="79993" y="90494"/>
                        <a:pt x="79993" y="96475"/>
                        <a:pt x="78647" y="102228"/>
                      </a:cubicBezTo>
                      <a:cubicBezTo>
                        <a:pt x="78647" y="107474"/>
                        <a:pt x="78647" y="113595"/>
                        <a:pt x="71652" y="118841"/>
                      </a:cubicBezTo>
                      <a:cubicBezTo>
                        <a:pt x="66389" y="129901"/>
                        <a:pt x="57837" y="139056"/>
                        <a:pt x="47171" y="145071"/>
                      </a:cubicBezTo>
                      <a:cubicBezTo>
                        <a:pt x="47171" y="139825"/>
                        <a:pt x="47171" y="138077"/>
                        <a:pt x="53291" y="135453"/>
                      </a:cubicBezTo>
                      <a:cubicBezTo>
                        <a:pt x="65549" y="122531"/>
                        <a:pt x="73234" y="105945"/>
                        <a:pt x="75150" y="88238"/>
                      </a:cubicBezTo>
                      <a:cubicBezTo>
                        <a:pt x="76444" y="83071"/>
                        <a:pt x="76444" y="77668"/>
                        <a:pt x="75150" y="72501"/>
                      </a:cubicBezTo>
                      <a:cubicBezTo>
                        <a:pt x="74468" y="69327"/>
                        <a:pt x="74468" y="66048"/>
                        <a:pt x="75150" y="62883"/>
                      </a:cubicBezTo>
                      <a:cubicBezTo>
                        <a:pt x="71976" y="46113"/>
                        <a:pt x="62209" y="31310"/>
                        <a:pt x="48045" y="21789"/>
                      </a:cubicBezTo>
                      <a:cubicBezTo>
                        <a:pt x="36320" y="12109"/>
                        <a:pt x="22051" y="6042"/>
                        <a:pt x="6951" y="4301"/>
                      </a:cubicBezTo>
                      <a:cubicBezTo>
                        <a:pt x="6951" y="4301"/>
                        <a:pt x="830" y="4301"/>
                        <a:pt x="-44" y="-70"/>
                      </a:cubicBezTo>
                      <a:lnTo>
                        <a:pt x="-44" y="-70"/>
                      </a:lnTo>
                      <a:cubicBezTo>
                        <a:pt x="27865" y="988"/>
                        <a:pt x="53833" y="14453"/>
                        <a:pt x="70778" y="36652"/>
                      </a:cubicBezTo>
                      <a:close/>
                    </a:path>
                  </a:pathLst>
                </a:custGeom>
                <a:solidFill>
                  <a:srgbClr val="A6AAB6"/>
                </a:solidFill>
                <a:ln w="87213" cap="flat">
                  <a:noFill/>
                  <a:prstDash val="solid"/>
                  <a:miter/>
                </a:ln>
              </p:spPr>
              <p:txBody>
                <a:bodyPr rtlCol="0" anchor="ctr"/>
                <a:lstStyle/>
                <a:p>
                  <a:endParaRPr lang="en-IN" dirty="0"/>
                </a:p>
              </p:txBody>
            </p:sp>
            <p:sp>
              <p:nvSpPr>
                <p:cNvPr id="2966" name="Freeform: Shape 2965">
                  <a:extLst>
                    <a:ext uri="{FF2B5EF4-FFF2-40B4-BE49-F238E27FC236}">
                      <a16:creationId xmlns:a16="http://schemas.microsoft.com/office/drawing/2014/main" id="{BEBA9596-4D8E-F476-E44F-EB98D9EEF20B}"/>
                    </a:ext>
                  </a:extLst>
                </p:cNvPr>
                <p:cNvSpPr/>
                <p:nvPr/>
              </p:nvSpPr>
              <p:spPr>
                <a:xfrm>
                  <a:off x="2593411" y="4007659"/>
                  <a:ext cx="314" cy="18361"/>
                </a:xfrm>
                <a:custGeom>
                  <a:avLst/>
                  <a:gdLst>
                    <a:gd name="connsiteX0" fmla="*/ 271 w 314"/>
                    <a:gd name="connsiteY0" fmla="*/ 17417 h 18361"/>
                    <a:gd name="connsiteX1" fmla="*/ 271 w 314"/>
                    <a:gd name="connsiteY1" fmla="*/ -70 h 18361"/>
                    <a:gd name="connsiteX2" fmla="*/ 271 w 314"/>
                    <a:gd name="connsiteY2" fmla="*/ 18291 h 18361"/>
                  </a:gdLst>
                  <a:ahLst/>
                  <a:cxnLst>
                    <a:cxn ang="0">
                      <a:pos x="connsiteX0" y="connsiteY0"/>
                    </a:cxn>
                    <a:cxn ang="0">
                      <a:pos x="connsiteX1" y="connsiteY1"/>
                    </a:cxn>
                    <a:cxn ang="0">
                      <a:pos x="connsiteX2" y="connsiteY2"/>
                    </a:cxn>
                  </a:cxnLst>
                  <a:rect l="l" t="t" r="r" b="b"/>
                  <a:pathLst>
                    <a:path w="314" h="18361">
                      <a:moveTo>
                        <a:pt x="271" y="17417"/>
                      </a:moveTo>
                      <a:cubicBezTo>
                        <a:pt x="-149" y="11594"/>
                        <a:pt x="-149" y="5753"/>
                        <a:pt x="271" y="-70"/>
                      </a:cubicBezTo>
                      <a:cubicBezTo>
                        <a:pt x="271" y="6050"/>
                        <a:pt x="271" y="12171"/>
                        <a:pt x="271" y="18291"/>
                      </a:cubicBezTo>
                      <a:close/>
                    </a:path>
                  </a:pathLst>
                </a:custGeom>
                <a:solidFill>
                  <a:srgbClr val="B0B3BD"/>
                </a:solidFill>
                <a:ln w="87213" cap="flat">
                  <a:noFill/>
                  <a:prstDash val="solid"/>
                  <a:miter/>
                </a:ln>
              </p:spPr>
              <p:txBody>
                <a:bodyPr rtlCol="0" anchor="ctr"/>
                <a:lstStyle/>
                <a:p>
                  <a:endParaRPr lang="en-IN" dirty="0"/>
                </a:p>
              </p:txBody>
            </p:sp>
            <p:sp>
              <p:nvSpPr>
                <p:cNvPr id="2967" name="Freeform: Shape 2966">
                  <a:extLst>
                    <a:ext uri="{FF2B5EF4-FFF2-40B4-BE49-F238E27FC236}">
                      <a16:creationId xmlns:a16="http://schemas.microsoft.com/office/drawing/2014/main" id="{9CE166E0-C275-90EE-FDF5-5995AAF1EC78}"/>
                    </a:ext>
                  </a:extLst>
                </p:cNvPr>
                <p:cNvSpPr/>
                <p:nvPr/>
              </p:nvSpPr>
              <p:spPr>
                <a:xfrm>
                  <a:off x="2593420" y="3977057"/>
                  <a:ext cx="1180" cy="10491"/>
                </a:xfrm>
                <a:custGeom>
                  <a:avLst/>
                  <a:gdLst>
                    <a:gd name="connsiteX0" fmla="*/ 1136 w 1180"/>
                    <a:gd name="connsiteY0" fmla="*/ 10422 h 10491"/>
                    <a:gd name="connsiteX1" fmla="*/ 1136 w 1180"/>
                    <a:gd name="connsiteY1" fmla="*/ -70 h 10491"/>
                    <a:gd name="connsiteX2" fmla="*/ 1136 w 1180"/>
                    <a:gd name="connsiteY2" fmla="*/ 10422 h 10491"/>
                  </a:gdLst>
                  <a:ahLst/>
                  <a:cxnLst>
                    <a:cxn ang="0">
                      <a:pos x="connsiteX0" y="connsiteY0"/>
                    </a:cxn>
                    <a:cxn ang="0">
                      <a:pos x="connsiteX1" y="connsiteY1"/>
                    </a:cxn>
                    <a:cxn ang="0">
                      <a:pos x="connsiteX2" y="connsiteY2"/>
                    </a:cxn>
                  </a:cxnLst>
                  <a:rect l="l" t="t" r="r" b="b"/>
                  <a:pathLst>
                    <a:path w="1180" h="10491">
                      <a:moveTo>
                        <a:pt x="1136" y="10422"/>
                      </a:moveTo>
                      <a:cubicBezTo>
                        <a:pt x="-438" y="7100"/>
                        <a:pt x="-438" y="3253"/>
                        <a:pt x="1136" y="-70"/>
                      </a:cubicBezTo>
                      <a:cubicBezTo>
                        <a:pt x="1136" y="-70"/>
                        <a:pt x="1136" y="6050"/>
                        <a:pt x="1136" y="10422"/>
                      </a:cubicBezTo>
                      <a:close/>
                    </a:path>
                  </a:pathLst>
                </a:custGeom>
                <a:solidFill>
                  <a:srgbClr val="B0B3BD"/>
                </a:solidFill>
                <a:ln w="87213" cap="flat">
                  <a:noFill/>
                  <a:prstDash val="solid"/>
                  <a:miter/>
                </a:ln>
              </p:spPr>
              <p:txBody>
                <a:bodyPr rtlCol="0" anchor="ctr"/>
                <a:lstStyle/>
                <a:p>
                  <a:endParaRPr lang="en-IN" dirty="0"/>
                </a:p>
              </p:txBody>
            </p:sp>
            <p:sp>
              <p:nvSpPr>
                <p:cNvPr id="2968" name="Freeform: Shape 2967">
                  <a:extLst>
                    <a:ext uri="{FF2B5EF4-FFF2-40B4-BE49-F238E27FC236}">
                      <a16:creationId xmlns:a16="http://schemas.microsoft.com/office/drawing/2014/main" id="{236B5988-AA7E-99BD-FB2C-8A51BA3C16F2}"/>
                    </a:ext>
                  </a:extLst>
                </p:cNvPr>
                <p:cNvSpPr/>
                <p:nvPr/>
              </p:nvSpPr>
              <p:spPr>
                <a:xfrm>
                  <a:off x="2594676" y="3990172"/>
                  <a:ext cx="3344" cy="11366"/>
                </a:xfrm>
                <a:custGeom>
                  <a:avLst/>
                  <a:gdLst>
                    <a:gd name="connsiteX0" fmla="*/ 1628 w 3344"/>
                    <a:gd name="connsiteY0" fmla="*/ 11296 h 11366"/>
                    <a:gd name="connsiteX1" fmla="*/ 1628 w 3344"/>
                    <a:gd name="connsiteY1" fmla="*/ -70 h 11366"/>
                    <a:gd name="connsiteX2" fmla="*/ 1628 w 3344"/>
                    <a:gd name="connsiteY2" fmla="*/ 11296 h 11366"/>
                  </a:gdLst>
                  <a:ahLst/>
                  <a:cxnLst>
                    <a:cxn ang="0">
                      <a:pos x="connsiteX0" y="connsiteY0"/>
                    </a:cxn>
                    <a:cxn ang="0">
                      <a:pos x="connsiteX1" y="connsiteY1"/>
                    </a:cxn>
                    <a:cxn ang="0">
                      <a:pos x="connsiteX2" y="connsiteY2"/>
                    </a:cxn>
                  </a:cxnLst>
                  <a:rect l="l" t="t" r="r" b="b"/>
                  <a:pathLst>
                    <a:path w="3344" h="11366">
                      <a:moveTo>
                        <a:pt x="1628" y="11296"/>
                      </a:moveTo>
                      <a:cubicBezTo>
                        <a:pt x="-601" y="7834"/>
                        <a:pt x="-601" y="3392"/>
                        <a:pt x="1628" y="-70"/>
                      </a:cubicBezTo>
                      <a:cubicBezTo>
                        <a:pt x="3858" y="3392"/>
                        <a:pt x="3858" y="7834"/>
                        <a:pt x="1628" y="11296"/>
                      </a:cubicBezTo>
                      <a:close/>
                    </a:path>
                  </a:pathLst>
                </a:custGeom>
                <a:solidFill>
                  <a:srgbClr val="B0B3BD"/>
                </a:solidFill>
                <a:ln w="87213" cap="flat">
                  <a:noFill/>
                  <a:prstDash val="solid"/>
                  <a:miter/>
                </a:ln>
              </p:spPr>
              <p:txBody>
                <a:bodyPr rtlCol="0" anchor="ctr"/>
                <a:lstStyle/>
                <a:p>
                  <a:endParaRPr lang="en-IN" dirty="0"/>
                </a:p>
              </p:txBody>
            </p:sp>
            <p:sp>
              <p:nvSpPr>
                <p:cNvPr id="2969" name="Freeform: Shape 2968">
                  <a:extLst>
                    <a:ext uri="{FF2B5EF4-FFF2-40B4-BE49-F238E27FC236}">
                      <a16:creationId xmlns:a16="http://schemas.microsoft.com/office/drawing/2014/main" id="{A22D9F53-1B56-8ADC-5530-AA08E295000A}"/>
                    </a:ext>
                  </a:extLst>
                </p:cNvPr>
                <p:cNvSpPr/>
                <p:nvPr/>
              </p:nvSpPr>
              <p:spPr>
                <a:xfrm>
                  <a:off x="2437217" y="3930682"/>
                  <a:ext cx="156507" cy="151296"/>
                </a:xfrm>
                <a:custGeom>
                  <a:avLst/>
                  <a:gdLst>
                    <a:gd name="connsiteX0" fmla="*/ 153841 w 156507"/>
                    <a:gd name="connsiteY0" fmla="*/ 62918 h 151296"/>
                    <a:gd name="connsiteX1" fmla="*/ 147720 w 156507"/>
                    <a:gd name="connsiteY1" fmla="*/ 107509 h 151296"/>
                    <a:gd name="connsiteX2" fmla="*/ 124987 w 156507"/>
                    <a:gd name="connsiteY2" fmla="*/ 137237 h 151296"/>
                    <a:gd name="connsiteX3" fmla="*/ 108375 w 156507"/>
                    <a:gd name="connsiteY3" fmla="*/ 145980 h 151296"/>
                    <a:gd name="connsiteX4" fmla="*/ 83893 w 156507"/>
                    <a:gd name="connsiteY4" fmla="*/ 151226 h 151296"/>
                    <a:gd name="connsiteX5" fmla="*/ 77773 w 156507"/>
                    <a:gd name="connsiteY5" fmla="*/ 151226 h 151296"/>
                    <a:gd name="connsiteX6" fmla="*/ 53291 w 156507"/>
                    <a:gd name="connsiteY6" fmla="*/ 151226 h 151296"/>
                    <a:gd name="connsiteX7" fmla="*/ 53291 w 156507"/>
                    <a:gd name="connsiteY7" fmla="*/ 151226 h 151296"/>
                    <a:gd name="connsiteX8" fmla="*/ 43673 w 156507"/>
                    <a:gd name="connsiteY8" fmla="*/ 145980 h 151296"/>
                    <a:gd name="connsiteX9" fmla="*/ 28809 w 156507"/>
                    <a:gd name="connsiteY9" fmla="*/ 136362 h 151296"/>
                    <a:gd name="connsiteX10" fmla="*/ 20066 w 156507"/>
                    <a:gd name="connsiteY10" fmla="*/ 130242 h 151296"/>
                    <a:gd name="connsiteX11" fmla="*/ 13946 w 156507"/>
                    <a:gd name="connsiteY11" fmla="*/ 123247 h 151296"/>
                    <a:gd name="connsiteX12" fmla="*/ 8699 w 156507"/>
                    <a:gd name="connsiteY12" fmla="*/ 116252 h 151296"/>
                    <a:gd name="connsiteX13" fmla="*/ 8699 w 156507"/>
                    <a:gd name="connsiteY13" fmla="*/ 116252 h 151296"/>
                    <a:gd name="connsiteX14" fmla="*/ 2579 w 156507"/>
                    <a:gd name="connsiteY14" fmla="*/ 55048 h 151296"/>
                    <a:gd name="connsiteX15" fmla="*/ 2579 w 156507"/>
                    <a:gd name="connsiteY15" fmla="*/ 49802 h 151296"/>
                    <a:gd name="connsiteX16" fmla="*/ 2579 w 156507"/>
                    <a:gd name="connsiteY16" fmla="*/ 40184 h 151296"/>
                    <a:gd name="connsiteX17" fmla="*/ 8699 w 156507"/>
                    <a:gd name="connsiteY17" fmla="*/ 31441 h 151296"/>
                    <a:gd name="connsiteX18" fmla="*/ 14820 w 156507"/>
                    <a:gd name="connsiteY18" fmla="*/ 22697 h 151296"/>
                    <a:gd name="connsiteX19" fmla="*/ 72527 w 156507"/>
                    <a:gd name="connsiteY19" fmla="*/ -35 h 151296"/>
                    <a:gd name="connsiteX20" fmla="*/ 120616 w 156507"/>
                    <a:gd name="connsiteY20" fmla="*/ 19200 h 151296"/>
                    <a:gd name="connsiteX21" fmla="*/ 150343 w 156507"/>
                    <a:gd name="connsiteY21" fmla="*/ 62918 h 151296"/>
                    <a:gd name="connsiteX22" fmla="*/ 144223 w 156507"/>
                    <a:gd name="connsiteY22" fmla="*/ 56797 h 151296"/>
                    <a:gd name="connsiteX23" fmla="*/ 138103 w 156507"/>
                    <a:gd name="connsiteY23" fmla="*/ 27069 h 151296"/>
                    <a:gd name="connsiteX24" fmla="*/ 138103 w 156507"/>
                    <a:gd name="connsiteY24" fmla="*/ 27069 h 151296"/>
                    <a:gd name="connsiteX25" fmla="*/ 96134 w 156507"/>
                    <a:gd name="connsiteY25" fmla="*/ 838 h 151296"/>
                    <a:gd name="connsiteX26" fmla="*/ 77773 w 156507"/>
                    <a:gd name="connsiteY26" fmla="*/ 838 h 151296"/>
                    <a:gd name="connsiteX27" fmla="*/ 68155 w 156507"/>
                    <a:gd name="connsiteY27" fmla="*/ 838 h 151296"/>
                    <a:gd name="connsiteX28" fmla="*/ 60286 w 156507"/>
                    <a:gd name="connsiteY28" fmla="*/ 838 h 151296"/>
                    <a:gd name="connsiteX29" fmla="*/ 55040 w 156507"/>
                    <a:gd name="connsiteY29" fmla="*/ 838 h 151296"/>
                    <a:gd name="connsiteX30" fmla="*/ 48045 w 156507"/>
                    <a:gd name="connsiteY30" fmla="*/ 838 h 151296"/>
                    <a:gd name="connsiteX31" fmla="*/ 41925 w 156507"/>
                    <a:gd name="connsiteY31" fmla="*/ 838 h 151296"/>
                    <a:gd name="connsiteX32" fmla="*/ 32307 w 156507"/>
                    <a:gd name="connsiteY32" fmla="*/ 6959 h 151296"/>
                    <a:gd name="connsiteX33" fmla="*/ 24438 w 156507"/>
                    <a:gd name="connsiteY33" fmla="*/ 14828 h 151296"/>
                    <a:gd name="connsiteX34" fmla="*/ 24438 w 156507"/>
                    <a:gd name="connsiteY34" fmla="*/ 14828 h 151296"/>
                    <a:gd name="connsiteX35" fmla="*/ 17443 w 156507"/>
                    <a:gd name="connsiteY35" fmla="*/ 22697 h 151296"/>
                    <a:gd name="connsiteX36" fmla="*/ 17443 w 156507"/>
                    <a:gd name="connsiteY36" fmla="*/ 22697 h 151296"/>
                    <a:gd name="connsiteX37" fmla="*/ 17443 w 156507"/>
                    <a:gd name="connsiteY37" fmla="*/ 22697 h 151296"/>
                    <a:gd name="connsiteX38" fmla="*/ 8699 w 156507"/>
                    <a:gd name="connsiteY38" fmla="*/ 43682 h 151296"/>
                    <a:gd name="connsiteX39" fmla="*/ 8699 w 156507"/>
                    <a:gd name="connsiteY39" fmla="*/ 55048 h 151296"/>
                    <a:gd name="connsiteX40" fmla="*/ 8699 w 156507"/>
                    <a:gd name="connsiteY40" fmla="*/ 62043 h 151296"/>
                    <a:gd name="connsiteX41" fmla="*/ 8699 w 156507"/>
                    <a:gd name="connsiteY41" fmla="*/ 69912 h 151296"/>
                    <a:gd name="connsiteX42" fmla="*/ 8699 w 156507"/>
                    <a:gd name="connsiteY42" fmla="*/ 76032 h 151296"/>
                    <a:gd name="connsiteX43" fmla="*/ 87390 w 156507"/>
                    <a:gd name="connsiteY43" fmla="*/ 131990 h 151296"/>
                    <a:gd name="connsiteX44" fmla="*/ 117993 w 156507"/>
                    <a:gd name="connsiteY44" fmla="*/ 124122 h 151296"/>
                    <a:gd name="connsiteX45" fmla="*/ 156464 w 156507"/>
                    <a:gd name="connsiteY45" fmla="*/ 61169 h 151296"/>
                    <a:gd name="connsiteX46" fmla="*/ 153841 w 156507"/>
                    <a:gd name="connsiteY46" fmla="*/ 62918 h 15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6507" h="151296">
                      <a:moveTo>
                        <a:pt x="153841" y="62918"/>
                      </a:moveTo>
                      <a:cubicBezTo>
                        <a:pt x="158484" y="77956"/>
                        <a:pt x="156236" y="94280"/>
                        <a:pt x="147720" y="107509"/>
                      </a:cubicBezTo>
                      <a:cubicBezTo>
                        <a:pt x="141941" y="118674"/>
                        <a:pt x="134247" y="128729"/>
                        <a:pt x="124987" y="137237"/>
                      </a:cubicBezTo>
                      <a:cubicBezTo>
                        <a:pt x="120502" y="141818"/>
                        <a:pt x="114688" y="144878"/>
                        <a:pt x="108375" y="145980"/>
                      </a:cubicBezTo>
                      <a:cubicBezTo>
                        <a:pt x="100436" y="148647"/>
                        <a:pt x="92226" y="150404"/>
                        <a:pt x="83893" y="151226"/>
                      </a:cubicBezTo>
                      <a:lnTo>
                        <a:pt x="77773" y="151226"/>
                      </a:lnTo>
                      <a:cubicBezTo>
                        <a:pt x="69029" y="151226"/>
                        <a:pt x="62035" y="151226"/>
                        <a:pt x="53291" y="151226"/>
                      </a:cubicBezTo>
                      <a:lnTo>
                        <a:pt x="53291" y="151226"/>
                      </a:lnTo>
                      <a:cubicBezTo>
                        <a:pt x="49907" y="149819"/>
                        <a:pt x="46690" y="148061"/>
                        <a:pt x="43673" y="145980"/>
                      </a:cubicBezTo>
                      <a:cubicBezTo>
                        <a:pt x="38051" y="143943"/>
                        <a:pt x="32971" y="140656"/>
                        <a:pt x="28809" y="136362"/>
                      </a:cubicBezTo>
                      <a:cubicBezTo>
                        <a:pt x="25504" y="134946"/>
                        <a:pt x="22531" y="132856"/>
                        <a:pt x="20066" y="130242"/>
                      </a:cubicBezTo>
                      <a:lnTo>
                        <a:pt x="13946" y="123247"/>
                      </a:lnTo>
                      <a:cubicBezTo>
                        <a:pt x="13946" y="123247"/>
                        <a:pt x="13946" y="123247"/>
                        <a:pt x="8699" y="116252"/>
                      </a:cubicBezTo>
                      <a:cubicBezTo>
                        <a:pt x="3453" y="109258"/>
                        <a:pt x="8699" y="116252"/>
                        <a:pt x="8699" y="116252"/>
                      </a:cubicBezTo>
                      <a:cubicBezTo>
                        <a:pt x="-245" y="97139"/>
                        <a:pt x="-2405" y="75551"/>
                        <a:pt x="2579" y="55048"/>
                      </a:cubicBezTo>
                      <a:lnTo>
                        <a:pt x="2579" y="49802"/>
                      </a:lnTo>
                      <a:cubicBezTo>
                        <a:pt x="2579" y="49802"/>
                        <a:pt x="2579" y="43682"/>
                        <a:pt x="2579" y="40184"/>
                      </a:cubicBezTo>
                      <a:lnTo>
                        <a:pt x="8699" y="31441"/>
                      </a:lnTo>
                      <a:cubicBezTo>
                        <a:pt x="8699" y="31441"/>
                        <a:pt x="8699" y="24446"/>
                        <a:pt x="14820" y="22697"/>
                      </a:cubicBezTo>
                      <a:cubicBezTo>
                        <a:pt x="30129" y="7537"/>
                        <a:pt x="50992" y="-674"/>
                        <a:pt x="72527" y="-35"/>
                      </a:cubicBezTo>
                      <a:cubicBezTo>
                        <a:pt x="89900" y="2290"/>
                        <a:pt x="106425" y="8900"/>
                        <a:pt x="120616" y="19200"/>
                      </a:cubicBezTo>
                      <a:cubicBezTo>
                        <a:pt x="136144" y="29036"/>
                        <a:pt x="146907" y="44862"/>
                        <a:pt x="150343" y="62918"/>
                      </a:cubicBezTo>
                      <a:cubicBezTo>
                        <a:pt x="150343" y="62918"/>
                        <a:pt x="150343" y="62918"/>
                        <a:pt x="144223" y="56797"/>
                      </a:cubicBezTo>
                      <a:cubicBezTo>
                        <a:pt x="144442" y="46550"/>
                        <a:pt x="142352" y="36389"/>
                        <a:pt x="138103" y="27069"/>
                      </a:cubicBezTo>
                      <a:cubicBezTo>
                        <a:pt x="138103" y="27069"/>
                        <a:pt x="138103" y="27069"/>
                        <a:pt x="138103" y="27069"/>
                      </a:cubicBezTo>
                      <a:cubicBezTo>
                        <a:pt x="127138" y="14225"/>
                        <a:pt x="112484" y="5062"/>
                        <a:pt x="96134" y="838"/>
                      </a:cubicBezTo>
                      <a:cubicBezTo>
                        <a:pt x="90049" y="-35"/>
                        <a:pt x="83858" y="-35"/>
                        <a:pt x="77773" y="838"/>
                      </a:cubicBezTo>
                      <a:lnTo>
                        <a:pt x="68155" y="838"/>
                      </a:lnTo>
                      <a:cubicBezTo>
                        <a:pt x="65602" y="-27"/>
                        <a:pt x="62839" y="-27"/>
                        <a:pt x="60286" y="838"/>
                      </a:cubicBezTo>
                      <a:lnTo>
                        <a:pt x="55040" y="838"/>
                      </a:lnTo>
                      <a:lnTo>
                        <a:pt x="48045" y="838"/>
                      </a:lnTo>
                      <a:lnTo>
                        <a:pt x="41925" y="838"/>
                      </a:lnTo>
                      <a:lnTo>
                        <a:pt x="32307" y="6959"/>
                      </a:lnTo>
                      <a:cubicBezTo>
                        <a:pt x="28897" y="8655"/>
                        <a:pt x="26134" y="11418"/>
                        <a:pt x="24438" y="14828"/>
                      </a:cubicBezTo>
                      <a:lnTo>
                        <a:pt x="24438" y="14828"/>
                      </a:lnTo>
                      <a:cubicBezTo>
                        <a:pt x="24438" y="14828"/>
                        <a:pt x="19191" y="14828"/>
                        <a:pt x="17443" y="22697"/>
                      </a:cubicBezTo>
                      <a:lnTo>
                        <a:pt x="17443" y="22697"/>
                      </a:lnTo>
                      <a:lnTo>
                        <a:pt x="17443" y="22697"/>
                      </a:lnTo>
                      <a:cubicBezTo>
                        <a:pt x="13631" y="29281"/>
                        <a:pt x="10684" y="36337"/>
                        <a:pt x="8699" y="43682"/>
                      </a:cubicBezTo>
                      <a:cubicBezTo>
                        <a:pt x="8699" y="43682"/>
                        <a:pt x="8699" y="51551"/>
                        <a:pt x="8699" y="55048"/>
                      </a:cubicBezTo>
                      <a:lnTo>
                        <a:pt x="8699" y="62043"/>
                      </a:lnTo>
                      <a:cubicBezTo>
                        <a:pt x="8288" y="64649"/>
                        <a:pt x="8288" y="67306"/>
                        <a:pt x="8699" y="69912"/>
                      </a:cubicBezTo>
                      <a:cubicBezTo>
                        <a:pt x="8699" y="69912"/>
                        <a:pt x="8699" y="69912"/>
                        <a:pt x="8699" y="76032"/>
                      </a:cubicBezTo>
                      <a:cubicBezTo>
                        <a:pt x="19821" y="109922"/>
                        <a:pt x="51726" y="132620"/>
                        <a:pt x="87390" y="131990"/>
                      </a:cubicBezTo>
                      <a:cubicBezTo>
                        <a:pt x="98031" y="131562"/>
                        <a:pt x="108462" y="128878"/>
                        <a:pt x="117993" y="124122"/>
                      </a:cubicBezTo>
                      <a:cubicBezTo>
                        <a:pt x="141600" y="112003"/>
                        <a:pt x="156446" y="87705"/>
                        <a:pt x="156464" y="61169"/>
                      </a:cubicBezTo>
                      <a:cubicBezTo>
                        <a:pt x="156464" y="61169"/>
                        <a:pt x="148595" y="65541"/>
                        <a:pt x="153841" y="62918"/>
                      </a:cubicBezTo>
                      <a:close/>
                    </a:path>
                  </a:pathLst>
                </a:custGeom>
                <a:solidFill>
                  <a:srgbClr val="A2A7B3"/>
                </a:solidFill>
                <a:ln w="87213" cap="flat">
                  <a:noFill/>
                  <a:prstDash val="solid"/>
                  <a:miter/>
                </a:ln>
              </p:spPr>
              <p:txBody>
                <a:bodyPr rtlCol="0" anchor="ctr"/>
                <a:lstStyle/>
                <a:p>
                  <a:endParaRPr lang="en-IN" dirty="0"/>
                </a:p>
              </p:txBody>
            </p:sp>
            <p:sp>
              <p:nvSpPr>
                <p:cNvPr id="2970" name="Freeform: Shape 2969">
                  <a:extLst>
                    <a:ext uri="{FF2B5EF4-FFF2-40B4-BE49-F238E27FC236}">
                      <a16:creationId xmlns:a16="http://schemas.microsoft.com/office/drawing/2014/main" id="{81C3C73A-AAFA-87E4-30BF-9530A08A6084}"/>
                    </a:ext>
                  </a:extLst>
                </p:cNvPr>
                <p:cNvSpPr/>
                <p:nvPr/>
              </p:nvSpPr>
              <p:spPr>
                <a:xfrm>
                  <a:off x="2521155" y="4076732"/>
                  <a:ext cx="24481" cy="5495"/>
                </a:xfrm>
                <a:custGeom>
                  <a:avLst/>
                  <a:gdLst>
                    <a:gd name="connsiteX0" fmla="*/ -44 w 24481"/>
                    <a:gd name="connsiteY0" fmla="*/ 5176 h 5495"/>
                    <a:gd name="connsiteX1" fmla="*/ 24437 w 24481"/>
                    <a:gd name="connsiteY1" fmla="*/ -70 h 5495"/>
                    <a:gd name="connsiteX2" fmla="*/ -44 w 24481"/>
                    <a:gd name="connsiteY2" fmla="*/ 5176 h 5495"/>
                  </a:gdLst>
                  <a:ahLst/>
                  <a:cxnLst>
                    <a:cxn ang="0">
                      <a:pos x="connsiteX0" y="connsiteY0"/>
                    </a:cxn>
                    <a:cxn ang="0">
                      <a:pos x="connsiteX1" y="connsiteY1"/>
                    </a:cxn>
                    <a:cxn ang="0">
                      <a:pos x="connsiteX2" y="connsiteY2"/>
                    </a:cxn>
                  </a:cxnLst>
                  <a:rect l="l" t="t" r="r" b="b"/>
                  <a:pathLst>
                    <a:path w="24481" h="5495">
                      <a:moveTo>
                        <a:pt x="-44" y="5176"/>
                      </a:moveTo>
                      <a:cubicBezTo>
                        <a:pt x="7912" y="2597"/>
                        <a:pt x="16122" y="839"/>
                        <a:pt x="24437" y="-70"/>
                      </a:cubicBezTo>
                      <a:cubicBezTo>
                        <a:pt x="17067" y="4302"/>
                        <a:pt x="8472" y="6138"/>
                        <a:pt x="-44" y="5176"/>
                      </a:cubicBezTo>
                      <a:close/>
                    </a:path>
                  </a:pathLst>
                </a:custGeom>
                <a:solidFill>
                  <a:srgbClr val="A6AAB6"/>
                </a:solidFill>
                <a:ln w="87213" cap="flat">
                  <a:noFill/>
                  <a:prstDash val="solid"/>
                  <a:miter/>
                </a:ln>
              </p:spPr>
              <p:txBody>
                <a:bodyPr rtlCol="0" anchor="ctr"/>
                <a:lstStyle/>
                <a:p>
                  <a:endParaRPr lang="en-IN" dirty="0"/>
                </a:p>
              </p:txBody>
            </p:sp>
            <p:sp>
              <p:nvSpPr>
                <p:cNvPr id="2971" name="Freeform: Shape 2970">
                  <a:extLst>
                    <a:ext uri="{FF2B5EF4-FFF2-40B4-BE49-F238E27FC236}">
                      <a16:creationId xmlns:a16="http://schemas.microsoft.com/office/drawing/2014/main" id="{9399844A-BC0F-6106-BCD0-C3FC33A7B822}"/>
                    </a:ext>
                  </a:extLst>
                </p:cNvPr>
                <p:cNvSpPr/>
                <p:nvPr/>
              </p:nvSpPr>
              <p:spPr>
                <a:xfrm>
                  <a:off x="2487930" y="4078024"/>
                  <a:ext cx="24481" cy="4256"/>
                </a:xfrm>
                <a:custGeom>
                  <a:avLst/>
                  <a:gdLst>
                    <a:gd name="connsiteX0" fmla="*/ -44 w 24481"/>
                    <a:gd name="connsiteY0" fmla="*/ 1261 h 4256"/>
                    <a:gd name="connsiteX1" fmla="*/ 24437 w 24481"/>
                    <a:gd name="connsiteY1" fmla="*/ 1261 h 4256"/>
                    <a:gd name="connsiteX2" fmla="*/ -44 w 24481"/>
                    <a:gd name="connsiteY2" fmla="*/ 1261 h 4256"/>
                  </a:gdLst>
                  <a:ahLst/>
                  <a:cxnLst>
                    <a:cxn ang="0">
                      <a:pos x="connsiteX0" y="connsiteY0"/>
                    </a:cxn>
                    <a:cxn ang="0">
                      <a:pos x="connsiteX1" y="connsiteY1"/>
                    </a:cxn>
                    <a:cxn ang="0">
                      <a:pos x="connsiteX2" y="connsiteY2"/>
                    </a:cxn>
                  </a:cxnLst>
                  <a:rect l="l" t="t" r="r" b="b"/>
                  <a:pathLst>
                    <a:path w="24481" h="4256">
                      <a:moveTo>
                        <a:pt x="-44" y="1261"/>
                      </a:moveTo>
                      <a:cubicBezTo>
                        <a:pt x="8017" y="-514"/>
                        <a:pt x="16376" y="-514"/>
                        <a:pt x="24437" y="1261"/>
                      </a:cubicBezTo>
                      <a:cubicBezTo>
                        <a:pt x="18317" y="7382"/>
                        <a:pt x="11322" y="2136"/>
                        <a:pt x="-44" y="1261"/>
                      </a:cubicBezTo>
                      <a:close/>
                    </a:path>
                  </a:pathLst>
                </a:custGeom>
                <a:solidFill>
                  <a:srgbClr val="A6AAB6"/>
                </a:solidFill>
                <a:ln w="87213" cap="flat">
                  <a:noFill/>
                  <a:prstDash val="solid"/>
                  <a:miter/>
                </a:ln>
              </p:spPr>
              <p:txBody>
                <a:bodyPr rtlCol="0" anchor="ctr"/>
                <a:lstStyle/>
                <a:p>
                  <a:endParaRPr lang="en-IN" dirty="0"/>
                </a:p>
              </p:txBody>
            </p:sp>
            <p:sp>
              <p:nvSpPr>
                <p:cNvPr id="2972" name="Freeform: Shape 2971">
                  <a:extLst>
                    <a:ext uri="{FF2B5EF4-FFF2-40B4-BE49-F238E27FC236}">
                      <a16:creationId xmlns:a16="http://schemas.microsoft.com/office/drawing/2014/main" id="{AD63356E-E287-6909-9BF7-EA063ACED78F}"/>
                    </a:ext>
                  </a:extLst>
                </p:cNvPr>
                <p:cNvSpPr/>
                <p:nvPr/>
              </p:nvSpPr>
              <p:spPr>
                <a:xfrm>
                  <a:off x="2464182" y="4061869"/>
                  <a:ext cx="15004" cy="9617"/>
                </a:xfrm>
                <a:custGeom>
                  <a:avLst/>
                  <a:gdLst>
                    <a:gd name="connsiteX0" fmla="*/ 96 w 15004"/>
                    <a:gd name="connsiteY0" fmla="*/ -70 h 9617"/>
                    <a:gd name="connsiteX1" fmla="*/ 14960 w 15004"/>
                    <a:gd name="connsiteY1" fmla="*/ 9548 h 9617"/>
                    <a:gd name="connsiteX2" fmla="*/ 14960 w 15004"/>
                    <a:gd name="connsiteY2" fmla="*/ 9548 h 9617"/>
                    <a:gd name="connsiteX3" fmla="*/ 14960 w 15004"/>
                    <a:gd name="connsiteY3" fmla="*/ 9548 h 9617"/>
                    <a:gd name="connsiteX4" fmla="*/ 2719 w 15004"/>
                    <a:gd name="connsiteY4" fmla="*/ 1678 h 9617"/>
                    <a:gd name="connsiteX5" fmla="*/ 2719 w 15004"/>
                    <a:gd name="connsiteY5" fmla="*/ 1678 h 9617"/>
                    <a:gd name="connsiteX6" fmla="*/ 2719 w 15004"/>
                    <a:gd name="connsiteY6" fmla="*/ 1678 h 9617"/>
                    <a:gd name="connsiteX7" fmla="*/ 96 w 15004"/>
                    <a:gd name="connsiteY7" fmla="*/ -70 h 9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4" h="9617">
                      <a:moveTo>
                        <a:pt x="96" y="-70"/>
                      </a:moveTo>
                      <a:lnTo>
                        <a:pt x="14960" y="9548"/>
                      </a:lnTo>
                      <a:lnTo>
                        <a:pt x="14960" y="9548"/>
                      </a:lnTo>
                      <a:lnTo>
                        <a:pt x="14960" y="9548"/>
                      </a:lnTo>
                      <a:cubicBezTo>
                        <a:pt x="10396" y="7764"/>
                        <a:pt x="6234" y="5088"/>
                        <a:pt x="2719" y="1678"/>
                      </a:cubicBezTo>
                      <a:lnTo>
                        <a:pt x="2719" y="1678"/>
                      </a:lnTo>
                      <a:cubicBezTo>
                        <a:pt x="2719" y="1678"/>
                        <a:pt x="2719" y="1678"/>
                        <a:pt x="2719" y="1678"/>
                      </a:cubicBezTo>
                      <a:cubicBezTo>
                        <a:pt x="2719" y="1678"/>
                        <a:pt x="-778" y="-70"/>
                        <a:pt x="96" y="-70"/>
                      </a:cubicBezTo>
                      <a:close/>
                    </a:path>
                  </a:pathLst>
                </a:custGeom>
                <a:solidFill>
                  <a:srgbClr val="A6AAB6"/>
                </a:solidFill>
                <a:ln w="87213" cap="flat">
                  <a:noFill/>
                  <a:prstDash val="solid"/>
                  <a:miter/>
                </a:ln>
              </p:spPr>
              <p:txBody>
                <a:bodyPr rtlCol="0" anchor="ctr"/>
                <a:lstStyle/>
                <a:p>
                  <a:endParaRPr lang="en-IN" dirty="0"/>
                </a:p>
              </p:txBody>
            </p:sp>
            <p:sp>
              <p:nvSpPr>
                <p:cNvPr id="2973" name="Freeform: Shape 2972">
                  <a:extLst>
                    <a:ext uri="{FF2B5EF4-FFF2-40B4-BE49-F238E27FC236}">
                      <a16:creationId xmlns:a16="http://schemas.microsoft.com/office/drawing/2014/main" id="{2460A560-9A76-C730-832A-565855F169EB}"/>
                    </a:ext>
                  </a:extLst>
                </p:cNvPr>
                <p:cNvSpPr/>
                <p:nvPr/>
              </p:nvSpPr>
              <p:spPr>
                <a:xfrm>
                  <a:off x="2464322" y="4064492"/>
                  <a:ext cx="12240" cy="7870"/>
                </a:xfrm>
                <a:custGeom>
                  <a:avLst/>
                  <a:gdLst>
                    <a:gd name="connsiteX0" fmla="*/ -44 w 12240"/>
                    <a:gd name="connsiteY0" fmla="*/ -70 h 7870"/>
                    <a:gd name="connsiteX1" fmla="*/ 12197 w 12240"/>
                    <a:gd name="connsiteY1" fmla="*/ 7799 h 7870"/>
                    <a:gd name="connsiteX2" fmla="*/ -44 w 12240"/>
                    <a:gd name="connsiteY2" fmla="*/ -70 h 7870"/>
                  </a:gdLst>
                  <a:ahLst/>
                  <a:cxnLst>
                    <a:cxn ang="0">
                      <a:pos x="connsiteX0" y="connsiteY0"/>
                    </a:cxn>
                    <a:cxn ang="0">
                      <a:pos x="connsiteX1" y="connsiteY1"/>
                    </a:cxn>
                    <a:cxn ang="0">
                      <a:pos x="connsiteX2" y="connsiteY2"/>
                    </a:cxn>
                  </a:cxnLst>
                  <a:rect l="l" t="t" r="r" b="b"/>
                  <a:pathLst>
                    <a:path w="12240" h="7870">
                      <a:moveTo>
                        <a:pt x="-44" y="-70"/>
                      </a:moveTo>
                      <a:lnTo>
                        <a:pt x="12197" y="7799"/>
                      </a:lnTo>
                      <a:cubicBezTo>
                        <a:pt x="6898" y="7886"/>
                        <a:pt x="2072" y="4782"/>
                        <a:pt x="-44" y="-70"/>
                      </a:cubicBezTo>
                      <a:close/>
                    </a:path>
                  </a:pathLst>
                </a:custGeom>
                <a:solidFill>
                  <a:srgbClr val="A8ACB8"/>
                </a:solidFill>
                <a:ln w="87213" cap="flat">
                  <a:noFill/>
                  <a:prstDash val="solid"/>
                  <a:miter/>
                </a:ln>
              </p:spPr>
              <p:txBody>
                <a:bodyPr rtlCol="0" anchor="ctr"/>
                <a:lstStyle/>
                <a:p>
                  <a:endParaRPr lang="en-IN" dirty="0"/>
                </a:p>
              </p:txBody>
            </p:sp>
            <p:sp>
              <p:nvSpPr>
                <p:cNvPr id="2974" name="Freeform: Shape 2973">
                  <a:extLst>
                    <a:ext uri="{FF2B5EF4-FFF2-40B4-BE49-F238E27FC236}">
                      <a16:creationId xmlns:a16="http://schemas.microsoft.com/office/drawing/2014/main" id="{6FC58FEC-DECE-017A-A2CD-F8E7B57F70B0}"/>
                    </a:ext>
                  </a:extLst>
                </p:cNvPr>
                <p:cNvSpPr/>
                <p:nvPr/>
              </p:nvSpPr>
              <p:spPr>
                <a:xfrm>
                  <a:off x="2455579" y="4054874"/>
                  <a:ext cx="8743" cy="6994"/>
                </a:xfrm>
                <a:custGeom>
                  <a:avLst/>
                  <a:gdLst>
                    <a:gd name="connsiteX0" fmla="*/ 8699 w 8743"/>
                    <a:gd name="connsiteY0" fmla="*/ 6925 h 6994"/>
                    <a:gd name="connsiteX1" fmla="*/ 8699 w 8743"/>
                    <a:gd name="connsiteY1" fmla="*/ 6925 h 6994"/>
                    <a:gd name="connsiteX2" fmla="*/ -44 w 8743"/>
                    <a:gd name="connsiteY2" fmla="*/ -70 h 6994"/>
                  </a:gdLst>
                  <a:ahLst/>
                  <a:cxnLst>
                    <a:cxn ang="0">
                      <a:pos x="connsiteX0" y="connsiteY0"/>
                    </a:cxn>
                    <a:cxn ang="0">
                      <a:pos x="connsiteX1" y="connsiteY1"/>
                    </a:cxn>
                    <a:cxn ang="0">
                      <a:pos x="connsiteX2" y="connsiteY2"/>
                    </a:cxn>
                  </a:cxnLst>
                  <a:rect l="l" t="t" r="r" b="b"/>
                  <a:pathLst>
                    <a:path w="8743" h="6994">
                      <a:moveTo>
                        <a:pt x="8699" y="6925"/>
                      </a:moveTo>
                      <a:lnTo>
                        <a:pt x="8699" y="6925"/>
                      </a:lnTo>
                      <a:cubicBezTo>
                        <a:pt x="8699" y="6925"/>
                        <a:pt x="830" y="6925"/>
                        <a:pt x="-44" y="-70"/>
                      </a:cubicBezTo>
                      <a:close/>
                    </a:path>
                  </a:pathLst>
                </a:custGeom>
                <a:solidFill>
                  <a:srgbClr val="A8ACB8"/>
                </a:solidFill>
                <a:ln w="87213" cap="flat">
                  <a:noFill/>
                  <a:prstDash val="solid"/>
                  <a:miter/>
                </a:ln>
              </p:spPr>
              <p:txBody>
                <a:bodyPr rtlCol="0" anchor="ctr"/>
                <a:lstStyle/>
                <a:p>
                  <a:endParaRPr lang="en-IN" dirty="0"/>
                </a:p>
              </p:txBody>
            </p:sp>
            <p:sp>
              <p:nvSpPr>
                <p:cNvPr id="2975" name="Freeform: Shape 2974">
                  <a:extLst>
                    <a:ext uri="{FF2B5EF4-FFF2-40B4-BE49-F238E27FC236}">
                      <a16:creationId xmlns:a16="http://schemas.microsoft.com/office/drawing/2014/main" id="{52F3FD51-0B74-3EBA-77F3-3B834FAADDEC}"/>
                    </a:ext>
                  </a:extLst>
                </p:cNvPr>
                <p:cNvSpPr/>
                <p:nvPr/>
              </p:nvSpPr>
              <p:spPr>
                <a:xfrm>
                  <a:off x="2478312" y="4073235"/>
                  <a:ext cx="8743" cy="6120"/>
                </a:xfrm>
                <a:custGeom>
                  <a:avLst/>
                  <a:gdLst>
                    <a:gd name="connsiteX0" fmla="*/ -44 w 8743"/>
                    <a:gd name="connsiteY0" fmla="*/ -70 h 6120"/>
                    <a:gd name="connsiteX1" fmla="*/ -44 w 8743"/>
                    <a:gd name="connsiteY1" fmla="*/ -70 h 6120"/>
                    <a:gd name="connsiteX2" fmla="*/ 8700 w 8743"/>
                    <a:gd name="connsiteY2" fmla="*/ 6050 h 6120"/>
                    <a:gd name="connsiteX3" fmla="*/ -44 w 8743"/>
                    <a:gd name="connsiteY3" fmla="*/ -70 h 6120"/>
                  </a:gdLst>
                  <a:ahLst/>
                  <a:cxnLst>
                    <a:cxn ang="0">
                      <a:pos x="connsiteX0" y="connsiteY0"/>
                    </a:cxn>
                    <a:cxn ang="0">
                      <a:pos x="connsiteX1" y="connsiteY1"/>
                    </a:cxn>
                    <a:cxn ang="0">
                      <a:pos x="connsiteX2" y="connsiteY2"/>
                    </a:cxn>
                    <a:cxn ang="0">
                      <a:pos x="connsiteX3" y="connsiteY3"/>
                    </a:cxn>
                  </a:cxnLst>
                  <a:rect l="l" t="t" r="r" b="b"/>
                  <a:pathLst>
                    <a:path w="8743" h="6120">
                      <a:moveTo>
                        <a:pt x="-44" y="-70"/>
                      </a:moveTo>
                      <a:lnTo>
                        <a:pt x="-44" y="-70"/>
                      </a:lnTo>
                      <a:lnTo>
                        <a:pt x="8700" y="6050"/>
                      </a:lnTo>
                      <a:cubicBezTo>
                        <a:pt x="8700" y="6050"/>
                        <a:pt x="2579" y="1678"/>
                        <a:pt x="-44" y="-70"/>
                      </a:cubicBezTo>
                      <a:close/>
                    </a:path>
                  </a:pathLst>
                </a:custGeom>
                <a:solidFill>
                  <a:srgbClr val="A8ACB8"/>
                </a:solidFill>
                <a:ln w="87213" cap="flat">
                  <a:noFill/>
                  <a:prstDash val="solid"/>
                  <a:miter/>
                </a:ln>
              </p:spPr>
              <p:txBody>
                <a:bodyPr rtlCol="0" anchor="ctr"/>
                <a:lstStyle/>
                <a:p>
                  <a:endParaRPr lang="en-IN" dirty="0"/>
                </a:p>
              </p:txBody>
            </p:sp>
            <p:sp>
              <p:nvSpPr>
                <p:cNvPr id="2976" name="Freeform: Shape 2975">
                  <a:extLst>
                    <a:ext uri="{FF2B5EF4-FFF2-40B4-BE49-F238E27FC236}">
                      <a16:creationId xmlns:a16="http://schemas.microsoft.com/office/drawing/2014/main" id="{60486693-5ECB-3B65-CBC1-5B395A884064}"/>
                    </a:ext>
                  </a:extLst>
                </p:cNvPr>
                <p:cNvSpPr/>
                <p:nvPr/>
              </p:nvSpPr>
              <p:spPr>
                <a:xfrm>
                  <a:off x="2443338" y="4045256"/>
                  <a:ext cx="5245" cy="6994"/>
                </a:xfrm>
                <a:custGeom>
                  <a:avLst/>
                  <a:gdLst>
                    <a:gd name="connsiteX0" fmla="*/ -44 w 5245"/>
                    <a:gd name="connsiteY0" fmla="*/ -70 h 6994"/>
                    <a:gd name="connsiteX1" fmla="*/ 5202 w 5245"/>
                    <a:gd name="connsiteY1" fmla="*/ 6925 h 6994"/>
                    <a:gd name="connsiteX2" fmla="*/ 5202 w 5245"/>
                    <a:gd name="connsiteY2" fmla="*/ 6925 h 6994"/>
                  </a:gdLst>
                  <a:ahLst/>
                  <a:cxnLst>
                    <a:cxn ang="0">
                      <a:pos x="connsiteX0" y="connsiteY0"/>
                    </a:cxn>
                    <a:cxn ang="0">
                      <a:pos x="connsiteX1" y="connsiteY1"/>
                    </a:cxn>
                    <a:cxn ang="0">
                      <a:pos x="connsiteX2" y="connsiteY2"/>
                    </a:cxn>
                  </a:cxnLst>
                  <a:rect l="l" t="t" r="r" b="b"/>
                  <a:pathLst>
                    <a:path w="5245" h="6994">
                      <a:moveTo>
                        <a:pt x="-44" y="-70"/>
                      </a:moveTo>
                      <a:cubicBezTo>
                        <a:pt x="2640" y="1390"/>
                        <a:pt x="4555" y="3943"/>
                        <a:pt x="5202" y="6925"/>
                      </a:cubicBezTo>
                      <a:lnTo>
                        <a:pt x="5202" y="6925"/>
                      </a:lnTo>
                      <a:close/>
                    </a:path>
                  </a:pathLst>
                </a:custGeom>
                <a:solidFill>
                  <a:srgbClr val="A8ACB8"/>
                </a:solidFill>
                <a:ln w="87213" cap="flat">
                  <a:noFill/>
                  <a:prstDash val="solid"/>
                  <a:miter/>
                </a:ln>
              </p:spPr>
              <p:txBody>
                <a:bodyPr rtlCol="0" anchor="ctr"/>
                <a:lstStyle/>
                <a:p>
                  <a:endParaRPr lang="en-IN" dirty="0"/>
                </a:p>
              </p:txBody>
            </p:sp>
            <p:sp>
              <p:nvSpPr>
                <p:cNvPr id="2977" name="Freeform: Shape 2976">
                  <a:extLst>
                    <a:ext uri="{FF2B5EF4-FFF2-40B4-BE49-F238E27FC236}">
                      <a16:creationId xmlns:a16="http://schemas.microsoft.com/office/drawing/2014/main" id="{A6F8FDBC-5C8E-F7B4-01E2-59D6E43C0054}"/>
                    </a:ext>
                  </a:extLst>
                </p:cNvPr>
                <p:cNvSpPr/>
                <p:nvPr/>
              </p:nvSpPr>
              <p:spPr>
                <a:xfrm>
                  <a:off x="2437217" y="3961931"/>
                  <a:ext cx="5246" cy="10753"/>
                </a:xfrm>
                <a:custGeom>
                  <a:avLst/>
                  <a:gdLst>
                    <a:gd name="connsiteX0" fmla="*/ 5202 w 5246"/>
                    <a:gd name="connsiteY0" fmla="*/ 1940 h 10753"/>
                    <a:gd name="connsiteX1" fmla="*/ -44 w 5246"/>
                    <a:gd name="connsiteY1" fmla="*/ 10684 h 10753"/>
                    <a:gd name="connsiteX2" fmla="*/ -44 w 5246"/>
                    <a:gd name="connsiteY2" fmla="*/ 1066 h 10753"/>
                    <a:gd name="connsiteX3" fmla="*/ 5202 w 5246"/>
                    <a:gd name="connsiteY3" fmla="*/ 1940 h 10753"/>
                  </a:gdLst>
                  <a:ahLst/>
                  <a:cxnLst>
                    <a:cxn ang="0">
                      <a:pos x="connsiteX0" y="connsiteY0"/>
                    </a:cxn>
                    <a:cxn ang="0">
                      <a:pos x="connsiteX1" y="connsiteY1"/>
                    </a:cxn>
                    <a:cxn ang="0">
                      <a:pos x="connsiteX2" y="connsiteY2"/>
                    </a:cxn>
                    <a:cxn ang="0">
                      <a:pos x="connsiteX3" y="connsiteY3"/>
                    </a:cxn>
                  </a:cxnLst>
                  <a:rect l="l" t="t" r="r" b="b"/>
                  <a:pathLst>
                    <a:path w="5246" h="10753">
                      <a:moveTo>
                        <a:pt x="5202" y="1940"/>
                      </a:moveTo>
                      <a:lnTo>
                        <a:pt x="-44" y="10684"/>
                      </a:lnTo>
                      <a:cubicBezTo>
                        <a:pt x="-44" y="10684"/>
                        <a:pt x="-44" y="3689"/>
                        <a:pt x="-44" y="1066"/>
                      </a:cubicBezTo>
                      <a:cubicBezTo>
                        <a:pt x="-44" y="-1557"/>
                        <a:pt x="5202" y="1066"/>
                        <a:pt x="5202" y="1940"/>
                      </a:cubicBezTo>
                      <a:close/>
                    </a:path>
                  </a:pathLst>
                </a:custGeom>
                <a:solidFill>
                  <a:srgbClr val="A8ACB8"/>
                </a:solidFill>
                <a:ln w="87213" cap="flat">
                  <a:noFill/>
                  <a:prstDash val="solid"/>
                  <a:miter/>
                </a:ln>
              </p:spPr>
              <p:txBody>
                <a:bodyPr rtlCol="0" anchor="ctr"/>
                <a:lstStyle/>
                <a:p>
                  <a:endParaRPr lang="en-IN" dirty="0"/>
                </a:p>
              </p:txBody>
            </p:sp>
            <p:sp>
              <p:nvSpPr>
                <p:cNvPr id="2978" name="Freeform: Shape 2977">
                  <a:extLst>
                    <a:ext uri="{FF2B5EF4-FFF2-40B4-BE49-F238E27FC236}">
                      <a16:creationId xmlns:a16="http://schemas.microsoft.com/office/drawing/2014/main" id="{247364F4-5A8D-35A8-F9FD-1FF7925D7F9B}"/>
                    </a:ext>
                  </a:extLst>
                </p:cNvPr>
                <p:cNvSpPr/>
                <p:nvPr/>
              </p:nvSpPr>
              <p:spPr>
                <a:xfrm>
                  <a:off x="2442464" y="3957821"/>
                  <a:ext cx="87434" cy="6120"/>
                </a:xfrm>
                <a:custGeom>
                  <a:avLst/>
                  <a:gdLst>
                    <a:gd name="connsiteX0" fmla="*/ -44 w 87434"/>
                    <a:gd name="connsiteY0" fmla="*/ 6050 h 6120"/>
                    <a:gd name="connsiteX1" fmla="*/ -44 w 87434"/>
                    <a:gd name="connsiteY1" fmla="*/ 6050 h 6120"/>
                    <a:gd name="connsiteX2" fmla="*/ -44 w 87434"/>
                    <a:gd name="connsiteY2" fmla="*/ -70 h 6120"/>
                    <a:gd name="connsiteX3" fmla="*/ -44 w 87434"/>
                    <a:gd name="connsiteY3" fmla="*/ -70 h 6120"/>
                    <a:gd name="connsiteX4" fmla="*/ -44 w 87434"/>
                    <a:gd name="connsiteY4" fmla="*/ -70 h 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4" h="6120">
                      <a:moveTo>
                        <a:pt x="-44" y="6050"/>
                      </a:moveTo>
                      <a:lnTo>
                        <a:pt x="-44" y="6050"/>
                      </a:lnTo>
                      <a:lnTo>
                        <a:pt x="-44" y="-70"/>
                      </a:lnTo>
                      <a:lnTo>
                        <a:pt x="-44" y="-70"/>
                      </a:lnTo>
                      <a:lnTo>
                        <a:pt x="-44" y="-70"/>
                      </a:lnTo>
                      <a:close/>
                    </a:path>
                  </a:pathLst>
                </a:custGeom>
                <a:solidFill>
                  <a:srgbClr val="A6AAB6"/>
                </a:solidFill>
                <a:ln w="87213" cap="flat">
                  <a:noFill/>
                  <a:prstDash val="solid"/>
                  <a:miter/>
                </a:ln>
              </p:spPr>
              <p:txBody>
                <a:bodyPr rtlCol="0" anchor="ctr"/>
                <a:lstStyle/>
                <a:p>
                  <a:endParaRPr lang="en-IN" dirty="0"/>
                </a:p>
              </p:txBody>
            </p:sp>
            <p:sp>
              <p:nvSpPr>
                <p:cNvPr id="2979" name="Freeform: Shape 2978">
                  <a:extLst>
                    <a:ext uri="{FF2B5EF4-FFF2-40B4-BE49-F238E27FC236}">
                      <a16:creationId xmlns:a16="http://schemas.microsoft.com/office/drawing/2014/main" id="{F8119766-587C-184B-D721-72B8105BD31C}"/>
                    </a:ext>
                  </a:extLst>
                </p:cNvPr>
                <p:cNvSpPr/>
                <p:nvPr/>
              </p:nvSpPr>
              <p:spPr>
                <a:xfrm>
                  <a:off x="2448584" y="3949952"/>
                  <a:ext cx="6994" cy="7868"/>
                </a:xfrm>
                <a:custGeom>
                  <a:avLst/>
                  <a:gdLst>
                    <a:gd name="connsiteX0" fmla="*/ -44 w 6994"/>
                    <a:gd name="connsiteY0" fmla="*/ 7799 h 7868"/>
                    <a:gd name="connsiteX1" fmla="*/ -44 w 6994"/>
                    <a:gd name="connsiteY1" fmla="*/ 7799 h 7868"/>
                    <a:gd name="connsiteX2" fmla="*/ 6951 w 6994"/>
                    <a:gd name="connsiteY2" fmla="*/ -70 h 7868"/>
                  </a:gdLst>
                  <a:ahLst/>
                  <a:cxnLst>
                    <a:cxn ang="0">
                      <a:pos x="connsiteX0" y="connsiteY0"/>
                    </a:cxn>
                    <a:cxn ang="0">
                      <a:pos x="connsiteX1" y="connsiteY1"/>
                    </a:cxn>
                    <a:cxn ang="0">
                      <a:pos x="connsiteX2" y="connsiteY2"/>
                    </a:cxn>
                  </a:cxnLst>
                  <a:rect l="l" t="t" r="r" b="b"/>
                  <a:pathLst>
                    <a:path w="6994" h="7868">
                      <a:moveTo>
                        <a:pt x="-44" y="7799"/>
                      </a:moveTo>
                      <a:lnTo>
                        <a:pt x="-44" y="7799"/>
                      </a:lnTo>
                      <a:cubicBezTo>
                        <a:pt x="-44" y="7799"/>
                        <a:pt x="-44" y="804"/>
                        <a:pt x="6951" y="-70"/>
                      </a:cubicBezTo>
                      <a:close/>
                    </a:path>
                  </a:pathLst>
                </a:custGeom>
                <a:solidFill>
                  <a:srgbClr val="A8ACB8"/>
                </a:solidFill>
                <a:ln w="87213" cap="flat">
                  <a:noFill/>
                  <a:prstDash val="solid"/>
                  <a:miter/>
                </a:ln>
              </p:spPr>
              <p:txBody>
                <a:bodyPr rtlCol="0" anchor="ctr"/>
                <a:lstStyle/>
                <a:p>
                  <a:endParaRPr lang="en-IN" dirty="0"/>
                </a:p>
              </p:txBody>
            </p:sp>
            <p:sp>
              <p:nvSpPr>
                <p:cNvPr id="2980" name="Freeform: Shape 2979">
                  <a:extLst>
                    <a:ext uri="{FF2B5EF4-FFF2-40B4-BE49-F238E27FC236}">
                      <a16:creationId xmlns:a16="http://schemas.microsoft.com/office/drawing/2014/main" id="{A93AF187-DB2E-36B9-4D5B-3209BBDF0792}"/>
                    </a:ext>
                  </a:extLst>
                </p:cNvPr>
                <p:cNvSpPr/>
                <p:nvPr/>
              </p:nvSpPr>
              <p:spPr>
                <a:xfrm>
                  <a:off x="2547669" y="3957821"/>
                  <a:ext cx="40810" cy="111916"/>
                </a:xfrm>
                <a:custGeom>
                  <a:avLst/>
                  <a:gdLst>
                    <a:gd name="connsiteX0" fmla="*/ 27651 w 40810"/>
                    <a:gd name="connsiteY0" fmla="*/ -70 h 111916"/>
                    <a:gd name="connsiteX1" fmla="*/ 40766 w 40810"/>
                    <a:gd name="connsiteY1" fmla="*/ 21789 h 111916"/>
                    <a:gd name="connsiteX2" fmla="*/ 40766 w 40810"/>
                    <a:gd name="connsiteY2" fmla="*/ 27034 h 111916"/>
                    <a:gd name="connsiteX3" fmla="*/ 40766 w 40810"/>
                    <a:gd name="connsiteY3" fmla="*/ 34904 h 111916"/>
                    <a:gd name="connsiteX4" fmla="*/ 40766 w 40810"/>
                    <a:gd name="connsiteY4" fmla="*/ 58511 h 111916"/>
                    <a:gd name="connsiteX5" fmla="*/ 546 w 40810"/>
                    <a:gd name="connsiteY5" fmla="*/ 111846 h 111916"/>
                    <a:gd name="connsiteX6" fmla="*/ 546 w 40810"/>
                    <a:gd name="connsiteY6" fmla="*/ 106600 h 111916"/>
                    <a:gd name="connsiteX7" fmla="*/ 27651 w 40810"/>
                    <a:gd name="connsiteY7" fmla="*/ 87365 h 111916"/>
                    <a:gd name="connsiteX8" fmla="*/ 27651 w 40810"/>
                    <a:gd name="connsiteY8" fmla="*/ 13920 h 111916"/>
                    <a:gd name="connsiteX9" fmla="*/ 27651 w 40810"/>
                    <a:gd name="connsiteY9" fmla="*/ 7799 h 111916"/>
                    <a:gd name="connsiteX10" fmla="*/ 27651 w 40810"/>
                    <a:gd name="connsiteY10" fmla="*/ -70 h 11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810" h="111916">
                      <a:moveTo>
                        <a:pt x="27651" y="-70"/>
                      </a:moveTo>
                      <a:cubicBezTo>
                        <a:pt x="33815" y="5980"/>
                        <a:pt x="38327" y="13508"/>
                        <a:pt x="40766" y="21789"/>
                      </a:cubicBezTo>
                      <a:cubicBezTo>
                        <a:pt x="40766" y="21789"/>
                        <a:pt x="40766" y="21789"/>
                        <a:pt x="40766" y="27034"/>
                      </a:cubicBezTo>
                      <a:cubicBezTo>
                        <a:pt x="39962" y="29597"/>
                        <a:pt x="39962" y="32342"/>
                        <a:pt x="40766" y="34904"/>
                      </a:cubicBezTo>
                      <a:cubicBezTo>
                        <a:pt x="40766" y="42773"/>
                        <a:pt x="40766" y="50642"/>
                        <a:pt x="40766" y="58511"/>
                      </a:cubicBezTo>
                      <a:cubicBezTo>
                        <a:pt x="37260" y="81953"/>
                        <a:pt x="22125" y="102027"/>
                        <a:pt x="546" y="111846"/>
                      </a:cubicBezTo>
                      <a:cubicBezTo>
                        <a:pt x="-241" y="110185"/>
                        <a:pt x="-241" y="108261"/>
                        <a:pt x="546" y="106600"/>
                      </a:cubicBezTo>
                      <a:cubicBezTo>
                        <a:pt x="10208" y="101118"/>
                        <a:pt x="19292" y="94674"/>
                        <a:pt x="27651" y="87365"/>
                      </a:cubicBezTo>
                      <a:cubicBezTo>
                        <a:pt x="41955" y="64972"/>
                        <a:pt x="41955" y="36311"/>
                        <a:pt x="27651" y="13920"/>
                      </a:cubicBezTo>
                      <a:cubicBezTo>
                        <a:pt x="27651" y="13920"/>
                        <a:pt x="27651" y="13920"/>
                        <a:pt x="27651" y="7799"/>
                      </a:cubicBezTo>
                      <a:cubicBezTo>
                        <a:pt x="27651" y="1678"/>
                        <a:pt x="27651" y="-70"/>
                        <a:pt x="27651" y="-70"/>
                      </a:cubicBezTo>
                      <a:close/>
                    </a:path>
                  </a:pathLst>
                </a:custGeom>
                <a:solidFill>
                  <a:srgbClr val="9DA2AF"/>
                </a:solidFill>
                <a:ln w="87213" cap="flat">
                  <a:noFill/>
                  <a:prstDash val="solid"/>
                  <a:miter/>
                </a:ln>
              </p:spPr>
              <p:txBody>
                <a:bodyPr rtlCol="0" anchor="ctr"/>
                <a:lstStyle/>
                <a:p>
                  <a:endParaRPr lang="en-IN" dirty="0"/>
                </a:p>
              </p:txBody>
            </p:sp>
            <p:sp>
              <p:nvSpPr>
                <p:cNvPr id="2981" name="Freeform: Shape 2980">
                  <a:extLst>
                    <a:ext uri="{FF2B5EF4-FFF2-40B4-BE49-F238E27FC236}">
                      <a16:creationId xmlns:a16="http://schemas.microsoft.com/office/drawing/2014/main" id="{4475D6BE-FC19-15AD-1F4D-D2E343AB3E60}"/>
                    </a:ext>
                  </a:extLst>
                </p:cNvPr>
                <p:cNvSpPr/>
                <p:nvPr/>
              </p:nvSpPr>
              <p:spPr>
                <a:xfrm>
                  <a:off x="2453830" y="3944031"/>
                  <a:ext cx="134520" cy="127541"/>
                </a:xfrm>
                <a:custGeom>
                  <a:avLst/>
                  <a:gdLst>
                    <a:gd name="connsiteX0" fmla="*/ 121490 w 134520"/>
                    <a:gd name="connsiteY0" fmla="*/ 19841 h 127541"/>
                    <a:gd name="connsiteX1" fmla="*/ 129359 w 134520"/>
                    <a:gd name="connsiteY1" fmla="*/ 88040 h 127541"/>
                    <a:gd name="connsiteX2" fmla="*/ 99631 w 134520"/>
                    <a:gd name="connsiteY2" fmla="*/ 122139 h 127541"/>
                    <a:gd name="connsiteX3" fmla="*/ 86516 w 134520"/>
                    <a:gd name="connsiteY3" fmla="*/ 127386 h 127541"/>
                    <a:gd name="connsiteX4" fmla="*/ 86516 w 134520"/>
                    <a:gd name="connsiteY4" fmla="*/ 122139 h 127541"/>
                    <a:gd name="connsiteX5" fmla="*/ 111872 w 134520"/>
                    <a:gd name="connsiteY5" fmla="*/ 102029 h 127541"/>
                    <a:gd name="connsiteX6" fmla="*/ 120616 w 134520"/>
                    <a:gd name="connsiteY6" fmla="*/ 90663 h 127541"/>
                    <a:gd name="connsiteX7" fmla="*/ 120616 w 134520"/>
                    <a:gd name="connsiteY7" fmla="*/ 82794 h 127541"/>
                    <a:gd name="connsiteX8" fmla="*/ 103129 w 134520"/>
                    <a:gd name="connsiteY8" fmla="*/ 12846 h 127541"/>
                    <a:gd name="connsiteX9" fmla="*/ 93511 w 134520"/>
                    <a:gd name="connsiteY9" fmla="*/ 5852 h 127541"/>
                    <a:gd name="connsiteX10" fmla="*/ 88265 w 134520"/>
                    <a:gd name="connsiteY10" fmla="*/ 5852 h 127541"/>
                    <a:gd name="connsiteX11" fmla="*/ 78647 w 134520"/>
                    <a:gd name="connsiteY11" fmla="*/ 5852 h 127541"/>
                    <a:gd name="connsiteX12" fmla="*/ 22689 w 134520"/>
                    <a:gd name="connsiteY12" fmla="*/ 5852 h 127541"/>
                    <a:gd name="connsiteX13" fmla="*/ 6950 w 134520"/>
                    <a:gd name="connsiteY13" fmla="*/ 18092 h 127541"/>
                    <a:gd name="connsiteX14" fmla="*/ -44 w 134520"/>
                    <a:gd name="connsiteY14" fmla="*/ 18092 h 127541"/>
                    <a:gd name="connsiteX15" fmla="*/ -44 w 134520"/>
                    <a:gd name="connsiteY15" fmla="*/ 18092 h 127541"/>
                    <a:gd name="connsiteX16" fmla="*/ -44 w 134520"/>
                    <a:gd name="connsiteY16" fmla="*/ 18092 h 127541"/>
                    <a:gd name="connsiteX17" fmla="*/ -44 w 134520"/>
                    <a:gd name="connsiteY17" fmla="*/ 18092 h 127541"/>
                    <a:gd name="connsiteX18" fmla="*/ 4328 w 134520"/>
                    <a:gd name="connsiteY18" fmla="*/ 18092 h 127541"/>
                    <a:gd name="connsiteX19" fmla="*/ 10448 w 134520"/>
                    <a:gd name="connsiteY19" fmla="*/ 18092 h 127541"/>
                    <a:gd name="connsiteX20" fmla="*/ 10448 w 134520"/>
                    <a:gd name="connsiteY20" fmla="*/ 18092 h 127541"/>
                    <a:gd name="connsiteX21" fmla="*/ 21814 w 134520"/>
                    <a:gd name="connsiteY21" fmla="*/ 13720 h 127541"/>
                    <a:gd name="connsiteX22" fmla="*/ 21814 w 134520"/>
                    <a:gd name="connsiteY22" fmla="*/ 13720 h 127541"/>
                    <a:gd name="connsiteX23" fmla="*/ 30558 w 134520"/>
                    <a:gd name="connsiteY23" fmla="*/ 13720 h 127541"/>
                    <a:gd name="connsiteX24" fmla="*/ 41050 w 134520"/>
                    <a:gd name="connsiteY24" fmla="*/ 13720 h 127541"/>
                    <a:gd name="connsiteX25" fmla="*/ 95260 w 134520"/>
                    <a:gd name="connsiteY25" fmla="*/ 35579 h 127541"/>
                    <a:gd name="connsiteX26" fmla="*/ 121490 w 134520"/>
                    <a:gd name="connsiteY26" fmla="*/ 19841 h 12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4520" h="127541">
                      <a:moveTo>
                        <a:pt x="121490" y="19841"/>
                      </a:moveTo>
                      <a:cubicBezTo>
                        <a:pt x="135383" y="39820"/>
                        <a:pt x="138329" y="65429"/>
                        <a:pt x="129359" y="88040"/>
                      </a:cubicBezTo>
                      <a:cubicBezTo>
                        <a:pt x="122915" y="102012"/>
                        <a:pt x="112598" y="113851"/>
                        <a:pt x="99631" y="122139"/>
                      </a:cubicBezTo>
                      <a:cubicBezTo>
                        <a:pt x="95260" y="122139"/>
                        <a:pt x="92636" y="128259"/>
                        <a:pt x="86516" y="127386"/>
                      </a:cubicBezTo>
                      <a:cubicBezTo>
                        <a:pt x="85729" y="125724"/>
                        <a:pt x="85729" y="123801"/>
                        <a:pt x="86516" y="122139"/>
                      </a:cubicBezTo>
                      <a:cubicBezTo>
                        <a:pt x="95548" y="116202"/>
                        <a:pt x="104029" y="109470"/>
                        <a:pt x="111872" y="102029"/>
                      </a:cubicBezTo>
                      <a:cubicBezTo>
                        <a:pt x="114994" y="98409"/>
                        <a:pt x="117914" y="94615"/>
                        <a:pt x="120616" y="90663"/>
                      </a:cubicBezTo>
                      <a:cubicBezTo>
                        <a:pt x="121280" y="88084"/>
                        <a:pt x="121280" y="85373"/>
                        <a:pt x="120616" y="82794"/>
                      </a:cubicBezTo>
                      <a:cubicBezTo>
                        <a:pt x="127602" y="58023"/>
                        <a:pt x="120948" y="31417"/>
                        <a:pt x="103129" y="12846"/>
                      </a:cubicBezTo>
                      <a:cubicBezTo>
                        <a:pt x="100549" y="9759"/>
                        <a:pt x="97244" y="7355"/>
                        <a:pt x="93511" y="5852"/>
                      </a:cubicBezTo>
                      <a:lnTo>
                        <a:pt x="88265" y="5852"/>
                      </a:lnTo>
                      <a:lnTo>
                        <a:pt x="78647" y="5852"/>
                      </a:lnTo>
                      <a:cubicBezTo>
                        <a:pt x="60828" y="-2044"/>
                        <a:pt x="40508" y="-2044"/>
                        <a:pt x="22689" y="5852"/>
                      </a:cubicBezTo>
                      <a:cubicBezTo>
                        <a:pt x="16551" y="8641"/>
                        <a:pt x="11165" y="12828"/>
                        <a:pt x="6950" y="18092"/>
                      </a:cubicBezTo>
                      <a:cubicBezTo>
                        <a:pt x="6950" y="18092"/>
                        <a:pt x="6950" y="18092"/>
                        <a:pt x="-44" y="18092"/>
                      </a:cubicBezTo>
                      <a:cubicBezTo>
                        <a:pt x="-44" y="18092"/>
                        <a:pt x="-44" y="18092"/>
                        <a:pt x="-44" y="18092"/>
                      </a:cubicBezTo>
                      <a:cubicBezTo>
                        <a:pt x="-44" y="18092"/>
                        <a:pt x="-44" y="18092"/>
                        <a:pt x="-44" y="18092"/>
                      </a:cubicBezTo>
                      <a:lnTo>
                        <a:pt x="-44" y="18092"/>
                      </a:lnTo>
                      <a:cubicBezTo>
                        <a:pt x="-44" y="18092"/>
                        <a:pt x="-44" y="18092"/>
                        <a:pt x="4328" y="18092"/>
                      </a:cubicBezTo>
                      <a:lnTo>
                        <a:pt x="10448" y="18092"/>
                      </a:lnTo>
                      <a:lnTo>
                        <a:pt x="10448" y="18092"/>
                      </a:lnTo>
                      <a:lnTo>
                        <a:pt x="21814" y="13720"/>
                      </a:lnTo>
                      <a:lnTo>
                        <a:pt x="21814" y="13720"/>
                      </a:lnTo>
                      <a:cubicBezTo>
                        <a:pt x="24674" y="14499"/>
                        <a:pt x="27699" y="14499"/>
                        <a:pt x="30558" y="13720"/>
                      </a:cubicBezTo>
                      <a:lnTo>
                        <a:pt x="41050" y="13720"/>
                      </a:lnTo>
                      <a:cubicBezTo>
                        <a:pt x="61256" y="13773"/>
                        <a:pt x="80667" y="21607"/>
                        <a:pt x="95260" y="35579"/>
                      </a:cubicBezTo>
                      <a:cubicBezTo>
                        <a:pt x="102281" y="27885"/>
                        <a:pt x="111400" y="22412"/>
                        <a:pt x="121490" y="19841"/>
                      </a:cubicBezTo>
                      <a:close/>
                    </a:path>
                  </a:pathLst>
                </a:custGeom>
                <a:solidFill>
                  <a:srgbClr val="959AA8"/>
                </a:solidFill>
                <a:ln w="87213" cap="flat">
                  <a:noFill/>
                  <a:prstDash val="solid"/>
                  <a:miter/>
                </a:ln>
              </p:spPr>
              <p:txBody>
                <a:bodyPr rtlCol="0" anchor="ctr"/>
                <a:lstStyle/>
                <a:p>
                  <a:endParaRPr lang="en-IN" dirty="0"/>
                </a:p>
              </p:txBody>
            </p:sp>
            <p:sp>
              <p:nvSpPr>
                <p:cNvPr id="2982" name="Freeform: Shape 2981">
                  <a:extLst>
                    <a:ext uri="{FF2B5EF4-FFF2-40B4-BE49-F238E27FC236}">
                      <a16:creationId xmlns:a16="http://schemas.microsoft.com/office/drawing/2014/main" id="{8621B0B0-312E-84AC-13E2-062F4760914F}"/>
                    </a:ext>
                  </a:extLst>
                </p:cNvPr>
                <p:cNvSpPr/>
                <p:nvPr/>
              </p:nvSpPr>
              <p:spPr>
                <a:xfrm>
                  <a:off x="2440420" y="4022523"/>
                  <a:ext cx="83672" cy="57121"/>
                </a:xfrm>
                <a:custGeom>
                  <a:avLst/>
                  <a:gdLst>
                    <a:gd name="connsiteX0" fmla="*/ 79816 w 83672"/>
                    <a:gd name="connsiteY0" fmla="*/ 54140 h 57121"/>
                    <a:gd name="connsiteX1" fmla="*/ 47466 w 83672"/>
                    <a:gd name="connsiteY1" fmla="*/ 54140 h 57121"/>
                    <a:gd name="connsiteX2" fmla="*/ 251 w 83672"/>
                    <a:gd name="connsiteY2" fmla="*/ 6925 h 57121"/>
                    <a:gd name="connsiteX3" fmla="*/ 251 w 83672"/>
                    <a:gd name="connsiteY3" fmla="*/ -70 h 57121"/>
                    <a:gd name="connsiteX4" fmla="*/ 4622 w 83672"/>
                    <a:gd name="connsiteY4" fmla="*/ -70 h 57121"/>
                    <a:gd name="connsiteX5" fmla="*/ 30853 w 83672"/>
                    <a:gd name="connsiteY5" fmla="*/ 34904 h 57121"/>
                    <a:gd name="connsiteX6" fmla="*/ 71947 w 83672"/>
                    <a:gd name="connsiteY6" fmla="*/ 52391 h 57121"/>
                    <a:gd name="connsiteX7" fmla="*/ 82440 w 83672"/>
                    <a:gd name="connsiteY7" fmla="*/ 52391 h 57121"/>
                    <a:gd name="connsiteX8" fmla="*/ 79816 w 83672"/>
                    <a:gd name="connsiteY8" fmla="*/ 54140 h 5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72" h="57121">
                      <a:moveTo>
                        <a:pt x="79816" y="54140"/>
                      </a:moveTo>
                      <a:cubicBezTo>
                        <a:pt x="69386" y="58022"/>
                        <a:pt x="57897" y="58022"/>
                        <a:pt x="47466" y="54140"/>
                      </a:cubicBezTo>
                      <a:cubicBezTo>
                        <a:pt x="26097" y="45265"/>
                        <a:pt x="9126" y="28285"/>
                        <a:pt x="251" y="6925"/>
                      </a:cubicBezTo>
                      <a:cubicBezTo>
                        <a:pt x="-142" y="4608"/>
                        <a:pt x="-142" y="2247"/>
                        <a:pt x="251" y="-70"/>
                      </a:cubicBezTo>
                      <a:cubicBezTo>
                        <a:pt x="251" y="-70"/>
                        <a:pt x="251" y="-70"/>
                        <a:pt x="4622" y="-70"/>
                      </a:cubicBezTo>
                      <a:cubicBezTo>
                        <a:pt x="10743" y="13343"/>
                        <a:pt x="19688" y="25269"/>
                        <a:pt x="30853" y="34904"/>
                      </a:cubicBezTo>
                      <a:cubicBezTo>
                        <a:pt x="42805" y="44190"/>
                        <a:pt x="56970" y="50214"/>
                        <a:pt x="71947" y="52391"/>
                      </a:cubicBezTo>
                      <a:cubicBezTo>
                        <a:pt x="71947" y="52391"/>
                        <a:pt x="78942" y="52391"/>
                        <a:pt x="82440" y="52391"/>
                      </a:cubicBezTo>
                      <a:cubicBezTo>
                        <a:pt x="85937" y="52391"/>
                        <a:pt x="80691" y="54140"/>
                        <a:pt x="79816" y="54140"/>
                      </a:cubicBezTo>
                      <a:close/>
                    </a:path>
                  </a:pathLst>
                </a:custGeom>
                <a:solidFill>
                  <a:srgbClr val="9CA1AD"/>
                </a:solidFill>
                <a:ln w="87213" cap="flat">
                  <a:noFill/>
                  <a:prstDash val="solid"/>
                  <a:miter/>
                </a:ln>
              </p:spPr>
              <p:txBody>
                <a:bodyPr rtlCol="0" anchor="ctr"/>
                <a:lstStyle/>
                <a:p>
                  <a:endParaRPr lang="en-IN" dirty="0"/>
                </a:p>
              </p:txBody>
            </p:sp>
            <p:sp>
              <p:nvSpPr>
                <p:cNvPr id="2983" name="Freeform: Shape 2982">
                  <a:extLst>
                    <a:ext uri="{FF2B5EF4-FFF2-40B4-BE49-F238E27FC236}">
                      <a16:creationId xmlns:a16="http://schemas.microsoft.com/office/drawing/2014/main" id="{47E2F2C2-8F06-FDFB-FCD1-BD2A47E2130C}"/>
                    </a:ext>
                  </a:extLst>
                </p:cNvPr>
                <p:cNvSpPr/>
                <p:nvPr/>
              </p:nvSpPr>
              <p:spPr>
                <a:xfrm>
                  <a:off x="2510662" y="3929425"/>
                  <a:ext cx="64701" cy="34516"/>
                </a:xfrm>
                <a:custGeom>
                  <a:avLst/>
                  <a:gdLst>
                    <a:gd name="connsiteX0" fmla="*/ 64658 w 64701"/>
                    <a:gd name="connsiteY0" fmla="*/ 34447 h 34516"/>
                    <a:gd name="connsiteX1" fmla="*/ 49794 w 64701"/>
                    <a:gd name="connsiteY1" fmla="*/ 20457 h 34516"/>
                    <a:gd name="connsiteX2" fmla="*/ 6077 w 64701"/>
                    <a:gd name="connsiteY2" fmla="*/ 1222 h 34516"/>
                    <a:gd name="connsiteX3" fmla="*/ -44 w 64701"/>
                    <a:gd name="connsiteY3" fmla="*/ 1222 h 34516"/>
                    <a:gd name="connsiteX4" fmla="*/ 18317 w 64701"/>
                    <a:gd name="connsiteY4" fmla="*/ 1222 h 34516"/>
                    <a:gd name="connsiteX5" fmla="*/ 64658 w 64701"/>
                    <a:gd name="connsiteY5" fmla="*/ 28326 h 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701" h="34516">
                      <a:moveTo>
                        <a:pt x="64658" y="34447"/>
                      </a:moveTo>
                      <a:cubicBezTo>
                        <a:pt x="58537" y="34447"/>
                        <a:pt x="55040" y="24829"/>
                        <a:pt x="49794" y="20457"/>
                      </a:cubicBezTo>
                      <a:cubicBezTo>
                        <a:pt x="37570" y="9668"/>
                        <a:pt x="22287" y="2953"/>
                        <a:pt x="6077" y="1222"/>
                      </a:cubicBezTo>
                      <a:lnTo>
                        <a:pt x="-44" y="1222"/>
                      </a:lnTo>
                      <a:cubicBezTo>
                        <a:pt x="5954" y="-501"/>
                        <a:pt x="12319" y="-501"/>
                        <a:pt x="18317" y="1222"/>
                      </a:cubicBezTo>
                      <a:cubicBezTo>
                        <a:pt x="36521" y="4396"/>
                        <a:pt x="52967" y="14022"/>
                        <a:pt x="64658" y="28326"/>
                      </a:cubicBezTo>
                      <a:close/>
                    </a:path>
                  </a:pathLst>
                </a:custGeom>
                <a:solidFill>
                  <a:srgbClr val="9BA0AD"/>
                </a:solidFill>
                <a:ln w="87213" cap="flat">
                  <a:noFill/>
                  <a:prstDash val="solid"/>
                  <a:miter/>
                </a:ln>
              </p:spPr>
              <p:txBody>
                <a:bodyPr rtlCol="0" anchor="ctr"/>
                <a:lstStyle/>
                <a:p>
                  <a:endParaRPr lang="en-IN" dirty="0"/>
                </a:p>
              </p:txBody>
            </p:sp>
            <p:sp>
              <p:nvSpPr>
                <p:cNvPr id="2984" name="Freeform: Shape 2983">
                  <a:extLst>
                    <a:ext uri="{FF2B5EF4-FFF2-40B4-BE49-F238E27FC236}">
                      <a16:creationId xmlns:a16="http://schemas.microsoft.com/office/drawing/2014/main" id="{47AD03B4-05FF-2F1E-FD44-7E749BC24749}"/>
                    </a:ext>
                  </a:extLst>
                </p:cNvPr>
                <p:cNvSpPr/>
                <p:nvPr/>
              </p:nvSpPr>
              <p:spPr>
                <a:xfrm>
                  <a:off x="2534270" y="3930717"/>
                  <a:ext cx="41094" cy="27104"/>
                </a:xfrm>
                <a:custGeom>
                  <a:avLst/>
                  <a:gdLst>
                    <a:gd name="connsiteX0" fmla="*/ 41050 w 41094"/>
                    <a:gd name="connsiteY0" fmla="*/ 27034 h 27104"/>
                    <a:gd name="connsiteX1" fmla="*/ 32307 w 41094"/>
                    <a:gd name="connsiteY1" fmla="*/ 19166 h 27104"/>
                    <a:gd name="connsiteX2" fmla="*/ -44 w 41094"/>
                    <a:gd name="connsiteY2" fmla="*/ -70 h 27104"/>
                    <a:gd name="connsiteX3" fmla="*/ -44 w 41094"/>
                    <a:gd name="connsiteY3" fmla="*/ -70 h 27104"/>
                    <a:gd name="connsiteX4" fmla="*/ 41050 w 41094"/>
                    <a:gd name="connsiteY4" fmla="*/ 27034 h 2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94" h="27103">
                      <a:moveTo>
                        <a:pt x="41050" y="27034"/>
                      </a:moveTo>
                      <a:lnTo>
                        <a:pt x="32307" y="19166"/>
                      </a:lnTo>
                      <a:cubicBezTo>
                        <a:pt x="23301" y="10142"/>
                        <a:pt x="12179" y="3532"/>
                        <a:pt x="-44" y="-70"/>
                      </a:cubicBezTo>
                      <a:lnTo>
                        <a:pt x="-44" y="-70"/>
                      </a:lnTo>
                      <a:cubicBezTo>
                        <a:pt x="16656" y="3287"/>
                        <a:pt x="31389" y="13010"/>
                        <a:pt x="41050" y="27034"/>
                      </a:cubicBezTo>
                      <a:close/>
                    </a:path>
                  </a:pathLst>
                </a:custGeom>
                <a:solidFill>
                  <a:srgbClr val="9DA2AF"/>
                </a:solidFill>
                <a:ln w="87213" cap="flat">
                  <a:noFill/>
                  <a:prstDash val="solid"/>
                  <a:miter/>
                </a:ln>
              </p:spPr>
              <p:txBody>
                <a:bodyPr rtlCol="0" anchor="ctr"/>
                <a:lstStyle/>
                <a:p>
                  <a:endParaRPr lang="en-IN" dirty="0"/>
                </a:p>
              </p:txBody>
            </p:sp>
            <p:sp>
              <p:nvSpPr>
                <p:cNvPr id="2985" name="Freeform: Shape 2984">
                  <a:extLst>
                    <a:ext uri="{FF2B5EF4-FFF2-40B4-BE49-F238E27FC236}">
                      <a16:creationId xmlns:a16="http://schemas.microsoft.com/office/drawing/2014/main" id="{34310E35-D2BB-DEBD-5A82-7A1677154AF2}"/>
                    </a:ext>
                  </a:extLst>
                </p:cNvPr>
                <p:cNvSpPr/>
                <p:nvPr/>
              </p:nvSpPr>
              <p:spPr>
                <a:xfrm>
                  <a:off x="2520280" y="4071486"/>
                  <a:ext cx="31476" cy="6985"/>
                </a:xfrm>
                <a:custGeom>
                  <a:avLst/>
                  <a:gdLst>
                    <a:gd name="connsiteX0" fmla="*/ -44 w 31476"/>
                    <a:gd name="connsiteY0" fmla="*/ 5176 h 6985"/>
                    <a:gd name="connsiteX1" fmla="*/ -44 w 31476"/>
                    <a:gd name="connsiteY1" fmla="*/ 5176 h 6985"/>
                    <a:gd name="connsiteX2" fmla="*/ 19192 w 31476"/>
                    <a:gd name="connsiteY2" fmla="*/ 5176 h 6985"/>
                    <a:gd name="connsiteX3" fmla="*/ 31432 w 31476"/>
                    <a:gd name="connsiteY3" fmla="*/ -70 h 6985"/>
                    <a:gd name="connsiteX4" fmla="*/ 31432 w 31476"/>
                    <a:gd name="connsiteY4" fmla="*/ 4301 h 6985"/>
                    <a:gd name="connsiteX5" fmla="*/ -44 w 31476"/>
                    <a:gd name="connsiteY5" fmla="*/ 5176 h 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76" h="6985">
                      <a:moveTo>
                        <a:pt x="-44" y="5176"/>
                      </a:moveTo>
                      <a:lnTo>
                        <a:pt x="-44" y="5176"/>
                      </a:lnTo>
                      <a:cubicBezTo>
                        <a:pt x="5910" y="1740"/>
                        <a:pt x="13237" y="1740"/>
                        <a:pt x="19192" y="5176"/>
                      </a:cubicBezTo>
                      <a:cubicBezTo>
                        <a:pt x="22916" y="2692"/>
                        <a:pt x="27069" y="918"/>
                        <a:pt x="31432" y="-70"/>
                      </a:cubicBezTo>
                      <a:lnTo>
                        <a:pt x="31432" y="4301"/>
                      </a:lnTo>
                      <a:cubicBezTo>
                        <a:pt x="21220" y="7458"/>
                        <a:pt x="10335" y="7764"/>
                        <a:pt x="-44" y="5176"/>
                      </a:cubicBezTo>
                      <a:close/>
                    </a:path>
                  </a:pathLst>
                </a:custGeom>
                <a:solidFill>
                  <a:srgbClr val="9CA1AE"/>
                </a:solidFill>
                <a:ln w="87213" cap="flat">
                  <a:noFill/>
                  <a:prstDash val="solid"/>
                  <a:miter/>
                </a:ln>
              </p:spPr>
              <p:txBody>
                <a:bodyPr rtlCol="0" anchor="ctr"/>
                <a:lstStyle/>
                <a:p>
                  <a:endParaRPr lang="en-IN" dirty="0"/>
                </a:p>
              </p:txBody>
            </p:sp>
            <p:sp>
              <p:nvSpPr>
                <p:cNvPr id="2986" name="Freeform: Shape 2985">
                  <a:extLst>
                    <a:ext uri="{FF2B5EF4-FFF2-40B4-BE49-F238E27FC236}">
                      <a16:creationId xmlns:a16="http://schemas.microsoft.com/office/drawing/2014/main" id="{FA2245E9-B8D8-AEB1-E8CA-2613F83E266E}"/>
                    </a:ext>
                  </a:extLst>
                </p:cNvPr>
                <p:cNvSpPr/>
                <p:nvPr/>
              </p:nvSpPr>
              <p:spPr>
                <a:xfrm>
                  <a:off x="2437217" y="3965690"/>
                  <a:ext cx="8743" cy="22733"/>
                </a:xfrm>
                <a:custGeom>
                  <a:avLst/>
                  <a:gdLst>
                    <a:gd name="connsiteX0" fmla="*/ -44 w 8743"/>
                    <a:gd name="connsiteY0" fmla="*/ 22663 h 22733"/>
                    <a:gd name="connsiteX1" fmla="*/ 8700 w 8743"/>
                    <a:gd name="connsiteY1" fmla="*/ -70 h 22733"/>
                    <a:gd name="connsiteX2" fmla="*/ 8700 w 8743"/>
                    <a:gd name="connsiteY2" fmla="*/ 9548 h 22733"/>
                    <a:gd name="connsiteX3" fmla="*/ 8700 w 8743"/>
                    <a:gd name="connsiteY3" fmla="*/ 18292 h 22733"/>
                  </a:gdLst>
                  <a:ahLst/>
                  <a:cxnLst>
                    <a:cxn ang="0">
                      <a:pos x="connsiteX0" y="connsiteY0"/>
                    </a:cxn>
                    <a:cxn ang="0">
                      <a:pos x="connsiteX1" y="connsiteY1"/>
                    </a:cxn>
                    <a:cxn ang="0">
                      <a:pos x="connsiteX2" y="connsiteY2"/>
                    </a:cxn>
                    <a:cxn ang="0">
                      <a:pos x="connsiteX3" y="connsiteY3"/>
                    </a:cxn>
                  </a:cxnLst>
                  <a:rect l="l" t="t" r="r" b="b"/>
                  <a:pathLst>
                    <a:path w="8743" h="22733">
                      <a:moveTo>
                        <a:pt x="-44" y="22663"/>
                      </a:moveTo>
                      <a:cubicBezTo>
                        <a:pt x="612" y="14401"/>
                        <a:pt x="3646" y="6505"/>
                        <a:pt x="8700" y="-70"/>
                      </a:cubicBezTo>
                      <a:cubicBezTo>
                        <a:pt x="8700" y="-70"/>
                        <a:pt x="8700" y="6051"/>
                        <a:pt x="8700" y="9548"/>
                      </a:cubicBezTo>
                      <a:lnTo>
                        <a:pt x="8700" y="18292"/>
                      </a:lnTo>
                      <a:close/>
                    </a:path>
                  </a:pathLst>
                </a:custGeom>
                <a:solidFill>
                  <a:srgbClr val="9CA1AD"/>
                </a:solidFill>
                <a:ln w="87213" cap="flat">
                  <a:noFill/>
                  <a:prstDash val="solid"/>
                  <a:miter/>
                </a:ln>
              </p:spPr>
              <p:txBody>
                <a:bodyPr rtlCol="0" anchor="ctr"/>
                <a:lstStyle/>
                <a:p>
                  <a:endParaRPr lang="en-IN" dirty="0"/>
                </a:p>
              </p:txBody>
            </p:sp>
            <p:sp>
              <p:nvSpPr>
                <p:cNvPr id="2987" name="Freeform: Shape 2986">
                  <a:extLst>
                    <a:ext uri="{FF2B5EF4-FFF2-40B4-BE49-F238E27FC236}">
                      <a16:creationId xmlns:a16="http://schemas.microsoft.com/office/drawing/2014/main" id="{4D8B791A-B965-37C6-DF58-D4C9488AB652}"/>
                    </a:ext>
                  </a:extLst>
                </p:cNvPr>
                <p:cNvSpPr/>
                <p:nvPr/>
              </p:nvSpPr>
              <p:spPr>
                <a:xfrm>
                  <a:off x="2436343" y="3999790"/>
                  <a:ext cx="2331" cy="14243"/>
                </a:xfrm>
                <a:custGeom>
                  <a:avLst/>
                  <a:gdLst>
                    <a:gd name="connsiteX0" fmla="*/ -44 w 2331"/>
                    <a:gd name="connsiteY0" fmla="*/ 6050 h 14243"/>
                    <a:gd name="connsiteX1" fmla="*/ -44 w 2331"/>
                    <a:gd name="connsiteY1" fmla="*/ -70 h 14243"/>
                    <a:gd name="connsiteX2" fmla="*/ -44 w 2331"/>
                    <a:gd name="connsiteY2" fmla="*/ 13045 h 14243"/>
                    <a:gd name="connsiteX3" fmla="*/ -44 w 2331"/>
                    <a:gd name="connsiteY3" fmla="*/ 6050 h 14243"/>
                  </a:gdLst>
                  <a:ahLst/>
                  <a:cxnLst>
                    <a:cxn ang="0">
                      <a:pos x="connsiteX0" y="connsiteY0"/>
                    </a:cxn>
                    <a:cxn ang="0">
                      <a:pos x="connsiteX1" y="connsiteY1"/>
                    </a:cxn>
                    <a:cxn ang="0">
                      <a:pos x="connsiteX2" y="connsiteY2"/>
                    </a:cxn>
                    <a:cxn ang="0">
                      <a:pos x="connsiteX3" y="connsiteY3"/>
                    </a:cxn>
                  </a:cxnLst>
                  <a:rect l="l" t="t" r="r" b="b"/>
                  <a:pathLst>
                    <a:path w="2331" h="14243">
                      <a:moveTo>
                        <a:pt x="-44" y="6050"/>
                      </a:moveTo>
                      <a:lnTo>
                        <a:pt x="-44" y="-70"/>
                      </a:lnTo>
                      <a:cubicBezTo>
                        <a:pt x="5202" y="-70"/>
                        <a:pt x="-44" y="8673"/>
                        <a:pt x="-44" y="13045"/>
                      </a:cubicBezTo>
                      <a:cubicBezTo>
                        <a:pt x="-44" y="17417"/>
                        <a:pt x="830" y="7799"/>
                        <a:pt x="-44" y="6050"/>
                      </a:cubicBezTo>
                      <a:close/>
                    </a:path>
                  </a:pathLst>
                </a:custGeom>
                <a:solidFill>
                  <a:srgbClr val="9BA0AD"/>
                </a:solidFill>
                <a:ln w="87213" cap="flat">
                  <a:noFill/>
                  <a:prstDash val="solid"/>
                  <a:miter/>
                </a:ln>
              </p:spPr>
              <p:txBody>
                <a:bodyPr rtlCol="0" anchor="ctr"/>
                <a:lstStyle/>
                <a:p>
                  <a:endParaRPr lang="en-IN" dirty="0"/>
                </a:p>
              </p:txBody>
            </p:sp>
            <p:sp>
              <p:nvSpPr>
                <p:cNvPr id="2988" name="Freeform: Shape 2987">
                  <a:extLst>
                    <a:ext uri="{FF2B5EF4-FFF2-40B4-BE49-F238E27FC236}">
                      <a16:creationId xmlns:a16="http://schemas.microsoft.com/office/drawing/2014/main" id="{FC5C9171-2BDC-7234-C2EF-F42B41BC0EC0}"/>
                    </a:ext>
                  </a:extLst>
                </p:cNvPr>
                <p:cNvSpPr/>
                <p:nvPr/>
              </p:nvSpPr>
              <p:spPr>
                <a:xfrm>
                  <a:off x="2475689" y="3933059"/>
                  <a:ext cx="12240" cy="5526"/>
                </a:xfrm>
                <a:custGeom>
                  <a:avLst/>
                  <a:gdLst>
                    <a:gd name="connsiteX0" fmla="*/ 12197 w 12240"/>
                    <a:gd name="connsiteY0" fmla="*/ 211 h 5526"/>
                    <a:gd name="connsiteX1" fmla="*/ -44 w 12240"/>
                    <a:gd name="connsiteY1" fmla="*/ 5457 h 5526"/>
                    <a:gd name="connsiteX2" fmla="*/ -44 w 12240"/>
                    <a:gd name="connsiteY2" fmla="*/ 5457 h 5526"/>
                    <a:gd name="connsiteX3" fmla="*/ 5202 w 12240"/>
                    <a:gd name="connsiteY3" fmla="*/ 5457 h 5526"/>
                    <a:gd name="connsiteX4" fmla="*/ 12197 w 12240"/>
                    <a:gd name="connsiteY4" fmla="*/ 211 h 5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 h="5526">
                      <a:moveTo>
                        <a:pt x="12197" y="211"/>
                      </a:moveTo>
                      <a:cubicBezTo>
                        <a:pt x="8551" y="2834"/>
                        <a:pt x="4371" y="4626"/>
                        <a:pt x="-44" y="5457"/>
                      </a:cubicBezTo>
                      <a:cubicBezTo>
                        <a:pt x="-44" y="5457"/>
                        <a:pt x="-44" y="5457"/>
                        <a:pt x="-44" y="5457"/>
                      </a:cubicBezTo>
                      <a:lnTo>
                        <a:pt x="5202" y="5457"/>
                      </a:lnTo>
                      <a:cubicBezTo>
                        <a:pt x="5202" y="5457"/>
                        <a:pt x="12197" y="-1538"/>
                        <a:pt x="12197" y="211"/>
                      </a:cubicBezTo>
                      <a:close/>
                    </a:path>
                  </a:pathLst>
                </a:custGeom>
                <a:solidFill>
                  <a:srgbClr val="9BA0AD"/>
                </a:solidFill>
                <a:ln w="87213" cap="flat">
                  <a:noFill/>
                  <a:prstDash val="solid"/>
                  <a:miter/>
                </a:ln>
              </p:spPr>
              <p:txBody>
                <a:bodyPr rtlCol="0" anchor="ctr"/>
                <a:lstStyle/>
                <a:p>
                  <a:endParaRPr lang="en-IN" dirty="0"/>
                </a:p>
              </p:txBody>
            </p:sp>
            <p:sp>
              <p:nvSpPr>
                <p:cNvPr id="2989" name="Freeform: Shape 2988">
                  <a:extLst>
                    <a:ext uri="{FF2B5EF4-FFF2-40B4-BE49-F238E27FC236}">
                      <a16:creationId xmlns:a16="http://schemas.microsoft.com/office/drawing/2014/main" id="{FF248B46-AF00-F21B-63D5-6D61537A3E2B}"/>
                    </a:ext>
                  </a:extLst>
                </p:cNvPr>
                <p:cNvSpPr/>
                <p:nvPr/>
              </p:nvSpPr>
              <p:spPr>
                <a:xfrm>
                  <a:off x="2455765" y="3950594"/>
                  <a:ext cx="4478" cy="9850"/>
                </a:xfrm>
                <a:custGeom>
                  <a:avLst/>
                  <a:gdLst>
                    <a:gd name="connsiteX0" fmla="*/ 3267 w 4478"/>
                    <a:gd name="connsiteY0" fmla="*/ 162 h 9850"/>
                    <a:gd name="connsiteX1" fmla="*/ 3267 w 4478"/>
                    <a:gd name="connsiteY1" fmla="*/ 162 h 9850"/>
                    <a:gd name="connsiteX2" fmla="*/ 3267 w 4478"/>
                    <a:gd name="connsiteY2" fmla="*/ 9780 h 9850"/>
                    <a:gd name="connsiteX3" fmla="*/ 3267 w 4478"/>
                    <a:gd name="connsiteY3" fmla="*/ 9780 h 9850"/>
                    <a:gd name="connsiteX4" fmla="*/ 3267 w 4478"/>
                    <a:gd name="connsiteY4" fmla="*/ 5409 h 9850"/>
                    <a:gd name="connsiteX5" fmla="*/ 3267 w 4478"/>
                    <a:gd name="connsiteY5" fmla="*/ 162 h 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8" h="9850">
                      <a:moveTo>
                        <a:pt x="3267" y="162"/>
                      </a:moveTo>
                      <a:lnTo>
                        <a:pt x="3267" y="162"/>
                      </a:lnTo>
                      <a:cubicBezTo>
                        <a:pt x="4823" y="3179"/>
                        <a:pt x="4823" y="6764"/>
                        <a:pt x="3267" y="9780"/>
                      </a:cubicBezTo>
                      <a:cubicBezTo>
                        <a:pt x="3267" y="9780"/>
                        <a:pt x="3267" y="9780"/>
                        <a:pt x="3267" y="9780"/>
                      </a:cubicBezTo>
                      <a:lnTo>
                        <a:pt x="3267" y="5409"/>
                      </a:lnTo>
                      <a:cubicBezTo>
                        <a:pt x="-230" y="7157"/>
                        <a:pt x="-1979" y="-1586"/>
                        <a:pt x="3267" y="162"/>
                      </a:cubicBezTo>
                      <a:close/>
                    </a:path>
                  </a:pathLst>
                </a:custGeom>
                <a:solidFill>
                  <a:srgbClr val="9BA0AD"/>
                </a:solidFill>
                <a:ln w="87213" cap="flat">
                  <a:noFill/>
                  <a:prstDash val="solid"/>
                  <a:miter/>
                </a:ln>
              </p:spPr>
              <p:txBody>
                <a:bodyPr rtlCol="0" anchor="ctr"/>
                <a:lstStyle/>
                <a:p>
                  <a:endParaRPr lang="en-IN" dirty="0"/>
                </a:p>
              </p:txBody>
            </p:sp>
            <p:sp>
              <p:nvSpPr>
                <p:cNvPr id="2990" name="Freeform: Shape 2989">
                  <a:extLst>
                    <a:ext uri="{FF2B5EF4-FFF2-40B4-BE49-F238E27FC236}">
                      <a16:creationId xmlns:a16="http://schemas.microsoft.com/office/drawing/2014/main" id="{07342A5A-69A7-20AB-B812-5F1C03247A0C}"/>
                    </a:ext>
                  </a:extLst>
                </p:cNvPr>
                <p:cNvSpPr/>
                <p:nvPr/>
              </p:nvSpPr>
              <p:spPr>
                <a:xfrm>
                  <a:off x="2442464" y="3957821"/>
                  <a:ext cx="6372" cy="10492"/>
                </a:xfrm>
                <a:custGeom>
                  <a:avLst/>
                  <a:gdLst>
                    <a:gd name="connsiteX0" fmla="*/ 6076 w 6372"/>
                    <a:gd name="connsiteY0" fmla="*/ -70 h 10492"/>
                    <a:gd name="connsiteX1" fmla="*/ 6076 w 6372"/>
                    <a:gd name="connsiteY1" fmla="*/ -70 h 10492"/>
                    <a:gd name="connsiteX2" fmla="*/ -44 w 6372"/>
                    <a:gd name="connsiteY2" fmla="*/ 10422 h 10492"/>
                    <a:gd name="connsiteX3" fmla="*/ -44 w 6372"/>
                    <a:gd name="connsiteY3" fmla="*/ 805 h 10492"/>
                  </a:gdLst>
                  <a:ahLst/>
                  <a:cxnLst>
                    <a:cxn ang="0">
                      <a:pos x="connsiteX0" y="connsiteY0"/>
                    </a:cxn>
                    <a:cxn ang="0">
                      <a:pos x="connsiteX1" y="connsiteY1"/>
                    </a:cxn>
                    <a:cxn ang="0">
                      <a:pos x="connsiteX2" y="connsiteY2"/>
                    </a:cxn>
                    <a:cxn ang="0">
                      <a:pos x="connsiteX3" y="connsiteY3"/>
                    </a:cxn>
                  </a:cxnLst>
                  <a:rect l="l" t="t" r="r" b="b"/>
                  <a:pathLst>
                    <a:path w="6371" h="10492">
                      <a:moveTo>
                        <a:pt x="6076" y="-70"/>
                      </a:moveTo>
                      <a:lnTo>
                        <a:pt x="6076" y="-70"/>
                      </a:lnTo>
                      <a:cubicBezTo>
                        <a:pt x="7196" y="4503"/>
                        <a:pt x="4485" y="9146"/>
                        <a:pt x="-44" y="10422"/>
                      </a:cubicBezTo>
                      <a:cubicBezTo>
                        <a:pt x="-44" y="10422"/>
                        <a:pt x="-44" y="4302"/>
                        <a:pt x="-44" y="805"/>
                      </a:cubicBezTo>
                      <a:close/>
                    </a:path>
                  </a:pathLst>
                </a:custGeom>
                <a:solidFill>
                  <a:srgbClr val="9BA0AD"/>
                </a:solidFill>
                <a:ln w="87213" cap="flat">
                  <a:noFill/>
                  <a:prstDash val="solid"/>
                  <a:miter/>
                </a:ln>
              </p:spPr>
              <p:txBody>
                <a:bodyPr rtlCol="0" anchor="ctr"/>
                <a:lstStyle/>
                <a:p>
                  <a:endParaRPr lang="en-IN" dirty="0"/>
                </a:p>
              </p:txBody>
            </p:sp>
            <p:sp>
              <p:nvSpPr>
                <p:cNvPr id="2991" name="Freeform: Shape 2990">
                  <a:extLst>
                    <a:ext uri="{FF2B5EF4-FFF2-40B4-BE49-F238E27FC236}">
                      <a16:creationId xmlns:a16="http://schemas.microsoft.com/office/drawing/2014/main" id="{483B7329-752F-7AE4-0B48-D1358667929B}"/>
                    </a:ext>
                  </a:extLst>
                </p:cNvPr>
                <p:cNvSpPr/>
                <p:nvPr/>
              </p:nvSpPr>
              <p:spPr>
                <a:xfrm>
                  <a:off x="2442155" y="4015528"/>
                  <a:ext cx="819" cy="5245"/>
                </a:xfrm>
                <a:custGeom>
                  <a:avLst/>
                  <a:gdLst>
                    <a:gd name="connsiteX0" fmla="*/ 264 w 819"/>
                    <a:gd name="connsiteY0" fmla="*/ 5176 h 5245"/>
                    <a:gd name="connsiteX1" fmla="*/ 264 w 819"/>
                    <a:gd name="connsiteY1" fmla="*/ 5176 h 5245"/>
                    <a:gd name="connsiteX2" fmla="*/ 264 w 819"/>
                    <a:gd name="connsiteY2" fmla="*/ -70 h 5245"/>
                    <a:gd name="connsiteX3" fmla="*/ 264 w 819"/>
                    <a:gd name="connsiteY3" fmla="*/ -70 h 5245"/>
                    <a:gd name="connsiteX4" fmla="*/ 264 w 819"/>
                    <a:gd name="connsiteY4" fmla="*/ 5176 h 5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 h="5245">
                      <a:moveTo>
                        <a:pt x="264" y="5176"/>
                      </a:moveTo>
                      <a:lnTo>
                        <a:pt x="264" y="5176"/>
                      </a:lnTo>
                      <a:cubicBezTo>
                        <a:pt x="-147" y="3453"/>
                        <a:pt x="-147" y="1652"/>
                        <a:pt x="264" y="-70"/>
                      </a:cubicBezTo>
                      <a:cubicBezTo>
                        <a:pt x="264" y="-70"/>
                        <a:pt x="264" y="-70"/>
                        <a:pt x="264" y="-70"/>
                      </a:cubicBezTo>
                      <a:cubicBezTo>
                        <a:pt x="946" y="1608"/>
                        <a:pt x="946" y="3497"/>
                        <a:pt x="264" y="5176"/>
                      </a:cubicBezTo>
                      <a:close/>
                    </a:path>
                  </a:pathLst>
                </a:custGeom>
                <a:solidFill>
                  <a:srgbClr val="9BA0AD"/>
                </a:solidFill>
                <a:ln w="87213" cap="flat">
                  <a:noFill/>
                  <a:prstDash val="solid"/>
                  <a:miter/>
                </a:ln>
              </p:spPr>
              <p:txBody>
                <a:bodyPr rtlCol="0" anchor="ctr"/>
                <a:lstStyle/>
                <a:p>
                  <a:endParaRPr lang="en-IN" dirty="0"/>
                </a:p>
              </p:txBody>
            </p:sp>
            <p:sp>
              <p:nvSpPr>
                <p:cNvPr id="2992" name="Freeform: Shape 2991">
                  <a:extLst>
                    <a:ext uri="{FF2B5EF4-FFF2-40B4-BE49-F238E27FC236}">
                      <a16:creationId xmlns:a16="http://schemas.microsoft.com/office/drawing/2014/main" id="{FEA58E06-FA75-17E5-F4A9-6C3B600E98D4}"/>
                    </a:ext>
                  </a:extLst>
                </p:cNvPr>
                <p:cNvSpPr/>
                <p:nvPr/>
              </p:nvSpPr>
              <p:spPr>
                <a:xfrm>
                  <a:off x="2490553" y="3929939"/>
                  <a:ext cx="9617" cy="1688"/>
                </a:xfrm>
                <a:custGeom>
                  <a:avLst/>
                  <a:gdLst>
                    <a:gd name="connsiteX0" fmla="*/ 9574 w 9617"/>
                    <a:gd name="connsiteY0" fmla="*/ 707 h 1688"/>
                    <a:gd name="connsiteX1" fmla="*/ -44 w 9617"/>
                    <a:gd name="connsiteY1" fmla="*/ 707 h 1688"/>
                    <a:gd name="connsiteX2" fmla="*/ -44 w 9617"/>
                    <a:gd name="connsiteY2" fmla="*/ 707 h 1688"/>
                    <a:gd name="connsiteX3" fmla="*/ 4328 w 9617"/>
                    <a:gd name="connsiteY3" fmla="*/ 707 h 1688"/>
                    <a:gd name="connsiteX4" fmla="*/ 9574 w 9617"/>
                    <a:gd name="connsiteY4" fmla="*/ 707 h 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7" h="1688">
                      <a:moveTo>
                        <a:pt x="9574" y="707"/>
                      </a:moveTo>
                      <a:cubicBezTo>
                        <a:pt x="6487" y="1923"/>
                        <a:pt x="3042" y="1923"/>
                        <a:pt x="-44" y="707"/>
                      </a:cubicBezTo>
                      <a:cubicBezTo>
                        <a:pt x="-44" y="707"/>
                        <a:pt x="-44" y="707"/>
                        <a:pt x="-44" y="707"/>
                      </a:cubicBezTo>
                      <a:lnTo>
                        <a:pt x="4328" y="707"/>
                      </a:lnTo>
                      <a:cubicBezTo>
                        <a:pt x="4328" y="707"/>
                        <a:pt x="8700" y="-1042"/>
                        <a:pt x="9574" y="707"/>
                      </a:cubicBezTo>
                      <a:close/>
                    </a:path>
                  </a:pathLst>
                </a:custGeom>
                <a:solidFill>
                  <a:srgbClr val="9BA0AD"/>
                </a:solidFill>
                <a:ln w="87213" cap="flat">
                  <a:noFill/>
                  <a:prstDash val="solid"/>
                  <a:miter/>
                </a:ln>
              </p:spPr>
              <p:txBody>
                <a:bodyPr rtlCol="0" anchor="ctr"/>
                <a:lstStyle/>
                <a:p>
                  <a:endParaRPr lang="en-IN" dirty="0"/>
                </a:p>
              </p:txBody>
            </p:sp>
            <p:sp>
              <p:nvSpPr>
                <p:cNvPr id="2993" name="Freeform: Shape 2992">
                  <a:extLst>
                    <a:ext uri="{FF2B5EF4-FFF2-40B4-BE49-F238E27FC236}">
                      <a16:creationId xmlns:a16="http://schemas.microsoft.com/office/drawing/2014/main" id="{97761F6B-4F10-4C91-F83D-28682D165B80}"/>
                    </a:ext>
                  </a:extLst>
                </p:cNvPr>
                <p:cNvSpPr/>
                <p:nvPr/>
              </p:nvSpPr>
              <p:spPr>
                <a:xfrm>
                  <a:off x="2479186" y="3934214"/>
                  <a:ext cx="87434" cy="87434"/>
                </a:xfrm>
                <a:custGeom>
                  <a:avLst/>
                  <a:gdLst>
                    <a:gd name="connsiteX0" fmla="*/ -44 w 87434"/>
                    <a:gd name="connsiteY0" fmla="*/ -70 h 87434"/>
                    <a:gd name="connsiteX1" fmla="*/ -44 w 87434"/>
                    <a:gd name="connsiteY1" fmla="*/ -70 h 87434"/>
                    <a:gd name="connsiteX2" fmla="*/ -44 w 87434"/>
                    <a:gd name="connsiteY2" fmla="*/ -70 h 87434"/>
                    <a:gd name="connsiteX3" fmla="*/ -44 w 87434"/>
                    <a:gd name="connsiteY3" fmla="*/ -70 h 87434"/>
                  </a:gdLst>
                  <a:ahLst/>
                  <a:cxnLst>
                    <a:cxn ang="0">
                      <a:pos x="connsiteX0" y="connsiteY0"/>
                    </a:cxn>
                    <a:cxn ang="0">
                      <a:pos x="connsiteX1" y="connsiteY1"/>
                    </a:cxn>
                    <a:cxn ang="0">
                      <a:pos x="connsiteX2" y="connsiteY2"/>
                    </a:cxn>
                    <a:cxn ang="0">
                      <a:pos x="connsiteX3" y="connsiteY3"/>
                    </a:cxn>
                  </a:cxnLst>
                  <a:rect l="l" t="t" r="r" b="b"/>
                  <a:pathLst>
                    <a:path w="87434" h="87434">
                      <a:moveTo>
                        <a:pt x="-44" y="-70"/>
                      </a:moveTo>
                      <a:lnTo>
                        <a:pt x="-44" y="-70"/>
                      </a:lnTo>
                      <a:lnTo>
                        <a:pt x="-44" y="-70"/>
                      </a:lnTo>
                      <a:lnTo>
                        <a:pt x="-44" y="-70"/>
                      </a:lnTo>
                      <a:close/>
                    </a:path>
                  </a:pathLst>
                </a:custGeom>
                <a:solidFill>
                  <a:srgbClr val="9CA1AD"/>
                </a:solidFill>
                <a:ln w="87213" cap="flat">
                  <a:noFill/>
                  <a:prstDash val="solid"/>
                  <a:miter/>
                </a:ln>
              </p:spPr>
              <p:txBody>
                <a:bodyPr rtlCol="0" anchor="ctr"/>
                <a:lstStyle/>
                <a:p>
                  <a:endParaRPr lang="en-IN" dirty="0"/>
                </a:p>
              </p:txBody>
            </p:sp>
            <p:sp>
              <p:nvSpPr>
                <p:cNvPr id="2994" name="Freeform: Shape 2993">
                  <a:extLst>
                    <a:ext uri="{FF2B5EF4-FFF2-40B4-BE49-F238E27FC236}">
                      <a16:creationId xmlns:a16="http://schemas.microsoft.com/office/drawing/2014/main" id="{B56DB854-8A1C-4119-F186-0AF2C11757B9}"/>
                    </a:ext>
                  </a:extLst>
                </p:cNvPr>
                <p:cNvSpPr/>
                <p:nvPr/>
              </p:nvSpPr>
              <p:spPr>
                <a:xfrm>
                  <a:off x="2438297" y="3984052"/>
                  <a:ext cx="3586" cy="11366"/>
                </a:xfrm>
                <a:custGeom>
                  <a:avLst/>
                  <a:gdLst>
                    <a:gd name="connsiteX0" fmla="*/ 625 w 3586"/>
                    <a:gd name="connsiteY0" fmla="*/ 11296 h 11366"/>
                    <a:gd name="connsiteX1" fmla="*/ 625 w 3586"/>
                    <a:gd name="connsiteY1" fmla="*/ 11296 h 11366"/>
                    <a:gd name="connsiteX2" fmla="*/ 625 w 3586"/>
                    <a:gd name="connsiteY2" fmla="*/ -70 h 11366"/>
                    <a:gd name="connsiteX3" fmla="*/ 625 w 3586"/>
                    <a:gd name="connsiteY3" fmla="*/ -70 h 11366"/>
                    <a:gd name="connsiteX4" fmla="*/ 625 w 3586"/>
                    <a:gd name="connsiteY4" fmla="*/ -70 h 11366"/>
                    <a:gd name="connsiteX5" fmla="*/ 2234 w 3586"/>
                    <a:gd name="connsiteY5" fmla="*/ 9687 h 11366"/>
                    <a:gd name="connsiteX6" fmla="*/ 625 w 3586"/>
                    <a:gd name="connsiteY6" fmla="*/ 11296 h 11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5" h="11366">
                      <a:moveTo>
                        <a:pt x="625" y="11296"/>
                      </a:moveTo>
                      <a:lnTo>
                        <a:pt x="625" y="11296"/>
                      </a:lnTo>
                      <a:cubicBezTo>
                        <a:pt x="-267" y="7563"/>
                        <a:pt x="-267" y="3663"/>
                        <a:pt x="625" y="-70"/>
                      </a:cubicBezTo>
                      <a:lnTo>
                        <a:pt x="625" y="-70"/>
                      </a:lnTo>
                      <a:cubicBezTo>
                        <a:pt x="625" y="-70"/>
                        <a:pt x="625" y="-70"/>
                        <a:pt x="625" y="-70"/>
                      </a:cubicBezTo>
                      <a:cubicBezTo>
                        <a:pt x="3764" y="2185"/>
                        <a:pt x="4481" y="6549"/>
                        <a:pt x="2234" y="9687"/>
                      </a:cubicBezTo>
                      <a:cubicBezTo>
                        <a:pt x="1788" y="10308"/>
                        <a:pt x="1246" y="10850"/>
                        <a:pt x="625" y="11296"/>
                      </a:cubicBezTo>
                      <a:close/>
                    </a:path>
                  </a:pathLst>
                </a:custGeom>
                <a:solidFill>
                  <a:srgbClr val="9CA1AD"/>
                </a:solidFill>
                <a:ln w="87213" cap="flat">
                  <a:noFill/>
                  <a:prstDash val="solid"/>
                  <a:miter/>
                </a:ln>
              </p:spPr>
              <p:txBody>
                <a:bodyPr rtlCol="0" anchor="ctr"/>
                <a:lstStyle/>
                <a:p>
                  <a:endParaRPr lang="en-IN" dirty="0"/>
                </a:p>
              </p:txBody>
            </p:sp>
            <p:sp>
              <p:nvSpPr>
                <p:cNvPr id="2995" name="Freeform: Shape 2994">
                  <a:extLst>
                    <a:ext uri="{FF2B5EF4-FFF2-40B4-BE49-F238E27FC236}">
                      <a16:creationId xmlns:a16="http://schemas.microsoft.com/office/drawing/2014/main" id="{C8DE9638-27C9-E108-FFE4-D1A3C2085BCE}"/>
                    </a:ext>
                  </a:extLst>
                </p:cNvPr>
                <p:cNvSpPr/>
                <p:nvPr/>
              </p:nvSpPr>
              <p:spPr>
                <a:xfrm>
                  <a:off x="2447969" y="3949499"/>
                  <a:ext cx="11981" cy="7447"/>
                </a:xfrm>
                <a:custGeom>
                  <a:avLst/>
                  <a:gdLst>
                    <a:gd name="connsiteX0" fmla="*/ 11063 w 11981"/>
                    <a:gd name="connsiteY0" fmla="*/ 1257 h 7447"/>
                    <a:gd name="connsiteX1" fmla="*/ 3194 w 11981"/>
                    <a:gd name="connsiteY1" fmla="*/ 7378 h 7447"/>
                    <a:gd name="connsiteX2" fmla="*/ 11937 w 11981"/>
                    <a:gd name="connsiteY2" fmla="*/ 383 h 7447"/>
                  </a:gdLst>
                  <a:ahLst/>
                  <a:cxnLst>
                    <a:cxn ang="0">
                      <a:pos x="connsiteX0" y="connsiteY0"/>
                    </a:cxn>
                    <a:cxn ang="0">
                      <a:pos x="connsiteX1" y="connsiteY1"/>
                    </a:cxn>
                    <a:cxn ang="0">
                      <a:pos x="connsiteX2" y="connsiteY2"/>
                    </a:cxn>
                  </a:cxnLst>
                  <a:rect l="l" t="t" r="r" b="b"/>
                  <a:pathLst>
                    <a:path w="11981" h="7447">
                      <a:moveTo>
                        <a:pt x="11063" y="1257"/>
                      </a:moveTo>
                      <a:cubicBezTo>
                        <a:pt x="11063" y="1257"/>
                        <a:pt x="11063" y="7378"/>
                        <a:pt x="3194" y="7378"/>
                      </a:cubicBezTo>
                      <a:cubicBezTo>
                        <a:pt x="-4675" y="7378"/>
                        <a:pt x="3194" y="-2240"/>
                        <a:pt x="11937" y="383"/>
                      </a:cubicBezTo>
                      <a:close/>
                    </a:path>
                  </a:pathLst>
                </a:custGeom>
                <a:solidFill>
                  <a:srgbClr val="9CA1AD"/>
                </a:solidFill>
                <a:ln w="87213" cap="flat">
                  <a:noFill/>
                  <a:prstDash val="solid"/>
                  <a:miter/>
                </a:ln>
              </p:spPr>
              <p:txBody>
                <a:bodyPr rtlCol="0" anchor="ctr"/>
                <a:lstStyle/>
                <a:p>
                  <a:endParaRPr lang="en-IN" dirty="0"/>
                </a:p>
              </p:txBody>
            </p:sp>
            <p:sp>
              <p:nvSpPr>
                <p:cNvPr id="2996" name="Freeform: Shape 2995">
                  <a:extLst>
                    <a:ext uri="{FF2B5EF4-FFF2-40B4-BE49-F238E27FC236}">
                      <a16:creationId xmlns:a16="http://schemas.microsoft.com/office/drawing/2014/main" id="{D86D7E9D-88FF-5E53-5021-5AB54B83029B}"/>
                    </a:ext>
                  </a:extLst>
                </p:cNvPr>
                <p:cNvSpPr/>
                <p:nvPr/>
              </p:nvSpPr>
              <p:spPr>
                <a:xfrm>
                  <a:off x="2460825" y="3936837"/>
                  <a:ext cx="9801" cy="7999"/>
                </a:xfrm>
                <a:custGeom>
                  <a:avLst/>
                  <a:gdLst>
                    <a:gd name="connsiteX0" fmla="*/ 4328 w 9801"/>
                    <a:gd name="connsiteY0" fmla="*/ 7799 h 7999"/>
                    <a:gd name="connsiteX1" fmla="*/ -44 w 9801"/>
                    <a:gd name="connsiteY1" fmla="*/ 7799 h 7999"/>
                    <a:gd name="connsiteX2" fmla="*/ 7825 w 9801"/>
                    <a:gd name="connsiteY2" fmla="*/ -70 h 7999"/>
                    <a:gd name="connsiteX3" fmla="*/ 7825 w 9801"/>
                    <a:gd name="connsiteY3" fmla="*/ -70 h 7999"/>
                    <a:gd name="connsiteX4" fmla="*/ 9014 w 9801"/>
                    <a:gd name="connsiteY4" fmla="*/ 5998 h 7999"/>
                    <a:gd name="connsiteX5" fmla="*/ 4328 w 9801"/>
                    <a:gd name="connsiteY5" fmla="*/ 7799 h 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1" h="7999">
                      <a:moveTo>
                        <a:pt x="4328" y="7799"/>
                      </a:moveTo>
                      <a:lnTo>
                        <a:pt x="-44" y="7799"/>
                      </a:lnTo>
                      <a:cubicBezTo>
                        <a:pt x="-44" y="2553"/>
                        <a:pt x="4328" y="1678"/>
                        <a:pt x="7825" y="-70"/>
                      </a:cubicBezTo>
                      <a:lnTo>
                        <a:pt x="7825" y="-70"/>
                      </a:lnTo>
                      <a:cubicBezTo>
                        <a:pt x="9827" y="1276"/>
                        <a:pt x="10361" y="3996"/>
                        <a:pt x="9014" y="5998"/>
                      </a:cubicBezTo>
                      <a:cubicBezTo>
                        <a:pt x="7982" y="7528"/>
                        <a:pt x="6111" y="8245"/>
                        <a:pt x="4328" y="7799"/>
                      </a:cubicBezTo>
                      <a:close/>
                    </a:path>
                  </a:pathLst>
                </a:custGeom>
                <a:solidFill>
                  <a:srgbClr val="9CA1AD"/>
                </a:solidFill>
                <a:ln w="87213" cap="flat">
                  <a:noFill/>
                  <a:prstDash val="solid"/>
                  <a:miter/>
                </a:ln>
              </p:spPr>
              <p:txBody>
                <a:bodyPr rtlCol="0" anchor="ctr"/>
                <a:lstStyle/>
                <a:p>
                  <a:endParaRPr lang="en-IN" dirty="0"/>
                </a:p>
              </p:txBody>
            </p:sp>
            <p:sp>
              <p:nvSpPr>
                <p:cNvPr id="2997" name="Freeform: Shape 2996">
                  <a:extLst>
                    <a:ext uri="{FF2B5EF4-FFF2-40B4-BE49-F238E27FC236}">
                      <a16:creationId xmlns:a16="http://schemas.microsoft.com/office/drawing/2014/main" id="{E75335E7-F6C7-B793-A8E2-9137C118026E}"/>
                    </a:ext>
                  </a:extLst>
                </p:cNvPr>
                <p:cNvSpPr/>
                <p:nvPr/>
              </p:nvSpPr>
              <p:spPr>
                <a:xfrm>
                  <a:off x="2500170" y="3929425"/>
                  <a:ext cx="9617" cy="1291"/>
                </a:xfrm>
                <a:custGeom>
                  <a:avLst/>
                  <a:gdLst>
                    <a:gd name="connsiteX0" fmla="*/ -44 w 9617"/>
                    <a:gd name="connsiteY0" fmla="*/ 1222 h 1291"/>
                    <a:gd name="connsiteX1" fmla="*/ -44 w 9617"/>
                    <a:gd name="connsiteY1" fmla="*/ 1222 h 1291"/>
                    <a:gd name="connsiteX2" fmla="*/ 9574 w 9617"/>
                    <a:gd name="connsiteY2" fmla="*/ 1222 h 1291"/>
                  </a:gdLst>
                  <a:ahLst/>
                  <a:cxnLst>
                    <a:cxn ang="0">
                      <a:pos x="connsiteX0" y="connsiteY0"/>
                    </a:cxn>
                    <a:cxn ang="0">
                      <a:pos x="connsiteX1" y="connsiteY1"/>
                    </a:cxn>
                    <a:cxn ang="0">
                      <a:pos x="connsiteX2" y="connsiteY2"/>
                    </a:cxn>
                  </a:cxnLst>
                  <a:rect l="l" t="t" r="r" b="b"/>
                  <a:pathLst>
                    <a:path w="9617" h="1291">
                      <a:moveTo>
                        <a:pt x="-44" y="1222"/>
                      </a:moveTo>
                      <a:lnTo>
                        <a:pt x="-44" y="1222"/>
                      </a:lnTo>
                      <a:cubicBezTo>
                        <a:pt x="2929" y="-501"/>
                        <a:pt x="6601" y="-501"/>
                        <a:pt x="9574" y="1222"/>
                      </a:cubicBezTo>
                      <a:close/>
                    </a:path>
                  </a:pathLst>
                </a:custGeom>
                <a:solidFill>
                  <a:srgbClr val="9CA1AD"/>
                </a:solidFill>
                <a:ln w="87213" cap="flat">
                  <a:noFill/>
                  <a:prstDash val="solid"/>
                  <a:miter/>
                </a:ln>
              </p:spPr>
              <p:txBody>
                <a:bodyPr rtlCol="0" anchor="ctr"/>
                <a:lstStyle/>
                <a:p>
                  <a:endParaRPr lang="en-IN" dirty="0"/>
                </a:p>
              </p:txBody>
            </p:sp>
            <p:sp>
              <p:nvSpPr>
                <p:cNvPr id="2998" name="Freeform: Shape 2997">
                  <a:extLst>
                    <a:ext uri="{FF2B5EF4-FFF2-40B4-BE49-F238E27FC236}">
                      <a16:creationId xmlns:a16="http://schemas.microsoft.com/office/drawing/2014/main" id="{47BD1F85-336F-8242-7D73-B79728C7293F}"/>
                    </a:ext>
                  </a:extLst>
                </p:cNvPr>
                <p:cNvSpPr/>
                <p:nvPr/>
              </p:nvSpPr>
              <p:spPr>
                <a:xfrm>
                  <a:off x="2439237" y="4002413"/>
                  <a:ext cx="603" cy="7868"/>
                </a:xfrm>
                <a:custGeom>
                  <a:avLst/>
                  <a:gdLst>
                    <a:gd name="connsiteX0" fmla="*/ 559 w 603"/>
                    <a:gd name="connsiteY0" fmla="*/ 7799 h 7868"/>
                    <a:gd name="connsiteX1" fmla="*/ 559 w 603"/>
                    <a:gd name="connsiteY1" fmla="*/ 7799 h 7868"/>
                    <a:gd name="connsiteX2" fmla="*/ 559 w 603"/>
                    <a:gd name="connsiteY2" fmla="*/ -70 h 7868"/>
                    <a:gd name="connsiteX3" fmla="*/ 559 w 603"/>
                    <a:gd name="connsiteY3" fmla="*/ -70 h 7868"/>
                    <a:gd name="connsiteX4" fmla="*/ 559 w 603"/>
                    <a:gd name="connsiteY4" fmla="*/ 7799 h 7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 h="7868">
                      <a:moveTo>
                        <a:pt x="559" y="7799"/>
                      </a:moveTo>
                      <a:lnTo>
                        <a:pt x="559" y="7799"/>
                      </a:lnTo>
                      <a:cubicBezTo>
                        <a:pt x="-245" y="5237"/>
                        <a:pt x="-245" y="2492"/>
                        <a:pt x="559" y="-70"/>
                      </a:cubicBezTo>
                      <a:lnTo>
                        <a:pt x="559" y="-70"/>
                      </a:lnTo>
                      <a:lnTo>
                        <a:pt x="559" y="7799"/>
                      </a:lnTo>
                      <a:close/>
                    </a:path>
                  </a:pathLst>
                </a:custGeom>
                <a:solidFill>
                  <a:srgbClr val="9CA1AD"/>
                </a:solidFill>
                <a:ln w="87213" cap="flat">
                  <a:noFill/>
                  <a:prstDash val="solid"/>
                  <a:miter/>
                </a:ln>
              </p:spPr>
              <p:txBody>
                <a:bodyPr rtlCol="0" anchor="ctr"/>
                <a:lstStyle/>
                <a:p>
                  <a:endParaRPr lang="en-IN" dirty="0"/>
                </a:p>
              </p:txBody>
            </p:sp>
            <p:sp>
              <p:nvSpPr>
                <p:cNvPr id="2999" name="Freeform: Shape 2998">
                  <a:extLst>
                    <a:ext uri="{FF2B5EF4-FFF2-40B4-BE49-F238E27FC236}">
                      <a16:creationId xmlns:a16="http://schemas.microsoft.com/office/drawing/2014/main" id="{E9B0202E-1918-EFDE-6530-E87D11AD7089}"/>
                    </a:ext>
                  </a:extLst>
                </p:cNvPr>
                <p:cNvSpPr/>
                <p:nvPr/>
              </p:nvSpPr>
              <p:spPr>
                <a:xfrm>
                  <a:off x="2492301" y="3929842"/>
                  <a:ext cx="87434" cy="87434"/>
                </a:xfrm>
                <a:custGeom>
                  <a:avLst/>
                  <a:gdLst>
                    <a:gd name="connsiteX0" fmla="*/ -44 w 87434"/>
                    <a:gd name="connsiteY0" fmla="*/ -70 h 87434"/>
                    <a:gd name="connsiteX1" fmla="*/ -44 w 87434"/>
                    <a:gd name="connsiteY1" fmla="*/ -70 h 87434"/>
                    <a:gd name="connsiteX2" fmla="*/ -44 w 87434"/>
                    <a:gd name="connsiteY2" fmla="*/ -70 h 87434"/>
                    <a:gd name="connsiteX3" fmla="*/ -44 w 87434"/>
                    <a:gd name="connsiteY3" fmla="*/ -70 h 87434"/>
                  </a:gdLst>
                  <a:ahLst/>
                  <a:cxnLst>
                    <a:cxn ang="0">
                      <a:pos x="connsiteX0" y="connsiteY0"/>
                    </a:cxn>
                    <a:cxn ang="0">
                      <a:pos x="connsiteX1" y="connsiteY1"/>
                    </a:cxn>
                    <a:cxn ang="0">
                      <a:pos x="connsiteX2" y="connsiteY2"/>
                    </a:cxn>
                    <a:cxn ang="0">
                      <a:pos x="connsiteX3" y="connsiteY3"/>
                    </a:cxn>
                  </a:cxnLst>
                  <a:rect l="l" t="t" r="r" b="b"/>
                  <a:pathLst>
                    <a:path w="87434" h="87434">
                      <a:moveTo>
                        <a:pt x="-44" y="-70"/>
                      </a:moveTo>
                      <a:lnTo>
                        <a:pt x="-44" y="-70"/>
                      </a:lnTo>
                      <a:lnTo>
                        <a:pt x="-44" y="-70"/>
                      </a:lnTo>
                      <a:lnTo>
                        <a:pt x="-44" y="-70"/>
                      </a:lnTo>
                      <a:close/>
                    </a:path>
                  </a:pathLst>
                </a:custGeom>
                <a:solidFill>
                  <a:srgbClr val="9CA1AD"/>
                </a:solidFill>
                <a:ln w="87213" cap="flat">
                  <a:noFill/>
                  <a:prstDash val="solid"/>
                  <a:miter/>
                </a:ln>
              </p:spPr>
              <p:txBody>
                <a:bodyPr rtlCol="0" anchor="ctr"/>
                <a:lstStyle/>
                <a:p>
                  <a:endParaRPr lang="en-IN" dirty="0"/>
                </a:p>
              </p:txBody>
            </p:sp>
            <p:sp>
              <p:nvSpPr>
                <p:cNvPr id="3000" name="Freeform: Shape 2999">
                  <a:extLst>
                    <a:ext uri="{FF2B5EF4-FFF2-40B4-BE49-F238E27FC236}">
                      <a16:creationId xmlns:a16="http://schemas.microsoft.com/office/drawing/2014/main" id="{2097685D-E036-F980-6E37-4EF141994FBF}"/>
                    </a:ext>
                  </a:extLst>
                </p:cNvPr>
                <p:cNvSpPr/>
                <p:nvPr/>
              </p:nvSpPr>
              <p:spPr>
                <a:xfrm>
                  <a:off x="2442311" y="3926305"/>
                  <a:ext cx="139836" cy="142197"/>
                </a:xfrm>
                <a:custGeom>
                  <a:avLst/>
                  <a:gdLst>
                    <a:gd name="connsiteX0" fmla="*/ 104155 w 139836"/>
                    <a:gd name="connsiteY0" fmla="*/ 17456 h 142197"/>
                    <a:gd name="connsiteX1" fmla="*/ 110276 w 139836"/>
                    <a:gd name="connsiteY1" fmla="*/ 17456 h 142197"/>
                    <a:gd name="connsiteX2" fmla="*/ 119894 w 139836"/>
                    <a:gd name="connsiteY2" fmla="*/ 26200 h 142197"/>
                    <a:gd name="connsiteX3" fmla="*/ 136507 w 139836"/>
                    <a:gd name="connsiteY3" fmla="*/ 53304 h 142197"/>
                    <a:gd name="connsiteX4" fmla="*/ 136507 w 139836"/>
                    <a:gd name="connsiteY4" fmla="*/ 97022 h 142197"/>
                    <a:gd name="connsiteX5" fmla="*/ 136507 w 139836"/>
                    <a:gd name="connsiteY5" fmla="*/ 104891 h 142197"/>
                    <a:gd name="connsiteX6" fmla="*/ 100658 w 139836"/>
                    <a:gd name="connsiteY6" fmla="*/ 137242 h 142197"/>
                    <a:gd name="connsiteX7" fmla="*/ 56067 w 139836"/>
                    <a:gd name="connsiteY7" fmla="*/ 137242 h 142197"/>
                    <a:gd name="connsiteX8" fmla="*/ 6229 w 139836"/>
                    <a:gd name="connsiteY8" fmla="*/ 93524 h 142197"/>
                    <a:gd name="connsiteX9" fmla="*/ 16721 w 139836"/>
                    <a:gd name="connsiteY9" fmla="*/ 24451 h 142197"/>
                    <a:gd name="connsiteX10" fmla="*/ 42952 w 139836"/>
                    <a:gd name="connsiteY10" fmla="*/ 5215 h 142197"/>
                    <a:gd name="connsiteX11" fmla="*/ 96287 w 139836"/>
                    <a:gd name="connsiteY11" fmla="*/ 5215 h 142197"/>
                    <a:gd name="connsiteX12" fmla="*/ 104155 w 139836"/>
                    <a:gd name="connsiteY12" fmla="*/ 17456 h 14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9836" h="142197">
                      <a:moveTo>
                        <a:pt x="104155" y="17456"/>
                      </a:moveTo>
                      <a:lnTo>
                        <a:pt x="110276" y="17456"/>
                      </a:lnTo>
                      <a:cubicBezTo>
                        <a:pt x="110276" y="21828"/>
                        <a:pt x="118145" y="21828"/>
                        <a:pt x="119894" y="26200"/>
                      </a:cubicBezTo>
                      <a:cubicBezTo>
                        <a:pt x="126740" y="34366"/>
                        <a:pt x="132345" y="43495"/>
                        <a:pt x="136507" y="53304"/>
                      </a:cubicBezTo>
                      <a:cubicBezTo>
                        <a:pt x="140887" y="67548"/>
                        <a:pt x="140887" y="82778"/>
                        <a:pt x="136507" y="97022"/>
                      </a:cubicBezTo>
                      <a:cubicBezTo>
                        <a:pt x="136507" y="97022"/>
                        <a:pt x="136507" y="102268"/>
                        <a:pt x="136507" y="104891"/>
                      </a:cubicBezTo>
                      <a:cubicBezTo>
                        <a:pt x="128156" y="119091"/>
                        <a:pt x="115636" y="130387"/>
                        <a:pt x="100658" y="137242"/>
                      </a:cubicBezTo>
                      <a:cubicBezTo>
                        <a:pt x="86511" y="143756"/>
                        <a:pt x="70213" y="143756"/>
                        <a:pt x="56067" y="137242"/>
                      </a:cubicBezTo>
                      <a:cubicBezTo>
                        <a:pt x="33578" y="131174"/>
                        <a:pt x="15174" y="115025"/>
                        <a:pt x="6229" y="93524"/>
                      </a:cubicBezTo>
                      <a:cubicBezTo>
                        <a:pt x="-5050" y="70573"/>
                        <a:pt x="-862" y="43022"/>
                        <a:pt x="16721" y="24451"/>
                      </a:cubicBezTo>
                      <a:cubicBezTo>
                        <a:pt x="24319" y="16608"/>
                        <a:pt x="33185" y="10103"/>
                        <a:pt x="42952" y="5215"/>
                      </a:cubicBezTo>
                      <a:cubicBezTo>
                        <a:pt x="60036" y="-1832"/>
                        <a:pt x="79202" y="-1832"/>
                        <a:pt x="96287" y="5215"/>
                      </a:cubicBezTo>
                      <a:cubicBezTo>
                        <a:pt x="96287" y="5215"/>
                        <a:pt x="100658" y="17456"/>
                        <a:pt x="104155" y="17456"/>
                      </a:cubicBezTo>
                      <a:close/>
                    </a:path>
                  </a:pathLst>
                </a:custGeom>
                <a:solidFill>
                  <a:srgbClr val="9197A5"/>
                </a:solidFill>
                <a:ln w="87213" cap="flat">
                  <a:noFill/>
                  <a:prstDash val="solid"/>
                  <a:miter/>
                </a:ln>
              </p:spPr>
              <p:txBody>
                <a:bodyPr rtlCol="0" anchor="ctr"/>
                <a:lstStyle/>
                <a:p>
                  <a:endParaRPr lang="en-IN" dirty="0"/>
                </a:p>
              </p:txBody>
            </p:sp>
            <p:sp>
              <p:nvSpPr>
                <p:cNvPr id="3001" name="Freeform: Shape 3000">
                  <a:extLst>
                    <a:ext uri="{FF2B5EF4-FFF2-40B4-BE49-F238E27FC236}">
                      <a16:creationId xmlns:a16="http://schemas.microsoft.com/office/drawing/2014/main" id="{BCF1526D-5B6E-6F3A-5796-F671B5D96698}"/>
                    </a:ext>
                  </a:extLst>
                </p:cNvPr>
                <p:cNvSpPr/>
                <p:nvPr/>
              </p:nvSpPr>
              <p:spPr>
                <a:xfrm>
                  <a:off x="2442365" y="3949078"/>
                  <a:ext cx="98899" cy="122435"/>
                </a:xfrm>
                <a:custGeom>
                  <a:avLst/>
                  <a:gdLst>
                    <a:gd name="connsiteX0" fmla="*/ 14918 w 98899"/>
                    <a:gd name="connsiteY0" fmla="*/ 8673 h 122435"/>
                    <a:gd name="connsiteX1" fmla="*/ 25533 w 98899"/>
                    <a:gd name="connsiteY1" fmla="*/ 104536 h 122435"/>
                    <a:gd name="connsiteX2" fmla="*/ 36777 w 98899"/>
                    <a:gd name="connsiteY2" fmla="*/ 111846 h 122435"/>
                    <a:gd name="connsiteX3" fmla="*/ 93609 w 98899"/>
                    <a:gd name="connsiteY3" fmla="*/ 118841 h 122435"/>
                    <a:gd name="connsiteX4" fmla="*/ 98856 w 98899"/>
                    <a:gd name="connsiteY4" fmla="*/ 118841 h 122435"/>
                    <a:gd name="connsiteX5" fmla="*/ 79620 w 98899"/>
                    <a:gd name="connsiteY5" fmla="*/ 118841 h 122435"/>
                    <a:gd name="connsiteX6" fmla="*/ 40274 w 98899"/>
                    <a:gd name="connsiteY6" fmla="*/ 109223 h 122435"/>
                    <a:gd name="connsiteX7" fmla="*/ 8798 w 98899"/>
                    <a:gd name="connsiteY7" fmla="*/ 79495 h 122435"/>
                    <a:gd name="connsiteX8" fmla="*/ 929 w 98899"/>
                    <a:gd name="connsiteY8" fmla="*/ 63757 h 122435"/>
                    <a:gd name="connsiteX9" fmla="*/ 929 w 98899"/>
                    <a:gd name="connsiteY9" fmla="*/ 53265 h 122435"/>
                    <a:gd name="connsiteX10" fmla="*/ 929 w 98899"/>
                    <a:gd name="connsiteY10" fmla="*/ 53265 h 122435"/>
                    <a:gd name="connsiteX11" fmla="*/ 929 w 98899"/>
                    <a:gd name="connsiteY11" fmla="*/ 40150 h 122435"/>
                    <a:gd name="connsiteX12" fmla="*/ 929 w 98899"/>
                    <a:gd name="connsiteY12" fmla="*/ 35778 h 122435"/>
                    <a:gd name="connsiteX13" fmla="*/ 929 w 98899"/>
                    <a:gd name="connsiteY13" fmla="*/ 27909 h 122435"/>
                    <a:gd name="connsiteX14" fmla="*/ 929 w 98899"/>
                    <a:gd name="connsiteY14" fmla="*/ 20040 h 122435"/>
                    <a:gd name="connsiteX15" fmla="*/ 7049 w 98899"/>
                    <a:gd name="connsiteY15" fmla="*/ 9548 h 122435"/>
                    <a:gd name="connsiteX16" fmla="*/ 13170 w 98899"/>
                    <a:gd name="connsiteY16" fmla="*/ -70 h 12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8899" h="122435">
                      <a:moveTo>
                        <a:pt x="14918" y="8673"/>
                      </a:moveTo>
                      <a:cubicBezTo>
                        <a:pt x="-8619" y="38078"/>
                        <a:pt x="-3871" y="80999"/>
                        <a:pt x="25533" y="104536"/>
                      </a:cubicBezTo>
                      <a:cubicBezTo>
                        <a:pt x="29030" y="107335"/>
                        <a:pt x="32799" y="109783"/>
                        <a:pt x="36777" y="111846"/>
                      </a:cubicBezTo>
                      <a:cubicBezTo>
                        <a:pt x="53652" y="122767"/>
                        <a:pt x="74592" y="125337"/>
                        <a:pt x="93609" y="118841"/>
                      </a:cubicBezTo>
                      <a:lnTo>
                        <a:pt x="98856" y="118841"/>
                      </a:lnTo>
                      <a:lnTo>
                        <a:pt x="79620" y="118841"/>
                      </a:lnTo>
                      <a:cubicBezTo>
                        <a:pt x="66085" y="117722"/>
                        <a:pt x="52804" y="114478"/>
                        <a:pt x="40274" y="109223"/>
                      </a:cubicBezTo>
                      <a:cubicBezTo>
                        <a:pt x="27212" y="102456"/>
                        <a:pt x="16300" y="92156"/>
                        <a:pt x="8798" y="79495"/>
                      </a:cubicBezTo>
                      <a:cubicBezTo>
                        <a:pt x="4811" y="75054"/>
                        <a:pt x="2092" y="69615"/>
                        <a:pt x="929" y="63757"/>
                      </a:cubicBezTo>
                      <a:cubicBezTo>
                        <a:pt x="1716" y="60303"/>
                        <a:pt x="1716" y="56719"/>
                        <a:pt x="929" y="53265"/>
                      </a:cubicBezTo>
                      <a:lnTo>
                        <a:pt x="929" y="53265"/>
                      </a:lnTo>
                      <a:cubicBezTo>
                        <a:pt x="1357" y="48902"/>
                        <a:pt x="1357" y="44512"/>
                        <a:pt x="929" y="40150"/>
                      </a:cubicBezTo>
                      <a:cubicBezTo>
                        <a:pt x="929" y="40150"/>
                        <a:pt x="929" y="40150"/>
                        <a:pt x="929" y="35778"/>
                      </a:cubicBezTo>
                      <a:cubicBezTo>
                        <a:pt x="929" y="31406"/>
                        <a:pt x="929" y="30532"/>
                        <a:pt x="929" y="27909"/>
                      </a:cubicBezTo>
                      <a:cubicBezTo>
                        <a:pt x="-94" y="25382"/>
                        <a:pt x="-94" y="22566"/>
                        <a:pt x="929" y="20040"/>
                      </a:cubicBezTo>
                      <a:lnTo>
                        <a:pt x="7049" y="9548"/>
                      </a:lnTo>
                      <a:lnTo>
                        <a:pt x="13170" y="-70"/>
                      </a:lnTo>
                      <a:close/>
                    </a:path>
                  </a:pathLst>
                </a:custGeom>
                <a:solidFill>
                  <a:srgbClr val="959AA8"/>
                </a:solidFill>
                <a:ln w="87213" cap="flat">
                  <a:noFill/>
                  <a:prstDash val="solid"/>
                  <a:miter/>
                </a:ln>
              </p:spPr>
              <p:txBody>
                <a:bodyPr rtlCol="0" anchor="ctr"/>
                <a:lstStyle/>
                <a:p>
                  <a:endParaRPr lang="en-IN" dirty="0"/>
                </a:p>
              </p:txBody>
            </p:sp>
            <p:sp>
              <p:nvSpPr>
                <p:cNvPr id="3002" name="Freeform: Shape 3001">
                  <a:extLst>
                    <a:ext uri="{FF2B5EF4-FFF2-40B4-BE49-F238E27FC236}">
                      <a16:creationId xmlns:a16="http://schemas.microsoft.com/office/drawing/2014/main" id="{AB6C13C6-0886-3178-F2E2-380DC2366F9D}"/>
                    </a:ext>
                  </a:extLst>
                </p:cNvPr>
                <p:cNvSpPr/>
                <p:nvPr/>
              </p:nvSpPr>
              <p:spPr>
                <a:xfrm>
                  <a:off x="2552420" y="3945755"/>
                  <a:ext cx="9829" cy="12066"/>
                </a:xfrm>
                <a:custGeom>
                  <a:avLst/>
                  <a:gdLst>
                    <a:gd name="connsiteX0" fmla="*/ 9785 w 9829"/>
                    <a:gd name="connsiteY0" fmla="*/ 11996 h 12066"/>
                    <a:gd name="connsiteX1" fmla="*/ 167 w 9829"/>
                    <a:gd name="connsiteY1" fmla="*/ 3253 h 12066"/>
                    <a:gd name="connsiteX2" fmla="*/ 9785 w 9829"/>
                    <a:gd name="connsiteY2" fmla="*/ 11996 h 12066"/>
                  </a:gdLst>
                  <a:ahLst/>
                  <a:cxnLst>
                    <a:cxn ang="0">
                      <a:pos x="connsiteX0" y="connsiteY0"/>
                    </a:cxn>
                    <a:cxn ang="0">
                      <a:pos x="connsiteX1" y="connsiteY1"/>
                    </a:cxn>
                    <a:cxn ang="0">
                      <a:pos x="connsiteX2" y="connsiteY2"/>
                    </a:cxn>
                  </a:cxnLst>
                  <a:rect l="l" t="t" r="r" b="b"/>
                  <a:pathLst>
                    <a:path w="9829" h="12066">
                      <a:moveTo>
                        <a:pt x="9785" y="11996"/>
                      </a:moveTo>
                      <a:cubicBezTo>
                        <a:pt x="9785" y="11996"/>
                        <a:pt x="1916" y="11996"/>
                        <a:pt x="167" y="3253"/>
                      </a:cubicBezTo>
                      <a:cubicBezTo>
                        <a:pt x="-1581" y="-5491"/>
                        <a:pt x="8036" y="5001"/>
                        <a:pt x="9785" y="11996"/>
                      </a:cubicBezTo>
                      <a:close/>
                    </a:path>
                  </a:pathLst>
                </a:custGeom>
                <a:solidFill>
                  <a:srgbClr val="9398A7"/>
                </a:solidFill>
                <a:ln w="87213" cap="flat">
                  <a:noFill/>
                  <a:prstDash val="solid"/>
                  <a:miter/>
                </a:ln>
              </p:spPr>
              <p:txBody>
                <a:bodyPr rtlCol="0" anchor="ctr"/>
                <a:lstStyle/>
                <a:p>
                  <a:endParaRPr lang="en-IN" dirty="0"/>
                </a:p>
              </p:txBody>
            </p:sp>
            <p:sp>
              <p:nvSpPr>
                <p:cNvPr id="3003" name="Freeform: Shape 3002">
                  <a:extLst>
                    <a:ext uri="{FF2B5EF4-FFF2-40B4-BE49-F238E27FC236}">
                      <a16:creationId xmlns:a16="http://schemas.microsoft.com/office/drawing/2014/main" id="{406FD9B2-73FE-0575-9E5A-BF4DD497D1E9}"/>
                    </a:ext>
                  </a:extLst>
                </p:cNvPr>
                <p:cNvSpPr/>
                <p:nvPr/>
              </p:nvSpPr>
              <p:spPr>
                <a:xfrm>
                  <a:off x="2536140" y="3943054"/>
                  <a:ext cx="10371" cy="777"/>
                </a:xfrm>
                <a:custGeom>
                  <a:avLst/>
                  <a:gdLst>
                    <a:gd name="connsiteX0" fmla="*/ 10327 w 10371"/>
                    <a:gd name="connsiteY0" fmla="*/ 707 h 777"/>
                    <a:gd name="connsiteX1" fmla="*/ 709 w 10371"/>
                    <a:gd name="connsiteY1" fmla="*/ 707 h 777"/>
                    <a:gd name="connsiteX2" fmla="*/ 10327 w 10371"/>
                    <a:gd name="connsiteY2" fmla="*/ 707 h 777"/>
                  </a:gdLst>
                  <a:ahLst/>
                  <a:cxnLst>
                    <a:cxn ang="0">
                      <a:pos x="connsiteX0" y="connsiteY0"/>
                    </a:cxn>
                    <a:cxn ang="0">
                      <a:pos x="connsiteX1" y="connsiteY1"/>
                    </a:cxn>
                    <a:cxn ang="0">
                      <a:pos x="connsiteX2" y="connsiteY2"/>
                    </a:cxn>
                  </a:cxnLst>
                  <a:rect l="l" t="t" r="r" b="b"/>
                  <a:pathLst>
                    <a:path w="10371" h="777">
                      <a:moveTo>
                        <a:pt x="10327" y="707"/>
                      </a:moveTo>
                      <a:cubicBezTo>
                        <a:pt x="5955" y="707"/>
                        <a:pt x="4206" y="707"/>
                        <a:pt x="709" y="707"/>
                      </a:cubicBezTo>
                      <a:cubicBezTo>
                        <a:pt x="-2788" y="707"/>
                        <a:pt x="6830" y="-1041"/>
                        <a:pt x="10327" y="707"/>
                      </a:cubicBezTo>
                      <a:close/>
                    </a:path>
                  </a:pathLst>
                </a:custGeom>
                <a:solidFill>
                  <a:srgbClr val="9398A7"/>
                </a:solidFill>
                <a:ln w="87213" cap="flat">
                  <a:noFill/>
                  <a:prstDash val="solid"/>
                  <a:miter/>
                </a:ln>
              </p:spPr>
              <p:txBody>
                <a:bodyPr rtlCol="0" anchor="ctr"/>
                <a:lstStyle/>
                <a:p>
                  <a:endParaRPr lang="en-IN" dirty="0"/>
                </a:p>
              </p:txBody>
            </p:sp>
            <p:sp>
              <p:nvSpPr>
                <p:cNvPr id="3004" name="Freeform: Shape 3003">
                  <a:extLst>
                    <a:ext uri="{FF2B5EF4-FFF2-40B4-BE49-F238E27FC236}">
                      <a16:creationId xmlns:a16="http://schemas.microsoft.com/office/drawing/2014/main" id="{1A144898-41AD-D46D-83C1-50468F859F5E}"/>
                    </a:ext>
                  </a:extLst>
                </p:cNvPr>
                <p:cNvSpPr/>
                <p:nvPr/>
              </p:nvSpPr>
              <p:spPr>
                <a:xfrm>
                  <a:off x="2575364" y="4026367"/>
                  <a:ext cx="87434" cy="8396"/>
                </a:xfrm>
                <a:custGeom>
                  <a:avLst/>
                  <a:gdLst>
                    <a:gd name="connsiteX0" fmla="*/ -44 w 87434"/>
                    <a:gd name="connsiteY0" fmla="*/ 8327 h 8396"/>
                    <a:gd name="connsiteX1" fmla="*/ -44 w 87434"/>
                    <a:gd name="connsiteY1" fmla="*/ 458 h 8396"/>
                    <a:gd name="connsiteX2" fmla="*/ -44 w 87434"/>
                    <a:gd name="connsiteY2" fmla="*/ 8327 h 8396"/>
                  </a:gdLst>
                  <a:ahLst/>
                  <a:cxnLst>
                    <a:cxn ang="0">
                      <a:pos x="connsiteX0" y="connsiteY0"/>
                    </a:cxn>
                    <a:cxn ang="0">
                      <a:pos x="connsiteX1" y="connsiteY1"/>
                    </a:cxn>
                    <a:cxn ang="0">
                      <a:pos x="connsiteX2" y="connsiteY2"/>
                    </a:cxn>
                  </a:cxnLst>
                  <a:rect l="l" t="t" r="r" b="b"/>
                  <a:pathLst>
                    <a:path w="87434" h="8396">
                      <a:moveTo>
                        <a:pt x="-44" y="8327"/>
                      </a:moveTo>
                      <a:cubicBezTo>
                        <a:pt x="-44" y="8327"/>
                        <a:pt x="-44" y="3081"/>
                        <a:pt x="-44" y="458"/>
                      </a:cubicBezTo>
                      <a:cubicBezTo>
                        <a:pt x="-44" y="-2165"/>
                        <a:pt x="-44" y="5704"/>
                        <a:pt x="-44" y="8327"/>
                      </a:cubicBezTo>
                      <a:close/>
                    </a:path>
                  </a:pathLst>
                </a:custGeom>
                <a:solidFill>
                  <a:srgbClr val="9398A7"/>
                </a:solidFill>
                <a:ln w="87213" cap="flat">
                  <a:noFill/>
                  <a:prstDash val="solid"/>
                  <a:miter/>
                </a:ln>
              </p:spPr>
              <p:txBody>
                <a:bodyPr rtlCol="0" anchor="ctr"/>
                <a:lstStyle/>
                <a:p>
                  <a:endParaRPr lang="en-IN" dirty="0"/>
                </a:p>
              </p:txBody>
            </p:sp>
            <p:sp>
              <p:nvSpPr>
                <p:cNvPr id="3005" name="Freeform: Shape 3004">
                  <a:extLst>
                    <a:ext uri="{FF2B5EF4-FFF2-40B4-BE49-F238E27FC236}">
                      <a16:creationId xmlns:a16="http://schemas.microsoft.com/office/drawing/2014/main" id="{33591F7E-411C-280D-6B5D-79DD0EBA7742}"/>
                    </a:ext>
                  </a:extLst>
                </p:cNvPr>
                <p:cNvSpPr/>
                <p:nvPr/>
              </p:nvSpPr>
              <p:spPr>
                <a:xfrm>
                  <a:off x="2465197" y="3944706"/>
                  <a:ext cx="87434" cy="87434"/>
                </a:xfrm>
                <a:custGeom>
                  <a:avLst/>
                  <a:gdLst>
                    <a:gd name="connsiteX0" fmla="*/ -44 w 87434"/>
                    <a:gd name="connsiteY0" fmla="*/ -70 h 87434"/>
                    <a:gd name="connsiteX1" fmla="*/ -44 w 87434"/>
                    <a:gd name="connsiteY1" fmla="*/ -70 h 87434"/>
                    <a:gd name="connsiteX2" fmla="*/ -44 w 87434"/>
                    <a:gd name="connsiteY2" fmla="*/ -70 h 87434"/>
                  </a:gdLst>
                  <a:ahLst/>
                  <a:cxnLst>
                    <a:cxn ang="0">
                      <a:pos x="connsiteX0" y="connsiteY0"/>
                    </a:cxn>
                    <a:cxn ang="0">
                      <a:pos x="connsiteX1" y="connsiteY1"/>
                    </a:cxn>
                    <a:cxn ang="0">
                      <a:pos x="connsiteX2" y="connsiteY2"/>
                    </a:cxn>
                  </a:cxnLst>
                  <a:rect l="l" t="t" r="r" b="b"/>
                  <a:pathLst>
                    <a:path w="87434" h="87434">
                      <a:moveTo>
                        <a:pt x="-44" y="-70"/>
                      </a:moveTo>
                      <a:lnTo>
                        <a:pt x="-44" y="-70"/>
                      </a:lnTo>
                      <a:lnTo>
                        <a:pt x="-44" y="-70"/>
                      </a:lnTo>
                      <a:close/>
                    </a:path>
                  </a:pathLst>
                </a:custGeom>
                <a:solidFill>
                  <a:srgbClr val="9BA0AD"/>
                </a:solidFill>
                <a:ln w="87213" cap="flat">
                  <a:noFill/>
                  <a:prstDash val="solid"/>
                  <a:miter/>
                </a:ln>
              </p:spPr>
              <p:txBody>
                <a:bodyPr rtlCol="0" anchor="ctr"/>
                <a:lstStyle/>
                <a:p>
                  <a:endParaRPr lang="en-IN" dirty="0"/>
                </a:p>
              </p:txBody>
            </p:sp>
            <p:sp>
              <p:nvSpPr>
                <p:cNvPr id="3006" name="Freeform: Shape 3005">
                  <a:extLst>
                    <a:ext uri="{FF2B5EF4-FFF2-40B4-BE49-F238E27FC236}">
                      <a16:creationId xmlns:a16="http://schemas.microsoft.com/office/drawing/2014/main" id="{5706BC99-BF64-61FB-5E68-AE7698AE83AF}"/>
                    </a:ext>
                  </a:extLst>
                </p:cNvPr>
                <p:cNvSpPr/>
                <p:nvPr/>
              </p:nvSpPr>
              <p:spPr>
                <a:xfrm>
                  <a:off x="2440715" y="3983177"/>
                  <a:ext cx="701" cy="7868"/>
                </a:xfrm>
                <a:custGeom>
                  <a:avLst/>
                  <a:gdLst>
                    <a:gd name="connsiteX0" fmla="*/ -44 w 701"/>
                    <a:gd name="connsiteY0" fmla="*/ -70 h 7868"/>
                    <a:gd name="connsiteX1" fmla="*/ -44 w 701"/>
                    <a:gd name="connsiteY1" fmla="*/ 7799 h 7868"/>
                    <a:gd name="connsiteX2" fmla="*/ -44 w 701"/>
                    <a:gd name="connsiteY2" fmla="*/ 7799 h 7868"/>
                  </a:gdLst>
                  <a:ahLst/>
                  <a:cxnLst>
                    <a:cxn ang="0">
                      <a:pos x="connsiteX0" y="connsiteY0"/>
                    </a:cxn>
                    <a:cxn ang="0">
                      <a:pos x="connsiteX1" y="connsiteY1"/>
                    </a:cxn>
                    <a:cxn ang="0">
                      <a:pos x="connsiteX2" y="connsiteY2"/>
                    </a:cxn>
                  </a:cxnLst>
                  <a:rect l="l" t="t" r="r" b="b"/>
                  <a:pathLst>
                    <a:path w="701" h="7868">
                      <a:moveTo>
                        <a:pt x="-44" y="-70"/>
                      </a:moveTo>
                      <a:cubicBezTo>
                        <a:pt x="891" y="2466"/>
                        <a:pt x="891" y="5263"/>
                        <a:pt x="-44" y="7799"/>
                      </a:cubicBezTo>
                      <a:lnTo>
                        <a:pt x="-44" y="7799"/>
                      </a:lnTo>
                      <a:close/>
                    </a:path>
                  </a:pathLst>
                </a:custGeom>
                <a:solidFill>
                  <a:srgbClr val="9BA0AD"/>
                </a:solidFill>
                <a:ln w="87213" cap="flat">
                  <a:noFill/>
                  <a:prstDash val="solid"/>
                  <a:miter/>
                </a:ln>
              </p:spPr>
              <p:txBody>
                <a:bodyPr rtlCol="0" anchor="ctr"/>
                <a:lstStyle/>
                <a:p>
                  <a:endParaRPr lang="en-IN" dirty="0"/>
                </a:p>
              </p:txBody>
            </p:sp>
            <p:sp>
              <p:nvSpPr>
                <p:cNvPr id="3007" name="Freeform: Shape 3006">
                  <a:extLst>
                    <a:ext uri="{FF2B5EF4-FFF2-40B4-BE49-F238E27FC236}">
                      <a16:creationId xmlns:a16="http://schemas.microsoft.com/office/drawing/2014/main" id="{B13F667D-2631-AF16-6233-E86608369370}"/>
                    </a:ext>
                  </a:extLst>
                </p:cNvPr>
                <p:cNvSpPr/>
                <p:nvPr/>
              </p:nvSpPr>
              <p:spPr>
                <a:xfrm>
                  <a:off x="2452345" y="3941186"/>
                  <a:ext cx="127662" cy="127278"/>
                </a:xfrm>
                <a:custGeom>
                  <a:avLst/>
                  <a:gdLst>
                    <a:gd name="connsiteX0" fmla="*/ 117729 w 127662"/>
                    <a:gd name="connsiteY0" fmla="*/ 97880 h 127278"/>
                    <a:gd name="connsiteX1" fmla="*/ 28178 w 127662"/>
                    <a:gd name="connsiteY1" fmla="*/ 116669 h 127278"/>
                    <a:gd name="connsiteX2" fmla="*/ 25049 w 127662"/>
                    <a:gd name="connsiteY2" fmla="*/ 114492 h 127278"/>
                    <a:gd name="connsiteX3" fmla="*/ 13053 w 127662"/>
                    <a:gd name="connsiteY3" fmla="*/ 25029 h 127278"/>
                    <a:gd name="connsiteX4" fmla="*/ 102524 w 127662"/>
                    <a:gd name="connsiteY4" fmla="*/ 13033 h 127278"/>
                    <a:gd name="connsiteX5" fmla="*/ 117729 w 127662"/>
                    <a:gd name="connsiteY5" fmla="*/ 97880 h 12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662" h="127278">
                      <a:moveTo>
                        <a:pt x="117729" y="97880"/>
                      </a:moveTo>
                      <a:cubicBezTo>
                        <a:pt x="98187" y="127800"/>
                        <a:pt x="58099" y="136211"/>
                        <a:pt x="28178" y="116669"/>
                      </a:cubicBezTo>
                      <a:cubicBezTo>
                        <a:pt x="27112" y="115979"/>
                        <a:pt x="26072" y="115244"/>
                        <a:pt x="25049" y="114492"/>
                      </a:cubicBezTo>
                      <a:cubicBezTo>
                        <a:pt x="-2965" y="93097"/>
                        <a:pt x="-8334" y="53043"/>
                        <a:pt x="13053" y="25029"/>
                      </a:cubicBezTo>
                      <a:cubicBezTo>
                        <a:pt x="34448" y="-2994"/>
                        <a:pt x="74501" y="-8362"/>
                        <a:pt x="102524" y="13033"/>
                      </a:cubicBezTo>
                      <a:cubicBezTo>
                        <a:pt x="128807" y="33108"/>
                        <a:pt x="135408" y="69927"/>
                        <a:pt x="117729" y="97880"/>
                      </a:cubicBezTo>
                      <a:close/>
                    </a:path>
                  </a:pathLst>
                </a:custGeom>
                <a:solidFill>
                  <a:srgbClr val="8B919F"/>
                </a:solidFill>
                <a:ln w="87213" cap="flat">
                  <a:noFill/>
                  <a:prstDash val="solid"/>
                  <a:miter/>
                </a:ln>
              </p:spPr>
              <p:txBody>
                <a:bodyPr rtlCol="0" anchor="ctr"/>
                <a:lstStyle/>
                <a:p>
                  <a:endParaRPr lang="en-IN" dirty="0"/>
                </a:p>
              </p:txBody>
            </p:sp>
            <p:sp>
              <p:nvSpPr>
                <p:cNvPr id="3008" name="Freeform: Shape 3007">
                  <a:extLst>
                    <a:ext uri="{FF2B5EF4-FFF2-40B4-BE49-F238E27FC236}">
                      <a16:creationId xmlns:a16="http://schemas.microsoft.com/office/drawing/2014/main" id="{74D132B2-F7B4-3E2F-BFEE-5157F9F0680B}"/>
                    </a:ext>
                  </a:extLst>
                </p:cNvPr>
                <p:cNvSpPr/>
                <p:nvPr/>
              </p:nvSpPr>
              <p:spPr>
                <a:xfrm>
                  <a:off x="2448237" y="3940407"/>
                  <a:ext cx="128725" cy="127675"/>
                </a:xfrm>
                <a:custGeom>
                  <a:avLst/>
                  <a:gdLst>
                    <a:gd name="connsiteX0" fmla="*/ 118340 w 128725"/>
                    <a:gd name="connsiteY0" fmla="*/ 96910 h 127675"/>
                    <a:gd name="connsiteX1" fmla="*/ 30651 w 128725"/>
                    <a:gd name="connsiteY1" fmla="*/ 118314 h 127675"/>
                    <a:gd name="connsiteX2" fmla="*/ 9248 w 128725"/>
                    <a:gd name="connsiteY2" fmla="*/ 30626 h 127675"/>
                    <a:gd name="connsiteX3" fmla="*/ 96936 w 128725"/>
                    <a:gd name="connsiteY3" fmla="*/ 9222 h 127675"/>
                    <a:gd name="connsiteX4" fmla="*/ 97355 w 128725"/>
                    <a:gd name="connsiteY4" fmla="*/ 9476 h 127675"/>
                    <a:gd name="connsiteX5" fmla="*/ 120875 w 128725"/>
                    <a:gd name="connsiteY5" fmla="*/ 92775 h 127675"/>
                    <a:gd name="connsiteX6" fmla="*/ 118340 w 128725"/>
                    <a:gd name="connsiteY6" fmla="*/ 96910 h 12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24" h="127675">
                      <a:moveTo>
                        <a:pt x="118340" y="96910"/>
                      </a:moveTo>
                      <a:cubicBezTo>
                        <a:pt x="100031" y="127040"/>
                        <a:pt x="60773" y="136623"/>
                        <a:pt x="30651" y="118314"/>
                      </a:cubicBezTo>
                      <a:cubicBezTo>
                        <a:pt x="522" y="100005"/>
                        <a:pt x="-9061" y="60747"/>
                        <a:pt x="9248" y="30626"/>
                      </a:cubicBezTo>
                      <a:cubicBezTo>
                        <a:pt x="27548" y="496"/>
                        <a:pt x="66815" y="-9087"/>
                        <a:pt x="96936" y="9222"/>
                      </a:cubicBezTo>
                      <a:cubicBezTo>
                        <a:pt x="97076" y="9300"/>
                        <a:pt x="97216" y="9388"/>
                        <a:pt x="97355" y="9476"/>
                      </a:cubicBezTo>
                      <a:cubicBezTo>
                        <a:pt x="126856" y="25983"/>
                        <a:pt x="137383" y="63274"/>
                        <a:pt x="120875" y="92775"/>
                      </a:cubicBezTo>
                      <a:cubicBezTo>
                        <a:pt x="120088" y="94191"/>
                        <a:pt x="119240" y="95564"/>
                        <a:pt x="118340" y="96910"/>
                      </a:cubicBezTo>
                      <a:close/>
                    </a:path>
                  </a:pathLst>
                </a:custGeom>
                <a:solidFill>
                  <a:srgbClr val="898F9E"/>
                </a:solidFill>
                <a:ln w="87213" cap="flat">
                  <a:noFill/>
                  <a:prstDash val="solid"/>
                  <a:miter/>
                </a:ln>
              </p:spPr>
              <p:txBody>
                <a:bodyPr rtlCol="0" anchor="ctr"/>
                <a:lstStyle/>
                <a:p>
                  <a:endParaRPr lang="en-IN" dirty="0"/>
                </a:p>
              </p:txBody>
            </p:sp>
            <p:sp>
              <p:nvSpPr>
                <p:cNvPr id="3009" name="Freeform: Shape 3008">
                  <a:extLst>
                    <a:ext uri="{FF2B5EF4-FFF2-40B4-BE49-F238E27FC236}">
                      <a16:creationId xmlns:a16="http://schemas.microsoft.com/office/drawing/2014/main" id="{5D2FEA45-D7E2-9AB0-6DA1-B9598B275B6E}"/>
                    </a:ext>
                  </a:extLst>
                </p:cNvPr>
                <p:cNvSpPr/>
                <p:nvPr/>
              </p:nvSpPr>
              <p:spPr>
                <a:xfrm>
                  <a:off x="2451316" y="3945294"/>
                  <a:ext cx="121991" cy="120682"/>
                </a:xfrm>
                <a:custGeom>
                  <a:avLst/>
                  <a:gdLst>
                    <a:gd name="connsiteX0" fmla="*/ 112637 w 121991"/>
                    <a:gd name="connsiteY0" fmla="*/ 90274 h 120682"/>
                    <a:gd name="connsiteX1" fmla="*/ 30291 w 121991"/>
                    <a:gd name="connsiteY1" fmla="*/ 112614 h 120682"/>
                    <a:gd name="connsiteX2" fmla="*/ 7960 w 121991"/>
                    <a:gd name="connsiteY2" fmla="*/ 30268 h 120682"/>
                    <a:gd name="connsiteX3" fmla="*/ 90297 w 121991"/>
                    <a:gd name="connsiteY3" fmla="*/ 7928 h 120682"/>
                    <a:gd name="connsiteX4" fmla="*/ 93402 w 121991"/>
                    <a:gd name="connsiteY4" fmla="*/ 9835 h 120682"/>
                    <a:gd name="connsiteX5" fmla="*/ 114394 w 121991"/>
                    <a:gd name="connsiteY5" fmla="*/ 87415 h 120682"/>
                    <a:gd name="connsiteX6" fmla="*/ 112637 w 121991"/>
                    <a:gd name="connsiteY6" fmla="*/ 90274 h 12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91" h="120682">
                      <a:moveTo>
                        <a:pt x="112637" y="90274"/>
                      </a:moveTo>
                      <a:cubicBezTo>
                        <a:pt x="96068" y="119180"/>
                        <a:pt x="59197" y="129183"/>
                        <a:pt x="30291" y="112614"/>
                      </a:cubicBezTo>
                      <a:cubicBezTo>
                        <a:pt x="1385" y="96037"/>
                        <a:pt x="-8617" y="59174"/>
                        <a:pt x="7960" y="30268"/>
                      </a:cubicBezTo>
                      <a:cubicBezTo>
                        <a:pt x="24529" y="1362"/>
                        <a:pt x="61392" y="-8640"/>
                        <a:pt x="90297" y="7928"/>
                      </a:cubicBezTo>
                      <a:cubicBezTo>
                        <a:pt x="91355" y="8532"/>
                        <a:pt x="92387" y="9170"/>
                        <a:pt x="93402" y="9835"/>
                      </a:cubicBezTo>
                      <a:cubicBezTo>
                        <a:pt x="120620" y="25459"/>
                        <a:pt x="130019" y="60197"/>
                        <a:pt x="114394" y="87415"/>
                      </a:cubicBezTo>
                      <a:cubicBezTo>
                        <a:pt x="113835" y="88386"/>
                        <a:pt x="113249" y="89339"/>
                        <a:pt x="112637" y="90274"/>
                      </a:cubicBezTo>
                      <a:close/>
                    </a:path>
                  </a:pathLst>
                </a:custGeom>
                <a:solidFill>
                  <a:srgbClr val="858B9B"/>
                </a:solidFill>
                <a:ln w="87213" cap="flat">
                  <a:noFill/>
                  <a:prstDash val="solid"/>
                  <a:miter/>
                </a:ln>
              </p:spPr>
              <p:txBody>
                <a:bodyPr rtlCol="0" anchor="ctr"/>
                <a:lstStyle/>
                <a:p>
                  <a:endParaRPr lang="en-IN" dirty="0"/>
                </a:p>
              </p:txBody>
            </p:sp>
            <p:sp>
              <p:nvSpPr>
                <p:cNvPr id="3010" name="Freeform: Shape 3009">
                  <a:extLst>
                    <a:ext uri="{FF2B5EF4-FFF2-40B4-BE49-F238E27FC236}">
                      <a16:creationId xmlns:a16="http://schemas.microsoft.com/office/drawing/2014/main" id="{BEE6CF1D-4BDD-345F-3F83-50EA49F843AE}"/>
                    </a:ext>
                  </a:extLst>
                </p:cNvPr>
                <p:cNvSpPr/>
                <p:nvPr/>
              </p:nvSpPr>
              <p:spPr>
                <a:xfrm>
                  <a:off x="2459219" y="3947750"/>
                  <a:ext cx="110300" cy="107329"/>
                </a:xfrm>
                <a:custGeom>
                  <a:avLst/>
                  <a:gdLst>
                    <a:gd name="connsiteX0" fmla="*/ 7682 w 110300"/>
                    <a:gd name="connsiteY0" fmla="*/ 24865 h 107329"/>
                    <a:gd name="connsiteX1" fmla="*/ 75758 w 110300"/>
                    <a:gd name="connsiteY1" fmla="*/ 6609 h 107329"/>
                    <a:gd name="connsiteX2" fmla="*/ 82001 w 110300"/>
                    <a:gd name="connsiteY2" fmla="*/ 10876 h 107329"/>
                    <a:gd name="connsiteX3" fmla="*/ 104997 w 110300"/>
                    <a:gd name="connsiteY3" fmla="*/ 78804 h 107329"/>
                    <a:gd name="connsiteX4" fmla="*/ 101237 w 110300"/>
                    <a:gd name="connsiteY4" fmla="*/ 85195 h 107329"/>
                    <a:gd name="connsiteX5" fmla="*/ 29409 w 110300"/>
                    <a:gd name="connsiteY5" fmla="*/ 97970 h 107329"/>
                    <a:gd name="connsiteX6" fmla="*/ 28666 w 110300"/>
                    <a:gd name="connsiteY6" fmla="*/ 97436 h 107329"/>
                    <a:gd name="connsiteX7" fmla="*/ 4998 w 110300"/>
                    <a:gd name="connsiteY7" fmla="*/ 29736 h 107329"/>
                    <a:gd name="connsiteX8" fmla="*/ 7682 w 110300"/>
                    <a:gd name="connsiteY8" fmla="*/ 24865 h 10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00" h="107328">
                      <a:moveTo>
                        <a:pt x="7682" y="24865"/>
                      </a:moveTo>
                      <a:cubicBezTo>
                        <a:pt x="21435" y="1022"/>
                        <a:pt x="51915" y="-7144"/>
                        <a:pt x="75758" y="6609"/>
                      </a:cubicBezTo>
                      <a:cubicBezTo>
                        <a:pt x="77944" y="7868"/>
                        <a:pt x="80034" y="9302"/>
                        <a:pt x="82001" y="10876"/>
                      </a:cubicBezTo>
                      <a:cubicBezTo>
                        <a:pt x="107113" y="23283"/>
                        <a:pt x="117403" y="53701"/>
                        <a:pt x="104997" y="78804"/>
                      </a:cubicBezTo>
                      <a:cubicBezTo>
                        <a:pt x="103904" y="81025"/>
                        <a:pt x="102644" y="83158"/>
                        <a:pt x="101237" y="85195"/>
                      </a:cubicBezTo>
                      <a:cubicBezTo>
                        <a:pt x="84930" y="108558"/>
                        <a:pt x="52772" y="114276"/>
                        <a:pt x="29409" y="97970"/>
                      </a:cubicBezTo>
                      <a:cubicBezTo>
                        <a:pt x="29156" y="97794"/>
                        <a:pt x="28911" y="97611"/>
                        <a:pt x="28666" y="97436"/>
                      </a:cubicBezTo>
                      <a:cubicBezTo>
                        <a:pt x="3432" y="85283"/>
                        <a:pt x="-7165" y="54969"/>
                        <a:pt x="4998" y="29736"/>
                      </a:cubicBezTo>
                      <a:cubicBezTo>
                        <a:pt x="5802" y="28065"/>
                        <a:pt x="6694" y="26440"/>
                        <a:pt x="7682" y="24865"/>
                      </a:cubicBezTo>
                      <a:close/>
                    </a:path>
                  </a:pathLst>
                </a:custGeom>
                <a:solidFill>
                  <a:srgbClr val="838999"/>
                </a:solidFill>
                <a:ln w="87213" cap="flat">
                  <a:noFill/>
                  <a:prstDash val="solid"/>
                  <a:miter/>
                </a:ln>
              </p:spPr>
              <p:txBody>
                <a:bodyPr rtlCol="0" anchor="ctr"/>
                <a:lstStyle/>
                <a:p>
                  <a:endParaRPr lang="en-IN" dirty="0"/>
                </a:p>
              </p:txBody>
            </p:sp>
            <p:sp>
              <p:nvSpPr>
                <p:cNvPr id="3011" name="Freeform: Shape 3010">
                  <a:extLst>
                    <a:ext uri="{FF2B5EF4-FFF2-40B4-BE49-F238E27FC236}">
                      <a16:creationId xmlns:a16="http://schemas.microsoft.com/office/drawing/2014/main" id="{27A0332B-FAC7-EA5E-DC85-7269DD3B8C8A}"/>
                    </a:ext>
                  </a:extLst>
                </p:cNvPr>
                <p:cNvSpPr/>
                <p:nvPr/>
              </p:nvSpPr>
              <p:spPr>
                <a:xfrm>
                  <a:off x="2462871" y="3954461"/>
                  <a:ext cx="99082" cy="97930"/>
                </a:xfrm>
                <a:custGeom>
                  <a:avLst/>
                  <a:gdLst>
                    <a:gd name="connsiteX0" fmla="*/ 75727 w 99082"/>
                    <a:gd name="connsiteY0" fmla="*/ 7662 h 97930"/>
                    <a:gd name="connsiteX1" fmla="*/ 91902 w 99082"/>
                    <a:gd name="connsiteY1" fmla="*/ 74549 h 97930"/>
                    <a:gd name="connsiteX2" fmla="*/ 25015 w 99082"/>
                    <a:gd name="connsiteY2" fmla="*/ 90725 h 97930"/>
                    <a:gd name="connsiteX3" fmla="*/ 5490 w 99082"/>
                    <a:gd name="connsiteY3" fmla="*/ 26871 h 97930"/>
                    <a:gd name="connsiteX4" fmla="*/ 7528 w 99082"/>
                    <a:gd name="connsiteY4" fmla="*/ 23400 h 97930"/>
                    <a:gd name="connsiteX5" fmla="*/ 74826 w 99082"/>
                    <a:gd name="connsiteY5" fmla="*/ 7102 h 97930"/>
                    <a:gd name="connsiteX6" fmla="*/ 75727 w 99082"/>
                    <a:gd name="connsiteY6" fmla="*/ 7662 h 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82" h="97930">
                      <a:moveTo>
                        <a:pt x="75727" y="7662"/>
                      </a:moveTo>
                      <a:cubicBezTo>
                        <a:pt x="98661" y="21669"/>
                        <a:pt x="105909" y="51615"/>
                        <a:pt x="91902" y="74549"/>
                      </a:cubicBezTo>
                      <a:cubicBezTo>
                        <a:pt x="77895" y="97483"/>
                        <a:pt x="47949" y="104732"/>
                        <a:pt x="25015" y="90725"/>
                      </a:cubicBezTo>
                      <a:cubicBezTo>
                        <a:pt x="1993" y="78484"/>
                        <a:pt x="-6750" y="49901"/>
                        <a:pt x="5490" y="26871"/>
                      </a:cubicBezTo>
                      <a:cubicBezTo>
                        <a:pt x="6120" y="25682"/>
                        <a:pt x="6802" y="24528"/>
                        <a:pt x="7528" y="23400"/>
                      </a:cubicBezTo>
                      <a:cubicBezTo>
                        <a:pt x="21614" y="317"/>
                        <a:pt x="51743" y="-6984"/>
                        <a:pt x="74826" y="7102"/>
                      </a:cubicBezTo>
                      <a:cubicBezTo>
                        <a:pt x="75132" y="7286"/>
                        <a:pt x="75429" y="7469"/>
                        <a:pt x="75727" y="7662"/>
                      </a:cubicBezTo>
                      <a:close/>
                    </a:path>
                  </a:pathLst>
                </a:custGeom>
                <a:solidFill>
                  <a:srgbClr val="818798"/>
                </a:solidFill>
                <a:ln w="87213" cap="flat">
                  <a:noFill/>
                  <a:prstDash val="solid"/>
                  <a:miter/>
                </a:ln>
              </p:spPr>
              <p:txBody>
                <a:bodyPr rtlCol="0" anchor="ctr"/>
                <a:lstStyle/>
                <a:p>
                  <a:endParaRPr lang="en-IN" dirty="0"/>
                </a:p>
              </p:txBody>
            </p:sp>
            <p:sp>
              <p:nvSpPr>
                <p:cNvPr id="3012" name="Freeform: Shape 3011">
                  <a:extLst>
                    <a:ext uri="{FF2B5EF4-FFF2-40B4-BE49-F238E27FC236}">
                      <a16:creationId xmlns:a16="http://schemas.microsoft.com/office/drawing/2014/main" id="{68D13C48-A774-0A00-326A-705F5AF95F07}"/>
                    </a:ext>
                  </a:extLst>
                </p:cNvPr>
                <p:cNvSpPr/>
                <p:nvPr/>
              </p:nvSpPr>
              <p:spPr>
                <a:xfrm>
                  <a:off x="2466659" y="3957682"/>
                  <a:ext cx="92673" cy="90005"/>
                </a:xfrm>
                <a:custGeom>
                  <a:avLst/>
                  <a:gdLst>
                    <a:gd name="connsiteX0" fmla="*/ 86802 w 92673"/>
                    <a:gd name="connsiteY0" fmla="*/ 70017 h 90005"/>
                    <a:gd name="connsiteX1" fmla="*/ 33467 w 92673"/>
                    <a:gd name="connsiteY1" fmla="*/ 86629 h 90005"/>
                    <a:gd name="connsiteX2" fmla="*/ 1571 w 92673"/>
                    <a:gd name="connsiteY2" fmla="*/ 30802 h 90005"/>
                    <a:gd name="connsiteX3" fmla="*/ 5488 w 92673"/>
                    <a:gd name="connsiteY3" fmla="*/ 21053 h 90005"/>
                    <a:gd name="connsiteX4" fmla="*/ 43085 w 92673"/>
                    <a:gd name="connsiteY4" fmla="*/ 69 h 90005"/>
                    <a:gd name="connsiteX5" fmla="*/ 88551 w 92673"/>
                    <a:gd name="connsiteY5" fmla="*/ 28922 h 90005"/>
                    <a:gd name="connsiteX6" fmla="*/ 86802 w 92673"/>
                    <a:gd name="connsiteY6" fmla="*/ 70017 h 9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73" h="90005">
                      <a:moveTo>
                        <a:pt x="86802" y="70017"/>
                      </a:moveTo>
                      <a:cubicBezTo>
                        <a:pt x="75340" y="87669"/>
                        <a:pt x="52930" y="94656"/>
                        <a:pt x="33467" y="86629"/>
                      </a:cubicBezTo>
                      <a:cubicBezTo>
                        <a:pt x="9239" y="80019"/>
                        <a:pt x="-5039" y="55022"/>
                        <a:pt x="1571" y="30802"/>
                      </a:cubicBezTo>
                      <a:cubicBezTo>
                        <a:pt x="2498" y="27409"/>
                        <a:pt x="3809" y="24139"/>
                        <a:pt x="5488" y="21053"/>
                      </a:cubicBezTo>
                      <a:cubicBezTo>
                        <a:pt x="12570" y="7046"/>
                        <a:pt x="27443" y="-1260"/>
                        <a:pt x="43085" y="69"/>
                      </a:cubicBezTo>
                      <a:cubicBezTo>
                        <a:pt x="62583" y="-36"/>
                        <a:pt x="80341" y="11243"/>
                        <a:pt x="88551" y="28922"/>
                      </a:cubicBezTo>
                      <a:cubicBezTo>
                        <a:pt x="94549" y="42116"/>
                        <a:pt x="93902" y="57382"/>
                        <a:pt x="86802" y="70017"/>
                      </a:cubicBezTo>
                      <a:close/>
                    </a:path>
                  </a:pathLst>
                </a:custGeom>
                <a:solidFill>
                  <a:srgbClr val="808697"/>
                </a:solidFill>
                <a:ln w="87213" cap="flat">
                  <a:noFill/>
                  <a:prstDash val="solid"/>
                  <a:miter/>
                </a:ln>
              </p:spPr>
              <p:txBody>
                <a:bodyPr rtlCol="0" anchor="ctr"/>
                <a:lstStyle/>
                <a:p>
                  <a:endParaRPr lang="en-IN" dirty="0"/>
                </a:p>
              </p:txBody>
            </p:sp>
            <p:sp>
              <p:nvSpPr>
                <p:cNvPr id="3013" name="Freeform: Shape 3012">
                  <a:extLst>
                    <a:ext uri="{FF2B5EF4-FFF2-40B4-BE49-F238E27FC236}">
                      <a16:creationId xmlns:a16="http://schemas.microsoft.com/office/drawing/2014/main" id="{96DED172-E970-7723-7C09-6DB69EC6FE6F}"/>
                    </a:ext>
                  </a:extLst>
                </p:cNvPr>
                <p:cNvSpPr/>
                <p:nvPr/>
              </p:nvSpPr>
              <p:spPr>
                <a:xfrm>
                  <a:off x="2475423" y="3960080"/>
                  <a:ext cx="78975" cy="78706"/>
                </a:xfrm>
                <a:custGeom>
                  <a:avLst/>
                  <a:gdLst>
                    <a:gd name="connsiteX0" fmla="*/ 17709 w 78975"/>
                    <a:gd name="connsiteY0" fmla="*/ 71991 h 78706"/>
                    <a:gd name="connsiteX1" fmla="*/ 4593 w 78975"/>
                    <a:gd name="connsiteY1" fmla="*/ 21278 h 78706"/>
                    <a:gd name="connsiteX2" fmla="*/ 57579 w 78975"/>
                    <a:gd name="connsiteY2" fmla="*/ 4299 h 78706"/>
                    <a:gd name="connsiteX3" fmla="*/ 74559 w 78975"/>
                    <a:gd name="connsiteY3" fmla="*/ 57284 h 78706"/>
                    <a:gd name="connsiteX4" fmla="*/ 21573 w 78975"/>
                    <a:gd name="connsiteY4" fmla="*/ 74264 h 78706"/>
                    <a:gd name="connsiteX5" fmla="*/ 17709 w 78975"/>
                    <a:gd name="connsiteY5" fmla="*/ 71991 h 78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975" h="78706">
                      <a:moveTo>
                        <a:pt x="17709" y="71991"/>
                      </a:moveTo>
                      <a:cubicBezTo>
                        <a:pt x="729" y="61131"/>
                        <a:pt x="-4998" y="39010"/>
                        <a:pt x="4593" y="21278"/>
                      </a:cubicBezTo>
                      <a:cubicBezTo>
                        <a:pt x="14535" y="1956"/>
                        <a:pt x="38265" y="-5643"/>
                        <a:pt x="57579" y="4299"/>
                      </a:cubicBezTo>
                      <a:cubicBezTo>
                        <a:pt x="76902" y="14240"/>
                        <a:pt x="84509" y="37961"/>
                        <a:pt x="74559" y="57284"/>
                      </a:cubicBezTo>
                      <a:cubicBezTo>
                        <a:pt x="64617" y="76607"/>
                        <a:pt x="40896" y="84214"/>
                        <a:pt x="21573" y="74264"/>
                      </a:cubicBezTo>
                      <a:cubicBezTo>
                        <a:pt x="20244" y="73582"/>
                        <a:pt x="18950" y="72821"/>
                        <a:pt x="17709" y="71991"/>
                      </a:cubicBezTo>
                      <a:close/>
                    </a:path>
                  </a:pathLst>
                </a:custGeom>
                <a:solidFill>
                  <a:srgbClr val="808696"/>
                </a:solidFill>
                <a:ln w="87213" cap="flat">
                  <a:noFill/>
                  <a:prstDash val="solid"/>
                  <a:miter/>
                </a:ln>
              </p:spPr>
              <p:txBody>
                <a:bodyPr rtlCol="0" anchor="ctr"/>
                <a:lstStyle/>
                <a:p>
                  <a:endParaRPr lang="en-IN" dirty="0"/>
                </a:p>
              </p:txBody>
            </p:sp>
          </p:grpSp>
          <p:sp>
            <p:nvSpPr>
              <p:cNvPr id="2572" name="Freeform: Shape 2571">
                <a:extLst>
                  <a:ext uri="{FF2B5EF4-FFF2-40B4-BE49-F238E27FC236}">
                    <a16:creationId xmlns:a16="http://schemas.microsoft.com/office/drawing/2014/main" id="{2FCBCE44-5B1A-2060-FF17-6B7FEA43901F}"/>
                  </a:ext>
                </a:extLst>
              </p:cNvPr>
              <p:cNvSpPr/>
              <p:nvPr/>
            </p:nvSpPr>
            <p:spPr>
              <a:xfrm>
                <a:off x="2424102" y="3908858"/>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424242"/>
              </a:solidFill>
              <a:ln w="87213" cap="flat">
                <a:noFill/>
                <a:prstDash val="solid"/>
                <a:miter/>
              </a:ln>
            </p:spPr>
            <p:txBody>
              <a:bodyPr rtlCol="0" anchor="ctr"/>
              <a:lstStyle/>
              <a:p>
                <a:endParaRPr lang="en-IN" dirty="0"/>
              </a:p>
            </p:txBody>
          </p:sp>
          <p:sp>
            <p:nvSpPr>
              <p:cNvPr id="2573" name="Freeform: Shape 2572">
                <a:extLst>
                  <a:ext uri="{FF2B5EF4-FFF2-40B4-BE49-F238E27FC236}">
                    <a16:creationId xmlns:a16="http://schemas.microsoft.com/office/drawing/2014/main" id="{A9FB977F-634B-0024-A1AD-4B74C4961A60}"/>
                  </a:ext>
                </a:extLst>
              </p:cNvPr>
              <p:cNvSpPr/>
              <p:nvPr/>
            </p:nvSpPr>
            <p:spPr>
              <a:xfrm>
                <a:off x="2419731"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5F6060"/>
              </a:solidFill>
              <a:ln w="87213" cap="flat">
                <a:noFill/>
                <a:prstDash val="solid"/>
                <a:miter/>
              </a:ln>
            </p:spPr>
            <p:txBody>
              <a:bodyPr rtlCol="0" anchor="ctr"/>
              <a:lstStyle/>
              <a:p>
                <a:endParaRPr lang="en-IN" dirty="0"/>
              </a:p>
            </p:txBody>
          </p:sp>
          <p:sp>
            <p:nvSpPr>
              <p:cNvPr id="2574" name="Freeform: Shape 2573">
                <a:extLst>
                  <a:ext uri="{FF2B5EF4-FFF2-40B4-BE49-F238E27FC236}">
                    <a16:creationId xmlns:a16="http://schemas.microsoft.com/office/drawing/2014/main" id="{1B5978BC-21FE-D9AB-0DC8-94C652F08967}"/>
                  </a:ext>
                </a:extLst>
              </p:cNvPr>
              <p:cNvSpPr/>
              <p:nvPr/>
            </p:nvSpPr>
            <p:spPr>
              <a:xfrm>
                <a:off x="2421479"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969696">
                  <a:alpha val="30000"/>
                </a:srgbClr>
              </a:solidFill>
              <a:ln w="87213" cap="flat">
                <a:noFill/>
                <a:prstDash val="solid"/>
                <a:miter/>
              </a:ln>
            </p:spPr>
            <p:txBody>
              <a:bodyPr rtlCol="0" anchor="ctr"/>
              <a:lstStyle/>
              <a:p>
                <a:endParaRPr lang="en-IN" dirty="0"/>
              </a:p>
            </p:txBody>
          </p:sp>
          <p:sp>
            <p:nvSpPr>
              <p:cNvPr id="2575" name="Freeform: Shape 2574">
                <a:extLst>
                  <a:ext uri="{FF2B5EF4-FFF2-40B4-BE49-F238E27FC236}">
                    <a16:creationId xmlns:a16="http://schemas.microsoft.com/office/drawing/2014/main" id="{4824D979-1DB5-4347-14CF-448834F6B416}"/>
                  </a:ext>
                </a:extLst>
              </p:cNvPr>
              <p:cNvSpPr/>
              <p:nvPr/>
            </p:nvSpPr>
            <p:spPr>
              <a:xfrm>
                <a:off x="2421479" y="390710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gradFill>
                <a:gsLst>
                  <a:gs pos="0">
                    <a:srgbClr val="FFFFFF"/>
                  </a:gs>
                  <a:gs pos="50000">
                    <a:srgbClr val="7F7F7F"/>
                  </a:gs>
                  <a:gs pos="100000">
                    <a:srgbClr val="000000"/>
                  </a:gs>
                </a:gsLst>
                <a:lin ang="2059582" scaled="1"/>
              </a:gradFill>
              <a:ln w="87213" cap="flat">
                <a:noFill/>
                <a:prstDash val="solid"/>
                <a:miter/>
              </a:ln>
            </p:spPr>
            <p:txBody>
              <a:bodyPr rtlCol="0" anchor="ctr"/>
              <a:lstStyle/>
              <a:p>
                <a:endParaRPr lang="en-IN" dirty="0"/>
              </a:p>
            </p:txBody>
          </p:sp>
          <p:grpSp>
            <p:nvGrpSpPr>
              <p:cNvPr id="2576" name="Graphic 15">
                <a:extLst>
                  <a:ext uri="{FF2B5EF4-FFF2-40B4-BE49-F238E27FC236}">
                    <a16:creationId xmlns:a16="http://schemas.microsoft.com/office/drawing/2014/main" id="{E435DF84-5DBD-4DE3-D72F-67EDE5587A6C}"/>
                  </a:ext>
                </a:extLst>
              </p:cNvPr>
              <p:cNvGrpSpPr/>
              <p:nvPr/>
            </p:nvGrpSpPr>
            <p:grpSpPr>
              <a:xfrm>
                <a:off x="2870953" y="4301417"/>
                <a:ext cx="274405" cy="271626"/>
                <a:chOff x="2870953" y="4301417"/>
                <a:chExt cx="274405" cy="271626"/>
              </a:xfrm>
            </p:grpSpPr>
            <p:sp>
              <p:nvSpPr>
                <p:cNvPr id="2771" name="Freeform: Shape 2770">
                  <a:extLst>
                    <a:ext uri="{FF2B5EF4-FFF2-40B4-BE49-F238E27FC236}">
                      <a16:creationId xmlns:a16="http://schemas.microsoft.com/office/drawing/2014/main" id="{D6052CFB-6CA4-A991-7A1A-E22A35CC2C41}"/>
                    </a:ext>
                  </a:extLst>
                </p:cNvPr>
                <p:cNvSpPr/>
                <p:nvPr/>
              </p:nvSpPr>
              <p:spPr>
                <a:xfrm>
                  <a:off x="2870953" y="4301417"/>
                  <a:ext cx="274405" cy="271626"/>
                </a:xfrm>
                <a:custGeom>
                  <a:avLst/>
                  <a:gdLst>
                    <a:gd name="connsiteX0" fmla="*/ 252582 w 274405"/>
                    <a:gd name="connsiteY0" fmla="*/ 209796 h 271626"/>
                    <a:gd name="connsiteX1" fmla="*/ 71890 w 274405"/>
                    <a:gd name="connsiteY1" fmla="*/ 251668 h 271626"/>
                    <a:gd name="connsiteX2" fmla="*/ 65472 w 274405"/>
                    <a:gd name="connsiteY2" fmla="*/ 247393 h 271626"/>
                    <a:gd name="connsiteX3" fmla="*/ 18336 w 274405"/>
                    <a:gd name="connsiteY3" fmla="*/ 65450 h 271626"/>
                    <a:gd name="connsiteX4" fmla="*/ 200278 w 274405"/>
                    <a:gd name="connsiteY4" fmla="*/ 18314 h 271626"/>
                    <a:gd name="connsiteX5" fmla="*/ 209739 w 274405"/>
                    <a:gd name="connsiteY5" fmla="*/ 24434 h 271626"/>
                    <a:gd name="connsiteX6" fmla="*/ 256202 w 274405"/>
                    <a:gd name="connsiteY6" fmla="*/ 203999 h 271626"/>
                    <a:gd name="connsiteX7" fmla="*/ 252582 w 274405"/>
                    <a:gd name="connsiteY7" fmla="*/ 209796 h 27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405" h="271626">
                      <a:moveTo>
                        <a:pt x="252582" y="209796"/>
                      </a:moveTo>
                      <a:cubicBezTo>
                        <a:pt x="214250" y="271253"/>
                        <a:pt x="133348" y="289999"/>
                        <a:pt x="71890" y="251668"/>
                      </a:cubicBezTo>
                      <a:cubicBezTo>
                        <a:pt x="69712" y="250304"/>
                        <a:pt x="67570" y="248879"/>
                        <a:pt x="65472" y="247393"/>
                      </a:cubicBezTo>
                      <a:cubicBezTo>
                        <a:pt x="2213" y="210163"/>
                        <a:pt x="-18885" y="128709"/>
                        <a:pt x="18336" y="65450"/>
                      </a:cubicBezTo>
                      <a:cubicBezTo>
                        <a:pt x="55566" y="2191"/>
                        <a:pt x="137020" y="-18916"/>
                        <a:pt x="200278" y="18314"/>
                      </a:cubicBezTo>
                      <a:cubicBezTo>
                        <a:pt x="203522" y="20220"/>
                        <a:pt x="206670" y="22266"/>
                        <a:pt x="209739" y="24434"/>
                      </a:cubicBezTo>
                      <a:cubicBezTo>
                        <a:pt x="272150" y="61192"/>
                        <a:pt x="292959" y="141579"/>
                        <a:pt x="256202" y="203999"/>
                      </a:cubicBezTo>
                      <a:cubicBezTo>
                        <a:pt x="255048" y="205957"/>
                        <a:pt x="253841" y="207898"/>
                        <a:pt x="252582" y="209796"/>
                      </a:cubicBezTo>
                      <a:close/>
                    </a:path>
                  </a:pathLst>
                </a:custGeom>
                <a:solidFill>
                  <a:srgbClr val="FBFBFC"/>
                </a:solidFill>
                <a:ln w="87213" cap="flat">
                  <a:noFill/>
                  <a:prstDash val="solid"/>
                  <a:miter/>
                </a:ln>
              </p:spPr>
              <p:txBody>
                <a:bodyPr rtlCol="0" anchor="ctr"/>
                <a:lstStyle/>
                <a:p>
                  <a:endParaRPr lang="en-IN" dirty="0"/>
                </a:p>
              </p:txBody>
            </p:sp>
            <p:sp>
              <p:nvSpPr>
                <p:cNvPr id="2772" name="Freeform: Shape 2771">
                  <a:extLst>
                    <a:ext uri="{FF2B5EF4-FFF2-40B4-BE49-F238E27FC236}">
                      <a16:creationId xmlns:a16="http://schemas.microsoft.com/office/drawing/2014/main" id="{0716DC84-2F13-5E54-8634-03BB84203F63}"/>
                    </a:ext>
                  </a:extLst>
                </p:cNvPr>
                <p:cNvSpPr/>
                <p:nvPr/>
              </p:nvSpPr>
              <p:spPr>
                <a:xfrm>
                  <a:off x="2878984" y="4313123"/>
                  <a:ext cx="254845" cy="253598"/>
                </a:xfrm>
                <a:custGeom>
                  <a:avLst/>
                  <a:gdLst>
                    <a:gd name="connsiteX0" fmla="*/ 234934 w 254845"/>
                    <a:gd name="connsiteY0" fmla="*/ 192842 h 253598"/>
                    <a:gd name="connsiteX1" fmla="*/ 60642 w 254845"/>
                    <a:gd name="connsiteY1" fmla="*/ 234907 h 253598"/>
                    <a:gd name="connsiteX2" fmla="*/ 18577 w 254845"/>
                    <a:gd name="connsiteY2" fmla="*/ 60615 h 253598"/>
                    <a:gd name="connsiteX3" fmla="*/ 192869 w 254845"/>
                    <a:gd name="connsiteY3" fmla="*/ 18551 h 253598"/>
                    <a:gd name="connsiteX4" fmla="*/ 199960 w 254845"/>
                    <a:gd name="connsiteY4" fmla="*/ 23220 h 253598"/>
                    <a:gd name="connsiteX5" fmla="*/ 234934 w 254845"/>
                    <a:gd name="connsiteY5" fmla="*/ 192842 h 25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844" h="253598">
                      <a:moveTo>
                        <a:pt x="234934" y="192842"/>
                      </a:moveTo>
                      <a:cubicBezTo>
                        <a:pt x="198421" y="252587"/>
                        <a:pt x="120385" y="271420"/>
                        <a:pt x="60642" y="234907"/>
                      </a:cubicBezTo>
                      <a:cubicBezTo>
                        <a:pt x="897" y="198395"/>
                        <a:pt x="-17936" y="120360"/>
                        <a:pt x="18577" y="60615"/>
                      </a:cubicBezTo>
                      <a:cubicBezTo>
                        <a:pt x="55090" y="871"/>
                        <a:pt x="133124" y="-17962"/>
                        <a:pt x="192869" y="18551"/>
                      </a:cubicBezTo>
                      <a:cubicBezTo>
                        <a:pt x="195282" y="20028"/>
                        <a:pt x="197651" y="21585"/>
                        <a:pt x="199960" y="23220"/>
                      </a:cubicBezTo>
                      <a:cubicBezTo>
                        <a:pt x="256058" y="60668"/>
                        <a:pt x="271639" y="136255"/>
                        <a:pt x="234934" y="192842"/>
                      </a:cubicBezTo>
                      <a:close/>
                    </a:path>
                  </a:pathLst>
                </a:custGeom>
                <a:solidFill>
                  <a:srgbClr val="F8F8F9"/>
                </a:solidFill>
                <a:ln w="87213" cap="flat">
                  <a:noFill/>
                  <a:prstDash val="solid"/>
                  <a:miter/>
                </a:ln>
              </p:spPr>
              <p:txBody>
                <a:bodyPr rtlCol="0" anchor="ctr"/>
                <a:lstStyle/>
                <a:p>
                  <a:endParaRPr lang="en-IN" dirty="0"/>
                </a:p>
              </p:txBody>
            </p:sp>
            <p:sp>
              <p:nvSpPr>
                <p:cNvPr id="2773" name="Freeform: Shape 2772">
                  <a:extLst>
                    <a:ext uri="{FF2B5EF4-FFF2-40B4-BE49-F238E27FC236}">
                      <a16:creationId xmlns:a16="http://schemas.microsoft.com/office/drawing/2014/main" id="{3A6C915E-C157-16CF-0265-CE8214398CCD}"/>
                    </a:ext>
                  </a:extLst>
                </p:cNvPr>
                <p:cNvSpPr/>
                <p:nvPr/>
              </p:nvSpPr>
              <p:spPr>
                <a:xfrm>
                  <a:off x="2881637" y="4374884"/>
                  <a:ext cx="230884" cy="177319"/>
                </a:xfrm>
                <a:custGeom>
                  <a:avLst/>
                  <a:gdLst>
                    <a:gd name="connsiteX0" fmla="*/ 7573 w 230884"/>
                    <a:gd name="connsiteY0" fmla="*/ 65506 h 177319"/>
                    <a:gd name="connsiteX1" fmla="*/ 7573 w 230884"/>
                    <a:gd name="connsiteY1" fmla="*/ 59386 h 177319"/>
                    <a:gd name="connsiteX2" fmla="*/ 7573 w 230884"/>
                    <a:gd name="connsiteY2" fmla="*/ 67255 h 177319"/>
                    <a:gd name="connsiteX3" fmla="*/ 13694 w 230884"/>
                    <a:gd name="connsiteY3" fmla="*/ 100480 h 177319"/>
                    <a:gd name="connsiteX4" fmla="*/ 25935 w 230884"/>
                    <a:gd name="connsiteY4" fmla="*/ 124088 h 177319"/>
                    <a:gd name="connsiteX5" fmla="*/ 44296 w 230884"/>
                    <a:gd name="connsiteY5" fmla="*/ 145946 h 177319"/>
                    <a:gd name="connsiteX6" fmla="*/ 74023 w 230884"/>
                    <a:gd name="connsiteY6" fmla="*/ 165182 h 177319"/>
                    <a:gd name="connsiteX7" fmla="*/ 108997 w 230884"/>
                    <a:gd name="connsiteY7" fmla="*/ 176548 h 177319"/>
                    <a:gd name="connsiteX8" fmla="*/ 114243 w 230884"/>
                    <a:gd name="connsiteY8" fmla="*/ 176548 h 177319"/>
                    <a:gd name="connsiteX9" fmla="*/ 114243 w 230884"/>
                    <a:gd name="connsiteY9" fmla="*/ 176548 h 177319"/>
                    <a:gd name="connsiteX10" fmla="*/ 196432 w 230884"/>
                    <a:gd name="connsiteY10" fmla="*/ 148569 h 177319"/>
                    <a:gd name="connsiteX11" fmla="*/ 216542 w 230884"/>
                    <a:gd name="connsiteY11" fmla="*/ 122339 h 177319"/>
                    <a:gd name="connsiteX12" fmla="*/ 230531 w 230884"/>
                    <a:gd name="connsiteY12" fmla="*/ 61135 h 177319"/>
                    <a:gd name="connsiteX13" fmla="*/ 217416 w 230884"/>
                    <a:gd name="connsiteY13" fmla="*/ 19166 h 177319"/>
                    <a:gd name="connsiteX14" fmla="*/ 217416 w 230884"/>
                    <a:gd name="connsiteY14" fmla="*/ 19166 h 177319"/>
                    <a:gd name="connsiteX15" fmla="*/ 210422 w 230884"/>
                    <a:gd name="connsiteY15" fmla="*/ 6925 h 177319"/>
                    <a:gd name="connsiteX16" fmla="*/ 210422 w 230884"/>
                    <a:gd name="connsiteY16" fmla="*/ -70 h 177319"/>
                    <a:gd name="connsiteX17" fmla="*/ 216542 w 230884"/>
                    <a:gd name="connsiteY17" fmla="*/ 5176 h 177319"/>
                    <a:gd name="connsiteX18" fmla="*/ 225286 w 230884"/>
                    <a:gd name="connsiteY18" fmla="*/ 19166 h 177319"/>
                    <a:gd name="connsiteX19" fmla="*/ 225286 w 230884"/>
                    <a:gd name="connsiteY19" fmla="*/ 19166 h 177319"/>
                    <a:gd name="connsiteX20" fmla="*/ 225286 w 230884"/>
                    <a:gd name="connsiteY20" fmla="*/ 30533 h 177319"/>
                    <a:gd name="connsiteX21" fmla="*/ 225286 w 230884"/>
                    <a:gd name="connsiteY21" fmla="*/ 30533 h 177319"/>
                    <a:gd name="connsiteX22" fmla="*/ 225286 w 230884"/>
                    <a:gd name="connsiteY22" fmla="*/ 39276 h 177319"/>
                    <a:gd name="connsiteX23" fmla="*/ 225286 w 230884"/>
                    <a:gd name="connsiteY23" fmla="*/ 39276 h 177319"/>
                    <a:gd name="connsiteX24" fmla="*/ 225286 w 230884"/>
                    <a:gd name="connsiteY24" fmla="*/ 51517 h 177319"/>
                    <a:gd name="connsiteX25" fmla="*/ 225286 w 230884"/>
                    <a:gd name="connsiteY25" fmla="*/ 51517 h 177319"/>
                    <a:gd name="connsiteX26" fmla="*/ 225286 w 230884"/>
                    <a:gd name="connsiteY26" fmla="*/ 60260 h 177319"/>
                    <a:gd name="connsiteX27" fmla="*/ 225286 w 230884"/>
                    <a:gd name="connsiteY27" fmla="*/ 101354 h 177319"/>
                    <a:gd name="connsiteX28" fmla="*/ 163207 w 230884"/>
                    <a:gd name="connsiteY28" fmla="*/ 172176 h 177319"/>
                    <a:gd name="connsiteX29" fmla="*/ 156212 w 230884"/>
                    <a:gd name="connsiteY29" fmla="*/ 172176 h 177319"/>
                    <a:gd name="connsiteX30" fmla="*/ 147469 w 230884"/>
                    <a:gd name="connsiteY30" fmla="*/ 172176 h 177319"/>
                    <a:gd name="connsiteX31" fmla="*/ 147469 w 230884"/>
                    <a:gd name="connsiteY31" fmla="*/ 172176 h 177319"/>
                    <a:gd name="connsiteX32" fmla="*/ 135228 w 230884"/>
                    <a:gd name="connsiteY32" fmla="*/ 172176 h 177319"/>
                    <a:gd name="connsiteX33" fmla="*/ 110746 w 230884"/>
                    <a:gd name="connsiteY33" fmla="*/ 172176 h 177319"/>
                    <a:gd name="connsiteX34" fmla="*/ 95008 w 230884"/>
                    <a:gd name="connsiteY34" fmla="*/ 172176 h 177319"/>
                    <a:gd name="connsiteX35" fmla="*/ 95008 w 230884"/>
                    <a:gd name="connsiteY35" fmla="*/ 172176 h 177319"/>
                    <a:gd name="connsiteX36" fmla="*/ 13694 w 230884"/>
                    <a:gd name="connsiteY36" fmla="*/ 119716 h 177319"/>
                    <a:gd name="connsiteX37" fmla="*/ 5825 w 230884"/>
                    <a:gd name="connsiteY37" fmla="*/ 105726 h 177319"/>
                    <a:gd name="connsiteX38" fmla="*/ 579 w 230884"/>
                    <a:gd name="connsiteY38" fmla="*/ 94359 h 177319"/>
                    <a:gd name="connsiteX39" fmla="*/ 579 w 230884"/>
                    <a:gd name="connsiteY39" fmla="*/ 83868 h 177319"/>
                    <a:gd name="connsiteX40" fmla="*/ 579 w 230884"/>
                    <a:gd name="connsiteY40" fmla="*/ 70752 h 177319"/>
                    <a:gd name="connsiteX41" fmla="*/ 7573 w 230884"/>
                    <a:gd name="connsiteY41" fmla="*/ 65506 h 177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30884" h="177319">
                      <a:moveTo>
                        <a:pt x="7573" y="65506"/>
                      </a:moveTo>
                      <a:lnTo>
                        <a:pt x="7573" y="59386"/>
                      </a:lnTo>
                      <a:cubicBezTo>
                        <a:pt x="7573" y="59386"/>
                        <a:pt x="7573" y="59386"/>
                        <a:pt x="7573" y="67255"/>
                      </a:cubicBezTo>
                      <a:cubicBezTo>
                        <a:pt x="8762" y="78472"/>
                        <a:pt x="10808" y="89577"/>
                        <a:pt x="13694" y="100480"/>
                      </a:cubicBezTo>
                      <a:cubicBezTo>
                        <a:pt x="13694" y="109223"/>
                        <a:pt x="22437" y="115344"/>
                        <a:pt x="25935" y="124088"/>
                      </a:cubicBezTo>
                      <a:cubicBezTo>
                        <a:pt x="30586" y="132490"/>
                        <a:pt x="36820" y="139913"/>
                        <a:pt x="44296" y="145946"/>
                      </a:cubicBezTo>
                      <a:cubicBezTo>
                        <a:pt x="52943" y="154130"/>
                        <a:pt x="63015" y="160644"/>
                        <a:pt x="74023" y="165182"/>
                      </a:cubicBezTo>
                      <a:cubicBezTo>
                        <a:pt x="85058" y="170664"/>
                        <a:pt x="96844" y="174494"/>
                        <a:pt x="108997" y="176548"/>
                      </a:cubicBezTo>
                      <a:cubicBezTo>
                        <a:pt x="110624" y="177483"/>
                        <a:pt x="112617" y="177483"/>
                        <a:pt x="114243" y="176548"/>
                      </a:cubicBezTo>
                      <a:lnTo>
                        <a:pt x="114243" y="176548"/>
                      </a:lnTo>
                      <a:cubicBezTo>
                        <a:pt x="144434" y="179888"/>
                        <a:pt x="174547" y="169632"/>
                        <a:pt x="196432" y="148569"/>
                      </a:cubicBezTo>
                      <a:cubicBezTo>
                        <a:pt x="204091" y="140604"/>
                        <a:pt x="210833" y="131799"/>
                        <a:pt x="216542" y="122339"/>
                      </a:cubicBezTo>
                      <a:cubicBezTo>
                        <a:pt x="227288" y="103820"/>
                        <a:pt x="232166" y="82478"/>
                        <a:pt x="230531" y="61135"/>
                      </a:cubicBezTo>
                      <a:cubicBezTo>
                        <a:pt x="228958" y="46419"/>
                        <a:pt x="224498" y="32159"/>
                        <a:pt x="217416" y="19166"/>
                      </a:cubicBezTo>
                      <a:lnTo>
                        <a:pt x="217416" y="19166"/>
                      </a:lnTo>
                      <a:cubicBezTo>
                        <a:pt x="215606" y="14803"/>
                        <a:pt x="213263" y="10693"/>
                        <a:pt x="210422" y="6925"/>
                      </a:cubicBezTo>
                      <a:cubicBezTo>
                        <a:pt x="210422" y="6925"/>
                        <a:pt x="210422" y="6925"/>
                        <a:pt x="210422" y="-70"/>
                      </a:cubicBezTo>
                      <a:cubicBezTo>
                        <a:pt x="213036" y="875"/>
                        <a:pt x="215213" y="2737"/>
                        <a:pt x="216542" y="5176"/>
                      </a:cubicBezTo>
                      <a:cubicBezTo>
                        <a:pt x="219960" y="9504"/>
                        <a:pt x="222889" y="14199"/>
                        <a:pt x="225286" y="19166"/>
                      </a:cubicBezTo>
                      <a:lnTo>
                        <a:pt x="225286" y="19166"/>
                      </a:lnTo>
                      <a:cubicBezTo>
                        <a:pt x="224927" y="22943"/>
                        <a:pt x="224927" y="26755"/>
                        <a:pt x="225286" y="30533"/>
                      </a:cubicBezTo>
                      <a:lnTo>
                        <a:pt x="225286" y="30533"/>
                      </a:lnTo>
                      <a:cubicBezTo>
                        <a:pt x="225286" y="30533"/>
                        <a:pt x="225286" y="36653"/>
                        <a:pt x="225286" y="39276"/>
                      </a:cubicBezTo>
                      <a:lnTo>
                        <a:pt x="225286" y="39276"/>
                      </a:lnTo>
                      <a:lnTo>
                        <a:pt x="225286" y="51517"/>
                      </a:lnTo>
                      <a:lnTo>
                        <a:pt x="225286" y="51517"/>
                      </a:lnTo>
                      <a:cubicBezTo>
                        <a:pt x="225286" y="51517"/>
                        <a:pt x="225286" y="56763"/>
                        <a:pt x="225286" y="60260"/>
                      </a:cubicBezTo>
                      <a:cubicBezTo>
                        <a:pt x="229194" y="73682"/>
                        <a:pt x="229194" y="87933"/>
                        <a:pt x="225286" y="101354"/>
                      </a:cubicBezTo>
                      <a:cubicBezTo>
                        <a:pt x="216122" y="133006"/>
                        <a:pt x="193381" y="158947"/>
                        <a:pt x="163207" y="172176"/>
                      </a:cubicBezTo>
                      <a:cubicBezTo>
                        <a:pt x="160942" y="172972"/>
                        <a:pt x="158477" y="172972"/>
                        <a:pt x="156212" y="172176"/>
                      </a:cubicBezTo>
                      <a:lnTo>
                        <a:pt x="147469" y="172176"/>
                      </a:lnTo>
                      <a:lnTo>
                        <a:pt x="147469" y="172176"/>
                      </a:lnTo>
                      <a:lnTo>
                        <a:pt x="135228" y="172176"/>
                      </a:lnTo>
                      <a:lnTo>
                        <a:pt x="110746" y="172176"/>
                      </a:lnTo>
                      <a:lnTo>
                        <a:pt x="95008" y="172176"/>
                      </a:lnTo>
                      <a:lnTo>
                        <a:pt x="95008" y="172176"/>
                      </a:lnTo>
                      <a:cubicBezTo>
                        <a:pt x="62106" y="165951"/>
                        <a:pt x="32929" y="147126"/>
                        <a:pt x="13694" y="119716"/>
                      </a:cubicBezTo>
                      <a:cubicBezTo>
                        <a:pt x="10563" y="115362"/>
                        <a:pt x="7923" y="110666"/>
                        <a:pt x="5825" y="105726"/>
                      </a:cubicBezTo>
                      <a:lnTo>
                        <a:pt x="579" y="94359"/>
                      </a:lnTo>
                      <a:cubicBezTo>
                        <a:pt x="579" y="94359"/>
                        <a:pt x="579" y="86491"/>
                        <a:pt x="579" y="83868"/>
                      </a:cubicBezTo>
                      <a:cubicBezTo>
                        <a:pt x="-252" y="79539"/>
                        <a:pt x="-252" y="75089"/>
                        <a:pt x="579" y="70752"/>
                      </a:cubicBezTo>
                      <a:cubicBezTo>
                        <a:pt x="579" y="70752"/>
                        <a:pt x="7573" y="69878"/>
                        <a:pt x="7573" y="65506"/>
                      </a:cubicBezTo>
                      <a:close/>
                    </a:path>
                  </a:pathLst>
                </a:custGeom>
                <a:solidFill>
                  <a:srgbClr val="F3F4F5"/>
                </a:solidFill>
                <a:ln w="87213" cap="flat">
                  <a:noFill/>
                  <a:prstDash val="solid"/>
                  <a:miter/>
                </a:ln>
              </p:spPr>
              <p:txBody>
                <a:bodyPr rtlCol="0" anchor="ctr"/>
                <a:lstStyle/>
                <a:p>
                  <a:endParaRPr lang="en-IN" dirty="0"/>
                </a:p>
              </p:txBody>
            </p:sp>
            <p:sp>
              <p:nvSpPr>
                <p:cNvPr id="2774" name="Freeform: Shape 2773">
                  <a:extLst>
                    <a:ext uri="{FF2B5EF4-FFF2-40B4-BE49-F238E27FC236}">
                      <a16:creationId xmlns:a16="http://schemas.microsoft.com/office/drawing/2014/main" id="{B14ACE2B-F55E-752C-FC95-FA4E1114CBD5}"/>
                    </a:ext>
                  </a:extLst>
                </p:cNvPr>
                <p:cNvSpPr/>
                <p:nvPr/>
              </p:nvSpPr>
              <p:spPr>
                <a:xfrm>
                  <a:off x="2943464" y="4327930"/>
                  <a:ext cx="162628" cy="45855"/>
                </a:xfrm>
                <a:custGeom>
                  <a:avLst/>
                  <a:gdLst>
                    <a:gd name="connsiteX0" fmla="*/ 162584 w 162628"/>
                    <a:gd name="connsiteY0" fmla="*/ 45136 h 45855"/>
                    <a:gd name="connsiteX1" fmla="*/ 155589 w 162628"/>
                    <a:gd name="connsiteY1" fmla="*/ 45136 h 45855"/>
                    <a:gd name="connsiteX2" fmla="*/ 147721 w 162628"/>
                    <a:gd name="connsiteY2" fmla="*/ 45136 h 45855"/>
                    <a:gd name="connsiteX3" fmla="*/ 106626 w 162628"/>
                    <a:gd name="connsiteY3" fmla="*/ 15408 h 45855"/>
                    <a:gd name="connsiteX4" fmla="*/ 78647 w 162628"/>
                    <a:gd name="connsiteY4" fmla="*/ 6664 h 45855"/>
                    <a:gd name="connsiteX5" fmla="*/ 35804 w 162628"/>
                    <a:gd name="connsiteY5" fmla="*/ 6664 h 45855"/>
                    <a:gd name="connsiteX6" fmla="*/ 7825 w 162628"/>
                    <a:gd name="connsiteY6" fmla="*/ 16282 h 45855"/>
                    <a:gd name="connsiteX7" fmla="*/ -44 w 162628"/>
                    <a:gd name="connsiteY7" fmla="*/ 16282 h 45855"/>
                    <a:gd name="connsiteX8" fmla="*/ 47171 w 162628"/>
                    <a:gd name="connsiteY8" fmla="*/ 544 h 45855"/>
                    <a:gd name="connsiteX9" fmla="*/ 128485 w 162628"/>
                    <a:gd name="connsiteY9" fmla="*/ 22403 h 45855"/>
                    <a:gd name="connsiteX10" fmla="*/ 162584 w 162628"/>
                    <a:gd name="connsiteY10" fmla="*/ 45136 h 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628" h="45855">
                      <a:moveTo>
                        <a:pt x="162584" y="45136"/>
                      </a:moveTo>
                      <a:lnTo>
                        <a:pt x="155589" y="45136"/>
                      </a:lnTo>
                      <a:cubicBezTo>
                        <a:pt x="153036" y="46002"/>
                        <a:pt x="150273" y="46002"/>
                        <a:pt x="147721" y="45136"/>
                      </a:cubicBezTo>
                      <a:cubicBezTo>
                        <a:pt x="136398" y="32301"/>
                        <a:pt x="122356" y="22149"/>
                        <a:pt x="106626" y="15408"/>
                      </a:cubicBezTo>
                      <a:cubicBezTo>
                        <a:pt x="98075" y="10424"/>
                        <a:pt x="88510" y="7434"/>
                        <a:pt x="78647" y="6664"/>
                      </a:cubicBezTo>
                      <a:cubicBezTo>
                        <a:pt x="64535" y="3587"/>
                        <a:pt x="49916" y="3587"/>
                        <a:pt x="35804" y="6664"/>
                      </a:cubicBezTo>
                      <a:cubicBezTo>
                        <a:pt x="26186" y="8946"/>
                        <a:pt x="16813" y="12173"/>
                        <a:pt x="7825" y="16282"/>
                      </a:cubicBezTo>
                      <a:cubicBezTo>
                        <a:pt x="7825" y="16282"/>
                        <a:pt x="2579" y="16282"/>
                        <a:pt x="-44" y="16282"/>
                      </a:cubicBezTo>
                      <a:cubicBezTo>
                        <a:pt x="13840" y="6577"/>
                        <a:pt x="30243" y="1104"/>
                        <a:pt x="47171" y="544"/>
                      </a:cubicBezTo>
                      <a:cubicBezTo>
                        <a:pt x="76042" y="-2411"/>
                        <a:pt x="104991" y="5370"/>
                        <a:pt x="128485" y="22403"/>
                      </a:cubicBezTo>
                      <a:cubicBezTo>
                        <a:pt x="141495" y="27168"/>
                        <a:pt x="153177" y="34967"/>
                        <a:pt x="162584" y="45136"/>
                      </a:cubicBezTo>
                      <a:close/>
                    </a:path>
                  </a:pathLst>
                </a:custGeom>
                <a:solidFill>
                  <a:srgbClr val="F3F4F5"/>
                </a:solidFill>
                <a:ln w="87213" cap="flat">
                  <a:noFill/>
                  <a:prstDash val="solid"/>
                  <a:miter/>
                </a:ln>
              </p:spPr>
              <p:txBody>
                <a:bodyPr rtlCol="0" anchor="ctr"/>
                <a:lstStyle/>
                <a:p>
                  <a:endParaRPr lang="en-IN" dirty="0"/>
                </a:p>
              </p:txBody>
            </p:sp>
            <p:sp>
              <p:nvSpPr>
                <p:cNvPr id="2775" name="Freeform: Shape 2774">
                  <a:extLst>
                    <a:ext uri="{FF2B5EF4-FFF2-40B4-BE49-F238E27FC236}">
                      <a16:creationId xmlns:a16="http://schemas.microsoft.com/office/drawing/2014/main" id="{D3802A32-096B-BFD8-6B08-5B46AF4DB117}"/>
                    </a:ext>
                  </a:extLst>
                </p:cNvPr>
                <p:cNvSpPr/>
                <p:nvPr/>
              </p:nvSpPr>
              <p:spPr>
                <a:xfrm>
                  <a:off x="2899323" y="4329418"/>
                  <a:ext cx="55507" cy="98800"/>
                </a:xfrm>
                <a:custGeom>
                  <a:avLst/>
                  <a:gdLst>
                    <a:gd name="connsiteX0" fmla="*/ 47594 w 55507"/>
                    <a:gd name="connsiteY0" fmla="*/ 5176 h 98800"/>
                    <a:gd name="connsiteX1" fmla="*/ 47594 w 55507"/>
                    <a:gd name="connsiteY1" fmla="*/ 10422 h 98800"/>
                    <a:gd name="connsiteX2" fmla="*/ 47594 w 55507"/>
                    <a:gd name="connsiteY2" fmla="*/ 10422 h 98800"/>
                    <a:gd name="connsiteX3" fmla="*/ 1254 w 55507"/>
                    <a:gd name="connsiteY3" fmla="*/ 74249 h 98800"/>
                    <a:gd name="connsiteX4" fmla="*/ 1254 w 55507"/>
                    <a:gd name="connsiteY4" fmla="*/ 85616 h 98800"/>
                    <a:gd name="connsiteX5" fmla="*/ 1254 w 55507"/>
                    <a:gd name="connsiteY5" fmla="*/ 98731 h 98800"/>
                    <a:gd name="connsiteX6" fmla="*/ 1254 w 55507"/>
                    <a:gd name="connsiteY6" fmla="*/ 98731 h 98800"/>
                    <a:gd name="connsiteX7" fmla="*/ 8249 w 55507"/>
                    <a:gd name="connsiteY7" fmla="*/ 57637 h 98800"/>
                    <a:gd name="connsiteX8" fmla="*/ 55463 w 55507"/>
                    <a:gd name="connsiteY8" fmla="*/ -70 h 9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07" h="98800">
                      <a:moveTo>
                        <a:pt x="47594" y="5176"/>
                      </a:moveTo>
                      <a:lnTo>
                        <a:pt x="47594" y="10422"/>
                      </a:lnTo>
                      <a:lnTo>
                        <a:pt x="47594" y="10422"/>
                      </a:lnTo>
                      <a:cubicBezTo>
                        <a:pt x="25237" y="25706"/>
                        <a:pt x="8861" y="48255"/>
                        <a:pt x="1254" y="74249"/>
                      </a:cubicBezTo>
                      <a:cubicBezTo>
                        <a:pt x="-477" y="77843"/>
                        <a:pt x="-477" y="82023"/>
                        <a:pt x="1254" y="85616"/>
                      </a:cubicBezTo>
                      <a:cubicBezTo>
                        <a:pt x="1254" y="85616"/>
                        <a:pt x="1254" y="95233"/>
                        <a:pt x="1254" y="98731"/>
                      </a:cubicBezTo>
                      <a:lnTo>
                        <a:pt x="1254" y="98731"/>
                      </a:lnTo>
                      <a:cubicBezTo>
                        <a:pt x="240" y="84672"/>
                        <a:pt x="2636" y="70568"/>
                        <a:pt x="8249" y="57637"/>
                      </a:cubicBezTo>
                      <a:cubicBezTo>
                        <a:pt x="17342" y="33802"/>
                        <a:pt x="33902" y="13561"/>
                        <a:pt x="55463" y="-70"/>
                      </a:cubicBezTo>
                      <a:close/>
                    </a:path>
                  </a:pathLst>
                </a:custGeom>
                <a:solidFill>
                  <a:srgbClr val="F3F4F6"/>
                </a:solidFill>
                <a:ln w="87213" cap="flat">
                  <a:noFill/>
                  <a:prstDash val="solid"/>
                  <a:miter/>
                </a:ln>
              </p:spPr>
              <p:txBody>
                <a:bodyPr rtlCol="0" anchor="ctr"/>
                <a:lstStyle/>
                <a:p>
                  <a:endParaRPr lang="en-IN" dirty="0"/>
                </a:p>
              </p:txBody>
            </p:sp>
            <p:sp>
              <p:nvSpPr>
                <p:cNvPr id="2776" name="Freeform: Shape 2775">
                  <a:extLst>
                    <a:ext uri="{FF2B5EF4-FFF2-40B4-BE49-F238E27FC236}">
                      <a16:creationId xmlns:a16="http://schemas.microsoft.com/office/drawing/2014/main" id="{AC693F13-40DD-D301-D4D1-7C7A245546E0}"/>
                    </a:ext>
                  </a:extLst>
                </p:cNvPr>
                <p:cNvSpPr/>
                <p:nvPr/>
              </p:nvSpPr>
              <p:spPr>
                <a:xfrm>
                  <a:off x="2909364" y="4500790"/>
                  <a:ext cx="81314" cy="52460"/>
                </a:xfrm>
                <a:custGeom>
                  <a:avLst/>
                  <a:gdLst>
                    <a:gd name="connsiteX0" fmla="*/ -44 w 81314"/>
                    <a:gd name="connsiteY0" fmla="*/ -70 h 52460"/>
                    <a:gd name="connsiteX1" fmla="*/ 26186 w 81314"/>
                    <a:gd name="connsiteY1" fmla="*/ 26161 h 52460"/>
                    <a:gd name="connsiteX2" fmla="*/ 69029 w 81314"/>
                    <a:gd name="connsiteY2" fmla="*/ 47145 h 52460"/>
                    <a:gd name="connsiteX3" fmla="*/ 81270 w 81314"/>
                    <a:gd name="connsiteY3" fmla="*/ 52391 h 52460"/>
                    <a:gd name="connsiteX4" fmla="*/ 58537 w 81314"/>
                    <a:gd name="connsiteY4" fmla="*/ 46270 h 52460"/>
                    <a:gd name="connsiteX5" fmla="*/ 2579 w 81314"/>
                    <a:gd name="connsiteY5" fmla="*/ 4302 h 52460"/>
                    <a:gd name="connsiteX6" fmla="*/ -44 w 81314"/>
                    <a:gd name="connsiteY6" fmla="*/ -70 h 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14" h="52460">
                      <a:moveTo>
                        <a:pt x="-44" y="-70"/>
                      </a:moveTo>
                      <a:cubicBezTo>
                        <a:pt x="10448" y="7799"/>
                        <a:pt x="16569" y="18291"/>
                        <a:pt x="26186" y="26161"/>
                      </a:cubicBezTo>
                      <a:cubicBezTo>
                        <a:pt x="38847" y="36067"/>
                        <a:pt x="53440" y="43210"/>
                        <a:pt x="69029" y="47145"/>
                      </a:cubicBezTo>
                      <a:lnTo>
                        <a:pt x="81270" y="52391"/>
                      </a:lnTo>
                      <a:cubicBezTo>
                        <a:pt x="73305" y="52233"/>
                        <a:pt x="65506" y="50127"/>
                        <a:pt x="58537" y="46270"/>
                      </a:cubicBezTo>
                      <a:cubicBezTo>
                        <a:pt x="36022" y="38357"/>
                        <a:pt x="16481" y="23704"/>
                        <a:pt x="2579" y="4302"/>
                      </a:cubicBezTo>
                      <a:cubicBezTo>
                        <a:pt x="2579" y="4302"/>
                        <a:pt x="830" y="1679"/>
                        <a:pt x="-44" y="-70"/>
                      </a:cubicBezTo>
                      <a:close/>
                    </a:path>
                  </a:pathLst>
                </a:custGeom>
                <a:solidFill>
                  <a:srgbClr val="F3F4F6"/>
                </a:solidFill>
                <a:ln w="87213" cap="flat">
                  <a:noFill/>
                  <a:prstDash val="solid"/>
                  <a:miter/>
                </a:ln>
              </p:spPr>
              <p:txBody>
                <a:bodyPr rtlCol="0" anchor="ctr"/>
                <a:lstStyle/>
                <a:p>
                  <a:endParaRPr lang="en-IN" dirty="0"/>
                </a:p>
              </p:txBody>
            </p:sp>
            <p:sp>
              <p:nvSpPr>
                <p:cNvPr id="2777" name="Freeform: Shape 2776">
                  <a:extLst>
                    <a:ext uri="{FF2B5EF4-FFF2-40B4-BE49-F238E27FC236}">
                      <a16:creationId xmlns:a16="http://schemas.microsoft.com/office/drawing/2014/main" id="{0B11D41F-2FCB-F01D-EBDC-BC361F058A20}"/>
                    </a:ext>
                  </a:extLst>
                </p:cNvPr>
                <p:cNvSpPr/>
                <p:nvPr/>
              </p:nvSpPr>
              <p:spPr>
                <a:xfrm>
                  <a:off x="3106092" y="4373135"/>
                  <a:ext cx="8743" cy="13989"/>
                </a:xfrm>
                <a:custGeom>
                  <a:avLst/>
                  <a:gdLst>
                    <a:gd name="connsiteX0" fmla="*/ 8699 w 8743"/>
                    <a:gd name="connsiteY0" fmla="*/ 13920 h 13989"/>
                    <a:gd name="connsiteX1" fmla="*/ -44 w 8743"/>
                    <a:gd name="connsiteY1" fmla="*/ -70 h 13989"/>
                    <a:gd name="connsiteX2" fmla="*/ 8699 w 8743"/>
                    <a:gd name="connsiteY2" fmla="*/ 13920 h 13989"/>
                  </a:gdLst>
                  <a:ahLst/>
                  <a:cxnLst>
                    <a:cxn ang="0">
                      <a:pos x="connsiteX0" y="connsiteY0"/>
                    </a:cxn>
                    <a:cxn ang="0">
                      <a:pos x="connsiteX1" y="connsiteY1"/>
                    </a:cxn>
                    <a:cxn ang="0">
                      <a:pos x="connsiteX2" y="connsiteY2"/>
                    </a:cxn>
                  </a:cxnLst>
                  <a:rect l="l" t="t" r="r" b="b"/>
                  <a:pathLst>
                    <a:path w="8743" h="13989">
                      <a:moveTo>
                        <a:pt x="8699" y="13920"/>
                      </a:moveTo>
                      <a:cubicBezTo>
                        <a:pt x="4686" y="10046"/>
                        <a:pt x="1678" y="5237"/>
                        <a:pt x="-44" y="-70"/>
                      </a:cubicBezTo>
                      <a:cubicBezTo>
                        <a:pt x="4922" y="2946"/>
                        <a:pt x="8158" y="8132"/>
                        <a:pt x="8699" y="13920"/>
                      </a:cubicBezTo>
                      <a:close/>
                    </a:path>
                  </a:pathLst>
                </a:custGeom>
                <a:solidFill>
                  <a:srgbClr val="F3F4F5"/>
                </a:solidFill>
                <a:ln w="87213" cap="flat">
                  <a:noFill/>
                  <a:prstDash val="solid"/>
                  <a:miter/>
                </a:ln>
              </p:spPr>
              <p:txBody>
                <a:bodyPr rtlCol="0" anchor="ctr"/>
                <a:lstStyle/>
                <a:p>
                  <a:endParaRPr lang="en-IN" dirty="0"/>
                </a:p>
              </p:txBody>
            </p:sp>
            <p:sp>
              <p:nvSpPr>
                <p:cNvPr id="2778" name="Freeform: Shape 2777">
                  <a:extLst>
                    <a:ext uri="{FF2B5EF4-FFF2-40B4-BE49-F238E27FC236}">
                      <a16:creationId xmlns:a16="http://schemas.microsoft.com/office/drawing/2014/main" id="{BD6300EF-7C9D-23AC-CBCB-28AD12A46CBB}"/>
                    </a:ext>
                  </a:extLst>
                </p:cNvPr>
                <p:cNvSpPr/>
                <p:nvPr/>
              </p:nvSpPr>
              <p:spPr>
                <a:xfrm>
                  <a:off x="3119207" y="4383628"/>
                  <a:ext cx="1521" cy="11366"/>
                </a:xfrm>
                <a:custGeom>
                  <a:avLst/>
                  <a:gdLst>
                    <a:gd name="connsiteX0" fmla="*/ -44 w 1521"/>
                    <a:gd name="connsiteY0" fmla="*/ 11296 h 11366"/>
                    <a:gd name="connsiteX1" fmla="*/ -44 w 1521"/>
                    <a:gd name="connsiteY1" fmla="*/ -70 h 11366"/>
                    <a:gd name="connsiteX2" fmla="*/ -44 w 1521"/>
                    <a:gd name="connsiteY2" fmla="*/ 11296 h 11366"/>
                  </a:gdLst>
                  <a:ahLst/>
                  <a:cxnLst>
                    <a:cxn ang="0">
                      <a:pos x="connsiteX0" y="connsiteY0"/>
                    </a:cxn>
                    <a:cxn ang="0">
                      <a:pos x="connsiteX1" y="connsiteY1"/>
                    </a:cxn>
                    <a:cxn ang="0">
                      <a:pos x="connsiteX2" y="connsiteY2"/>
                    </a:cxn>
                  </a:cxnLst>
                  <a:rect l="l" t="t" r="r" b="b"/>
                  <a:pathLst>
                    <a:path w="1521" h="11366">
                      <a:moveTo>
                        <a:pt x="-44" y="11296"/>
                      </a:moveTo>
                      <a:cubicBezTo>
                        <a:pt x="-44" y="11296"/>
                        <a:pt x="-44" y="4301"/>
                        <a:pt x="-44" y="-70"/>
                      </a:cubicBezTo>
                      <a:cubicBezTo>
                        <a:pt x="1984" y="3445"/>
                        <a:pt x="1984" y="7781"/>
                        <a:pt x="-44" y="11296"/>
                      </a:cubicBezTo>
                      <a:close/>
                    </a:path>
                  </a:pathLst>
                </a:custGeom>
                <a:solidFill>
                  <a:srgbClr val="F4F5F6"/>
                </a:solidFill>
                <a:ln w="87213" cap="flat">
                  <a:noFill/>
                  <a:prstDash val="solid"/>
                  <a:miter/>
                </a:ln>
              </p:spPr>
              <p:txBody>
                <a:bodyPr rtlCol="0" anchor="ctr"/>
                <a:lstStyle/>
                <a:p>
                  <a:endParaRPr lang="en-IN" dirty="0"/>
                </a:p>
              </p:txBody>
            </p:sp>
            <p:sp>
              <p:nvSpPr>
                <p:cNvPr id="2779" name="Freeform: Shape 2778">
                  <a:extLst>
                    <a:ext uri="{FF2B5EF4-FFF2-40B4-BE49-F238E27FC236}">
                      <a16:creationId xmlns:a16="http://schemas.microsoft.com/office/drawing/2014/main" id="{DF497DE0-343B-7460-5249-4BD1A37EFFFF}"/>
                    </a:ext>
                  </a:extLst>
                </p:cNvPr>
                <p:cNvSpPr/>
                <p:nvPr/>
              </p:nvSpPr>
              <p:spPr>
                <a:xfrm>
                  <a:off x="3006417" y="4555000"/>
                  <a:ext cx="13115" cy="1632"/>
                </a:xfrm>
                <a:custGeom>
                  <a:avLst/>
                  <a:gdLst>
                    <a:gd name="connsiteX0" fmla="*/ -44 w 13115"/>
                    <a:gd name="connsiteY0" fmla="*/ -70 h 1632"/>
                    <a:gd name="connsiteX1" fmla="*/ 13071 w 13115"/>
                    <a:gd name="connsiteY1" fmla="*/ -70 h 1632"/>
                    <a:gd name="connsiteX2" fmla="*/ -44 w 13115"/>
                    <a:gd name="connsiteY2" fmla="*/ -70 h 1632"/>
                  </a:gdLst>
                  <a:ahLst/>
                  <a:cxnLst>
                    <a:cxn ang="0">
                      <a:pos x="connsiteX0" y="connsiteY0"/>
                    </a:cxn>
                    <a:cxn ang="0">
                      <a:pos x="connsiteX1" y="connsiteY1"/>
                    </a:cxn>
                    <a:cxn ang="0">
                      <a:pos x="connsiteX2" y="connsiteY2"/>
                    </a:cxn>
                  </a:cxnLst>
                  <a:rect l="l" t="t" r="r" b="b"/>
                  <a:pathLst>
                    <a:path w="13115" h="1632">
                      <a:moveTo>
                        <a:pt x="-44" y="-70"/>
                      </a:moveTo>
                      <a:cubicBezTo>
                        <a:pt x="-44" y="-70"/>
                        <a:pt x="8699" y="-70"/>
                        <a:pt x="13071" y="-70"/>
                      </a:cubicBezTo>
                      <a:cubicBezTo>
                        <a:pt x="8970" y="2107"/>
                        <a:pt x="4056" y="2107"/>
                        <a:pt x="-44" y="-70"/>
                      </a:cubicBezTo>
                      <a:close/>
                    </a:path>
                  </a:pathLst>
                </a:custGeom>
                <a:solidFill>
                  <a:srgbClr val="F3F4F6"/>
                </a:solidFill>
                <a:ln w="87213" cap="flat">
                  <a:noFill/>
                  <a:prstDash val="solid"/>
                  <a:miter/>
                </a:ln>
              </p:spPr>
              <p:txBody>
                <a:bodyPr rtlCol="0" anchor="ctr"/>
                <a:lstStyle/>
                <a:p>
                  <a:endParaRPr lang="en-IN" dirty="0"/>
                </a:p>
              </p:txBody>
            </p:sp>
            <p:sp>
              <p:nvSpPr>
                <p:cNvPr id="2780" name="Freeform: Shape 2779">
                  <a:extLst>
                    <a:ext uri="{FF2B5EF4-FFF2-40B4-BE49-F238E27FC236}">
                      <a16:creationId xmlns:a16="http://schemas.microsoft.com/office/drawing/2014/main" id="{06567E4C-C104-BF26-D145-6D8535124E12}"/>
                    </a:ext>
                  </a:extLst>
                </p:cNvPr>
                <p:cNvSpPr/>
                <p:nvPr/>
              </p:nvSpPr>
              <p:spPr>
                <a:xfrm>
                  <a:off x="2901496" y="4486801"/>
                  <a:ext cx="7868" cy="13989"/>
                </a:xfrm>
                <a:custGeom>
                  <a:avLst/>
                  <a:gdLst>
                    <a:gd name="connsiteX0" fmla="*/ -44 w 7868"/>
                    <a:gd name="connsiteY0" fmla="*/ -70 h 13989"/>
                    <a:gd name="connsiteX1" fmla="*/ 7825 w 7868"/>
                    <a:gd name="connsiteY1" fmla="*/ 13919 h 13989"/>
                    <a:gd name="connsiteX2" fmla="*/ -44 w 7868"/>
                    <a:gd name="connsiteY2" fmla="*/ -70 h 13989"/>
                  </a:gdLst>
                  <a:ahLst/>
                  <a:cxnLst>
                    <a:cxn ang="0">
                      <a:pos x="connsiteX0" y="connsiteY0"/>
                    </a:cxn>
                    <a:cxn ang="0">
                      <a:pos x="connsiteX1" y="connsiteY1"/>
                    </a:cxn>
                    <a:cxn ang="0">
                      <a:pos x="connsiteX2" y="connsiteY2"/>
                    </a:cxn>
                  </a:cxnLst>
                  <a:rect l="l" t="t" r="r" b="b"/>
                  <a:pathLst>
                    <a:path w="7868" h="13989">
                      <a:moveTo>
                        <a:pt x="-44" y="-70"/>
                      </a:moveTo>
                      <a:cubicBezTo>
                        <a:pt x="3401" y="4083"/>
                        <a:pt x="6067" y="8822"/>
                        <a:pt x="7825" y="13919"/>
                      </a:cubicBezTo>
                      <a:cubicBezTo>
                        <a:pt x="3453" y="10483"/>
                        <a:pt x="620" y="5455"/>
                        <a:pt x="-44" y="-70"/>
                      </a:cubicBezTo>
                      <a:close/>
                    </a:path>
                  </a:pathLst>
                </a:custGeom>
                <a:solidFill>
                  <a:srgbClr val="F3F4F6"/>
                </a:solidFill>
                <a:ln w="87213" cap="flat">
                  <a:noFill/>
                  <a:prstDash val="solid"/>
                  <a:miter/>
                </a:ln>
              </p:spPr>
              <p:txBody>
                <a:bodyPr rtlCol="0" anchor="ctr"/>
                <a:lstStyle/>
                <a:p>
                  <a:endParaRPr lang="en-IN" dirty="0"/>
                </a:p>
              </p:txBody>
            </p:sp>
            <p:sp>
              <p:nvSpPr>
                <p:cNvPr id="2781" name="Freeform: Shape 2780">
                  <a:extLst>
                    <a:ext uri="{FF2B5EF4-FFF2-40B4-BE49-F238E27FC236}">
                      <a16:creationId xmlns:a16="http://schemas.microsoft.com/office/drawing/2014/main" id="{F081BDB2-2124-791B-7A1F-8E14E2A8B954}"/>
                    </a:ext>
                  </a:extLst>
                </p:cNvPr>
                <p:cNvSpPr/>
                <p:nvPr/>
              </p:nvSpPr>
              <p:spPr>
                <a:xfrm>
                  <a:off x="2990679" y="4552280"/>
                  <a:ext cx="15738" cy="2570"/>
                </a:xfrm>
                <a:custGeom>
                  <a:avLst/>
                  <a:gdLst>
                    <a:gd name="connsiteX0" fmla="*/ -44 w 15738"/>
                    <a:gd name="connsiteY0" fmla="*/ 901 h 2570"/>
                    <a:gd name="connsiteX1" fmla="*/ 15694 w 15738"/>
                    <a:gd name="connsiteY1" fmla="*/ 901 h 2570"/>
                    <a:gd name="connsiteX2" fmla="*/ -44 w 15738"/>
                    <a:gd name="connsiteY2" fmla="*/ 901 h 2570"/>
                  </a:gdLst>
                  <a:ahLst/>
                  <a:cxnLst>
                    <a:cxn ang="0">
                      <a:pos x="connsiteX0" y="connsiteY0"/>
                    </a:cxn>
                    <a:cxn ang="0">
                      <a:pos x="connsiteX1" y="connsiteY1"/>
                    </a:cxn>
                    <a:cxn ang="0">
                      <a:pos x="connsiteX2" y="connsiteY2"/>
                    </a:cxn>
                  </a:cxnLst>
                  <a:rect l="l" t="t" r="r" b="b"/>
                  <a:pathLst>
                    <a:path w="15738" h="2570">
                      <a:moveTo>
                        <a:pt x="-44" y="901"/>
                      </a:moveTo>
                      <a:cubicBezTo>
                        <a:pt x="5123" y="-394"/>
                        <a:pt x="10527" y="-394"/>
                        <a:pt x="15694" y="901"/>
                      </a:cubicBezTo>
                      <a:cubicBezTo>
                        <a:pt x="10666" y="3034"/>
                        <a:pt x="4984" y="3034"/>
                        <a:pt x="-44" y="901"/>
                      </a:cubicBezTo>
                      <a:close/>
                    </a:path>
                  </a:pathLst>
                </a:custGeom>
                <a:solidFill>
                  <a:srgbClr val="F3F4F6"/>
                </a:solidFill>
                <a:ln w="87213" cap="flat">
                  <a:noFill/>
                  <a:prstDash val="solid"/>
                  <a:miter/>
                </a:ln>
              </p:spPr>
              <p:txBody>
                <a:bodyPr rtlCol="0" anchor="ctr"/>
                <a:lstStyle/>
                <a:p>
                  <a:endParaRPr lang="en-IN" dirty="0"/>
                </a:p>
              </p:txBody>
            </p:sp>
            <p:sp>
              <p:nvSpPr>
                <p:cNvPr id="2782" name="Freeform: Shape 2781">
                  <a:extLst>
                    <a:ext uri="{FF2B5EF4-FFF2-40B4-BE49-F238E27FC236}">
                      <a16:creationId xmlns:a16="http://schemas.microsoft.com/office/drawing/2014/main" id="{1B8EF22C-A034-98BF-D908-8968D8EB33DB}"/>
                    </a:ext>
                  </a:extLst>
                </p:cNvPr>
                <p:cNvSpPr/>
                <p:nvPr/>
              </p:nvSpPr>
              <p:spPr>
                <a:xfrm>
                  <a:off x="3124963" y="4409858"/>
                  <a:ext cx="3206" cy="12240"/>
                </a:xfrm>
                <a:custGeom>
                  <a:avLst/>
                  <a:gdLst>
                    <a:gd name="connsiteX0" fmla="*/ 1196 w 3206"/>
                    <a:gd name="connsiteY0" fmla="*/ 12171 h 12240"/>
                    <a:gd name="connsiteX1" fmla="*/ 1196 w 3206"/>
                    <a:gd name="connsiteY1" fmla="*/ -70 h 12240"/>
                    <a:gd name="connsiteX2" fmla="*/ 1196 w 3206"/>
                    <a:gd name="connsiteY2" fmla="*/ 12171 h 12240"/>
                  </a:gdLst>
                  <a:ahLst/>
                  <a:cxnLst>
                    <a:cxn ang="0">
                      <a:pos x="connsiteX0" y="connsiteY0"/>
                    </a:cxn>
                    <a:cxn ang="0">
                      <a:pos x="connsiteX1" y="connsiteY1"/>
                    </a:cxn>
                    <a:cxn ang="0">
                      <a:pos x="connsiteX2" y="connsiteY2"/>
                    </a:cxn>
                  </a:cxnLst>
                  <a:rect l="l" t="t" r="r" b="b"/>
                  <a:pathLst>
                    <a:path w="3206" h="12240">
                      <a:moveTo>
                        <a:pt x="1196" y="12171"/>
                      </a:moveTo>
                      <a:cubicBezTo>
                        <a:pt x="-457" y="8254"/>
                        <a:pt x="-457" y="3847"/>
                        <a:pt x="1196" y="-70"/>
                      </a:cubicBezTo>
                      <a:cubicBezTo>
                        <a:pt x="3819" y="3585"/>
                        <a:pt x="3819" y="8517"/>
                        <a:pt x="1196" y="12171"/>
                      </a:cubicBezTo>
                      <a:close/>
                    </a:path>
                  </a:pathLst>
                </a:custGeom>
                <a:solidFill>
                  <a:srgbClr val="F3F4F5"/>
                </a:solidFill>
                <a:ln w="87213" cap="flat">
                  <a:noFill/>
                  <a:prstDash val="solid"/>
                  <a:miter/>
                </a:ln>
              </p:spPr>
              <p:txBody>
                <a:bodyPr rtlCol="0" anchor="ctr"/>
                <a:lstStyle/>
                <a:p>
                  <a:endParaRPr lang="en-IN" dirty="0"/>
                </a:p>
              </p:txBody>
            </p:sp>
            <p:sp>
              <p:nvSpPr>
                <p:cNvPr id="2783" name="Freeform: Shape 2782">
                  <a:extLst>
                    <a:ext uri="{FF2B5EF4-FFF2-40B4-BE49-F238E27FC236}">
                      <a16:creationId xmlns:a16="http://schemas.microsoft.com/office/drawing/2014/main" id="{464C663E-14CB-7B98-901B-BCA474706902}"/>
                    </a:ext>
                  </a:extLst>
                </p:cNvPr>
                <p:cNvSpPr/>
                <p:nvPr/>
              </p:nvSpPr>
              <p:spPr>
                <a:xfrm>
                  <a:off x="3030898" y="4552575"/>
                  <a:ext cx="12240" cy="2642"/>
                </a:xfrm>
                <a:custGeom>
                  <a:avLst/>
                  <a:gdLst>
                    <a:gd name="connsiteX0" fmla="*/ -44 w 12240"/>
                    <a:gd name="connsiteY0" fmla="*/ 605 h 2642"/>
                    <a:gd name="connsiteX1" fmla="*/ 12197 w 12240"/>
                    <a:gd name="connsiteY1" fmla="*/ 605 h 2642"/>
                    <a:gd name="connsiteX2" fmla="*/ -44 w 12240"/>
                    <a:gd name="connsiteY2" fmla="*/ 605 h 2642"/>
                  </a:gdLst>
                  <a:ahLst/>
                  <a:cxnLst>
                    <a:cxn ang="0">
                      <a:pos x="connsiteX0" y="connsiteY0"/>
                    </a:cxn>
                    <a:cxn ang="0">
                      <a:pos x="connsiteX1" y="connsiteY1"/>
                    </a:cxn>
                    <a:cxn ang="0">
                      <a:pos x="connsiteX2" y="connsiteY2"/>
                    </a:cxn>
                  </a:cxnLst>
                  <a:rect l="l" t="t" r="r" b="b"/>
                  <a:pathLst>
                    <a:path w="12240" h="2642">
                      <a:moveTo>
                        <a:pt x="-44" y="605"/>
                      </a:moveTo>
                      <a:cubicBezTo>
                        <a:pt x="3987" y="-295"/>
                        <a:pt x="8166" y="-295"/>
                        <a:pt x="12197" y="605"/>
                      </a:cubicBezTo>
                      <a:cubicBezTo>
                        <a:pt x="8542" y="3228"/>
                        <a:pt x="3611" y="3228"/>
                        <a:pt x="-44" y="605"/>
                      </a:cubicBezTo>
                      <a:close/>
                    </a:path>
                  </a:pathLst>
                </a:custGeom>
                <a:solidFill>
                  <a:srgbClr val="F4F5F6"/>
                </a:solidFill>
                <a:ln w="87213" cap="flat">
                  <a:noFill/>
                  <a:prstDash val="solid"/>
                  <a:miter/>
                </a:ln>
              </p:spPr>
              <p:txBody>
                <a:bodyPr rtlCol="0" anchor="ctr"/>
                <a:lstStyle/>
                <a:p>
                  <a:endParaRPr lang="en-IN" dirty="0"/>
                </a:p>
              </p:txBody>
            </p:sp>
            <p:sp>
              <p:nvSpPr>
                <p:cNvPr id="2784" name="Freeform: Shape 2783">
                  <a:extLst>
                    <a:ext uri="{FF2B5EF4-FFF2-40B4-BE49-F238E27FC236}">
                      <a16:creationId xmlns:a16="http://schemas.microsoft.com/office/drawing/2014/main" id="{2EE109EA-13A9-9932-8BE0-43F17FC71EF6}"/>
                    </a:ext>
                  </a:extLst>
                </p:cNvPr>
                <p:cNvSpPr/>
                <p:nvPr/>
              </p:nvSpPr>
              <p:spPr>
                <a:xfrm>
                  <a:off x="2896242" y="4475434"/>
                  <a:ext cx="5253" cy="11366"/>
                </a:xfrm>
                <a:custGeom>
                  <a:avLst/>
                  <a:gdLst>
                    <a:gd name="connsiteX0" fmla="*/ -37 w 5253"/>
                    <a:gd name="connsiteY0" fmla="*/ -70 h 11366"/>
                    <a:gd name="connsiteX1" fmla="*/ 5209 w 5253"/>
                    <a:gd name="connsiteY1" fmla="*/ 11297 h 11366"/>
                    <a:gd name="connsiteX2" fmla="*/ -37 w 5253"/>
                    <a:gd name="connsiteY2" fmla="*/ -70 h 11366"/>
                  </a:gdLst>
                  <a:ahLst/>
                  <a:cxnLst>
                    <a:cxn ang="0">
                      <a:pos x="connsiteX0" y="connsiteY0"/>
                    </a:cxn>
                    <a:cxn ang="0">
                      <a:pos x="connsiteX1" y="connsiteY1"/>
                    </a:cxn>
                    <a:cxn ang="0">
                      <a:pos x="connsiteX2" y="connsiteY2"/>
                    </a:cxn>
                  </a:cxnLst>
                  <a:rect l="l" t="t" r="r" b="b"/>
                  <a:pathLst>
                    <a:path w="5253" h="11366">
                      <a:moveTo>
                        <a:pt x="-37" y="-70"/>
                      </a:moveTo>
                      <a:cubicBezTo>
                        <a:pt x="3207" y="2833"/>
                        <a:pt x="5104" y="6942"/>
                        <a:pt x="5209" y="11297"/>
                      </a:cubicBezTo>
                      <a:cubicBezTo>
                        <a:pt x="1764" y="8543"/>
                        <a:pt x="-177" y="4337"/>
                        <a:pt x="-37" y="-70"/>
                      </a:cubicBezTo>
                      <a:close/>
                    </a:path>
                  </a:pathLst>
                </a:custGeom>
                <a:solidFill>
                  <a:srgbClr val="F3F4F6"/>
                </a:solidFill>
                <a:ln w="87213" cap="flat">
                  <a:noFill/>
                  <a:prstDash val="solid"/>
                  <a:miter/>
                </a:ln>
              </p:spPr>
              <p:txBody>
                <a:bodyPr rtlCol="0" anchor="ctr"/>
                <a:lstStyle/>
                <a:p>
                  <a:endParaRPr lang="en-IN" dirty="0"/>
                </a:p>
              </p:txBody>
            </p:sp>
            <p:sp>
              <p:nvSpPr>
                <p:cNvPr id="2785" name="Freeform: Shape 2784">
                  <a:extLst>
                    <a:ext uri="{FF2B5EF4-FFF2-40B4-BE49-F238E27FC236}">
                      <a16:creationId xmlns:a16="http://schemas.microsoft.com/office/drawing/2014/main" id="{ED0C258B-F511-D973-DD1E-3E643CB3ECD7}"/>
                    </a:ext>
                  </a:extLst>
                </p:cNvPr>
                <p:cNvSpPr/>
                <p:nvPr/>
              </p:nvSpPr>
              <p:spPr>
                <a:xfrm>
                  <a:off x="2891571" y="4464942"/>
                  <a:ext cx="1180" cy="10491"/>
                </a:xfrm>
                <a:custGeom>
                  <a:avLst/>
                  <a:gdLst>
                    <a:gd name="connsiteX0" fmla="*/ 1136 w 1180"/>
                    <a:gd name="connsiteY0" fmla="*/ -70 h 10491"/>
                    <a:gd name="connsiteX1" fmla="*/ 1136 w 1180"/>
                    <a:gd name="connsiteY1" fmla="*/ 10422 h 10491"/>
                    <a:gd name="connsiteX2" fmla="*/ 1136 w 1180"/>
                    <a:gd name="connsiteY2" fmla="*/ -70 h 10491"/>
                  </a:gdLst>
                  <a:ahLst/>
                  <a:cxnLst>
                    <a:cxn ang="0">
                      <a:pos x="connsiteX0" y="connsiteY0"/>
                    </a:cxn>
                    <a:cxn ang="0">
                      <a:pos x="connsiteX1" y="connsiteY1"/>
                    </a:cxn>
                    <a:cxn ang="0">
                      <a:pos x="connsiteX2" y="connsiteY2"/>
                    </a:cxn>
                  </a:cxnLst>
                  <a:rect l="l" t="t" r="r" b="b"/>
                  <a:pathLst>
                    <a:path w="1180" h="10491">
                      <a:moveTo>
                        <a:pt x="1136" y="-70"/>
                      </a:moveTo>
                      <a:cubicBezTo>
                        <a:pt x="1136" y="-70"/>
                        <a:pt x="1136" y="6050"/>
                        <a:pt x="1136" y="10422"/>
                      </a:cubicBezTo>
                      <a:cubicBezTo>
                        <a:pt x="-438" y="7100"/>
                        <a:pt x="-438" y="3252"/>
                        <a:pt x="1136" y="-70"/>
                      </a:cubicBezTo>
                      <a:close/>
                    </a:path>
                  </a:pathLst>
                </a:custGeom>
                <a:solidFill>
                  <a:srgbClr val="F3F4F6"/>
                </a:solidFill>
                <a:ln w="87213" cap="flat">
                  <a:noFill/>
                  <a:prstDash val="solid"/>
                  <a:miter/>
                </a:ln>
              </p:spPr>
              <p:txBody>
                <a:bodyPr rtlCol="0" anchor="ctr"/>
                <a:lstStyle/>
                <a:p>
                  <a:endParaRPr lang="en-IN" dirty="0"/>
                </a:p>
              </p:txBody>
            </p:sp>
            <p:sp>
              <p:nvSpPr>
                <p:cNvPr id="2786" name="Freeform: Shape 2785">
                  <a:extLst>
                    <a:ext uri="{FF2B5EF4-FFF2-40B4-BE49-F238E27FC236}">
                      <a16:creationId xmlns:a16="http://schemas.microsoft.com/office/drawing/2014/main" id="{8AA7551B-A72A-0398-2F22-045686D29CA4}"/>
                    </a:ext>
                  </a:extLst>
                </p:cNvPr>
                <p:cNvSpPr/>
                <p:nvPr/>
              </p:nvSpPr>
              <p:spPr>
                <a:xfrm>
                  <a:off x="2887582" y="4440460"/>
                  <a:ext cx="1672" cy="11366"/>
                </a:xfrm>
                <a:custGeom>
                  <a:avLst/>
                  <a:gdLst>
                    <a:gd name="connsiteX0" fmla="*/ 1628 w 1672"/>
                    <a:gd name="connsiteY0" fmla="*/ -70 h 11366"/>
                    <a:gd name="connsiteX1" fmla="*/ 1628 w 1672"/>
                    <a:gd name="connsiteY1" fmla="*/ 11297 h 11366"/>
                    <a:gd name="connsiteX2" fmla="*/ 1628 w 1672"/>
                    <a:gd name="connsiteY2" fmla="*/ -70 h 11366"/>
                  </a:gdLst>
                  <a:ahLst/>
                  <a:cxnLst>
                    <a:cxn ang="0">
                      <a:pos x="connsiteX0" y="connsiteY0"/>
                    </a:cxn>
                    <a:cxn ang="0">
                      <a:pos x="connsiteX1" y="connsiteY1"/>
                    </a:cxn>
                    <a:cxn ang="0">
                      <a:pos x="connsiteX2" y="connsiteY2"/>
                    </a:cxn>
                  </a:cxnLst>
                  <a:rect l="l" t="t" r="r" b="b"/>
                  <a:pathLst>
                    <a:path w="1672" h="11366">
                      <a:moveTo>
                        <a:pt x="1628" y="-70"/>
                      </a:moveTo>
                      <a:cubicBezTo>
                        <a:pt x="1628" y="-70"/>
                        <a:pt x="1628" y="7799"/>
                        <a:pt x="1628" y="11297"/>
                      </a:cubicBezTo>
                      <a:cubicBezTo>
                        <a:pt x="-601" y="7834"/>
                        <a:pt x="-601" y="3393"/>
                        <a:pt x="1628" y="-70"/>
                      </a:cubicBezTo>
                      <a:close/>
                    </a:path>
                  </a:pathLst>
                </a:custGeom>
                <a:solidFill>
                  <a:srgbClr val="F3F4F6"/>
                </a:solidFill>
                <a:ln w="87213" cap="flat">
                  <a:noFill/>
                  <a:prstDash val="solid"/>
                  <a:miter/>
                </a:ln>
              </p:spPr>
              <p:txBody>
                <a:bodyPr rtlCol="0" anchor="ctr"/>
                <a:lstStyle/>
                <a:p>
                  <a:endParaRPr lang="en-IN" dirty="0"/>
                </a:p>
              </p:txBody>
            </p:sp>
            <p:sp>
              <p:nvSpPr>
                <p:cNvPr id="2787" name="Freeform: Shape 2786">
                  <a:extLst>
                    <a:ext uri="{FF2B5EF4-FFF2-40B4-BE49-F238E27FC236}">
                      <a16:creationId xmlns:a16="http://schemas.microsoft.com/office/drawing/2014/main" id="{882958DF-2C16-A7E7-10A6-6497ADE1CA9F}"/>
                    </a:ext>
                  </a:extLst>
                </p:cNvPr>
                <p:cNvSpPr/>
                <p:nvPr/>
              </p:nvSpPr>
              <p:spPr>
                <a:xfrm>
                  <a:off x="3019532" y="4554125"/>
                  <a:ext cx="9499" cy="777"/>
                </a:xfrm>
                <a:custGeom>
                  <a:avLst/>
                  <a:gdLst>
                    <a:gd name="connsiteX0" fmla="*/ -44 w 9499"/>
                    <a:gd name="connsiteY0" fmla="*/ -70 h 777"/>
                    <a:gd name="connsiteX1" fmla="*/ 8699 w 9499"/>
                    <a:gd name="connsiteY1" fmla="*/ -70 h 777"/>
                    <a:gd name="connsiteX2" fmla="*/ -44 w 9499"/>
                    <a:gd name="connsiteY2" fmla="*/ -70 h 777"/>
                  </a:gdLst>
                  <a:ahLst/>
                  <a:cxnLst>
                    <a:cxn ang="0">
                      <a:pos x="connsiteX0" y="connsiteY0"/>
                    </a:cxn>
                    <a:cxn ang="0">
                      <a:pos x="connsiteX1" y="connsiteY1"/>
                    </a:cxn>
                    <a:cxn ang="0">
                      <a:pos x="connsiteX2" y="connsiteY2"/>
                    </a:cxn>
                  </a:cxnLst>
                  <a:rect l="l" t="t" r="r" b="b"/>
                  <a:pathLst>
                    <a:path w="9499" h="777">
                      <a:moveTo>
                        <a:pt x="-44" y="-70"/>
                      </a:moveTo>
                      <a:cubicBezTo>
                        <a:pt x="-44" y="-70"/>
                        <a:pt x="5202" y="-70"/>
                        <a:pt x="8699" y="-70"/>
                      </a:cubicBezTo>
                      <a:cubicBezTo>
                        <a:pt x="12197" y="-70"/>
                        <a:pt x="2579" y="1678"/>
                        <a:pt x="-44" y="-70"/>
                      </a:cubicBezTo>
                      <a:close/>
                    </a:path>
                  </a:pathLst>
                </a:custGeom>
                <a:solidFill>
                  <a:srgbClr val="F4F5F6"/>
                </a:solidFill>
                <a:ln w="87213" cap="flat">
                  <a:noFill/>
                  <a:prstDash val="solid"/>
                  <a:miter/>
                </a:ln>
              </p:spPr>
              <p:txBody>
                <a:bodyPr rtlCol="0" anchor="ctr"/>
                <a:lstStyle/>
                <a:p>
                  <a:endParaRPr lang="en-IN" dirty="0"/>
                </a:p>
              </p:txBody>
            </p:sp>
            <p:sp>
              <p:nvSpPr>
                <p:cNvPr id="2788" name="Freeform: Shape 2787">
                  <a:extLst>
                    <a:ext uri="{FF2B5EF4-FFF2-40B4-BE49-F238E27FC236}">
                      <a16:creationId xmlns:a16="http://schemas.microsoft.com/office/drawing/2014/main" id="{ACF36909-F5E5-555D-1414-E46A53B9D3F5}"/>
                    </a:ext>
                  </a:extLst>
                </p:cNvPr>
                <p:cNvSpPr/>
                <p:nvPr/>
              </p:nvSpPr>
              <p:spPr>
                <a:xfrm>
                  <a:off x="3044888" y="4548796"/>
                  <a:ext cx="8743" cy="2281"/>
                </a:xfrm>
                <a:custGeom>
                  <a:avLst/>
                  <a:gdLst>
                    <a:gd name="connsiteX0" fmla="*/ -44 w 8743"/>
                    <a:gd name="connsiteY0" fmla="*/ 887 h 2281"/>
                    <a:gd name="connsiteX1" fmla="*/ 8699 w 8743"/>
                    <a:gd name="connsiteY1" fmla="*/ 887 h 2281"/>
                    <a:gd name="connsiteX2" fmla="*/ -44 w 8743"/>
                    <a:gd name="connsiteY2" fmla="*/ 887 h 2281"/>
                  </a:gdLst>
                  <a:ahLst/>
                  <a:cxnLst>
                    <a:cxn ang="0">
                      <a:pos x="connsiteX0" y="connsiteY0"/>
                    </a:cxn>
                    <a:cxn ang="0">
                      <a:pos x="connsiteX1" y="connsiteY1"/>
                    </a:cxn>
                    <a:cxn ang="0">
                      <a:pos x="connsiteX2" y="connsiteY2"/>
                    </a:cxn>
                  </a:cxnLst>
                  <a:rect l="l" t="t" r="r" b="b"/>
                  <a:pathLst>
                    <a:path w="8743" h="2281">
                      <a:moveTo>
                        <a:pt x="-44" y="887"/>
                      </a:moveTo>
                      <a:cubicBezTo>
                        <a:pt x="2728" y="-389"/>
                        <a:pt x="5927" y="-389"/>
                        <a:pt x="8699" y="887"/>
                      </a:cubicBezTo>
                      <a:cubicBezTo>
                        <a:pt x="6050" y="2653"/>
                        <a:pt x="2605" y="2653"/>
                        <a:pt x="-44" y="887"/>
                      </a:cubicBezTo>
                      <a:close/>
                    </a:path>
                  </a:pathLst>
                </a:custGeom>
                <a:solidFill>
                  <a:srgbClr val="F4F5F6"/>
                </a:solidFill>
                <a:ln w="87213" cap="flat">
                  <a:noFill/>
                  <a:prstDash val="solid"/>
                  <a:miter/>
                </a:ln>
              </p:spPr>
              <p:txBody>
                <a:bodyPr rtlCol="0" anchor="ctr"/>
                <a:lstStyle/>
                <a:p>
                  <a:endParaRPr lang="en-IN" dirty="0"/>
                </a:p>
              </p:txBody>
            </p:sp>
            <p:sp>
              <p:nvSpPr>
                <p:cNvPr id="2789" name="Freeform: Shape 2788">
                  <a:extLst>
                    <a:ext uri="{FF2B5EF4-FFF2-40B4-BE49-F238E27FC236}">
                      <a16:creationId xmlns:a16="http://schemas.microsoft.com/office/drawing/2014/main" id="{8B221A53-5F82-D637-55BB-16111354C9E0}"/>
                    </a:ext>
                  </a:extLst>
                </p:cNvPr>
                <p:cNvSpPr/>
                <p:nvPr/>
              </p:nvSpPr>
              <p:spPr>
                <a:xfrm>
                  <a:off x="3121832" y="4398492"/>
                  <a:ext cx="2046" cy="8743"/>
                </a:xfrm>
                <a:custGeom>
                  <a:avLst/>
                  <a:gdLst>
                    <a:gd name="connsiteX0" fmla="*/ 828 w 2046"/>
                    <a:gd name="connsiteY0" fmla="*/ 8673 h 8743"/>
                    <a:gd name="connsiteX1" fmla="*/ 828 w 2046"/>
                    <a:gd name="connsiteY1" fmla="*/ -70 h 8743"/>
                    <a:gd name="connsiteX2" fmla="*/ 828 w 2046"/>
                    <a:gd name="connsiteY2" fmla="*/ 8673 h 8743"/>
                  </a:gdLst>
                  <a:ahLst/>
                  <a:cxnLst>
                    <a:cxn ang="0">
                      <a:pos x="connsiteX0" y="connsiteY0"/>
                    </a:cxn>
                    <a:cxn ang="0">
                      <a:pos x="connsiteX1" y="connsiteY1"/>
                    </a:cxn>
                    <a:cxn ang="0">
                      <a:pos x="connsiteX2" y="connsiteY2"/>
                    </a:cxn>
                  </a:cxnLst>
                  <a:rect l="l" t="t" r="r" b="b"/>
                  <a:pathLst>
                    <a:path w="2046" h="8743">
                      <a:moveTo>
                        <a:pt x="828" y="8673"/>
                      </a:moveTo>
                      <a:cubicBezTo>
                        <a:pt x="-335" y="5876"/>
                        <a:pt x="-335" y="2728"/>
                        <a:pt x="828" y="-70"/>
                      </a:cubicBezTo>
                      <a:cubicBezTo>
                        <a:pt x="2393" y="2632"/>
                        <a:pt x="2393" y="5972"/>
                        <a:pt x="828" y="8673"/>
                      </a:cubicBezTo>
                      <a:close/>
                    </a:path>
                  </a:pathLst>
                </a:custGeom>
                <a:solidFill>
                  <a:srgbClr val="F4F5F6"/>
                </a:solidFill>
                <a:ln w="87213" cap="flat">
                  <a:noFill/>
                  <a:prstDash val="solid"/>
                  <a:miter/>
                </a:ln>
              </p:spPr>
              <p:txBody>
                <a:bodyPr rtlCol="0" anchor="ctr"/>
                <a:lstStyle/>
                <a:p>
                  <a:endParaRPr lang="en-IN" dirty="0"/>
                </a:p>
              </p:txBody>
            </p:sp>
            <p:sp>
              <p:nvSpPr>
                <p:cNvPr id="2790" name="Freeform: Shape 2789">
                  <a:extLst>
                    <a:ext uri="{FF2B5EF4-FFF2-40B4-BE49-F238E27FC236}">
                      <a16:creationId xmlns:a16="http://schemas.microsoft.com/office/drawing/2014/main" id="{FE38E300-9580-8F02-D67B-CB7DC77F7576}"/>
                    </a:ext>
                  </a:extLst>
                </p:cNvPr>
                <p:cNvSpPr/>
                <p:nvPr/>
              </p:nvSpPr>
              <p:spPr>
                <a:xfrm>
                  <a:off x="3127076" y="4424722"/>
                  <a:ext cx="1324" cy="8743"/>
                </a:xfrm>
                <a:custGeom>
                  <a:avLst/>
                  <a:gdLst>
                    <a:gd name="connsiteX0" fmla="*/ -44 w 1324"/>
                    <a:gd name="connsiteY0" fmla="*/ 8674 h 8743"/>
                    <a:gd name="connsiteX1" fmla="*/ -44 w 1324"/>
                    <a:gd name="connsiteY1" fmla="*/ -70 h 8743"/>
                    <a:gd name="connsiteX2" fmla="*/ -44 w 1324"/>
                    <a:gd name="connsiteY2" fmla="*/ 8674 h 8743"/>
                  </a:gdLst>
                  <a:ahLst/>
                  <a:cxnLst>
                    <a:cxn ang="0">
                      <a:pos x="connsiteX0" y="connsiteY0"/>
                    </a:cxn>
                    <a:cxn ang="0">
                      <a:pos x="connsiteX1" y="connsiteY1"/>
                    </a:cxn>
                    <a:cxn ang="0">
                      <a:pos x="connsiteX2" y="connsiteY2"/>
                    </a:cxn>
                  </a:cxnLst>
                  <a:rect l="l" t="t" r="r" b="b"/>
                  <a:pathLst>
                    <a:path w="1324" h="8743">
                      <a:moveTo>
                        <a:pt x="-44" y="8674"/>
                      </a:moveTo>
                      <a:cubicBezTo>
                        <a:pt x="-44" y="8674"/>
                        <a:pt x="-44" y="2554"/>
                        <a:pt x="-44" y="-70"/>
                      </a:cubicBezTo>
                      <a:cubicBezTo>
                        <a:pt x="1722" y="2580"/>
                        <a:pt x="1722" y="6024"/>
                        <a:pt x="-44" y="8674"/>
                      </a:cubicBezTo>
                      <a:close/>
                    </a:path>
                  </a:pathLst>
                </a:custGeom>
                <a:solidFill>
                  <a:srgbClr val="F3F4F5"/>
                </a:solidFill>
                <a:ln w="87213" cap="flat">
                  <a:noFill/>
                  <a:prstDash val="solid"/>
                  <a:miter/>
                </a:ln>
              </p:spPr>
              <p:txBody>
                <a:bodyPr rtlCol="0" anchor="ctr"/>
                <a:lstStyle/>
                <a:p>
                  <a:endParaRPr lang="en-IN" dirty="0"/>
                </a:p>
              </p:txBody>
            </p:sp>
            <p:sp>
              <p:nvSpPr>
                <p:cNvPr id="2791" name="Freeform: Shape 2790">
                  <a:extLst>
                    <a:ext uri="{FF2B5EF4-FFF2-40B4-BE49-F238E27FC236}">
                      <a16:creationId xmlns:a16="http://schemas.microsoft.com/office/drawing/2014/main" id="{3F71F7C8-AD09-B314-53BF-BF4734AA23BC}"/>
                    </a:ext>
                  </a:extLst>
                </p:cNvPr>
                <p:cNvSpPr/>
                <p:nvPr/>
              </p:nvSpPr>
              <p:spPr>
                <a:xfrm>
                  <a:off x="2891878" y="4323298"/>
                  <a:ext cx="228803" cy="222962"/>
                </a:xfrm>
                <a:custGeom>
                  <a:avLst/>
                  <a:gdLst>
                    <a:gd name="connsiteX0" fmla="*/ -44 w 228803"/>
                    <a:gd name="connsiteY0" fmla="*/ 106600 h 222962"/>
                    <a:gd name="connsiteX1" fmla="*/ -44 w 228803"/>
                    <a:gd name="connsiteY1" fmla="*/ 94359 h 222962"/>
                    <a:gd name="connsiteX2" fmla="*/ 50667 w 228803"/>
                    <a:gd name="connsiteY2" fmla="*/ 16543 h 222962"/>
                    <a:gd name="connsiteX3" fmla="*/ 50667 w 228803"/>
                    <a:gd name="connsiteY3" fmla="*/ 16543 h 222962"/>
                    <a:gd name="connsiteX4" fmla="*/ 105752 w 228803"/>
                    <a:gd name="connsiteY4" fmla="*/ -70 h 222962"/>
                    <a:gd name="connsiteX5" fmla="*/ 127610 w 228803"/>
                    <a:gd name="connsiteY5" fmla="*/ -70 h 222962"/>
                    <a:gd name="connsiteX6" fmla="*/ 193186 w 228803"/>
                    <a:gd name="connsiteY6" fmla="*/ 32281 h 222962"/>
                    <a:gd name="connsiteX7" fmla="*/ 215045 w 228803"/>
                    <a:gd name="connsiteY7" fmla="*/ 61134 h 222962"/>
                    <a:gd name="connsiteX8" fmla="*/ 215045 w 228803"/>
                    <a:gd name="connsiteY8" fmla="*/ 61134 h 222962"/>
                    <a:gd name="connsiteX9" fmla="*/ 225537 w 228803"/>
                    <a:gd name="connsiteY9" fmla="*/ 139825 h 222962"/>
                    <a:gd name="connsiteX10" fmla="*/ 154715 w 228803"/>
                    <a:gd name="connsiteY10" fmla="*/ 216768 h 222962"/>
                    <a:gd name="connsiteX11" fmla="*/ 110997 w 228803"/>
                    <a:gd name="connsiteY11" fmla="*/ 222888 h 222962"/>
                    <a:gd name="connsiteX12" fmla="*/ 110997 w 228803"/>
                    <a:gd name="connsiteY12" fmla="*/ 222888 h 222962"/>
                    <a:gd name="connsiteX13" fmla="*/ 42799 w 228803"/>
                    <a:gd name="connsiteY13" fmla="*/ 194909 h 222962"/>
                    <a:gd name="connsiteX14" fmla="*/ 19191 w 228803"/>
                    <a:gd name="connsiteY14" fmla="*/ 167804 h 222962"/>
                    <a:gd name="connsiteX15" fmla="*/ -44 w 228803"/>
                    <a:gd name="connsiteY15" fmla="*/ 106600 h 22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803" h="222962">
                      <a:moveTo>
                        <a:pt x="-44" y="106600"/>
                      </a:moveTo>
                      <a:cubicBezTo>
                        <a:pt x="1285" y="102631"/>
                        <a:pt x="1285" y="98329"/>
                        <a:pt x="-44" y="94359"/>
                      </a:cubicBezTo>
                      <a:cubicBezTo>
                        <a:pt x="5517" y="62577"/>
                        <a:pt x="23843" y="34458"/>
                        <a:pt x="50667" y="16543"/>
                      </a:cubicBezTo>
                      <a:lnTo>
                        <a:pt x="50667" y="16543"/>
                      </a:lnTo>
                      <a:cubicBezTo>
                        <a:pt x="68093" y="8271"/>
                        <a:pt x="86665" y="2676"/>
                        <a:pt x="105752" y="-70"/>
                      </a:cubicBezTo>
                      <a:cubicBezTo>
                        <a:pt x="113620" y="-70"/>
                        <a:pt x="119741" y="-70"/>
                        <a:pt x="127610" y="-70"/>
                      </a:cubicBezTo>
                      <a:cubicBezTo>
                        <a:pt x="152258" y="3777"/>
                        <a:pt x="175131" y="15065"/>
                        <a:pt x="193186" y="32281"/>
                      </a:cubicBezTo>
                      <a:cubicBezTo>
                        <a:pt x="202157" y="40499"/>
                        <a:pt x="209563" y="50275"/>
                        <a:pt x="215045" y="61134"/>
                      </a:cubicBezTo>
                      <a:lnTo>
                        <a:pt x="215045" y="61134"/>
                      </a:lnTo>
                      <a:cubicBezTo>
                        <a:pt x="228448" y="85065"/>
                        <a:pt x="232199" y="113219"/>
                        <a:pt x="225537" y="139825"/>
                      </a:cubicBezTo>
                      <a:cubicBezTo>
                        <a:pt x="216986" y="176076"/>
                        <a:pt x="190134" y="205244"/>
                        <a:pt x="154715" y="216768"/>
                      </a:cubicBezTo>
                      <a:cubicBezTo>
                        <a:pt x="140524" y="220939"/>
                        <a:pt x="125791" y="222993"/>
                        <a:pt x="110997" y="222888"/>
                      </a:cubicBezTo>
                      <a:lnTo>
                        <a:pt x="110997" y="222888"/>
                      </a:lnTo>
                      <a:cubicBezTo>
                        <a:pt x="86061" y="220274"/>
                        <a:pt x="62393" y="210569"/>
                        <a:pt x="42799" y="194909"/>
                      </a:cubicBezTo>
                      <a:cubicBezTo>
                        <a:pt x="34020" y="186708"/>
                        <a:pt x="26107" y="177624"/>
                        <a:pt x="19191" y="167804"/>
                      </a:cubicBezTo>
                      <a:cubicBezTo>
                        <a:pt x="7213" y="149592"/>
                        <a:pt x="550" y="128398"/>
                        <a:pt x="-44" y="106600"/>
                      </a:cubicBezTo>
                      <a:close/>
                    </a:path>
                  </a:pathLst>
                </a:custGeom>
                <a:solidFill>
                  <a:srgbClr val="EBECEF"/>
                </a:solidFill>
                <a:ln w="87213" cap="flat">
                  <a:noFill/>
                  <a:prstDash val="solid"/>
                  <a:miter/>
                </a:ln>
              </p:spPr>
              <p:txBody>
                <a:bodyPr rtlCol="0" anchor="ctr"/>
                <a:lstStyle/>
                <a:p>
                  <a:endParaRPr lang="en-IN" dirty="0"/>
                </a:p>
              </p:txBody>
            </p:sp>
            <p:sp>
              <p:nvSpPr>
                <p:cNvPr id="2792" name="Freeform: Shape 2791">
                  <a:extLst>
                    <a:ext uri="{FF2B5EF4-FFF2-40B4-BE49-F238E27FC236}">
                      <a16:creationId xmlns:a16="http://schemas.microsoft.com/office/drawing/2014/main" id="{621BECF2-15AD-E75A-6F01-F52FC9D02105}"/>
                    </a:ext>
                  </a:extLst>
                </p:cNvPr>
                <p:cNvSpPr/>
                <p:nvPr/>
              </p:nvSpPr>
              <p:spPr>
                <a:xfrm>
                  <a:off x="3003794" y="4389748"/>
                  <a:ext cx="122845" cy="161029"/>
                </a:xfrm>
                <a:custGeom>
                  <a:avLst/>
                  <a:gdLst>
                    <a:gd name="connsiteX0" fmla="*/ -44 w 122845"/>
                    <a:gd name="connsiteY0" fmla="*/ 159061 h 161029"/>
                    <a:gd name="connsiteX1" fmla="*/ 20940 w 122845"/>
                    <a:gd name="connsiteY1" fmla="*/ 159061 h 161029"/>
                    <a:gd name="connsiteX2" fmla="*/ 115369 w 122845"/>
                    <a:gd name="connsiteY2" fmla="*/ 65506 h 161029"/>
                    <a:gd name="connsiteX3" fmla="*/ 107500 w 122845"/>
                    <a:gd name="connsiteY3" fmla="*/ 11296 h 161029"/>
                    <a:gd name="connsiteX4" fmla="*/ 107500 w 122845"/>
                    <a:gd name="connsiteY4" fmla="*/ -70 h 161029"/>
                    <a:gd name="connsiteX5" fmla="*/ 121490 w 122845"/>
                    <a:gd name="connsiteY5" fmla="*/ 33155 h 161029"/>
                    <a:gd name="connsiteX6" fmla="*/ 121490 w 122845"/>
                    <a:gd name="connsiteY6" fmla="*/ 68129 h 161029"/>
                    <a:gd name="connsiteX7" fmla="*/ 39301 w 122845"/>
                    <a:gd name="connsiteY7" fmla="*/ 155563 h 161029"/>
                    <a:gd name="connsiteX8" fmla="*/ -44 w 122845"/>
                    <a:gd name="connsiteY8" fmla="*/ 159061 h 16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845" h="161029">
                      <a:moveTo>
                        <a:pt x="-44" y="159061"/>
                      </a:moveTo>
                      <a:cubicBezTo>
                        <a:pt x="6076" y="154689"/>
                        <a:pt x="13945" y="159061"/>
                        <a:pt x="20940" y="159061"/>
                      </a:cubicBezTo>
                      <a:cubicBezTo>
                        <a:pt x="70524" y="154016"/>
                        <a:pt x="109861" y="115037"/>
                        <a:pt x="115369" y="65506"/>
                      </a:cubicBezTo>
                      <a:cubicBezTo>
                        <a:pt x="118622" y="47057"/>
                        <a:pt x="115859" y="28058"/>
                        <a:pt x="107500" y="11296"/>
                      </a:cubicBezTo>
                      <a:cubicBezTo>
                        <a:pt x="106608" y="7563"/>
                        <a:pt x="106608" y="3663"/>
                        <a:pt x="107500" y="-70"/>
                      </a:cubicBezTo>
                      <a:cubicBezTo>
                        <a:pt x="115133" y="9504"/>
                        <a:pt x="119977" y="21001"/>
                        <a:pt x="121490" y="33155"/>
                      </a:cubicBezTo>
                      <a:cubicBezTo>
                        <a:pt x="123238" y="44749"/>
                        <a:pt x="123238" y="56535"/>
                        <a:pt x="121490" y="68129"/>
                      </a:cubicBezTo>
                      <a:cubicBezTo>
                        <a:pt x="112965" y="110535"/>
                        <a:pt x="81104" y="144433"/>
                        <a:pt x="39301" y="155563"/>
                      </a:cubicBezTo>
                      <a:cubicBezTo>
                        <a:pt x="26990" y="161247"/>
                        <a:pt x="13080" y="162488"/>
                        <a:pt x="-44" y="159061"/>
                      </a:cubicBezTo>
                      <a:close/>
                    </a:path>
                  </a:pathLst>
                </a:custGeom>
                <a:solidFill>
                  <a:srgbClr val="ECEDEF"/>
                </a:solidFill>
                <a:ln w="87213" cap="flat">
                  <a:noFill/>
                  <a:prstDash val="solid"/>
                  <a:miter/>
                </a:ln>
              </p:spPr>
              <p:txBody>
                <a:bodyPr rtlCol="0" anchor="ctr"/>
                <a:lstStyle/>
                <a:p>
                  <a:endParaRPr lang="en-IN" dirty="0"/>
                </a:p>
              </p:txBody>
            </p:sp>
            <p:sp>
              <p:nvSpPr>
                <p:cNvPr id="2793" name="Freeform: Shape 2792">
                  <a:extLst>
                    <a:ext uri="{FF2B5EF4-FFF2-40B4-BE49-F238E27FC236}">
                      <a16:creationId xmlns:a16="http://schemas.microsoft.com/office/drawing/2014/main" id="{7F4F2BDD-6B7D-1AB0-604E-F30B123B257C}"/>
                    </a:ext>
                  </a:extLst>
                </p:cNvPr>
                <p:cNvSpPr/>
                <p:nvPr/>
              </p:nvSpPr>
              <p:spPr>
                <a:xfrm>
                  <a:off x="2911987" y="4493795"/>
                  <a:ext cx="91806" cy="55084"/>
                </a:xfrm>
                <a:custGeom>
                  <a:avLst/>
                  <a:gdLst>
                    <a:gd name="connsiteX0" fmla="*/ -44 w 91806"/>
                    <a:gd name="connsiteY0" fmla="*/ -70 h 55084"/>
                    <a:gd name="connsiteX1" fmla="*/ 13071 w 91806"/>
                    <a:gd name="connsiteY1" fmla="*/ 14794 h 55084"/>
                    <a:gd name="connsiteX2" fmla="*/ 76024 w 91806"/>
                    <a:gd name="connsiteY2" fmla="*/ 50642 h 55084"/>
                    <a:gd name="connsiteX3" fmla="*/ 91762 w 91806"/>
                    <a:gd name="connsiteY3" fmla="*/ 55014 h 55084"/>
                    <a:gd name="connsiteX4" fmla="*/ 82145 w 91806"/>
                    <a:gd name="connsiteY4" fmla="*/ 55014 h 55084"/>
                    <a:gd name="connsiteX5" fmla="*/ 16569 w 91806"/>
                    <a:gd name="connsiteY5" fmla="*/ 21789 h 55084"/>
                    <a:gd name="connsiteX6" fmla="*/ -44 w 91806"/>
                    <a:gd name="connsiteY6" fmla="*/ -70 h 5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806" h="55084">
                      <a:moveTo>
                        <a:pt x="-44" y="-70"/>
                      </a:moveTo>
                      <a:cubicBezTo>
                        <a:pt x="6951" y="-70"/>
                        <a:pt x="8699" y="9548"/>
                        <a:pt x="13071" y="14794"/>
                      </a:cubicBezTo>
                      <a:cubicBezTo>
                        <a:pt x="29500" y="33392"/>
                        <a:pt x="51647" y="45999"/>
                        <a:pt x="76024" y="50642"/>
                      </a:cubicBezTo>
                      <a:lnTo>
                        <a:pt x="91762" y="55014"/>
                      </a:lnTo>
                      <a:cubicBezTo>
                        <a:pt x="91762" y="55014"/>
                        <a:pt x="85642" y="55014"/>
                        <a:pt x="82145" y="55014"/>
                      </a:cubicBezTo>
                      <a:cubicBezTo>
                        <a:pt x="57549" y="50467"/>
                        <a:pt x="34781" y="38926"/>
                        <a:pt x="16569" y="21789"/>
                      </a:cubicBezTo>
                      <a:cubicBezTo>
                        <a:pt x="13071" y="16543"/>
                        <a:pt x="830" y="10422"/>
                        <a:pt x="-44" y="-70"/>
                      </a:cubicBezTo>
                      <a:close/>
                    </a:path>
                  </a:pathLst>
                </a:custGeom>
                <a:solidFill>
                  <a:srgbClr val="ECEDEF"/>
                </a:solidFill>
                <a:ln w="87213" cap="flat">
                  <a:noFill/>
                  <a:prstDash val="solid"/>
                  <a:miter/>
                </a:ln>
              </p:spPr>
              <p:txBody>
                <a:bodyPr rtlCol="0" anchor="ctr"/>
                <a:lstStyle/>
                <a:p>
                  <a:endParaRPr lang="en-IN" dirty="0"/>
                </a:p>
              </p:txBody>
            </p:sp>
            <p:sp>
              <p:nvSpPr>
                <p:cNvPr id="2794" name="Freeform: Shape 2793">
                  <a:extLst>
                    <a:ext uri="{FF2B5EF4-FFF2-40B4-BE49-F238E27FC236}">
                      <a16:creationId xmlns:a16="http://schemas.microsoft.com/office/drawing/2014/main" id="{2A64CFEE-2C3C-C73D-5E4B-4CE46B7069FD}"/>
                    </a:ext>
                  </a:extLst>
                </p:cNvPr>
                <p:cNvSpPr/>
                <p:nvPr/>
              </p:nvSpPr>
              <p:spPr>
                <a:xfrm>
                  <a:off x="3020406" y="4325731"/>
                  <a:ext cx="87473" cy="61393"/>
                </a:xfrm>
                <a:custGeom>
                  <a:avLst/>
                  <a:gdLst>
                    <a:gd name="connsiteX0" fmla="*/ 87390 w 87473"/>
                    <a:gd name="connsiteY0" fmla="*/ 61324 h 61393"/>
                    <a:gd name="connsiteX1" fmla="*/ 70778 w 87473"/>
                    <a:gd name="connsiteY1" fmla="*/ 40339 h 61393"/>
                    <a:gd name="connsiteX2" fmla="*/ 7825 w 87473"/>
                    <a:gd name="connsiteY2" fmla="*/ 4491 h 61393"/>
                    <a:gd name="connsiteX3" fmla="*/ -44 w 87473"/>
                    <a:gd name="connsiteY3" fmla="*/ 119 h 61393"/>
                    <a:gd name="connsiteX4" fmla="*/ 30558 w 87473"/>
                    <a:gd name="connsiteY4" fmla="*/ 7989 h 61393"/>
                    <a:gd name="connsiteX5" fmla="*/ 74276 w 87473"/>
                    <a:gd name="connsiteY5" fmla="*/ 39465 h 61393"/>
                    <a:gd name="connsiteX6" fmla="*/ 74276 w 87473"/>
                    <a:gd name="connsiteY6" fmla="*/ 39465 h 61393"/>
                    <a:gd name="connsiteX7" fmla="*/ 87390 w 87473"/>
                    <a:gd name="connsiteY7" fmla="*/ 61324 h 6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473" h="61393">
                      <a:moveTo>
                        <a:pt x="87390" y="61324"/>
                      </a:moveTo>
                      <a:lnTo>
                        <a:pt x="70778" y="40339"/>
                      </a:lnTo>
                      <a:cubicBezTo>
                        <a:pt x="54568" y="21471"/>
                        <a:pt x="32324" y="8802"/>
                        <a:pt x="7825" y="4491"/>
                      </a:cubicBezTo>
                      <a:cubicBezTo>
                        <a:pt x="4853" y="3783"/>
                        <a:pt x="2125" y="2270"/>
                        <a:pt x="-44" y="119"/>
                      </a:cubicBezTo>
                      <a:cubicBezTo>
                        <a:pt x="10754" y="-851"/>
                        <a:pt x="21561" y="1929"/>
                        <a:pt x="30558" y="7989"/>
                      </a:cubicBezTo>
                      <a:cubicBezTo>
                        <a:pt x="47346" y="15001"/>
                        <a:pt x="62306" y="25764"/>
                        <a:pt x="74276" y="39465"/>
                      </a:cubicBezTo>
                      <a:cubicBezTo>
                        <a:pt x="74276" y="39465"/>
                        <a:pt x="74276" y="39465"/>
                        <a:pt x="74276" y="39465"/>
                      </a:cubicBezTo>
                      <a:cubicBezTo>
                        <a:pt x="74276" y="39465"/>
                        <a:pt x="88265" y="53455"/>
                        <a:pt x="87390" y="61324"/>
                      </a:cubicBezTo>
                      <a:close/>
                    </a:path>
                  </a:pathLst>
                </a:custGeom>
                <a:solidFill>
                  <a:srgbClr val="ECEDEF"/>
                </a:solidFill>
                <a:ln w="87213" cap="flat">
                  <a:noFill/>
                  <a:prstDash val="solid"/>
                  <a:miter/>
                </a:ln>
              </p:spPr>
              <p:txBody>
                <a:bodyPr rtlCol="0" anchor="ctr"/>
                <a:lstStyle/>
                <a:p>
                  <a:endParaRPr lang="en-IN" dirty="0"/>
                </a:p>
              </p:txBody>
            </p:sp>
            <p:sp>
              <p:nvSpPr>
                <p:cNvPr id="2795" name="Freeform: Shape 2794">
                  <a:extLst>
                    <a:ext uri="{FF2B5EF4-FFF2-40B4-BE49-F238E27FC236}">
                      <a16:creationId xmlns:a16="http://schemas.microsoft.com/office/drawing/2014/main" id="{FED3B319-EFAD-D485-5F44-BA640D7AA113}"/>
                    </a:ext>
                  </a:extLst>
                </p:cNvPr>
                <p:cNvSpPr/>
                <p:nvPr/>
              </p:nvSpPr>
              <p:spPr>
                <a:xfrm>
                  <a:off x="2892438" y="4339911"/>
                  <a:ext cx="51025" cy="77816"/>
                </a:xfrm>
                <a:custGeom>
                  <a:avLst/>
                  <a:gdLst>
                    <a:gd name="connsiteX0" fmla="*/ 50981 w 51025"/>
                    <a:gd name="connsiteY0" fmla="*/ -70 h 77816"/>
                    <a:gd name="connsiteX1" fmla="*/ 39615 w 51025"/>
                    <a:gd name="connsiteY1" fmla="*/ 11296 h 77816"/>
                    <a:gd name="connsiteX2" fmla="*/ 9887 w 51025"/>
                    <a:gd name="connsiteY2" fmla="*/ 50642 h 77816"/>
                    <a:gd name="connsiteX3" fmla="*/ 4641 w 51025"/>
                    <a:gd name="connsiteY3" fmla="*/ 68129 h 77816"/>
                    <a:gd name="connsiteX4" fmla="*/ 269 w 51025"/>
                    <a:gd name="connsiteY4" fmla="*/ 77747 h 77816"/>
                    <a:gd name="connsiteX5" fmla="*/ 7264 w 51025"/>
                    <a:gd name="connsiteY5" fmla="*/ 48019 h 77816"/>
                    <a:gd name="connsiteX6" fmla="*/ 37866 w 51025"/>
                    <a:gd name="connsiteY6" fmla="*/ 6924 h 77816"/>
                    <a:gd name="connsiteX7" fmla="*/ 50981 w 51025"/>
                    <a:gd name="connsiteY7" fmla="*/ -70 h 7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25" h="77816">
                      <a:moveTo>
                        <a:pt x="50981" y="-70"/>
                      </a:moveTo>
                      <a:cubicBezTo>
                        <a:pt x="50981" y="6050"/>
                        <a:pt x="43112" y="7799"/>
                        <a:pt x="39615" y="11296"/>
                      </a:cubicBezTo>
                      <a:cubicBezTo>
                        <a:pt x="27085" y="22208"/>
                        <a:pt x="16960" y="35603"/>
                        <a:pt x="9887" y="50642"/>
                      </a:cubicBezTo>
                      <a:cubicBezTo>
                        <a:pt x="7221" y="56159"/>
                        <a:pt x="5454" y="62060"/>
                        <a:pt x="4641" y="68129"/>
                      </a:cubicBezTo>
                      <a:cubicBezTo>
                        <a:pt x="3898" y="71618"/>
                        <a:pt x="2412" y="74896"/>
                        <a:pt x="269" y="77747"/>
                      </a:cubicBezTo>
                      <a:cubicBezTo>
                        <a:pt x="-972" y="67324"/>
                        <a:pt x="1502" y="56797"/>
                        <a:pt x="7264" y="48019"/>
                      </a:cubicBezTo>
                      <a:cubicBezTo>
                        <a:pt x="14844" y="32552"/>
                        <a:pt x="25223" y="18623"/>
                        <a:pt x="37866" y="6924"/>
                      </a:cubicBezTo>
                      <a:cubicBezTo>
                        <a:pt x="41241" y="3069"/>
                        <a:pt x="45901" y="586"/>
                        <a:pt x="50981" y="-70"/>
                      </a:cubicBezTo>
                      <a:close/>
                    </a:path>
                  </a:pathLst>
                </a:custGeom>
                <a:solidFill>
                  <a:srgbClr val="F3F4F5"/>
                </a:solidFill>
                <a:ln w="87213" cap="flat">
                  <a:noFill/>
                  <a:prstDash val="solid"/>
                  <a:miter/>
                </a:ln>
              </p:spPr>
              <p:txBody>
                <a:bodyPr rtlCol="0" anchor="ctr"/>
                <a:lstStyle/>
                <a:p>
                  <a:endParaRPr lang="en-IN" dirty="0"/>
                </a:p>
              </p:txBody>
            </p:sp>
            <p:sp>
              <p:nvSpPr>
                <p:cNvPr id="2796" name="Freeform: Shape 2795">
                  <a:extLst>
                    <a:ext uri="{FF2B5EF4-FFF2-40B4-BE49-F238E27FC236}">
                      <a16:creationId xmlns:a16="http://schemas.microsoft.com/office/drawing/2014/main" id="{D2C6A360-4874-8695-AD95-9568BBCA3C43}"/>
                    </a:ext>
                  </a:extLst>
                </p:cNvPr>
                <p:cNvSpPr/>
                <p:nvPr/>
              </p:nvSpPr>
              <p:spPr>
                <a:xfrm>
                  <a:off x="2896296" y="4331091"/>
                  <a:ext cx="219847" cy="218619"/>
                </a:xfrm>
                <a:custGeom>
                  <a:avLst/>
                  <a:gdLst>
                    <a:gd name="connsiteX0" fmla="*/ 203631 w 219847"/>
                    <a:gd name="connsiteY0" fmla="*/ 164383 h 218619"/>
                    <a:gd name="connsiteX1" fmla="*/ 54127 w 219847"/>
                    <a:gd name="connsiteY1" fmla="*/ 203598 h 218619"/>
                    <a:gd name="connsiteX2" fmla="*/ 14904 w 219847"/>
                    <a:gd name="connsiteY2" fmla="*/ 54093 h 218619"/>
                    <a:gd name="connsiteX3" fmla="*/ 164417 w 219847"/>
                    <a:gd name="connsiteY3" fmla="*/ 14879 h 218619"/>
                    <a:gd name="connsiteX4" fmla="*/ 171280 w 219847"/>
                    <a:gd name="connsiteY4" fmla="*/ 19241 h 218619"/>
                    <a:gd name="connsiteX5" fmla="*/ 203631 w 219847"/>
                    <a:gd name="connsiteY5" fmla="*/ 164383 h 21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847" h="218619">
                      <a:moveTo>
                        <a:pt x="203631" y="164383"/>
                      </a:moveTo>
                      <a:cubicBezTo>
                        <a:pt x="173178" y="216494"/>
                        <a:pt x="106238" y="234059"/>
                        <a:pt x="54127" y="203598"/>
                      </a:cubicBezTo>
                      <a:cubicBezTo>
                        <a:pt x="2007" y="173144"/>
                        <a:pt x="-15549" y="106213"/>
                        <a:pt x="14904" y="54093"/>
                      </a:cubicBezTo>
                      <a:cubicBezTo>
                        <a:pt x="45366" y="1982"/>
                        <a:pt x="112297" y="-15575"/>
                        <a:pt x="164417" y="14879"/>
                      </a:cubicBezTo>
                      <a:cubicBezTo>
                        <a:pt x="166752" y="16243"/>
                        <a:pt x="169042" y="17702"/>
                        <a:pt x="171280" y="19241"/>
                      </a:cubicBezTo>
                      <a:cubicBezTo>
                        <a:pt x="219981" y="50604"/>
                        <a:pt x="234400" y="115306"/>
                        <a:pt x="203631" y="164383"/>
                      </a:cubicBezTo>
                      <a:close/>
                    </a:path>
                  </a:pathLst>
                </a:custGeom>
                <a:solidFill>
                  <a:srgbClr val="E0E2E6"/>
                </a:solidFill>
                <a:ln w="87213" cap="flat">
                  <a:noFill/>
                  <a:prstDash val="solid"/>
                  <a:miter/>
                </a:ln>
              </p:spPr>
              <p:txBody>
                <a:bodyPr rtlCol="0" anchor="ctr"/>
                <a:lstStyle/>
                <a:p>
                  <a:endParaRPr lang="en-IN" dirty="0"/>
                </a:p>
              </p:txBody>
            </p:sp>
            <p:sp>
              <p:nvSpPr>
                <p:cNvPr id="2797" name="Freeform: Shape 2796">
                  <a:extLst>
                    <a:ext uri="{FF2B5EF4-FFF2-40B4-BE49-F238E27FC236}">
                      <a16:creationId xmlns:a16="http://schemas.microsoft.com/office/drawing/2014/main" id="{F4FDC5A2-3BB4-22FD-9B8D-515429598D73}"/>
                    </a:ext>
                  </a:extLst>
                </p:cNvPr>
                <p:cNvSpPr/>
                <p:nvPr/>
              </p:nvSpPr>
              <p:spPr>
                <a:xfrm>
                  <a:off x="2910519" y="4336361"/>
                  <a:ext cx="189453" cy="159183"/>
                </a:xfrm>
                <a:custGeom>
                  <a:avLst/>
                  <a:gdLst>
                    <a:gd name="connsiteX0" fmla="*/ 14540 w 189453"/>
                    <a:gd name="connsiteY0" fmla="*/ 150370 h 159183"/>
                    <a:gd name="connsiteX1" fmla="*/ 47136 w 189453"/>
                    <a:gd name="connsiteY1" fmla="*/ 14497 h 159183"/>
                    <a:gd name="connsiteX2" fmla="*/ 101974 w 189453"/>
                    <a:gd name="connsiteY2" fmla="*/ -18 h 159183"/>
                    <a:gd name="connsiteX3" fmla="*/ 159682 w 189453"/>
                    <a:gd name="connsiteY3" fmla="*/ 16595 h 159183"/>
                    <a:gd name="connsiteX4" fmla="*/ 189409 w 189453"/>
                    <a:gd name="connsiteY4" fmla="*/ 58563 h 159183"/>
                    <a:gd name="connsiteX5" fmla="*/ 189409 w 189453"/>
                    <a:gd name="connsiteY5" fmla="*/ 58563 h 159183"/>
                    <a:gd name="connsiteX6" fmla="*/ 189409 w 189453"/>
                    <a:gd name="connsiteY6" fmla="*/ 64684 h 159183"/>
                    <a:gd name="connsiteX7" fmla="*/ 182414 w 189453"/>
                    <a:gd name="connsiteY7" fmla="*/ 55940 h 159183"/>
                    <a:gd name="connsiteX8" fmla="*/ 175419 w 189453"/>
                    <a:gd name="connsiteY8" fmla="*/ 45448 h 159183"/>
                    <a:gd name="connsiteX9" fmla="*/ 157933 w 189453"/>
                    <a:gd name="connsiteY9" fmla="*/ 25339 h 159183"/>
                    <a:gd name="connsiteX10" fmla="*/ 150938 w 189453"/>
                    <a:gd name="connsiteY10" fmla="*/ 19218 h 159183"/>
                    <a:gd name="connsiteX11" fmla="*/ 142194 w 189453"/>
                    <a:gd name="connsiteY11" fmla="*/ 13972 h 159183"/>
                    <a:gd name="connsiteX12" fmla="*/ 134325 w 189453"/>
                    <a:gd name="connsiteY12" fmla="*/ 13972 h 159183"/>
                    <a:gd name="connsiteX13" fmla="*/ 106346 w 189453"/>
                    <a:gd name="connsiteY13" fmla="*/ 6103 h 159183"/>
                    <a:gd name="connsiteX14" fmla="*/ 101974 w 189453"/>
                    <a:gd name="connsiteY14" fmla="*/ 6103 h 159183"/>
                    <a:gd name="connsiteX15" fmla="*/ 47765 w 189453"/>
                    <a:gd name="connsiteY15" fmla="*/ 17469 h 159183"/>
                    <a:gd name="connsiteX16" fmla="*/ 24158 w 189453"/>
                    <a:gd name="connsiteY16" fmla="*/ 37579 h 159183"/>
                    <a:gd name="connsiteX17" fmla="*/ 14540 w 189453"/>
                    <a:gd name="connsiteY17" fmla="*/ 58563 h 159183"/>
                    <a:gd name="connsiteX18" fmla="*/ 14540 w 189453"/>
                    <a:gd name="connsiteY18" fmla="*/ 145998 h 159183"/>
                    <a:gd name="connsiteX19" fmla="*/ 14540 w 189453"/>
                    <a:gd name="connsiteY19" fmla="*/ 159113 h 159183"/>
                    <a:gd name="connsiteX20" fmla="*/ 14452 w 189453"/>
                    <a:gd name="connsiteY20" fmla="*/ 150457 h 159183"/>
                    <a:gd name="connsiteX21" fmla="*/ 14540 w 189453"/>
                    <a:gd name="connsiteY21" fmla="*/ 150370 h 15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453" h="159183">
                      <a:moveTo>
                        <a:pt x="14540" y="150370"/>
                      </a:moveTo>
                      <a:cubicBezTo>
                        <a:pt x="-13982" y="103846"/>
                        <a:pt x="611" y="43017"/>
                        <a:pt x="47136" y="14497"/>
                      </a:cubicBezTo>
                      <a:cubicBezTo>
                        <a:pt x="63599" y="4406"/>
                        <a:pt x="82669" y="-647"/>
                        <a:pt x="101974" y="-18"/>
                      </a:cubicBezTo>
                      <a:cubicBezTo>
                        <a:pt x="122312" y="533"/>
                        <a:pt x="142168" y="6252"/>
                        <a:pt x="159682" y="16595"/>
                      </a:cubicBezTo>
                      <a:cubicBezTo>
                        <a:pt x="173575" y="27288"/>
                        <a:pt x="183936" y="41907"/>
                        <a:pt x="189409" y="58563"/>
                      </a:cubicBezTo>
                      <a:lnTo>
                        <a:pt x="189409" y="58563"/>
                      </a:lnTo>
                      <a:cubicBezTo>
                        <a:pt x="189409" y="58563"/>
                        <a:pt x="189409" y="58563"/>
                        <a:pt x="189409" y="64684"/>
                      </a:cubicBezTo>
                      <a:cubicBezTo>
                        <a:pt x="189409" y="70804"/>
                        <a:pt x="184163" y="59438"/>
                        <a:pt x="182414" y="55940"/>
                      </a:cubicBezTo>
                      <a:cubicBezTo>
                        <a:pt x="180911" y="51953"/>
                        <a:pt x="178524" y="48369"/>
                        <a:pt x="175419" y="45448"/>
                      </a:cubicBezTo>
                      <a:cubicBezTo>
                        <a:pt x="170287" y="38165"/>
                        <a:pt x="164429" y="31432"/>
                        <a:pt x="157933" y="25339"/>
                      </a:cubicBezTo>
                      <a:cubicBezTo>
                        <a:pt x="156027" y="22855"/>
                        <a:pt x="153649" y="20774"/>
                        <a:pt x="150938" y="19218"/>
                      </a:cubicBezTo>
                      <a:lnTo>
                        <a:pt x="142194" y="13972"/>
                      </a:lnTo>
                      <a:lnTo>
                        <a:pt x="134325" y="13972"/>
                      </a:lnTo>
                      <a:cubicBezTo>
                        <a:pt x="125425" y="10029"/>
                        <a:pt x="115999" y="7379"/>
                        <a:pt x="106346" y="6103"/>
                      </a:cubicBezTo>
                      <a:lnTo>
                        <a:pt x="101974" y="6103"/>
                      </a:lnTo>
                      <a:cubicBezTo>
                        <a:pt x="83150" y="3917"/>
                        <a:pt x="64124" y="7904"/>
                        <a:pt x="47765" y="17469"/>
                      </a:cubicBezTo>
                      <a:cubicBezTo>
                        <a:pt x="38567" y="22435"/>
                        <a:pt x="30523" y="29290"/>
                        <a:pt x="24158" y="37579"/>
                      </a:cubicBezTo>
                      <a:cubicBezTo>
                        <a:pt x="19716" y="43945"/>
                        <a:pt x="16464" y="51053"/>
                        <a:pt x="14540" y="58563"/>
                      </a:cubicBezTo>
                      <a:cubicBezTo>
                        <a:pt x="-70" y="85878"/>
                        <a:pt x="-70" y="118683"/>
                        <a:pt x="14540" y="145998"/>
                      </a:cubicBezTo>
                      <a:cubicBezTo>
                        <a:pt x="14540" y="145998"/>
                        <a:pt x="20660" y="153867"/>
                        <a:pt x="14540" y="159113"/>
                      </a:cubicBezTo>
                      <a:cubicBezTo>
                        <a:pt x="12126" y="156744"/>
                        <a:pt x="12083" y="152870"/>
                        <a:pt x="14452" y="150457"/>
                      </a:cubicBezTo>
                      <a:cubicBezTo>
                        <a:pt x="14478" y="150431"/>
                        <a:pt x="14514" y="150396"/>
                        <a:pt x="14540" y="150370"/>
                      </a:cubicBezTo>
                      <a:close/>
                    </a:path>
                  </a:pathLst>
                </a:custGeom>
                <a:solidFill>
                  <a:srgbClr val="D4D6DC"/>
                </a:solidFill>
                <a:ln w="87213" cap="flat">
                  <a:noFill/>
                  <a:prstDash val="solid"/>
                  <a:miter/>
                </a:ln>
              </p:spPr>
              <p:txBody>
                <a:bodyPr rtlCol="0" anchor="ctr"/>
                <a:lstStyle/>
                <a:p>
                  <a:endParaRPr lang="en-IN" dirty="0"/>
                </a:p>
              </p:txBody>
            </p:sp>
            <p:sp>
              <p:nvSpPr>
                <p:cNvPr id="2798" name="Freeform: Shape 2797">
                  <a:extLst>
                    <a:ext uri="{FF2B5EF4-FFF2-40B4-BE49-F238E27FC236}">
                      <a16:creationId xmlns:a16="http://schemas.microsoft.com/office/drawing/2014/main" id="{A4649AFD-D7E7-B217-F144-DF96F369BB1C}"/>
                    </a:ext>
                  </a:extLst>
                </p:cNvPr>
                <p:cNvSpPr/>
                <p:nvPr/>
              </p:nvSpPr>
              <p:spPr>
                <a:xfrm>
                  <a:off x="3052757" y="4400240"/>
                  <a:ext cx="57425" cy="128528"/>
                </a:xfrm>
                <a:custGeom>
                  <a:avLst/>
                  <a:gdLst>
                    <a:gd name="connsiteX0" fmla="*/ 47171 w 57425"/>
                    <a:gd name="connsiteY0" fmla="*/ 6050 h 128528"/>
                    <a:gd name="connsiteX1" fmla="*/ 47171 w 57425"/>
                    <a:gd name="connsiteY1" fmla="*/ -70 h 128528"/>
                    <a:gd name="connsiteX2" fmla="*/ 56788 w 57425"/>
                    <a:gd name="connsiteY2" fmla="*/ 45396 h 128528"/>
                    <a:gd name="connsiteX3" fmla="*/ 40176 w 57425"/>
                    <a:gd name="connsiteY3" fmla="*/ 96109 h 128528"/>
                    <a:gd name="connsiteX4" fmla="*/ -44 w 57425"/>
                    <a:gd name="connsiteY4" fmla="*/ 128459 h 128528"/>
                    <a:gd name="connsiteX5" fmla="*/ -44 w 57425"/>
                    <a:gd name="connsiteY5" fmla="*/ 128459 h 128528"/>
                    <a:gd name="connsiteX6" fmla="*/ -44 w 57425"/>
                    <a:gd name="connsiteY6" fmla="*/ 124088 h 128528"/>
                    <a:gd name="connsiteX7" fmla="*/ -44 w 57425"/>
                    <a:gd name="connsiteY7" fmla="*/ 124088 h 128528"/>
                    <a:gd name="connsiteX8" fmla="*/ 33181 w 57425"/>
                    <a:gd name="connsiteY8" fmla="*/ 93485 h 128528"/>
                    <a:gd name="connsiteX9" fmla="*/ 43673 w 57425"/>
                    <a:gd name="connsiteY9" fmla="*/ 22663 h 128528"/>
                    <a:gd name="connsiteX10" fmla="*/ 47171 w 57425"/>
                    <a:gd name="connsiteY10" fmla="*/ 6050 h 1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425" h="128528">
                      <a:moveTo>
                        <a:pt x="47171" y="6050"/>
                      </a:moveTo>
                      <a:lnTo>
                        <a:pt x="47171" y="-70"/>
                      </a:lnTo>
                      <a:cubicBezTo>
                        <a:pt x="55468" y="13544"/>
                        <a:pt x="58860" y="29588"/>
                        <a:pt x="56788" y="45396"/>
                      </a:cubicBezTo>
                      <a:cubicBezTo>
                        <a:pt x="56675" y="63617"/>
                        <a:pt x="50860" y="81350"/>
                        <a:pt x="40176" y="96109"/>
                      </a:cubicBezTo>
                      <a:cubicBezTo>
                        <a:pt x="30331" y="110692"/>
                        <a:pt x="16315" y="121972"/>
                        <a:pt x="-44" y="128459"/>
                      </a:cubicBezTo>
                      <a:lnTo>
                        <a:pt x="-44" y="128459"/>
                      </a:lnTo>
                      <a:lnTo>
                        <a:pt x="-44" y="124088"/>
                      </a:lnTo>
                      <a:lnTo>
                        <a:pt x="-44" y="124088"/>
                      </a:lnTo>
                      <a:cubicBezTo>
                        <a:pt x="13193" y="116516"/>
                        <a:pt x="24543" y="106059"/>
                        <a:pt x="33181" y="93485"/>
                      </a:cubicBezTo>
                      <a:cubicBezTo>
                        <a:pt x="46121" y="72273"/>
                        <a:pt x="49908" y="46716"/>
                        <a:pt x="43673" y="22663"/>
                      </a:cubicBezTo>
                      <a:cubicBezTo>
                        <a:pt x="40613" y="17015"/>
                        <a:pt x="42091" y="9985"/>
                        <a:pt x="47171" y="6050"/>
                      </a:cubicBezTo>
                      <a:close/>
                    </a:path>
                  </a:pathLst>
                </a:custGeom>
                <a:solidFill>
                  <a:srgbClr val="DADCE1"/>
                </a:solidFill>
                <a:ln w="87213" cap="flat">
                  <a:noFill/>
                  <a:prstDash val="solid"/>
                  <a:miter/>
                </a:ln>
              </p:spPr>
              <p:txBody>
                <a:bodyPr rtlCol="0" anchor="ctr"/>
                <a:lstStyle/>
                <a:p>
                  <a:endParaRPr lang="en-IN" dirty="0"/>
                </a:p>
              </p:txBody>
            </p:sp>
            <p:sp>
              <p:nvSpPr>
                <p:cNvPr id="2799" name="Freeform: Shape 2798">
                  <a:extLst>
                    <a:ext uri="{FF2B5EF4-FFF2-40B4-BE49-F238E27FC236}">
                      <a16:creationId xmlns:a16="http://schemas.microsoft.com/office/drawing/2014/main" id="{F281D90C-99F7-D08D-97AA-E1B006AE6193}"/>
                    </a:ext>
                  </a:extLst>
                </p:cNvPr>
                <p:cNvSpPr/>
                <p:nvPr/>
              </p:nvSpPr>
              <p:spPr>
                <a:xfrm>
                  <a:off x="2923354" y="4486801"/>
                  <a:ext cx="72102" cy="45465"/>
                </a:xfrm>
                <a:custGeom>
                  <a:avLst/>
                  <a:gdLst>
                    <a:gd name="connsiteX0" fmla="*/ 1704 w 72102"/>
                    <a:gd name="connsiteY0" fmla="*/ -70 h 45465"/>
                    <a:gd name="connsiteX1" fmla="*/ 1704 w 72102"/>
                    <a:gd name="connsiteY1" fmla="*/ -70 h 45465"/>
                    <a:gd name="connsiteX2" fmla="*/ 6950 w 72102"/>
                    <a:gd name="connsiteY2" fmla="*/ 5176 h 45465"/>
                    <a:gd name="connsiteX3" fmla="*/ 63783 w 72102"/>
                    <a:gd name="connsiteY3" fmla="*/ 41024 h 45465"/>
                    <a:gd name="connsiteX4" fmla="*/ 71652 w 72102"/>
                    <a:gd name="connsiteY4" fmla="*/ 41024 h 45465"/>
                    <a:gd name="connsiteX5" fmla="*/ 71652 w 72102"/>
                    <a:gd name="connsiteY5" fmla="*/ 45396 h 45465"/>
                    <a:gd name="connsiteX6" fmla="*/ 41924 w 72102"/>
                    <a:gd name="connsiteY6" fmla="*/ 39275 h 45465"/>
                    <a:gd name="connsiteX7" fmla="*/ -44 w 72102"/>
                    <a:gd name="connsiteY7" fmla="*/ 7799 h 45465"/>
                    <a:gd name="connsiteX8" fmla="*/ 1704 w 72102"/>
                    <a:gd name="connsiteY8" fmla="*/ -70 h 4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102" h="45465">
                      <a:moveTo>
                        <a:pt x="1704" y="-70"/>
                      </a:moveTo>
                      <a:lnTo>
                        <a:pt x="1704" y="-70"/>
                      </a:lnTo>
                      <a:cubicBezTo>
                        <a:pt x="4222" y="690"/>
                        <a:pt x="6190" y="2658"/>
                        <a:pt x="6950" y="5176"/>
                      </a:cubicBezTo>
                      <a:cubicBezTo>
                        <a:pt x="21360" y="23135"/>
                        <a:pt x="41373" y="35752"/>
                        <a:pt x="63783" y="41024"/>
                      </a:cubicBezTo>
                      <a:cubicBezTo>
                        <a:pt x="66345" y="40220"/>
                        <a:pt x="69090" y="40220"/>
                        <a:pt x="71652" y="41024"/>
                      </a:cubicBezTo>
                      <a:cubicBezTo>
                        <a:pt x="72194" y="42432"/>
                        <a:pt x="72194" y="43988"/>
                        <a:pt x="71652" y="45396"/>
                      </a:cubicBezTo>
                      <a:cubicBezTo>
                        <a:pt x="61160" y="45396"/>
                        <a:pt x="51542" y="45396"/>
                        <a:pt x="41924" y="39275"/>
                      </a:cubicBezTo>
                      <a:cubicBezTo>
                        <a:pt x="25653" y="32228"/>
                        <a:pt x="11278" y="21447"/>
                        <a:pt x="-44" y="7799"/>
                      </a:cubicBezTo>
                      <a:cubicBezTo>
                        <a:pt x="87" y="5097"/>
                        <a:pt x="672" y="2430"/>
                        <a:pt x="1704" y="-70"/>
                      </a:cubicBezTo>
                      <a:close/>
                    </a:path>
                  </a:pathLst>
                </a:custGeom>
                <a:solidFill>
                  <a:srgbClr val="DBDDE1"/>
                </a:solidFill>
                <a:ln w="87213" cap="flat">
                  <a:noFill/>
                  <a:prstDash val="solid"/>
                  <a:miter/>
                </a:ln>
              </p:spPr>
              <p:txBody>
                <a:bodyPr rtlCol="0" anchor="ctr"/>
                <a:lstStyle/>
                <a:p>
                  <a:endParaRPr lang="en-IN" dirty="0"/>
                </a:p>
              </p:txBody>
            </p:sp>
            <p:sp>
              <p:nvSpPr>
                <p:cNvPr id="2800" name="Freeform: Shape 2799">
                  <a:extLst>
                    <a:ext uri="{FF2B5EF4-FFF2-40B4-BE49-F238E27FC236}">
                      <a16:creationId xmlns:a16="http://schemas.microsoft.com/office/drawing/2014/main" id="{C0B7D43D-7CD0-F2A8-4C46-DAC614EFF103}"/>
                    </a:ext>
                  </a:extLst>
                </p:cNvPr>
                <p:cNvSpPr/>
                <p:nvPr/>
              </p:nvSpPr>
              <p:spPr>
                <a:xfrm>
                  <a:off x="3009914" y="4527554"/>
                  <a:ext cx="43717" cy="10582"/>
                </a:xfrm>
                <a:custGeom>
                  <a:avLst/>
                  <a:gdLst>
                    <a:gd name="connsiteX0" fmla="*/ 43673 w 43717"/>
                    <a:gd name="connsiteY0" fmla="*/ 271 h 10582"/>
                    <a:gd name="connsiteX1" fmla="*/ 43673 w 43717"/>
                    <a:gd name="connsiteY1" fmla="*/ 271 h 10582"/>
                    <a:gd name="connsiteX2" fmla="*/ -44 w 43717"/>
                    <a:gd name="connsiteY2" fmla="*/ 9889 h 10582"/>
                    <a:gd name="connsiteX3" fmla="*/ 7825 w 43717"/>
                    <a:gd name="connsiteY3" fmla="*/ 9889 h 10582"/>
                    <a:gd name="connsiteX4" fmla="*/ 20940 w 43717"/>
                    <a:gd name="connsiteY4" fmla="*/ 9889 h 10582"/>
                    <a:gd name="connsiteX5" fmla="*/ 20940 w 43717"/>
                    <a:gd name="connsiteY5" fmla="*/ 9889 h 10582"/>
                    <a:gd name="connsiteX6" fmla="*/ 43673 w 43717"/>
                    <a:gd name="connsiteY6" fmla="*/ 271 h 1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17" h="10582">
                      <a:moveTo>
                        <a:pt x="43673" y="271"/>
                      </a:moveTo>
                      <a:lnTo>
                        <a:pt x="43673" y="271"/>
                      </a:lnTo>
                      <a:cubicBezTo>
                        <a:pt x="30575" y="8236"/>
                        <a:pt x="15196" y="11620"/>
                        <a:pt x="-44" y="9889"/>
                      </a:cubicBezTo>
                      <a:cubicBezTo>
                        <a:pt x="-44" y="9889"/>
                        <a:pt x="-44" y="9889"/>
                        <a:pt x="7825" y="9889"/>
                      </a:cubicBezTo>
                      <a:cubicBezTo>
                        <a:pt x="12161" y="10720"/>
                        <a:pt x="16603" y="10720"/>
                        <a:pt x="20940" y="9889"/>
                      </a:cubicBezTo>
                      <a:lnTo>
                        <a:pt x="20940" y="9889"/>
                      </a:lnTo>
                      <a:cubicBezTo>
                        <a:pt x="32306" y="3768"/>
                        <a:pt x="37553" y="-1478"/>
                        <a:pt x="43673" y="271"/>
                      </a:cubicBezTo>
                      <a:close/>
                    </a:path>
                  </a:pathLst>
                </a:custGeom>
                <a:solidFill>
                  <a:srgbClr val="DBDDE1"/>
                </a:solidFill>
                <a:ln w="87213" cap="flat">
                  <a:noFill/>
                  <a:prstDash val="solid"/>
                  <a:miter/>
                </a:ln>
              </p:spPr>
              <p:txBody>
                <a:bodyPr rtlCol="0" anchor="ctr"/>
                <a:lstStyle/>
                <a:p>
                  <a:endParaRPr lang="en-IN" dirty="0"/>
                </a:p>
              </p:txBody>
            </p:sp>
            <p:sp>
              <p:nvSpPr>
                <p:cNvPr id="2801" name="Freeform: Shape 2800">
                  <a:extLst>
                    <a:ext uri="{FF2B5EF4-FFF2-40B4-BE49-F238E27FC236}">
                      <a16:creationId xmlns:a16="http://schemas.microsoft.com/office/drawing/2014/main" id="{90B9B57B-E9CD-3644-3F79-098C9AFEDF80}"/>
                    </a:ext>
                  </a:extLst>
                </p:cNvPr>
                <p:cNvSpPr/>
                <p:nvPr/>
              </p:nvSpPr>
              <p:spPr>
                <a:xfrm>
                  <a:off x="3002919" y="4533141"/>
                  <a:ext cx="31476" cy="5245"/>
                </a:xfrm>
                <a:custGeom>
                  <a:avLst/>
                  <a:gdLst>
                    <a:gd name="connsiteX0" fmla="*/ 29684 w 31476"/>
                    <a:gd name="connsiteY0" fmla="*/ -70 h 5245"/>
                    <a:gd name="connsiteX1" fmla="*/ 7825 w 31476"/>
                    <a:gd name="connsiteY1" fmla="*/ 5176 h 5245"/>
                    <a:gd name="connsiteX2" fmla="*/ 7825 w 31476"/>
                    <a:gd name="connsiteY2" fmla="*/ 5176 h 5245"/>
                    <a:gd name="connsiteX3" fmla="*/ -44 w 31476"/>
                    <a:gd name="connsiteY3" fmla="*/ 5176 h 5245"/>
                    <a:gd name="connsiteX4" fmla="*/ -44 w 31476"/>
                    <a:gd name="connsiteY4" fmla="*/ 5176 h 5245"/>
                    <a:gd name="connsiteX5" fmla="*/ -44 w 31476"/>
                    <a:gd name="connsiteY5" fmla="*/ 5176 h 5245"/>
                    <a:gd name="connsiteX6" fmla="*/ -44 w 31476"/>
                    <a:gd name="connsiteY6" fmla="*/ 5176 h 5245"/>
                    <a:gd name="connsiteX7" fmla="*/ 31432 w 31476"/>
                    <a:gd name="connsiteY7" fmla="*/ 5176 h 5245"/>
                    <a:gd name="connsiteX8" fmla="*/ 29684 w 31476"/>
                    <a:gd name="connsiteY8" fmla="*/ -70 h 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76" h="5245">
                      <a:moveTo>
                        <a:pt x="29684" y="-70"/>
                      </a:moveTo>
                      <a:cubicBezTo>
                        <a:pt x="22689" y="-70"/>
                        <a:pt x="14820" y="-70"/>
                        <a:pt x="7825" y="5176"/>
                      </a:cubicBezTo>
                      <a:lnTo>
                        <a:pt x="7825" y="5176"/>
                      </a:lnTo>
                      <a:cubicBezTo>
                        <a:pt x="7825" y="5176"/>
                        <a:pt x="2579" y="5176"/>
                        <a:pt x="-44" y="5176"/>
                      </a:cubicBezTo>
                      <a:lnTo>
                        <a:pt x="-44" y="5176"/>
                      </a:lnTo>
                      <a:lnTo>
                        <a:pt x="-44" y="5176"/>
                      </a:lnTo>
                      <a:cubicBezTo>
                        <a:pt x="-44" y="5176"/>
                        <a:pt x="-44" y="5176"/>
                        <a:pt x="-44" y="5176"/>
                      </a:cubicBezTo>
                      <a:cubicBezTo>
                        <a:pt x="-44" y="5176"/>
                        <a:pt x="20940" y="5176"/>
                        <a:pt x="31432" y="5176"/>
                      </a:cubicBezTo>
                      <a:cubicBezTo>
                        <a:pt x="29675" y="4065"/>
                        <a:pt x="28950" y="1871"/>
                        <a:pt x="29684" y="-70"/>
                      </a:cubicBezTo>
                      <a:close/>
                    </a:path>
                  </a:pathLst>
                </a:custGeom>
                <a:solidFill>
                  <a:srgbClr val="D4D6DC"/>
                </a:solidFill>
                <a:ln w="87213" cap="flat">
                  <a:noFill/>
                  <a:prstDash val="solid"/>
                  <a:miter/>
                </a:ln>
              </p:spPr>
              <p:txBody>
                <a:bodyPr rtlCol="0" anchor="ctr"/>
                <a:lstStyle/>
                <a:p>
                  <a:endParaRPr lang="en-IN" dirty="0"/>
                </a:p>
              </p:txBody>
            </p:sp>
            <p:sp>
              <p:nvSpPr>
                <p:cNvPr id="2802" name="Freeform: Shape 2801">
                  <a:extLst>
                    <a:ext uri="{FF2B5EF4-FFF2-40B4-BE49-F238E27FC236}">
                      <a16:creationId xmlns:a16="http://schemas.microsoft.com/office/drawing/2014/main" id="{7C7EB86C-A6D4-A315-2C20-9C1E00620831}"/>
                    </a:ext>
                  </a:extLst>
                </p:cNvPr>
                <p:cNvSpPr/>
                <p:nvPr/>
              </p:nvSpPr>
              <p:spPr>
                <a:xfrm>
                  <a:off x="3002919" y="4536299"/>
                  <a:ext cx="7869" cy="2642"/>
                </a:xfrm>
                <a:custGeom>
                  <a:avLst/>
                  <a:gdLst>
                    <a:gd name="connsiteX0" fmla="*/ -44 w 7869"/>
                    <a:gd name="connsiteY0" fmla="*/ 1143 h 2642"/>
                    <a:gd name="connsiteX1" fmla="*/ 7825 w 7869"/>
                    <a:gd name="connsiteY1" fmla="*/ 1143 h 2642"/>
                    <a:gd name="connsiteX2" fmla="*/ -44 w 7869"/>
                    <a:gd name="connsiteY2" fmla="*/ 1143 h 2642"/>
                  </a:gdLst>
                  <a:ahLst/>
                  <a:cxnLst>
                    <a:cxn ang="0">
                      <a:pos x="connsiteX0" y="connsiteY0"/>
                    </a:cxn>
                    <a:cxn ang="0">
                      <a:pos x="connsiteX1" y="connsiteY1"/>
                    </a:cxn>
                    <a:cxn ang="0">
                      <a:pos x="connsiteX2" y="connsiteY2"/>
                    </a:cxn>
                  </a:cxnLst>
                  <a:rect l="l" t="t" r="r" b="b"/>
                  <a:pathLst>
                    <a:path w="7869" h="2642">
                      <a:moveTo>
                        <a:pt x="-44" y="1143"/>
                      </a:moveTo>
                      <a:cubicBezTo>
                        <a:pt x="2334" y="-474"/>
                        <a:pt x="5447" y="-474"/>
                        <a:pt x="7825" y="1143"/>
                      </a:cubicBezTo>
                      <a:cubicBezTo>
                        <a:pt x="5552" y="3049"/>
                        <a:pt x="2229" y="3049"/>
                        <a:pt x="-44" y="1143"/>
                      </a:cubicBezTo>
                      <a:close/>
                    </a:path>
                  </a:pathLst>
                </a:custGeom>
                <a:solidFill>
                  <a:srgbClr val="DBDDE1"/>
                </a:solidFill>
                <a:ln w="87213" cap="flat">
                  <a:noFill/>
                  <a:prstDash val="solid"/>
                  <a:miter/>
                </a:ln>
              </p:spPr>
              <p:txBody>
                <a:bodyPr rtlCol="0" anchor="ctr"/>
                <a:lstStyle/>
                <a:p>
                  <a:endParaRPr lang="en-IN" dirty="0"/>
                </a:p>
              </p:txBody>
            </p:sp>
            <p:sp>
              <p:nvSpPr>
                <p:cNvPr id="2803" name="Freeform: Shape 2802">
                  <a:extLst>
                    <a:ext uri="{FF2B5EF4-FFF2-40B4-BE49-F238E27FC236}">
                      <a16:creationId xmlns:a16="http://schemas.microsoft.com/office/drawing/2014/main" id="{601F610F-9990-84A2-4ECF-903376305FB5}"/>
                    </a:ext>
                  </a:extLst>
                </p:cNvPr>
                <p:cNvSpPr/>
                <p:nvPr/>
              </p:nvSpPr>
              <p:spPr>
                <a:xfrm>
                  <a:off x="2906845" y="4340688"/>
                  <a:ext cx="201117" cy="194343"/>
                </a:xfrm>
                <a:custGeom>
                  <a:avLst/>
                  <a:gdLst>
                    <a:gd name="connsiteX0" fmla="*/ 105648 w 201117"/>
                    <a:gd name="connsiteY0" fmla="*/ 1776 h 194343"/>
                    <a:gd name="connsiteX1" fmla="*/ 112643 w 201117"/>
                    <a:gd name="connsiteY1" fmla="*/ 1776 h 194343"/>
                    <a:gd name="connsiteX2" fmla="*/ 181717 w 201117"/>
                    <a:gd name="connsiteY2" fmla="*/ 46368 h 194343"/>
                    <a:gd name="connsiteX3" fmla="*/ 168497 w 201117"/>
                    <a:gd name="connsiteY3" fmla="*/ 169309 h 194343"/>
                    <a:gd name="connsiteX4" fmla="*/ 160732 w 201117"/>
                    <a:gd name="connsiteY4" fmla="*/ 174896 h 194343"/>
                    <a:gd name="connsiteX5" fmla="*/ 156361 w 201117"/>
                    <a:gd name="connsiteY5" fmla="*/ 174896 h 194343"/>
                    <a:gd name="connsiteX6" fmla="*/ 19333 w 201117"/>
                    <a:gd name="connsiteY6" fmla="*/ 154812 h 194343"/>
                    <a:gd name="connsiteX7" fmla="*/ 39417 w 201117"/>
                    <a:gd name="connsiteY7" fmla="*/ 17794 h 194343"/>
                    <a:gd name="connsiteX8" fmla="*/ 54062 w 201117"/>
                    <a:gd name="connsiteY8" fmla="*/ 8771 h 194343"/>
                    <a:gd name="connsiteX9" fmla="*/ 61057 w 201117"/>
                    <a:gd name="connsiteY9" fmla="*/ 8771 h 194343"/>
                    <a:gd name="connsiteX10" fmla="*/ 61057 w 201117"/>
                    <a:gd name="connsiteY10" fmla="*/ 8771 h 194343"/>
                    <a:gd name="connsiteX11" fmla="*/ 40072 w 201117"/>
                    <a:gd name="connsiteY11" fmla="*/ 23635 h 194343"/>
                    <a:gd name="connsiteX12" fmla="*/ 11219 w 201117"/>
                    <a:gd name="connsiteY12" fmla="*/ 90085 h 194343"/>
                    <a:gd name="connsiteX13" fmla="*/ 47941 w 201117"/>
                    <a:gd name="connsiteY13" fmla="*/ 160907 h 194343"/>
                    <a:gd name="connsiteX14" fmla="*/ 127507 w 201117"/>
                    <a:gd name="connsiteY14" fmla="*/ 177520 h 194343"/>
                    <a:gd name="connsiteX15" fmla="*/ 172099 w 201117"/>
                    <a:gd name="connsiteY15" fmla="*/ 149540 h 194343"/>
                    <a:gd name="connsiteX16" fmla="*/ 182591 w 201117"/>
                    <a:gd name="connsiteY16" fmla="*/ 132928 h 194343"/>
                    <a:gd name="connsiteX17" fmla="*/ 182591 w 201117"/>
                    <a:gd name="connsiteY17" fmla="*/ 62105 h 194343"/>
                    <a:gd name="connsiteX18" fmla="*/ 152863 w 201117"/>
                    <a:gd name="connsiteY18" fmla="*/ 21885 h 194343"/>
                    <a:gd name="connsiteX19" fmla="*/ 140622 w 201117"/>
                    <a:gd name="connsiteY19" fmla="*/ 14891 h 194343"/>
                    <a:gd name="connsiteX20" fmla="*/ 83790 w 201117"/>
                    <a:gd name="connsiteY20" fmla="*/ 2650 h 194343"/>
                    <a:gd name="connsiteX21" fmla="*/ 83790 w 201117"/>
                    <a:gd name="connsiteY21" fmla="*/ 2650 h 194343"/>
                    <a:gd name="connsiteX22" fmla="*/ 93408 w 201117"/>
                    <a:gd name="connsiteY22" fmla="*/ 2650 h 194343"/>
                    <a:gd name="connsiteX23" fmla="*/ 105648 w 201117"/>
                    <a:gd name="connsiteY23" fmla="*/ 1776 h 19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1117" h="194343">
                      <a:moveTo>
                        <a:pt x="105648" y="1776"/>
                      </a:moveTo>
                      <a:lnTo>
                        <a:pt x="112643" y="1776"/>
                      </a:lnTo>
                      <a:cubicBezTo>
                        <a:pt x="141051" y="5902"/>
                        <a:pt x="166267" y="22174"/>
                        <a:pt x="181717" y="46368"/>
                      </a:cubicBezTo>
                      <a:cubicBezTo>
                        <a:pt x="212012" y="83964"/>
                        <a:pt x="206102" y="139013"/>
                        <a:pt x="168497" y="169309"/>
                      </a:cubicBezTo>
                      <a:cubicBezTo>
                        <a:pt x="166013" y="171311"/>
                        <a:pt x="163425" y="173174"/>
                        <a:pt x="160732" y="174896"/>
                      </a:cubicBezTo>
                      <a:lnTo>
                        <a:pt x="156361" y="174896"/>
                      </a:lnTo>
                      <a:cubicBezTo>
                        <a:pt x="112976" y="207186"/>
                        <a:pt x="51631" y="198198"/>
                        <a:pt x="19333" y="154812"/>
                      </a:cubicBezTo>
                      <a:cubicBezTo>
                        <a:pt x="-12957" y="111427"/>
                        <a:pt x="-3968" y="50083"/>
                        <a:pt x="39417" y="17794"/>
                      </a:cubicBezTo>
                      <a:cubicBezTo>
                        <a:pt x="44024" y="14358"/>
                        <a:pt x="48920" y="11341"/>
                        <a:pt x="54062" y="8771"/>
                      </a:cubicBezTo>
                      <a:cubicBezTo>
                        <a:pt x="54062" y="8771"/>
                        <a:pt x="54062" y="8771"/>
                        <a:pt x="61057" y="8771"/>
                      </a:cubicBezTo>
                      <a:lnTo>
                        <a:pt x="61057" y="8771"/>
                      </a:lnTo>
                      <a:cubicBezTo>
                        <a:pt x="54936" y="15765"/>
                        <a:pt x="46193" y="17514"/>
                        <a:pt x="40072" y="23635"/>
                      </a:cubicBezTo>
                      <a:cubicBezTo>
                        <a:pt x="21300" y="40570"/>
                        <a:pt x="10773" y="64808"/>
                        <a:pt x="11219" y="90085"/>
                      </a:cubicBezTo>
                      <a:cubicBezTo>
                        <a:pt x="11350" y="118230"/>
                        <a:pt x="25016" y="144583"/>
                        <a:pt x="47941" y="160907"/>
                      </a:cubicBezTo>
                      <a:cubicBezTo>
                        <a:pt x="70544" y="178280"/>
                        <a:pt x="99843" y="184392"/>
                        <a:pt x="127507" y="177520"/>
                      </a:cubicBezTo>
                      <a:cubicBezTo>
                        <a:pt x="144661" y="172483"/>
                        <a:pt x="160094" y="162795"/>
                        <a:pt x="172099" y="149540"/>
                      </a:cubicBezTo>
                      <a:cubicBezTo>
                        <a:pt x="177153" y="145151"/>
                        <a:pt x="180798" y="139372"/>
                        <a:pt x="182591" y="132928"/>
                      </a:cubicBezTo>
                      <a:cubicBezTo>
                        <a:pt x="192576" y="110378"/>
                        <a:pt x="192576" y="84655"/>
                        <a:pt x="182591" y="62105"/>
                      </a:cubicBezTo>
                      <a:cubicBezTo>
                        <a:pt x="175841" y="46630"/>
                        <a:pt x="165681" y="32876"/>
                        <a:pt x="152863" y="21885"/>
                      </a:cubicBezTo>
                      <a:cubicBezTo>
                        <a:pt x="149672" y="18266"/>
                        <a:pt x="145361" y="15809"/>
                        <a:pt x="140622" y="14891"/>
                      </a:cubicBezTo>
                      <a:cubicBezTo>
                        <a:pt x="123179" y="5632"/>
                        <a:pt x="103506" y="1391"/>
                        <a:pt x="83790" y="2650"/>
                      </a:cubicBezTo>
                      <a:lnTo>
                        <a:pt x="83790" y="2650"/>
                      </a:lnTo>
                      <a:cubicBezTo>
                        <a:pt x="83790" y="-3471"/>
                        <a:pt x="89910" y="2650"/>
                        <a:pt x="93408" y="2650"/>
                      </a:cubicBezTo>
                      <a:cubicBezTo>
                        <a:pt x="97429" y="1819"/>
                        <a:pt x="101548" y="1522"/>
                        <a:pt x="105648" y="1776"/>
                      </a:cubicBezTo>
                      <a:close/>
                    </a:path>
                  </a:pathLst>
                </a:custGeom>
                <a:solidFill>
                  <a:srgbClr val="C5C8D0"/>
                </a:solidFill>
                <a:ln w="87213" cap="flat">
                  <a:noFill/>
                  <a:prstDash val="solid"/>
                  <a:miter/>
                </a:ln>
              </p:spPr>
              <p:txBody>
                <a:bodyPr rtlCol="0" anchor="ctr"/>
                <a:lstStyle/>
                <a:p>
                  <a:endParaRPr lang="en-IN" dirty="0"/>
                </a:p>
              </p:txBody>
            </p:sp>
            <p:sp>
              <p:nvSpPr>
                <p:cNvPr id="2804" name="Freeform: Shape 2803">
                  <a:extLst>
                    <a:ext uri="{FF2B5EF4-FFF2-40B4-BE49-F238E27FC236}">
                      <a16:creationId xmlns:a16="http://schemas.microsoft.com/office/drawing/2014/main" id="{BDD0283C-1A3B-0C58-C271-9D98638CA290}"/>
                    </a:ext>
                  </a:extLst>
                </p:cNvPr>
                <p:cNvSpPr/>
                <p:nvPr/>
              </p:nvSpPr>
              <p:spPr>
                <a:xfrm>
                  <a:off x="2912771" y="4345921"/>
                  <a:ext cx="150478" cy="189317"/>
                </a:xfrm>
                <a:custGeom>
                  <a:avLst/>
                  <a:gdLst>
                    <a:gd name="connsiteX0" fmla="*/ 55130 w 150478"/>
                    <a:gd name="connsiteY0" fmla="*/ 5286 h 189317"/>
                    <a:gd name="connsiteX1" fmla="*/ 47 w 150478"/>
                    <a:gd name="connsiteY1" fmla="*/ 82228 h 189317"/>
                    <a:gd name="connsiteX2" fmla="*/ 12288 w 150478"/>
                    <a:gd name="connsiteY2" fmla="*/ 136437 h 189317"/>
                    <a:gd name="connsiteX3" fmla="*/ 73492 w 150478"/>
                    <a:gd name="connsiteY3" fmla="*/ 185401 h 189317"/>
                    <a:gd name="connsiteX4" fmla="*/ 150435 w 150478"/>
                    <a:gd name="connsiteY4" fmla="*/ 176657 h 189317"/>
                    <a:gd name="connsiteX5" fmla="*/ 150435 w 150478"/>
                    <a:gd name="connsiteY5" fmla="*/ 176657 h 189317"/>
                    <a:gd name="connsiteX6" fmla="*/ 150435 w 150478"/>
                    <a:gd name="connsiteY6" fmla="*/ 176657 h 189317"/>
                    <a:gd name="connsiteX7" fmla="*/ 128576 w 150478"/>
                    <a:gd name="connsiteY7" fmla="*/ 183652 h 189317"/>
                    <a:gd name="connsiteX8" fmla="*/ 128576 w 150478"/>
                    <a:gd name="connsiteY8" fmla="*/ 183652 h 189317"/>
                    <a:gd name="connsiteX9" fmla="*/ 90104 w 150478"/>
                    <a:gd name="connsiteY9" fmla="*/ 183652 h 189317"/>
                    <a:gd name="connsiteX10" fmla="*/ 83110 w 150478"/>
                    <a:gd name="connsiteY10" fmla="*/ 183652 h 189317"/>
                    <a:gd name="connsiteX11" fmla="*/ 45513 w 150478"/>
                    <a:gd name="connsiteY11" fmla="*/ 166165 h 189317"/>
                    <a:gd name="connsiteX12" fmla="*/ 24529 w 150478"/>
                    <a:gd name="connsiteY12" fmla="*/ 146055 h 189317"/>
                    <a:gd name="connsiteX13" fmla="*/ 24529 w 150478"/>
                    <a:gd name="connsiteY13" fmla="*/ 146055 h 189317"/>
                    <a:gd name="connsiteX14" fmla="*/ 8790 w 150478"/>
                    <a:gd name="connsiteY14" fmla="*/ 94469 h 189317"/>
                    <a:gd name="connsiteX15" fmla="*/ 18408 w 150478"/>
                    <a:gd name="connsiteY15" fmla="*/ 50751 h 189317"/>
                    <a:gd name="connsiteX16" fmla="*/ 31523 w 150478"/>
                    <a:gd name="connsiteY16" fmla="*/ 29767 h 189317"/>
                    <a:gd name="connsiteX17" fmla="*/ 73492 w 150478"/>
                    <a:gd name="connsiteY17" fmla="*/ 914 h 189317"/>
                    <a:gd name="connsiteX18" fmla="*/ 101471 w 150478"/>
                    <a:gd name="connsiteY18" fmla="*/ 914 h 189317"/>
                    <a:gd name="connsiteX19" fmla="*/ 111089 w 150478"/>
                    <a:gd name="connsiteY19" fmla="*/ 914 h 189317"/>
                    <a:gd name="connsiteX20" fmla="*/ 90104 w 150478"/>
                    <a:gd name="connsiteY20" fmla="*/ 914 h 189317"/>
                    <a:gd name="connsiteX21" fmla="*/ 55130 w 150478"/>
                    <a:gd name="connsiteY21" fmla="*/ 5286 h 18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0478" h="189317">
                      <a:moveTo>
                        <a:pt x="55130" y="5286"/>
                      </a:moveTo>
                      <a:cubicBezTo>
                        <a:pt x="23278" y="17920"/>
                        <a:pt x="1743" y="48006"/>
                        <a:pt x="47" y="82228"/>
                      </a:cubicBezTo>
                      <a:cubicBezTo>
                        <a:pt x="-732" y="101061"/>
                        <a:pt x="3492" y="119764"/>
                        <a:pt x="12288" y="136437"/>
                      </a:cubicBezTo>
                      <a:cubicBezTo>
                        <a:pt x="25525" y="160115"/>
                        <a:pt x="47489" y="177681"/>
                        <a:pt x="73492" y="185401"/>
                      </a:cubicBezTo>
                      <a:cubicBezTo>
                        <a:pt x="99294" y="192684"/>
                        <a:pt x="126923" y="189545"/>
                        <a:pt x="150435" y="176657"/>
                      </a:cubicBezTo>
                      <a:cubicBezTo>
                        <a:pt x="150435" y="176657"/>
                        <a:pt x="150435" y="176657"/>
                        <a:pt x="150435" y="176657"/>
                      </a:cubicBezTo>
                      <a:lnTo>
                        <a:pt x="150435" y="176657"/>
                      </a:lnTo>
                      <a:cubicBezTo>
                        <a:pt x="143580" y="180163"/>
                        <a:pt x="136191" y="182524"/>
                        <a:pt x="128576" y="183652"/>
                      </a:cubicBezTo>
                      <a:lnTo>
                        <a:pt x="128576" y="183652"/>
                      </a:lnTo>
                      <a:lnTo>
                        <a:pt x="90104" y="183652"/>
                      </a:lnTo>
                      <a:lnTo>
                        <a:pt x="83110" y="183652"/>
                      </a:lnTo>
                      <a:cubicBezTo>
                        <a:pt x="69182" y="181466"/>
                        <a:pt x="56162" y="175398"/>
                        <a:pt x="45513" y="166165"/>
                      </a:cubicBezTo>
                      <a:cubicBezTo>
                        <a:pt x="37101" y="161120"/>
                        <a:pt x="29932" y="154248"/>
                        <a:pt x="24529" y="146055"/>
                      </a:cubicBezTo>
                      <a:cubicBezTo>
                        <a:pt x="24529" y="146055"/>
                        <a:pt x="24529" y="146055"/>
                        <a:pt x="24529" y="146055"/>
                      </a:cubicBezTo>
                      <a:cubicBezTo>
                        <a:pt x="16161" y="129967"/>
                        <a:pt x="10827" y="112480"/>
                        <a:pt x="8790" y="94469"/>
                      </a:cubicBezTo>
                      <a:cubicBezTo>
                        <a:pt x="8511" y="79343"/>
                        <a:pt x="11807" y="64365"/>
                        <a:pt x="18408" y="50751"/>
                      </a:cubicBezTo>
                      <a:cubicBezTo>
                        <a:pt x="22142" y="43381"/>
                        <a:pt x="26531" y="36360"/>
                        <a:pt x="31523" y="29767"/>
                      </a:cubicBezTo>
                      <a:cubicBezTo>
                        <a:pt x="41884" y="15717"/>
                        <a:pt x="56661" y="5556"/>
                        <a:pt x="73492" y="914"/>
                      </a:cubicBezTo>
                      <a:cubicBezTo>
                        <a:pt x="82795" y="4"/>
                        <a:pt x="92168" y="4"/>
                        <a:pt x="101471" y="914"/>
                      </a:cubicBezTo>
                      <a:cubicBezTo>
                        <a:pt x="104540" y="-398"/>
                        <a:pt x="108020" y="-398"/>
                        <a:pt x="111089" y="914"/>
                      </a:cubicBezTo>
                      <a:cubicBezTo>
                        <a:pt x="104094" y="914"/>
                        <a:pt x="97099" y="914"/>
                        <a:pt x="90104" y="914"/>
                      </a:cubicBezTo>
                      <a:cubicBezTo>
                        <a:pt x="79324" y="6431"/>
                        <a:pt x="66943" y="7979"/>
                        <a:pt x="55130" y="5286"/>
                      </a:cubicBezTo>
                      <a:close/>
                    </a:path>
                  </a:pathLst>
                </a:custGeom>
                <a:solidFill>
                  <a:srgbClr val="D0D2D8"/>
                </a:solidFill>
                <a:ln w="87213" cap="flat">
                  <a:noFill/>
                  <a:prstDash val="solid"/>
                  <a:miter/>
                </a:ln>
              </p:spPr>
              <p:txBody>
                <a:bodyPr rtlCol="0" anchor="ctr"/>
                <a:lstStyle/>
                <a:p>
                  <a:endParaRPr lang="en-IN" dirty="0"/>
                </a:p>
              </p:txBody>
            </p:sp>
            <p:sp>
              <p:nvSpPr>
                <p:cNvPr id="2805" name="Freeform: Shape 2804">
                  <a:extLst>
                    <a:ext uri="{FF2B5EF4-FFF2-40B4-BE49-F238E27FC236}">
                      <a16:creationId xmlns:a16="http://schemas.microsoft.com/office/drawing/2014/main" id="{DAEE6C00-6888-BEC9-1B6D-CD1140C80DC6}"/>
                    </a:ext>
                  </a:extLst>
                </p:cNvPr>
                <p:cNvSpPr/>
                <p:nvPr/>
              </p:nvSpPr>
              <p:spPr>
                <a:xfrm>
                  <a:off x="3059752" y="4389748"/>
                  <a:ext cx="45806" cy="131151"/>
                </a:xfrm>
                <a:custGeom>
                  <a:avLst/>
                  <a:gdLst>
                    <a:gd name="connsiteX0" fmla="*/ -44 w 45806"/>
                    <a:gd name="connsiteY0" fmla="*/ 131082 h 131151"/>
                    <a:gd name="connsiteX1" fmla="*/ -44 w 45806"/>
                    <a:gd name="connsiteY1" fmla="*/ 131082 h 131151"/>
                    <a:gd name="connsiteX2" fmla="*/ 23563 w 45806"/>
                    <a:gd name="connsiteY2" fmla="*/ 108349 h 131151"/>
                    <a:gd name="connsiteX3" fmla="*/ 41924 w 45806"/>
                    <a:gd name="connsiteY3" fmla="*/ 48019 h 131151"/>
                    <a:gd name="connsiteX4" fmla="*/ 27060 w 45806"/>
                    <a:gd name="connsiteY4" fmla="*/ -70 h 131151"/>
                    <a:gd name="connsiteX5" fmla="*/ 27060 w 45806"/>
                    <a:gd name="connsiteY5" fmla="*/ -70 h 131151"/>
                    <a:gd name="connsiteX6" fmla="*/ 27060 w 45806"/>
                    <a:gd name="connsiteY6" fmla="*/ -70 h 131151"/>
                    <a:gd name="connsiteX7" fmla="*/ 39301 w 45806"/>
                    <a:gd name="connsiteY7" fmla="*/ 20040 h 131151"/>
                    <a:gd name="connsiteX8" fmla="*/ 28809 w 45806"/>
                    <a:gd name="connsiteY8" fmla="*/ 107474 h 131151"/>
                    <a:gd name="connsiteX9" fmla="*/ -44 w 45806"/>
                    <a:gd name="connsiteY9" fmla="*/ 131082 h 13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06" h="131151">
                      <a:moveTo>
                        <a:pt x="-44" y="131082"/>
                      </a:moveTo>
                      <a:lnTo>
                        <a:pt x="-44" y="131082"/>
                      </a:lnTo>
                      <a:cubicBezTo>
                        <a:pt x="8245" y="123955"/>
                        <a:pt x="16131" y="116366"/>
                        <a:pt x="23563" y="108349"/>
                      </a:cubicBezTo>
                      <a:cubicBezTo>
                        <a:pt x="36976" y="91220"/>
                        <a:pt x="43524" y="69711"/>
                        <a:pt x="41924" y="48019"/>
                      </a:cubicBezTo>
                      <a:cubicBezTo>
                        <a:pt x="40595" y="31083"/>
                        <a:pt x="35516" y="14662"/>
                        <a:pt x="27060" y="-70"/>
                      </a:cubicBezTo>
                      <a:lnTo>
                        <a:pt x="27060" y="-70"/>
                      </a:lnTo>
                      <a:cubicBezTo>
                        <a:pt x="27060" y="-70"/>
                        <a:pt x="27060" y="-70"/>
                        <a:pt x="27060" y="-70"/>
                      </a:cubicBezTo>
                      <a:cubicBezTo>
                        <a:pt x="27060" y="-70"/>
                        <a:pt x="34055" y="13919"/>
                        <a:pt x="39301" y="20040"/>
                      </a:cubicBezTo>
                      <a:cubicBezTo>
                        <a:pt x="50755" y="49094"/>
                        <a:pt x="46812" y="81961"/>
                        <a:pt x="28809" y="107474"/>
                      </a:cubicBezTo>
                      <a:cubicBezTo>
                        <a:pt x="21150" y="117468"/>
                        <a:pt x="11270" y="125556"/>
                        <a:pt x="-44" y="131082"/>
                      </a:cubicBezTo>
                      <a:close/>
                    </a:path>
                  </a:pathLst>
                </a:custGeom>
                <a:solidFill>
                  <a:srgbClr val="D3D5DB"/>
                </a:solidFill>
                <a:ln w="87213" cap="flat">
                  <a:noFill/>
                  <a:prstDash val="solid"/>
                  <a:miter/>
                </a:ln>
              </p:spPr>
              <p:txBody>
                <a:bodyPr rtlCol="0" anchor="ctr"/>
                <a:lstStyle/>
                <a:p>
                  <a:endParaRPr lang="en-IN" dirty="0"/>
                </a:p>
              </p:txBody>
            </p:sp>
            <p:sp>
              <p:nvSpPr>
                <p:cNvPr id="2806" name="Freeform: Shape 2805">
                  <a:extLst>
                    <a:ext uri="{FF2B5EF4-FFF2-40B4-BE49-F238E27FC236}">
                      <a16:creationId xmlns:a16="http://schemas.microsoft.com/office/drawing/2014/main" id="{5F271E9E-9267-CF03-DE0C-EF54896BB4C2}"/>
                    </a:ext>
                  </a:extLst>
                </p:cNvPr>
                <p:cNvSpPr/>
                <p:nvPr/>
              </p:nvSpPr>
              <p:spPr>
                <a:xfrm>
                  <a:off x="3019532" y="4340784"/>
                  <a:ext cx="69947" cy="45466"/>
                </a:xfrm>
                <a:custGeom>
                  <a:avLst/>
                  <a:gdLst>
                    <a:gd name="connsiteX0" fmla="*/ 69903 w 69947"/>
                    <a:gd name="connsiteY0" fmla="*/ 45396 h 45466"/>
                    <a:gd name="connsiteX1" fmla="*/ 69903 w 69947"/>
                    <a:gd name="connsiteY1" fmla="*/ 45396 h 45466"/>
                    <a:gd name="connsiteX2" fmla="*/ 53291 w 69947"/>
                    <a:gd name="connsiteY2" fmla="*/ 27909 h 45466"/>
                    <a:gd name="connsiteX3" fmla="*/ 9574 w 69947"/>
                    <a:gd name="connsiteY3" fmla="*/ 5176 h 45466"/>
                    <a:gd name="connsiteX4" fmla="*/ -44 w 69947"/>
                    <a:gd name="connsiteY4" fmla="*/ -70 h 45466"/>
                    <a:gd name="connsiteX5" fmla="*/ 28809 w 69947"/>
                    <a:gd name="connsiteY5" fmla="*/ 7799 h 45466"/>
                    <a:gd name="connsiteX6" fmla="*/ 36678 w 69947"/>
                    <a:gd name="connsiteY6" fmla="*/ 7799 h 45466"/>
                    <a:gd name="connsiteX7" fmla="*/ 45422 w 69947"/>
                    <a:gd name="connsiteY7" fmla="*/ 13920 h 45466"/>
                    <a:gd name="connsiteX8" fmla="*/ 52416 w 69947"/>
                    <a:gd name="connsiteY8" fmla="*/ 20040 h 45466"/>
                    <a:gd name="connsiteX9" fmla="*/ 69903 w 69947"/>
                    <a:gd name="connsiteY9" fmla="*/ 45396 h 45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47" h="45466">
                      <a:moveTo>
                        <a:pt x="69903" y="45396"/>
                      </a:moveTo>
                      <a:lnTo>
                        <a:pt x="69903" y="45396"/>
                      </a:lnTo>
                      <a:cubicBezTo>
                        <a:pt x="62034" y="45396"/>
                        <a:pt x="59411" y="33156"/>
                        <a:pt x="53291" y="27909"/>
                      </a:cubicBezTo>
                      <a:cubicBezTo>
                        <a:pt x="40849" y="16796"/>
                        <a:pt x="25819" y="8979"/>
                        <a:pt x="9574" y="5176"/>
                      </a:cubicBezTo>
                      <a:cubicBezTo>
                        <a:pt x="5962" y="4311"/>
                        <a:pt x="2640" y="2501"/>
                        <a:pt x="-44" y="-70"/>
                      </a:cubicBezTo>
                      <a:cubicBezTo>
                        <a:pt x="10098" y="-26"/>
                        <a:pt x="20048" y="2684"/>
                        <a:pt x="28809" y="7799"/>
                      </a:cubicBezTo>
                      <a:cubicBezTo>
                        <a:pt x="28809" y="7799"/>
                        <a:pt x="28809" y="7799"/>
                        <a:pt x="36678" y="7799"/>
                      </a:cubicBezTo>
                      <a:lnTo>
                        <a:pt x="45422" y="13920"/>
                      </a:lnTo>
                      <a:cubicBezTo>
                        <a:pt x="45422" y="13920"/>
                        <a:pt x="51542" y="13920"/>
                        <a:pt x="52416" y="20040"/>
                      </a:cubicBezTo>
                      <a:cubicBezTo>
                        <a:pt x="59455" y="27595"/>
                        <a:pt x="65339" y="36137"/>
                        <a:pt x="69903" y="45396"/>
                      </a:cubicBezTo>
                      <a:close/>
                    </a:path>
                  </a:pathLst>
                </a:custGeom>
                <a:solidFill>
                  <a:srgbClr val="D0D2D8"/>
                </a:solidFill>
                <a:ln w="87213" cap="flat">
                  <a:noFill/>
                  <a:prstDash val="solid"/>
                  <a:miter/>
                </a:ln>
              </p:spPr>
              <p:txBody>
                <a:bodyPr rtlCol="0" anchor="ctr"/>
                <a:lstStyle/>
                <a:p>
                  <a:endParaRPr lang="en-IN" dirty="0"/>
                </a:p>
              </p:txBody>
            </p:sp>
            <p:sp>
              <p:nvSpPr>
                <p:cNvPr id="2807" name="Freeform: Shape 2806">
                  <a:extLst>
                    <a:ext uri="{FF2B5EF4-FFF2-40B4-BE49-F238E27FC236}">
                      <a16:creationId xmlns:a16="http://schemas.microsoft.com/office/drawing/2014/main" id="{CA544D7B-3678-225A-08F2-360A82BCC2B1}"/>
                    </a:ext>
                  </a:extLst>
                </p:cNvPr>
                <p:cNvSpPr/>
                <p:nvPr/>
              </p:nvSpPr>
              <p:spPr>
                <a:xfrm>
                  <a:off x="2918982" y="4373135"/>
                  <a:ext cx="13115" cy="20984"/>
                </a:xfrm>
                <a:custGeom>
                  <a:avLst/>
                  <a:gdLst>
                    <a:gd name="connsiteX0" fmla="*/ 13071 w 13115"/>
                    <a:gd name="connsiteY0" fmla="*/ -70 h 20984"/>
                    <a:gd name="connsiteX1" fmla="*/ -44 w 13115"/>
                    <a:gd name="connsiteY1" fmla="*/ 20914 h 20984"/>
                    <a:gd name="connsiteX2" fmla="*/ 13071 w 13115"/>
                    <a:gd name="connsiteY2" fmla="*/ -70 h 20984"/>
                  </a:gdLst>
                  <a:ahLst/>
                  <a:cxnLst>
                    <a:cxn ang="0">
                      <a:pos x="connsiteX0" y="connsiteY0"/>
                    </a:cxn>
                    <a:cxn ang="0">
                      <a:pos x="connsiteX1" y="connsiteY1"/>
                    </a:cxn>
                    <a:cxn ang="0">
                      <a:pos x="connsiteX2" y="connsiteY2"/>
                    </a:cxn>
                  </a:cxnLst>
                  <a:rect l="l" t="t" r="r" b="b"/>
                  <a:pathLst>
                    <a:path w="13115" h="20984">
                      <a:moveTo>
                        <a:pt x="13071" y="-70"/>
                      </a:moveTo>
                      <a:lnTo>
                        <a:pt x="-44" y="20914"/>
                      </a:lnTo>
                      <a:cubicBezTo>
                        <a:pt x="1958" y="12696"/>
                        <a:pt x="6557" y="5333"/>
                        <a:pt x="13071" y="-70"/>
                      </a:cubicBezTo>
                      <a:close/>
                    </a:path>
                  </a:pathLst>
                </a:custGeom>
                <a:solidFill>
                  <a:srgbClr val="D3D5DB"/>
                </a:solidFill>
                <a:ln w="87213" cap="flat">
                  <a:noFill/>
                  <a:prstDash val="solid"/>
                  <a:miter/>
                </a:ln>
              </p:spPr>
              <p:txBody>
                <a:bodyPr rtlCol="0" anchor="ctr"/>
                <a:lstStyle/>
                <a:p>
                  <a:endParaRPr lang="en-IN" dirty="0"/>
                </a:p>
              </p:txBody>
            </p:sp>
            <p:sp>
              <p:nvSpPr>
                <p:cNvPr id="2808" name="Freeform: Shape 2807">
                  <a:extLst>
                    <a:ext uri="{FF2B5EF4-FFF2-40B4-BE49-F238E27FC236}">
                      <a16:creationId xmlns:a16="http://schemas.microsoft.com/office/drawing/2014/main" id="{2CEE2E0F-09C5-C9B1-DBC2-04D73AD1BE2E}"/>
                    </a:ext>
                  </a:extLst>
                </p:cNvPr>
                <p:cNvSpPr/>
                <p:nvPr/>
              </p:nvSpPr>
              <p:spPr>
                <a:xfrm>
                  <a:off x="3046983" y="4352637"/>
                  <a:ext cx="8396" cy="388"/>
                </a:xfrm>
                <a:custGeom>
                  <a:avLst/>
                  <a:gdLst>
                    <a:gd name="connsiteX0" fmla="*/ 8353 w 8396"/>
                    <a:gd name="connsiteY0" fmla="*/ 318 h 388"/>
                    <a:gd name="connsiteX1" fmla="*/ 484 w 8396"/>
                    <a:gd name="connsiteY1" fmla="*/ 318 h 388"/>
                    <a:gd name="connsiteX2" fmla="*/ 8353 w 8396"/>
                    <a:gd name="connsiteY2" fmla="*/ 318 h 388"/>
                  </a:gdLst>
                  <a:ahLst/>
                  <a:cxnLst>
                    <a:cxn ang="0">
                      <a:pos x="connsiteX0" y="connsiteY0"/>
                    </a:cxn>
                    <a:cxn ang="0">
                      <a:pos x="connsiteX1" y="connsiteY1"/>
                    </a:cxn>
                    <a:cxn ang="0">
                      <a:pos x="connsiteX2" y="connsiteY2"/>
                    </a:cxn>
                  </a:cxnLst>
                  <a:rect l="l" t="t" r="r" b="b"/>
                  <a:pathLst>
                    <a:path w="8396" h="388">
                      <a:moveTo>
                        <a:pt x="8353" y="318"/>
                      </a:moveTo>
                      <a:cubicBezTo>
                        <a:pt x="8353" y="318"/>
                        <a:pt x="3107" y="318"/>
                        <a:pt x="484" y="318"/>
                      </a:cubicBezTo>
                      <a:cubicBezTo>
                        <a:pt x="-2139" y="318"/>
                        <a:pt x="5730" y="-556"/>
                        <a:pt x="8353" y="318"/>
                      </a:cubicBezTo>
                      <a:close/>
                    </a:path>
                  </a:pathLst>
                </a:custGeom>
                <a:solidFill>
                  <a:srgbClr val="D3D5DB"/>
                </a:solidFill>
                <a:ln w="87213" cap="flat">
                  <a:noFill/>
                  <a:prstDash val="solid"/>
                  <a:miter/>
                </a:ln>
              </p:spPr>
              <p:txBody>
                <a:bodyPr rtlCol="0" anchor="ctr"/>
                <a:lstStyle/>
                <a:p>
                  <a:endParaRPr lang="en-IN" dirty="0"/>
                </a:p>
              </p:txBody>
            </p:sp>
            <p:sp>
              <p:nvSpPr>
                <p:cNvPr id="2809" name="Freeform: Shape 2808">
                  <a:extLst>
                    <a:ext uri="{FF2B5EF4-FFF2-40B4-BE49-F238E27FC236}">
                      <a16:creationId xmlns:a16="http://schemas.microsoft.com/office/drawing/2014/main" id="{334F7013-A221-01DC-9612-8ED5B2455427}"/>
                    </a:ext>
                  </a:extLst>
                </p:cNvPr>
                <p:cNvSpPr/>
                <p:nvPr/>
              </p:nvSpPr>
              <p:spPr>
                <a:xfrm>
                  <a:off x="3064048" y="4357028"/>
                  <a:ext cx="7070" cy="8238"/>
                </a:xfrm>
                <a:custGeom>
                  <a:avLst/>
                  <a:gdLst>
                    <a:gd name="connsiteX0" fmla="*/ 7026 w 7070"/>
                    <a:gd name="connsiteY0" fmla="*/ 8169 h 8238"/>
                    <a:gd name="connsiteX1" fmla="*/ 31 w 7070"/>
                    <a:gd name="connsiteY1" fmla="*/ 2048 h 8238"/>
                    <a:gd name="connsiteX2" fmla="*/ 7026 w 7070"/>
                    <a:gd name="connsiteY2" fmla="*/ 8169 h 8238"/>
                  </a:gdLst>
                  <a:ahLst/>
                  <a:cxnLst>
                    <a:cxn ang="0">
                      <a:pos x="connsiteX0" y="connsiteY0"/>
                    </a:cxn>
                    <a:cxn ang="0">
                      <a:pos x="connsiteX1" y="connsiteY1"/>
                    </a:cxn>
                    <a:cxn ang="0">
                      <a:pos x="connsiteX2" y="connsiteY2"/>
                    </a:cxn>
                  </a:cxnLst>
                  <a:rect l="l" t="t" r="r" b="b"/>
                  <a:pathLst>
                    <a:path w="7070" h="8238">
                      <a:moveTo>
                        <a:pt x="7026" y="8169"/>
                      </a:moveTo>
                      <a:cubicBezTo>
                        <a:pt x="7026" y="8169"/>
                        <a:pt x="906" y="8169"/>
                        <a:pt x="31" y="2048"/>
                      </a:cubicBezTo>
                      <a:cubicBezTo>
                        <a:pt x="-843" y="-4073"/>
                        <a:pt x="6152" y="4671"/>
                        <a:pt x="7026" y="8169"/>
                      </a:cubicBezTo>
                      <a:close/>
                    </a:path>
                  </a:pathLst>
                </a:custGeom>
                <a:solidFill>
                  <a:srgbClr val="D3D5DB"/>
                </a:solidFill>
                <a:ln w="87213" cap="flat">
                  <a:noFill/>
                  <a:prstDash val="solid"/>
                  <a:miter/>
                </a:ln>
              </p:spPr>
              <p:txBody>
                <a:bodyPr rtlCol="0" anchor="ctr"/>
                <a:lstStyle/>
                <a:p>
                  <a:endParaRPr lang="en-IN" dirty="0"/>
                </a:p>
              </p:txBody>
            </p:sp>
            <p:sp>
              <p:nvSpPr>
                <p:cNvPr id="2810" name="Freeform: Shape 2809">
                  <a:extLst>
                    <a:ext uri="{FF2B5EF4-FFF2-40B4-BE49-F238E27FC236}">
                      <a16:creationId xmlns:a16="http://schemas.microsoft.com/office/drawing/2014/main" id="{0456344C-1125-3B69-8E53-C053171EE664}"/>
                    </a:ext>
                  </a:extLst>
                </p:cNvPr>
                <p:cNvSpPr/>
                <p:nvPr/>
              </p:nvSpPr>
              <p:spPr>
                <a:xfrm>
                  <a:off x="3036144" y="4524398"/>
                  <a:ext cx="21858" cy="7697"/>
                </a:xfrm>
                <a:custGeom>
                  <a:avLst/>
                  <a:gdLst>
                    <a:gd name="connsiteX0" fmla="*/ -44 w 21858"/>
                    <a:gd name="connsiteY0" fmla="*/ 6924 h 7697"/>
                    <a:gd name="connsiteX1" fmla="*/ 21814 w 21858"/>
                    <a:gd name="connsiteY1" fmla="*/ -70 h 7697"/>
                    <a:gd name="connsiteX2" fmla="*/ 21814 w 21858"/>
                    <a:gd name="connsiteY2" fmla="*/ -70 h 7697"/>
                    <a:gd name="connsiteX3" fmla="*/ -44 w 21858"/>
                    <a:gd name="connsiteY3" fmla="*/ 6924 h 7697"/>
                  </a:gdLst>
                  <a:ahLst/>
                  <a:cxnLst>
                    <a:cxn ang="0">
                      <a:pos x="connsiteX0" y="connsiteY0"/>
                    </a:cxn>
                    <a:cxn ang="0">
                      <a:pos x="connsiteX1" y="connsiteY1"/>
                    </a:cxn>
                    <a:cxn ang="0">
                      <a:pos x="connsiteX2" y="connsiteY2"/>
                    </a:cxn>
                    <a:cxn ang="0">
                      <a:pos x="connsiteX3" y="connsiteY3"/>
                    </a:cxn>
                  </a:cxnLst>
                  <a:rect l="l" t="t" r="r" b="b"/>
                  <a:pathLst>
                    <a:path w="21858" h="7697">
                      <a:moveTo>
                        <a:pt x="-44" y="6924"/>
                      </a:moveTo>
                      <a:cubicBezTo>
                        <a:pt x="7825" y="6924"/>
                        <a:pt x="13946" y="-70"/>
                        <a:pt x="21814" y="-70"/>
                      </a:cubicBezTo>
                      <a:lnTo>
                        <a:pt x="21814" y="-70"/>
                      </a:lnTo>
                      <a:cubicBezTo>
                        <a:pt x="11323" y="4301"/>
                        <a:pt x="6951" y="9547"/>
                        <a:pt x="-44" y="6924"/>
                      </a:cubicBezTo>
                      <a:close/>
                    </a:path>
                  </a:pathLst>
                </a:custGeom>
                <a:solidFill>
                  <a:srgbClr val="D4D6DC"/>
                </a:solidFill>
                <a:ln w="87213" cap="flat">
                  <a:noFill/>
                  <a:prstDash val="solid"/>
                  <a:miter/>
                </a:ln>
              </p:spPr>
              <p:txBody>
                <a:bodyPr rtlCol="0" anchor="ctr"/>
                <a:lstStyle/>
                <a:p>
                  <a:endParaRPr lang="en-IN" dirty="0"/>
                </a:p>
              </p:txBody>
            </p:sp>
            <p:sp>
              <p:nvSpPr>
                <p:cNvPr id="2811" name="Freeform: Shape 2810">
                  <a:extLst>
                    <a:ext uri="{FF2B5EF4-FFF2-40B4-BE49-F238E27FC236}">
                      <a16:creationId xmlns:a16="http://schemas.microsoft.com/office/drawing/2014/main" id="{7CB9B9E6-F4CC-7697-1F3B-5CFA948566BC}"/>
                    </a:ext>
                  </a:extLst>
                </p:cNvPr>
                <p:cNvSpPr/>
                <p:nvPr/>
              </p:nvSpPr>
              <p:spPr>
                <a:xfrm>
                  <a:off x="2925036" y="4493795"/>
                  <a:ext cx="58648" cy="37940"/>
                </a:xfrm>
                <a:custGeom>
                  <a:avLst/>
                  <a:gdLst>
                    <a:gd name="connsiteX0" fmla="*/ 23 w 58648"/>
                    <a:gd name="connsiteY0" fmla="*/ -70 h 37940"/>
                    <a:gd name="connsiteX1" fmla="*/ 21882 w 58648"/>
                    <a:gd name="connsiteY1" fmla="*/ 20040 h 37940"/>
                    <a:gd name="connsiteX2" fmla="*/ 58604 w 58648"/>
                    <a:gd name="connsiteY2" fmla="*/ 37527 h 37940"/>
                    <a:gd name="connsiteX3" fmla="*/ 36745 w 58648"/>
                    <a:gd name="connsiteY3" fmla="*/ 31406 h 37940"/>
                    <a:gd name="connsiteX4" fmla="*/ 1771 w 58648"/>
                    <a:gd name="connsiteY4" fmla="*/ 5176 h 37940"/>
                    <a:gd name="connsiteX5" fmla="*/ 23 w 58648"/>
                    <a:gd name="connsiteY5" fmla="*/ -7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648" h="37940">
                      <a:moveTo>
                        <a:pt x="23" y="-70"/>
                      </a:moveTo>
                      <a:cubicBezTo>
                        <a:pt x="6886" y="7082"/>
                        <a:pt x="14187" y="13797"/>
                        <a:pt x="21882" y="20040"/>
                      </a:cubicBezTo>
                      <a:cubicBezTo>
                        <a:pt x="32924" y="28119"/>
                        <a:pt x="45375" y="34047"/>
                        <a:pt x="58604" y="37527"/>
                      </a:cubicBezTo>
                      <a:cubicBezTo>
                        <a:pt x="50770" y="38786"/>
                        <a:pt x="42787" y="36548"/>
                        <a:pt x="36745" y="31406"/>
                      </a:cubicBezTo>
                      <a:cubicBezTo>
                        <a:pt x="23508" y="24989"/>
                        <a:pt x="11634" y="16088"/>
                        <a:pt x="1771" y="5176"/>
                      </a:cubicBezTo>
                      <a:cubicBezTo>
                        <a:pt x="390" y="3804"/>
                        <a:pt x="-266" y="1854"/>
                        <a:pt x="23" y="-70"/>
                      </a:cubicBezTo>
                      <a:close/>
                    </a:path>
                  </a:pathLst>
                </a:custGeom>
                <a:solidFill>
                  <a:srgbClr val="D4D6DC"/>
                </a:solidFill>
                <a:ln w="87213" cap="flat">
                  <a:noFill/>
                  <a:prstDash val="solid"/>
                  <a:miter/>
                </a:ln>
              </p:spPr>
              <p:txBody>
                <a:bodyPr rtlCol="0" anchor="ctr"/>
                <a:lstStyle/>
                <a:p>
                  <a:endParaRPr lang="en-IN" dirty="0"/>
                </a:p>
              </p:txBody>
            </p:sp>
            <p:sp>
              <p:nvSpPr>
                <p:cNvPr id="2812" name="Freeform: Shape 2811">
                  <a:extLst>
                    <a:ext uri="{FF2B5EF4-FFF2-40B4-BE49-F238E27FC236}">
                      <a16:creationId xmlns:a16="http://schemas.microsoft.com/office/drawing/2014/main" id="{B42064B5-21E9-227B-BD31-5E1AF19CF99A}"/>
                    </a:ext>
                  </a:extLst>
                </p:cNvPr>
                <p:cNvSpPr/>
                <p:nvPr/>
              </p:nvSpPr>
              <p:spPr>
                <a:xfrm>
                  <a:off x="2915965" y="4352519"/>
                  <a:ext cx="186471" cy="178738"/>
                </a:xfrm>
                <a:custGeom>
                  <a:avLst/>
                  <a:gdLst>
                    <a:gd name="connsiteX0" fmla="*/ 146366 w 186471"/>
                    <a:gd name="connsiteY0" fmla="*/ 13552 h 178738"/>
                    <a:gd name="connsiteX1" fmla="*/ 175220 w 186471"/>
                    <a:gd name="connsiteY1" fmla="*/ 129840 h 178738"/>
                    <a:gd name="connsiteX2" fmla="*/ 163853 w 186471"/>
                    <a:gd name="connsiteY2" fmla="*/ 148201 h 178738"/>
                    <a:gd name="connsiteX3" fmla="*/ 30419 w 186471"/>
                    <a:gd name="connsiteY3" fmla="*/ 153701 h 178738"/>
                    <a:gd name="connsiteX4" fmla="*/ 350 w 186471"/>
                    <a:gd name="connsiteY4" fmla="*/ 75630 h 178738"/>
                    <a:gd name="connsiteX5" fmla="*/ 46691 w 186471"/>
                    <a:gd name="connsiteY5" fmla="*/ 7431 h 178738"/>
                    <a:gd name="connsiteX6" fmla="*/ 46691 w 186471"/>
                    <a:gd name="connsiteY6" fmla="*/ 7431 h 178738"/>
                    <a:gd name="connsiteX7" fmla="*/ 72921 w 186471"/>
                    <a:gd name="connsiteY7" fmla="*/ 436 h 178738"/>
                    <a:gd name="connsiteX8" fmla="*/ 130628 w 186471"/>
                    <a:gd name="connsiteY8" fmla="*/ 12678 h 178738"/>
                    <a:gd name="connsiteX9" fmla="*/ 146366 w 186471"/>
                    <a:gd name="connsiteY9" fmla="*/ 13552 h 17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471" h="178738">
                      <a:moveTo>
                        <a:pt x="146366" y="13552"/>
                      </a:moveTo>
                      <a:cubicBezTo>
                        <a:pt x="185204" y="38601"/>
                        <a:pt x="197847" y="89541"/>
                        <a:pt x="175220" y="129840"/>
                      </a:cubicBezTo>
                      <a:cubicBezTo>
                        <a:pt x="172815" y="136721"/>
                        <a:pt x="168942" y="142981"/>
                        <a:pt x="163853" y="148201"/>
                      </a:cubicBezTo>
                      <a:cubicBezTo>
                        <a:pt x="128529" y="186568"/>
                        <a:pt x="68785" y="189033"/>
                        <a:pt x="30419" y="153701"/>
                      </a:cubicBezTo>
                      <a:cubicBezTo>
                        <a:pt x="8788" y="133783"/>
                        <a:pt x="-2334" y="104920"/>
                        <a:pt x="350" y="75630"/>
                      </a:cubicBezTo>
                      <a:cubicBezTo>
                        <a:pt x="3437" y="46584"/>
                        <a:pt x="20819" y="20992"/>
                        <a:pt x="46691" y="7431"/>
                      </a:cubicBezTo>
                      <a:lnTo>
                        <a:pt x="46691" y="7431"/>
                      </a:lnTo>
                      <a:cubicBezTo>
                        <a:pt x="55014" y="3750"/>
                        <a:pt x="63863" y="1389"/>
                        <a:pt x="72921" y="436"/>
                      </a:cubicBezTo>
                      <a:cubicBezTo>
                        <a:pt x="92961" y="-1627"/>
                        <a:pt x="113150" y="2649"/>
                        <a:pt x="130628" y="12678"/>
                      </a:cubicBezTo>
                      <a:cubicBezTo>
                        <a:pt x="135874" y="11829"/>
                        <a:pt x="141242" y="12127"/>
                        <a:pt x="146366" y="13552"/>
                      </a:cubicBezTo>
                      <a:close/>
                    </a:path>
                  </a:pathLst>
                </a:custGeom>
                <a:solidFill>
                  <a:srgbClr val="C1C4CC"/>
                </a:solidFill>
                <a:ln w="87213" cap="flat">
                  <a:noFill/>
                  <a:prstDash val="solid"/>
                  <a:miter/>
                </a:ln>
              </p:spPr>
              <p:txBody>
                <a:bodyPr rtlCol="0" anchor="ctr"/>
                <a:lstStyle/>
                <a:p>
                  <a:endParaRPr lang="en-IN" dirty="0"/>
                </a:p>
              </p:txBody>
            </p:sp>
            <p:sp>
              <p:nvSpPr>
                <p:cNvPr id="2813" name="Freeform: Shape 2812">
                  <a:extLst>
                    <a:ext uri="{FF2B5EF4-FFF2-40B4-BE49-F238E27FC236}">
                      <a16:creationId xmlns:a16="http://schemas.microsoft.com/office/drawing/2014/main" id="{446B1A32-D26C-B28B-9458-B9018EE08D10}"/>
                    </a:ext>
                  </a:extLst>
                </p:cNvPr>
                <p:cNvSpPr/>
                <p:nvPr/>
              </p:nvSpPr>
              <p:spPr>
                <a:xfrm>
                  <a:off x="2966197" y="4346031"/>
                  <a:ext cx="26229" cy="6994"/>
                </a:xfrm>
                <a:custGeom>
                  <a:avLst/>
                  <a:gdLst>
                    <a:gd name="connsiteX0" fmla="*/ 26186 w 26229"/>
                    <a:gd name="connsiteY0" fmla="*/ -70 h 6994"/>
                    <a:gd name="connsiteX1" fmla="*/ -44 w 26229"/>
                    <a:gd name="connsiteY1" fmla="*/ 6924 h 6994"/>
                    <a:gd name="connsiteX2" fmla="*/ -44 w 26229"/>
                    <a:gd name="connsiteY2" fmla="*/ 6924 h 6994"/>
                    <a:gd name="connsiteX3" fmla="*/ 22689 w 26229"/>
                    <a:gd name="connsiteY3" fmla="*/ 804 h 6994"/>
                  </a:gdLst>
                  <a:ahLst/>
                  <a:cxnLst>
                    <a:cxn ang="0">
                      <a:pos x="connsiteX0" y="connsiteY0"/>
                    </a:cxn>
                    <a:cxn ang="0">
                      <a:pos x="connsiteX1" y="connsiteY1"/>
                    </a:cxn>
                    <a:cxn ang="0">
                      <a:pos x="connsiteX2" y="connsiteY2"/>
                    </a:cxn>
                    <a:cxn ang="0">
                      <a:pos x="connsiteX3" y="connsiteY3"/>
                    </a:cxn>
                  </a:cxnLst>
                  <a:rect l="l" t="t" r="r" b="b"/>
                  <a:pathLst>
                    <a:path w="26229" h="6994">
                      <a:moveTo>
                        <a:pt x="26186" y="-70"/>
                      </a:moveTo>
                      <a:lnTo>
                        <a:pt x="-44" y="6924"/>
                      </a:lnTo>
                      <a:lnTo>
                        <a:pt x="-44" y="6924"/>
                      </a:lnTo>
                      <a:cubicBezTo>
                        <a:pt x="6959" y="3156"/>
                        <a:pt x="14741" y="1067"/>
                        <a:pt x="22689" y="804"/>
                      </a:cubicBezTo>
                      <a:close/>
                    </a:path>
                  </a:pathLst>
                </a:custGeom>
                <a:solidFill>
                  <a:srgbClr val="C4C7CF"/>
                </a:solidFill>
                <a:ln w="87213" cap="flat">
                  <a:noFill/>
                  <a:prstDash val="solid"/>
                  <a:miter/>
                </a:ln>
              </p:spPr>
              <p:txBody>
                <a:bodyPr rtlCol="0" anchor="ctr"/>
                <a:lstStyle/>
                <a:p>
                  <a:endParaRPr lang="en-IN" dirty="0"/>
                </a:p>
              </p:txBody>
            </p:sp>
            <p:sp>
              <p:nvSpPr>
                <p:cNvPr id="2814" name="Freeform: Shape 2813">
                  <a:extLst>
                    <a:ext uri="{FF2B5EF4-FFF2-40B4-BE49-F238E27FC236}">
                      <a16:creationId xmlns:a16="http://schemas.microsoft.com/office/drawing/2014/main" id="{379A41A0-4152-7F2F-2EC6-C0D4A096243F}"/>
                    </a:ext>
                  </a:extLst>
                </p:cNvPr>
                <p:cNvSpPr/>
                <p:nvPr/>
              </p:nvSpPr>
              <p:spPr>
                <a:xfrm>
                  <a:off x="3079861" y="4482429"/>
                  <a:ext cx="11366" cy="13989"/>
                </a:xfrm>
                <a:custGeom>
                  <a:avLst/>
                  <a:gdLst>
                    <a:gd name="connsiteX0" fmla="*/ -44 w 11366"/>
                    <a:gd name="connsiteY0" fmla="*/ 13920 h 13989"/>
                    <a:gd name="connsiteX1" fmla="*/ 11323 w 11366"/>
                    <a:gd name="connsiteY1" fmla="*/ -70 h 13989"/>
                    <a:gd name="connsiteX2" fmla="*/ -44 w 11366"/>
                    <a:gd name="connsiteY2" fmla="*/ 13920 h 13989"/>
                  </a:gdLst>
                  <a:ahLst/>
                  <a:cxnLst>
                    <a:cxn ang="0">
                      <a:pos x="connsiteX0" y="connsiteY0"/>
                    </a:cxn>
                    <a:cxn ang="0">
                      <a:pos x="connsiteX1" y="connsiteY1"/>
                    </a:cxn>
                    <a:cxn ang="0">
                      <a:pos x="connsiteX2" y="connsiteY2"/>
                    </a:cxn>
                  </a:cxnLst>
                  <a:rect l="l" t="t" r="r" b="b"/>
                  <a:pathLst>
                    <a:path w="11366" h="13989">
                      <a:moveTo>
                        <a:pt x="-44" y="13920"/>
                      </a:moveTo>
                      <a:lnTo>
                        <a:pt x="11323" y="-70"/>
                      </a:lnTo>
                      <a:cubicBezTo>
                        <a:pt x="9303" y="5788"/>
                        <a:pt x="5281" y="10746"/>
                        <a:pt x="-44" y="13920"/>
                      </a:cubicBezTo>
                      <a:close/>
                    </a:path>
                  </a:pathLst>
                </a:custGeom>
                <a:solidFill>
                  <a:srgbClr val="C4C7CF"/>
                </a:solidFill>
                <a:ln w="87213" cap="flat">
                  <a:noFill/>
                  <a:prstDash val="solid"/>
                  <a:miter/>
                </a:ln>
              </p:spPr>
              <p:txBody>
                <a:bodyPr rtlCol="0" anchor="ctr"/>
                <a:lstStyle/>
                <a:p>
                  <a:endParaRPr lang="en-IN" dirty="0"/>
                </a:p>
              </p:txBody>
            </p:sp>
            <p:sp>
              <p:nvSpPr>
                <p:cNvPr id="2815" name="Freeform: Shape 2814">
                  <a:extLst>
                    <a:ext uri="{FF2B5EF4-FFF2-40B4-BE49-F238E27FC236}">
                      <a16:creationId xmlns:a16="http://schemas.microsoft.com/office/drawing/2014/main" id="{D0A036E4-1B43-119B-93FE-74EE89C69817}"/>
                    </a:ext>
                  </a:extLst>
                </p:cNvPr>
                <p:cNvSpPr/>
                <p:nvPr/>
              </p:nvSpPr>
              <p:spPr>
                <a:xfrm>
                  <a:off x="3050134" y="4358270"/>
                  <a:ext cx="12240" cy="7870"/>
                </a:xfrm>
                <a:custGeom>
                  <a:avLst/>
                  <a:gdLst>
                    <a:gd name="connsiteX0" fmla="*/ 12197 w 12240"/>
                    <a:gd name="connsiteY0" fmla="*/ 7801 h 7870"/>
                    <a:gd name="connsiteX1" fmla="*/ -44 w 12240"/>
                    <a:gd name="connsiteY1" fmla="*/ -68 h 7870"/>
                    <a:gd name="connsiteX2" fmla="*/ 12197 w 12240"/>
                    <a:gd name="connsiteY2" fmla="*/ 7801 h 7870"/>
                  </a:gdLst>
                  <a:ahLst/>
                  <a:cxnLst>
                    <a:cxn ang="0">
                      <a:pos x="connsiteX0" y="connsiteY0"/>
                    </a:cxn>
                    <a:cxn ang="0">
                      <a:pos x="connsiteX1" y="connsiteY1"/>
                    </a:cxn>
                    <a:cxn ang="0">
                      <a:pos x="connsiteX2" y="connsiteY2"/>
                    </a:cxn>
                  </a:cxnLst>
                  <a:rect l="l" t="t" r="r" b="b"/>
                  <a:pathLst>
                    <a:path w="12240" h="7870">
                      <a:moveTo>
                        <a:pt x="12197" y="7801"/>
                      </a:moveTo>
                      <a:lnTo>
                        <a:pt x="-44" y="-68"/>
                      </a:lnTo>
                      <a:cubicBezTo>
                        <a:pt x="5254" y="-156"/>
                        <a:pt x="10081" y="2948"/>
                        <a:pt x="12197" y="7801"/>
                      </a:cubicBezTo>
                      <a:close/>
                    </a:path>
                  </a:pathLst>
                </a:custGeom>
                <a:solidFill>
                  <a:srgbClr val="C4C7CF"/>
                </a:solidFill>
                <a:ln w="87213" cap="flat">
                  <a:noFill/>
                  <a:prstDash val="solid"/>
                  <a:miter/>
                </a:ln>
              </p:spPr>
              <p:txBody>
                <a:bodyPr rtlCol="0" anchor="ctr"/>
                <a:lstStyle/>
                <a:p>
                  <a:endParaRPr lang="en-IN" dirty="0"/>
                </a:p>
              </p:txBody>
            </p:sp>
            <p:sp>
              <p:nvSpPr>
                <p:cNvPr id="2816" name="Freeform: Shape 2815">
                  <a:extLst>
                    <a:ext uri="{FF2B5EF4-FFF2-40B4-BE49-F238E27FC236}">
                      <a16:creationId xmlns:a16="http://schemas.microsoft.com/office/drawing/2014/main" id="{8F709E21-44FF-0AA6-6942-EB917CCDC0E0}"/>
                    </a:ext>
                  </a:extLst>
                </p:cNvPr>
                <p:cNvSpPr/>
                <p:nvPr/>
              </p:nvSpPr>
              <p:spPr>
                <a:xfrm>
                  <a:off x="2919725" y="4352566"/>
                  <a:ext cx="178087" cy="175851"/>
                </a:xfrm>
                <a:custGeom>
                  <a:avLst/>
                  <a:gdLst>
                    <a:gd name="connsiteX0" fmla="*/ 41182 w 178087"/>
                    <a:gd name="connsiteY0" fmla="*/ 156023 h 175851"/>
                    <a:gd name="connsiteX1" fmla="*/ 962 w 178087"/>
                    <a:gd name="connsiteY1" fmla="*/ 68588 h 175851"/>
                    <a:gd name="connsiteX2" fmla="*/ 56046 w 178087"/>
                    <a:gd name="connsiteY2" fmla="*/ 5635 h 175851"/>
                    <a:gd name="connsiteX3" fmla="*/ 160967 w 178087"/>
                    <a:gd name="connsiteY3" fmla="*/ 40609 h 175851"/>
                    <a:gd name="connsiteX4" fmla="*/ 168837 w 178087"/>
                    <a:gd name="connsiteY4" fmla="*/ 128044 h 175851"/>
                    <a:gd name="connsiteX5" fmla="*/ 81402 w 178087"/>
                    <a:gd name="connsiteY5" fmla="*/ 175258 h 175851"/>
                    <a:gd name="connsiteX6" fmla="*/ 41182 w 178087"/>
                    <a:gd name="connsiteY6" fmla="*/ 156023 h 17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087" h="175851">
                      <a:moveTo>
                        <a:pt x="41182" y="156023"/>
                      </a:moveTo>
                      <a:cubicBezTo>
                        <a:pt x="11498" y="137539"/>
                        <a:pt x="-4319" y="103151"/>
                        <a:pt x="962" y="68588"/>
                      </a:cubicBezTo>
                      <a:cubicBezTo>
                        <a:pt x="6112" y="38956"/>
                        <a:pt x="27359" y="14676"/>
                        <a:pt x="56046" y="5635"/>
                      </a:cubicBezTo>
                      <a:cubicBezTo>
                        <a:pt x="94884" y="-9115"/>
                        <a:pt x="138742" y="5504"/>
                        <a:pt x="160967" y="40609"/>
                      </a:cubicBezTo>
                      <a:cubicBezTo>
                        <a:pt x="180448" y="65711"/>
                        <a:pt x="183526" y="99863"/>
                        <a:pt x="168837" y="128044"/>
                      </a:cubicBezTo>
                      <a:cubicBezTo>
                        <a:pt x="152337" y="160421"/>
                        <a:pt x="117530" y="179219"/>
                        <a:pt x="81402" y="175258"/>
                      </a:cubicBezTo>
                      <a:cubicBezTo>
                        <a:pt x="66643" y="172181"/>
                        <a:pt x="52846" y="165580"/>
                        <a:pt x="41182" y="156023"/>
                      </a:cubicBezTo>
                      <a:close/>
                    </a:path>
                  </a:pathLst>
                </a:custGeom>
                <a:solidFill>
                  <a:srgbClr val="B5B8C2"/>
                </a:solidFill>
                <a:ln w="87213" cap="flat">
                  <a:noFill/>
                  <a:prstDash val="solid"/>
                  <a:miter/>
                </a:ln>
              </p:spPr>
              <p:txBody>
                <a:bodyPr rtlCol="0" anchor="ctr"/>
                <a:lstStyle/>
                <a:p>
                  <a:endParaRPr lang="en-IN" dirty="0"/>
                </a:p>
              </p:txBody>
            </p:sp>
            <p:sp>
              <p:nvSpPr>
                <p:cNvPr id="2817" name="Freeform: Shape 2816">
                  <a:extLst>
                    <a:ext uri="{FF2B5EF4-FFF2-40B4-BE49-F238E27FC236}">
                      <a16:creationId xmlns:a16="http://schemas.microsoft.com/office/drawing/2014/main" id="{54A3E8A3-B291-A019-A3AF-F6725BD803EB}"/>
                    </a:ext>
                  </a:extLst>
                </p:cNvPr>
                <p:cNvSpPr/>
                <p:nvPr/>
              </p:nvSpPr>
              <p:spPr>
                <a:xfrm>
                  <a:off x="2922542" y="4356360"/>
                  <a:ext cx="177869" cy="173237"/>
                </a:xfrm>
                <a:custGeom>
                  <a:avLst/>
                  <a:gdLst>
                    <a:gd name="connsiteX0" fmla="*/ 13882 w 177869"/>
                    <a:gd name="connsiteY0" fmla="*/ 38564 h 173237"/>
                    <a:gd name="connsiteX1" fmla="*/ 125781 w 177869"/>
                    <a:gd name="connsiteY1" fmla="*/ 12045 h 173237"/>
                    <a:gd name="connsiteX2" fmla="*/ 130170 w 177869"/>
                    <a:gd name="connsiteY2" fmla="*/ 14957 h 173237"/>
                    <a:gd name="connsiteX3" fmla="*/ 169875 w 177869"/>
                    <a:gd name="connsiteY3" fmla="*/ 125509 h 173237"/>
                    <a:gd name="connsiteX4" fmla="*/ 59313 w 177869"/>
                    <a:gd name="connsiteY4" fmla="*/ 165213 h 173237"/>
                    <a:gd name="connsiteX5" fmla="*/ 42736 w 177869"/>
                    <a:gd name="connsiteY5" fmla="*/ 154852 h 173237"/>
                    <a:gd name="connsiteX6" fmla="*/ 9336 w 177869"/>
                    <a:gd name="connsiteY6" fmla="*/ 46110 h 173237"/>
                    <a:gd name="connsiteX7" fmla="*/ 13882 w 177869"/>
                    <a:gd name="connsiteY7" fmla="*/ 38564 h 173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869" h="173237">
                      <a:moveTo>
                        <a:pt x="13882" y="38564"/>
                      </a:moveTo>
                      <a:cubicBezTo>
                        <a:pt x="37463" y="346"/>
                        <a:pt x="87555" y="-11527"/>
                        <a:pt x="125781" y="12045"/>
                      </a:cubicBezTo>
                      <a:cubicBezTo>
                        <a:pt x="127277" y="12972"/>
                        <a:pt x="128737" y="13942"/>
                        <a:pt x="130170" y="14957"/>
                      </a:cubicBezTo>
                      <a:cubicBezTo>
                        <a:pt x="171667" y="34524"/>
                        <a:pt x="189434" y="84021"/>
                        <a:pt x="169875" y="125509"/>
                      </a:cubicBezTo>
                      <a:cubicBezTo>
                        <a:pt x="150307" y="167006"/>
                        <a:pt x="100810" y="184781"/>
                        <a:pt x="59313" y="165213"/>
                      </a:cubicBezTo>
                      <a:cubicBezTo>
                        <a:pt x="53403" y="162424"/>
                        <a:pt x="47834" y="158944"/>
                        <a:pt x="42736" y="154852"/>
                      </a:cubicBezTo>
                      <a:cubicBezTo>
                        <a:pt x="3487" y="134043"/>
                        <a:pt x="-11465" y="85359"/>
                        <a:pt x="9336" y="46110"/>
                      </a:cubicBezTo>
                      <a:cubicBezTo>
                        <a:pt x="10718" y="43513"/>
                        <a:pt x="12230" y="40995"/>
                        <a:pt x="13882" y="38564"/>
                      </a:cubicBezTo>
                      <a:close/>
                    </a:path>
                  </a:pathLst>
                </a:custGeom>
                <a:solidFill>
                  <a:srgbClr val="B1B4BE"/>
                </a:solidFill>
                <a:ln w="87213" cap="flat">
                  <a:noFill/>
                  <a:prstDash val="solid"/>
                  <a:miter/>
                </a:ln>
              </p:spPr>
              <p:txBody>
                <a:bodyPr rtlCol="0" anchor="ctr"/>
                <a:lstStyle/>
                <a:p>
                  <a:endParaRPr lang="en-IN" dirty="0"/>
                </a:p>
              </p:txBody>
            </p:sp>
            <p:sp>
              <p:nvSpPr>
                <p:cNvPr id="2818" name="Freeform: Shape 2817">
                  <a:extLst>
                    <a:ext uri="{FF2B5EF4-FFF2-40B4-BE49-F238E27FC236}">
                      <a16:creationId xmlns:a16="http://schemas.microsoft.com/office/drawing/2014/main" id="{5C0153BA-68FB-9C77-ACEB-017118AB05DE}"/>
                    </a:ext>
                  </a:extLst>
                </p:cNvPr>
                <p:cNvSpPr/>
                <p:nvPr/>
              </p:nvSpPr>
              <p:spPr>
                <a:xfrm>
                  <a:off x="2921605" y="4355632"/>
                  <a:ext cx="166262" cy="158813"/>
                </a:xfrm>
                <a:custGeom>
                  <a:avLst/>
                  <a:gdLst>
                    <a:gd name="connsiteX0" fmla="*/ 3453 w 166262"/>
                    <a:gd name="connsiteY0" fmla="*/ 63774 h 158813"/>
                    <a:gd name="connsiteX1" fmla="*/ 14820 w 166262"/>
                    <a:gd name="connsiteY1" fmla="*/ 35795 h 158813"/>
                    <a:gd name="connsiteX2" fmla="*/ 34055 w 166262"/>
                    <a:gd name="connsiteY2" fmla="*/ 14811 h 158813"/>
                    <a:gd name="connsiteX3" fmla="*/ 107501 w 166262"/>
                    <a:gd name="connsiteY3" fmla="*/ 5193 h 158813"/>
                    <a:gd name="connsiteX4" fmla="*/ 166082 w 166262"/>
                    <a:gd name="connsiteY4" fmla="*/ 92628 h 158813"/>
                    <a:gd name="connsiteX5" fmla="*/ 112747 w 166262"/>
                    <a:gd name="connsiteY5" fmla="*/ 156454 h 158813"/>
                    <a:gd name="connsiteX6" fmla="*/ 78647 w 166262"/>
                    <a:gd name="connsiteY6" fmla="*/ 156454 h 158813"/>
                    <a:gd name="connsiteX7" fmla="*/ 78647 w 166262"/>
                    <a:gd name="connsiteY7" fmla="*/ 156454 h 158813"/>
                    <a:gd name="connsiteX8" fmla="*/ 87390 w 166262"/>
                    <a:gd name="connsiteY8" fmla="*/ 156454 h 158813"/>
                    <a:gd name="connsiteX9" fmla="*/ 129359 w 166262"/>
                    <a:gd name="connsiteY9" fmla="*/ 141591 h 158813"/>
                    <a:gd name="connsiteX10" fmla="*/ 139851 w 166262"/>
                    <a:gd name="connsiteY10" fmla="*/ 133722 h 158813"/>
                    <a:gd name="connsiteX11" fmla="*/ 152966 w 166262"/>
                    <a:gd name="connsiteY11" fmla="*/ 111863 h 158813"/>
                    <a:gd name="connsiteX12" fmla="*/ 152966 w 166262"/>
                    <a:gd name="connsiteY12" fmla="*/ 71643 h 158813"/>
                    <a:gd name="connsiteX13" fmla="*/ 130233 w 166262"/>
                    <a:gd name="connsiteY13" fmla="*/ 30549 h 158813"/>
                    <a:gd name="connsiteX14" fmla="*/ 124987 w 166262"/>
                    <a:gd name="connsiteY14" fmla="*/ 25303 h 158813"/>
                    <a:gd name="connsiteX15" fmla="*/ 107501 w 166262"/>
                    <a:gd name="connsiteY15" fmla="*/ 13936 h 158813"/>
                    <a:gd name="connsiteX16" fmla="*/ 71652 w 166262"/>
                    <a:gd name="connsiteY16" fmla="*/ 6068 h 158813"/>
                    <a:gd name="connsiteX17" fmla="*/ 19192 w 166262"/>
                    <a:gd name="connsiteY17" fmla="*/ 29675 h 158813"/>
                    <a:gd name="connsiteX18" fmla="*/ 6076 w 166262"/>
                    <a:gd name="connsiteY18" fmla="*/ 49785 h 158813"/>
                    <a:gd name="connsiteX19" fmla="*/ -44 w 166262"/>
                    <a:gd name="connsiteY19" fmla="*/ 62899 h 158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6262" h="158813">
                      <a:moveTo>
                        <a:pt x="3453" y="63774"/>
                      </a:moveTo>
                      <a:cubicBezTo>
                        <a:pt x="3462" y="53326"/>
                        <a:pt x="7536" y="43288"/>
                        <a:pt x="14820" y="35795"/>
                      </a:cubicBezTo>
                      <a:cubicBezTo>
                        <a:pt x="19541" y="27428"/>
                        <a:pt x="26125" y="20249"/>
                        <a:pt x="34055" y="14811"/>
                      </a:cubicBezTo>
                      <a:cubicBezTo>
                        <a:pt x="55284" y="-744"/>
                        <a:pt x="82984" y="-4372"/>
                        <a:pt x="107501" y="5193"/>
                      </a:cubicBezTo>
                      <a:cubicBezTo>
                        <a:pt x="144345" y="18002"/>
                        <a:pt x="168250" y="53675"/>
                        <a:pt x="166082" y="92628"/>
                      </a:cubicBezTo>
                      <a:cubicBezTo>
                        <a:pt x="162759" y="122697"/>
                        <a:pt x="141740" y="147843"/>
                        <a:pt x="112747" y="156454"/>
                      </a:cubicBezTo>
                      <a:cubicBezTo>
                        <a:pt x="101581" y="159506"/>
                        <a:pt x="89813" y="159506"/>
                        <a:pt x="78647" y="156454"/>
                      </a:cubicBezTo>
                      <a:lnTo>
                        <a:pt x="78647" y="156454"/>
                      </a:lnTo>
                      <a:cubicBezTo>
                        <a:pt x="81445" y="155292"/>
                        <a:pt x="84593" y="155292"/>
                        <a:pt x="87390" y="156454"/>
                      </a:cubicBezTo>
                      <a:cubicBezTo>
                        <a:pt x="102735" y="156857"/>
                        <a:pt x="117687" y="151567"/>
                        <a:pt x="129359" y="141591"/>
                      </a:cubicBezTo>
                      <a:cubicBezTo>
                        <a:pt x="132411" y="138425"/>
                        <a:pt x="135952" y="135768"/>
                        <a:pt x="139851" y="133722"/>
                      </a:cubicBezTo>
                      <a:cubicBezTo>
                        <a:pt x="145360" y="127182"/>
                        <a:pt x="149784" y="119802"/>
                        <a:pt x="152966" y="111863"/>
                      </a:cubicBezTo>
                      <a:cubicBezTo>
                        <a:pt x="156455" y="98687"/>
                        <a:pt x="156455" y="84819"/>
                        <a:pt x="152966" y="71643"/>
                      </a:cubicBezTo>
                      <a:cubicBezTo>
                        <a:pt x="150029" y="55852"/>
                        <a:pt x="142054" y="41434"/>
                        <a:pt x="130233" y="30549"/>
                      </a:cubicBezTo>
                      <a:lnTo>
                        <a:pt x="124987" y="25303"/>
                      </a:lnTo>
                      <a:cubicBezTo>
                        <a:pt x="120319" y="19978"/>
                        <a:pt x="114268" y="16044"/>
                        <a:pt x="107501" y="13936"/>
                      </a:cubicBezTo>
                      <a:cubicBezTo>
                        <a:pt x="96125" y="9153"/>
                        <a:pt x="83980" y="6487"/>
                        <a:pt x="71652" y="6068"/>
                      </a:cubicBezTo>
                      <a:cubicBezTo>
                        <a:pt x="51682" y="6478"/>
                        <a:pt x="32744" y="15003"/>
                        <a:pt x="19192" y="29675"/>
                      </a:cubicBezTo>
                      <a:cubicBezTo>
                        <a:pt x="14024" y="35821"/>
                        <a:pt x="9618" y="42580"/>
                        <a:pt x="6076" y="49785"/>
                      </a:cubicBezTo>
                      <a:cubicBezTo>
                        <a:pt x="4765" y="54462"/>
                        <a:pt x="2693" y="58895"/>
                        <a:pt x="-44" y="62899"/>
                      </a:cubicBezTo>
                      <a:close/>
                    </a:path>
                  </a:pathLst>
                </a:custGeom>
                <a:solidFill>
                  <a:srgbClr val="A5AAB5"/>
                </a:solidFill>
                <a:ln w="87213" cap="flat">
                  <a:noFill/>
                  <a:prstDash val="solid"/>
                  <a:miter/>
                </a:ln>
              </p:spPr>
              <p:txBody>
                <a:bodyPr rtlCol="0" anchor="ctr"/>
                <a:lstStyle/>
                <a:p>
                  <a:endParaRPr lang="en-IN" dirty="0"/>
                </a:p>
              </p:txBody>
            </p:sp>
            <p:sp>
              <p:nvSpPr>
                <p:cNvPr id="2819" name="Freeform: Shape 2818">
                  <a:extLst>
                    <a:ext uri="{FF2B5EF4-FFF2-40B4-BE49-F238E27FC236}">
                      <a16:creationId xmlns:a16="http://schemas.microsoft.com/office/drawing/2014/main" id="{4E658A74-64BE-F2D2-F766-B3963C5B945C}"/>
                    </a:ext>
                  </a:extLst>
                </p:cNvPr>
                <p:cNvSpPr/>
                <p:nvPr/>
              </p:nvSpPr>
              <p:spPr>
                <a:xfrm>
                  <a:off x="2932971" y="4460570"/>
                  <a:ext cx="70822" cy="54209"/>
                </a:xfrm>
                <a:custGeom>
                  <a:avLst/>
                  <a:gdLst>
                    <a:gd name="connsiteX0" fmla="*/ 70778 w 70822"/>
                    <a:gd name="connsiteY0" fmla="*/ 54140 h 54209"/>
                    <a:gd name="connsiteX1" fmla="*/ 70778 w 70822"/>
                    <a:gd name="connsiteY1" fmla="*/ 54140 h 54209"/>
                    <a:gd name="connsiteX2" fmla="*/ 19192 w 70822"/>
                    <a:gd name="connsiteY2" fmla="*/ 30532 h 54209"/>
                    <a:gd name="connsiteX3" fmla="*/ -44 w 70822"/>
                    <a:gd name="connsiteY3" fmla="*/ -70 h 54209"/>
                    <a:gd name="connsiteX4" fmla="*/ -44 w 70822"/>
                    <a:gd name="connsiteY4" fmla="*/ -70 h 54209"/>
                    <a:gd name="connsiteX5" fmla="*/ 12197 w 70822"/>
                    <a:gd name="connsiteY5" fmla="*/ 16543 h 54209"/>
                    <a:gd name="connsiteX6" fmla="*/ 23564 w 70822"/>
                    <a:gd name="connsiteY6" fmla="*/ 28784 h 54209"/>
                    <a:gd name="connsiteX7" fmla="*/ 45422 w 70822"/>
                    <a:gd name="connsiteY7" fmla="*/ 43647 h 54209"/>
                    <a:gd name="connsiteX8" fmla="*/ 63783 w 70822"/>
                    <a:gd name="connsiteY8" fmla="*/ 48893 h 54209"/>
                    <a:gd name="connsiteX9" fmla="*/ 70778 w 70822"/>
                    <a:gd name="connsiteY9" fmla="*/ 54140 h 5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22" h="54209">
                      <a:moveTo>
                        <a:pt x="70778" y="54140"/>
                      </a:moveTo>
                      <a:lnTo>
                        <a:pt x="70778" y="54140"/>
                      </a:lnTo>
                      <a:cubicBezTo>
                        <a:pt x="51158" y="53308"/>
                        <a:pt x="32648" y="44837"/>
                        <a:pt x="19192" y="30532"/>
                      </a:cubicBezTo>
                      <a:cubicBezTo>
                        <a:pt x="9469" y="22829"/>
                        <a:pt x="2676" y="12031"/>
                        <a:pt x="-44" y="-70"/>
                      </a:cubicBezTo>
                      <a:lnTo>
                        <a:pt x="-44" y="-70"/>
                      </a:lnTo>
                      <a:cubicBezTo>
                        <a:pt x="6077" y="-70"/>
                        <a:pt x="7825" y="11296"/>
                        <a:pt x="12197" y="16543"/>
                      </a:cubicBezTo>
                      <a:cubicBezTo>
                        <a:pt x="15519" y="21037"/>
                        <a:pt x="19332" y="25137"/>
                        <a:pt x="23564" y="28784"/>
                      </a:cubicBezTo>
                      <a:cubicBezTo>
                        <a:pt x="29903" y="35009"/>
                        <a:pt x="37308" y="40036"/>
                        <a:pt x="45422" y="43647"/>
                      </a:cubicBezTo>
                      <a:lnTo>
                        <a:pt x="63783" y="48893"/>
                      </a:lnTo>
                      <a:cubicBezTo>
                        <a:pt x="63783" y="48893"/>
                        <a:pt x="69904" y="51516"/>
                        <a:pt x="70778" y="54140"/>
                      </a:cubicBezTo>
                      <a:close/>
                    </a:path>
                  </a:pathLst>
                </a:custGeom>
                <a:solidFill>
                  <a:srgbClr val="A5A9B5"/>
                </a:solidFill>
                <a:ln w="87213" cap="flat">
                  <a:noFill/>
                  <a:prstDash val="solid"/>
                  <a:miter/>
                </a:ln>
              </p:spPr>
              <p:txBody>
                <a:bodyPr rtlCol="0" anchor="ctr"/>
                <a:lstStyle/>
                <a:p>
                  <a:endParaRPr lang="en-IN" dirty="0"/>
                </a:p>
              </p:txBody>
            </p:sp>
            <p:sp>
              <p:nvSpPr>
                <p:cNvPr id="2820" name="Freeform: Shape 2819">
                  <a:extLst>
                    <a:ext uri="{FF2B5EF4-FFF2-40B4-BE49-F238E27FC236}">
                      <a16:creationId xmlns:a16="http://schemas.microsoft.com/office/drawing/2014/main" id="{B5B68A4A-AC2E-200E-C105-199E1ABABD8A}"/>
                    </a:ext>
                  </a:extLst>
                </p:cNvPr>
                <p:cNvSpPr/>
                <p:nvPr/>
              </p:nvSpPr>
              <p:spPr>
                <a:xfrm>
                  <a:off x="2920132" y="4419476"/>
                  <a:ext cx="4970" cy="44591"/>
                </a:xfrm>
                <a:custGeom>
                  <a:avLst/>
                  <a:gdLst>
                    <a:gd name="connsiteX0" fmla="*/ 4926 w 4970"/>
                    <a:gd name="connsiteY0" fmla="*/ -70 h 44591"/>
                    <a:gd name="connsiteX1" fmla="*/ 4926 w 4970"/>
                    <a:gd name="connsiteY1" fmla="*/ -70 h 44591"/>
                    <a:gd name="connsiteX2" fmla="*/ 4926 w 4970"/>
                    <a:gd name="connsiteY2" fmla="*/ 5176 h 44591"/>
                    <a:gd name="connsiteX3" fmla="*/ 4926 w 4970"/>
                    <a:gd name="connsiteY3" fmla="*/ 36652 h 44591"/>
                    <a:gd name="connsiteX4" fmla="*/ 4926 w 4970"/>
                    <a:gd name="connsiteY4" fmla="*/ 44522 h 44591"/>
                    <a:gd name="connsiteX5" fmla="*/ 4926 w 4970"/>
                    <a:gd name="connsiteY5" fmla="*/ 44522 h 44591"/>
                    <a:gd name="connsiteX6" fmla="*/ 4926 w 4970"/>
                    <a:gd name="connsiteY6" fmla="*/ -70 h 4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0" h="44591">
                      <a:moveTo>
                        <a:pt x="4926" y="-70"/>
                      </a:moveTo>
                      <a:lnTo>
                        <a:pt x="4926" y="-70"/>
                      </a:lnTo>
                      <a:cubicBezTo>
                        <a:pt x="4926" y="-70"/>
                        <a:pt x="4926" y="-70"/>
                        <a:pt x="4926" y="5176"/>
                      </a:cubicBezTo>
                      <a:cubicBezTo>
                        <a:pt x="2758" y="15555"/>
                        <a:pt x="2758" y="26274"/>
                        <a:pt x="4926" y="36652"/>
                      </a:cubicBezTo>
                      <a:cubicBezTo>
                        <a:pt x="4926" y="36652"/>
                        <a:pt x="4926" y="41899"/>
                        <a:pt x="4926" y="44522"/>
                      </a:cubicBezTo>
                      <a:lnTo>
                        <a:pt x="4926" y="44522"/>
                      </a:lnTo>
                      <a:cubicBezTo>
                        <a:pt x="-1701" y="30401"/>
                        <a:pt x="-1701" y="14051"/>
                        <a:pt x="4926" y="-70"/>
                      </a:cubicBezTo>
                      <a:close/>
                    </a:path>
                  </a:pathLst>
                </a:custGeom>
                <a:solidFill>
                  <a:srgbClr val="A5A9B5"/>
                </a:solidFill>
                <a:ln w="87213" cap="flat">
                  <a:noFill/>
                  <a:prstDash val="solid"/>
                  <a:miter/>
                </a:ln>
              </p:spPr>
              <p:txBody>
                <a:bodyPr rtlCol="0" anchor="ctr"/>
                <a:lstStyle/>
                <a:p>
                  <a:endParaRPr lang="en-IN" dirty="0"/>
                </a:p>
              </p:txBody>
            </p:sp>
            <p:sp>
              <p:nvSpPr>
                <p:cNvPr id="2821" name="Freeform: Shape 2820">
                  <a:extLst>
                    <a:ext uri="{FF2B5EF4-FFF2-40B4-BE49-F238E27FC236}">
                      <a16:creationId xmlns:a16="http://schemas.microsoft.com/office/drawing/2014/main" id="{889FDB87-CB55-521A-C970-E7401D4D3032}"/>
                    </a:ext>
                  </a:extLst>
                </p:cNvPr>
                <p:cNvSpPr/>
                <p:nvPr/>
              </p:nvSpPr>
              <p:spPr>
                <a:xfrm>
                  <a:off x="2930123" y="4358982"/>
                  <a:ext cx="160481" cy="154922"/>
                </a:xfrm>
                <a:custGeom>
                  <a:avLst/>
                  <a:gdLst>
                    <a:gd name="connsiteX0" fmla="*/ 1930 w 160481"/>
                    <a:gd name="connsiteY0" fmla="*/ 103266 h 154922"/>
                    <a:gd name="connsiteX1" fmla="*/ 1930 w 160481"/>
                    <a:gd name="connsiteY1" fmla="*/ 58675 h 154922"/>
                    <a:gd name="connsiteX2" fmla="*/ 8050 w 160481"/>
                    <a:gd name="connsiteY2" fmla="*/ 46434 h 154922"/>
                    <a:gd name="connsiteX3" fmla="*/ 21166 w 160481"/>
                    <a:gd name="connsiteY3" fmla="*/ 25450 h 154922"/>
                    <a:gd name="connsiteX4" fmla="*/ 68380 w 160481"/>
                    <a:gd name="connsiteY4" fmla="*/ 93 h 154922"/>
                    <a:gd name="connsiteX5" fmla="*/ 110349 w 160481"/>
                    <a:gd name="connsiteY5" fmla="*/ 7963 h 154922"/>
                    <a:gd name="connsiteX6" fmla="*/ 129584 w 160481"/>
                    <a:gd name="connsiteY6" fmla="*/ 21078 h 154922"/>
                    <a:gd name="connsiteX7" fmla="*/ 158438 w 160481"/>
                    <a:gd name="connsiteY7" fmla="*/ 70041 h 154922"/>
                    <a:gd name="connsiteX8" fmla="*/ 158438 w 160481"/>
                    <a:gd name="connsiteY8" fmla="*/ 108513 h 154922"/>
                    <a:gd name="connsiteX9" fmla="*/ 142700 w 160481"/>
                    <a:gd name="connsiteY9" fmla="*/ 132120 h 154922"/>
                    <a:gd name="connsiteX10" fmla="*/ 100731 w 160481"/>
                    <a:gd name="connsiteY10" fmla="*/ 154853 h 154922"/>
                    <a:gd name="connsiteX11" fmla="*/ 73626 w 160481"/>
                    <a:gd name="connsiteY11" fmla="*/ 154853 h 154922"/>
                    <a:gd name="connsiteX12" fmla="*/ 49145 w 160481"/>
                    <a:gd name="connsiteY12" fmla="*/ 147858 h 154922"/>
                    <a:gd name="connsiteX13" fmla="*/ 25537 w 160481"/>
                    <a:gd name="connsiteY13" fmla="*/ 132120 h 154922"/>
                    <a:gd name="connsiteX14" fmla="*/ 1930 w 160481"/>
                    <a:gd name="connsiteY14" fmla="*/ 103266 h 1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481" h="154922">
                      <a:moveTo>
                        <a:pt x="1930" y="103266"/>
                      </a:moveTo>
                      <a:cubicBezTo>
                        <a:pt x="-702" y="88517"/>
                        <a:pt x="-702" y="73425"/>
                        <a:pt x="1930" y="58675"/>
                      </a:cubicBezTo>
                      <a:cubicBezTo>
                        <a:pt x="3259" y="54277"/>
                        <a:pt x="5322" y="50133"/>
                        <a:pt x="8050" y="46434"/>
                      </a:cubicBezTo>
                      <a:cubicBezTo>
                        <a:pt x="11050" y="38670"/>
                        <a:pt x="15500" y="31553"/>
                        <a:pt x="21166" y="25450"/>
                      </a:cubicBezTo>
                      <a:cubicBezTo>
                        <a:pt x="32715" y="10831"/>
                        <a:pt x="49809" y="1650"/>
                        <a:pt x="68380" y="93"/>
                      </a:cubicBezTo>
                      <a:cubicBezTo>
                        <a:pt x="82807" y="-789"/>
                        <a:pt x="97225" y="1913"/>
                        <a:pt x="110349" y="7963"/>
                      </a:cubicBezTo>
                      <a:cubicBezTo>
                        <a:pt x="117405" y="11312"/>
                        <a:pt x="123892" y="15736"/>
                        <a:pt x="129584" y="21078"/>
                      </a:cubicBezTo>
                      <a:cubicBezTo>
                        <a:pt x="144387" y="33730"/>
                        <a:pt x="154538" y="50963"/>
                        <a:pt x="158438" y="70041"/>
                      </a:cubicBezTo>
                      <a:cubicBezTo>
                        <a:pt x="161104" y="82728"/>
                        <a:pt x="161104" y="95826"/>
                        <a:pt x="158438" y="108513"/>
                      </a:cubicBezTo>
                      <a:cubicBezTo>
                        <a:pt x="154512" y="117186"/>
                        <a:pt x="149196" y="125160"/>
                        <a:pt x="142700" y="132120"/>
                      </a:cubicBezTo>
                      <a:cubicBezTo>
                        <a:pt x="131508" y="144002"/>
                        <a:pt x="116801" y="151977"/>
                        <a:pt x="100731" y="154853"/>
                      </a:cubicBezTo>
                      <a:lnTo>
                        <a:pt x="73626" y="154853"/>
                      </a:lnTo>
                      <a:cubicBezTo>
                        <a:pt x="65171" y="153725"/>
                        <a:pt x="56918" y="151373"/>
                        <a:pt x="49145" y="147858"/>
                      </a:cubicBezTo>
                      <a:cubicBezTo>
                        <a:pt x="40637" y="143643"/>
                        <a:pt x="32698" y="138354"/>
                        <a:pt x="25537" y="132120"/>
                      </a:cubicBezTo>
                      <a:cubicBezTo>
                        <a:pt x="14171" y="123376"/>
                        <a:pt x="9799" y="113759"/>
                        <a:pt x="1930" y="103266"/>
                      </a:cubicBezTo>
                      <a:close/>
                    </a:path>
                  </a:pathLst>
                </a:custGeom>
                <a:solidFill>
                  <a:srgbClr val="A1A6B2"/>
                </a:solidFill>
                <a:ln w="87213" cap="flat">
                  <a:noFill/>
                  <a:prstDash val="solid"/>
                  <a:miter/>
                </a:ln>
              </p:spPr>
              <p:txBody>
                <a:bodyPr rtlCol="0" anchor="ctr"/>
                <a:lstStyle/>
                <a:p>
                  <a:endParaRPr lang="en-IN" dirty="0"/>
                </a:p>
              </p:txBody>
            </p:sp>
            <p:sp>
              <p:nvSpPr>
                <p:cNvPr id="2822" name="Freeform: Shape 2821">
                  <a:extLst>
                    <a:ext uri="{FF2B5EF4-FFF2-40B4-BE49-F238E27FC236}">
                      <a16:creationId xmlns:a16="http://schemas.microsoft.com/office/drawing/2014/main" id="{157BD6A8-3681-7978-1AA9-75581F4647CB}"/>
                    </a:ext>
                  </a:extLst>
                </p:cNvPr>
                <p:cNvSpPr/>
                <p:nvPr/>
              </p:nvSpPr>
              <p:spPr>
                <a:xfrm>
                  <a:off x="3065872" y="4467565"/>
                  <a:ext cx="15738" cy="23607"/>
                </a:xfrm>
                <a:custGeom>
                  <a:avLst/>
                  <a:gdLst>
                    <a:gd name="connsiteX0" fmla="*/ -44 w 15738"/>
                    <a:gd name="connsiteY0" fmla="*/ 23537 h 23607"/>
                    <a:gd name="connsiteX1" fmla="*/ 15694 w 15738"/>
                    <a:gd name="connsiteY1" fmla="*/ -70 h 23607"/>
                    <a:gd name="connsiteX2" fmla="*/ -44 w 15738"/>
                    <a:gd name="connsiteY2" fmla="*/ 23537 h 23607"/>
                  </a:gdLst>
                  <a:ahLst/>
                  <a:cxnLst>
                    <a:cxn ang="0">
                      <a:pos x="connsiteX0" y="connsiteY0"/>
                    </a:cxn>
                    <a:cxn ang="0">
                      <a:pos x="connsiteX1" y="connsiteY1"/>
                    </a:cxn>
                    <a:cxn ang="0">
                      <a:pos x="connsiteX2" y="connsiteY2"/>
                    </a:cxn>
                  </a:cxnLst>
                  <a:rect l="l" t="t" r="r" b="b"/>
                  <a:pathLst>
                    <a:path w="15738" h="23607">
                      <a:moveTo>
                        <a:pt x="-44" y="23537"/>
                      </a:moveTo>
                      <a:lnTo>
                        <a:pt x="15694" y="-70"/>
                      </a:lnTo>
                      <a:cubicBezTo>
                        <a:pt x="13220" y="9329"/>
                        <a:pt x="7677" y="17635"/>
                        <a:pt x="-44" y="23537"/>
                      </a:cubicBezTo>
                      <a:close/>
                    </a:path>
                  </a:pathLst>
                </a:custGeom>
                <a:solidFill>
                  <a:srgbClr val="A1A6B2"/>
                </a:solidFill>
                <a:ln w="87213" cap="flat">
                  <a:noFill/>
                  <a:prstDash val="solid"/>
                  <a:miter/>
                </a:ln>
              </p:spPr>
              <p:txBody>
                <a:bodyPr rtlCol="0" anchor="ctr"/>
                <a:lstStyle/>
                <a:p>
                  <a:endParaRPr lang="en-IN" dirty="0"/>
                </a:p>
              </p:txBody>
            </p:sp>
            <p:sp>
              <p:nvSpPr>
                <p:cNvPr id="2823" name="Freeform: Shape 2822">
                  <a:extLst>
                    <a:ext uri="{FF2B5EF4-FFF2-40B4-BE49-F238E27FC236}">
                      <a16:creationId xmlns:a16="http://schemas.microsoft.com/office/drawing/2014/main" id="{CE0DAC0C-E03C-4192-D684-8CD33EA4FA26}"/>
                    </a:ext>
                  </a:extLst>
                </p:cNvPr>
                <p:cNvSpPr/>
                <p:nvPr/>
              </p:nvSpPr>
              <p:spPr>
                <a:xfrm>
                  <a:off x="2935595" y="4384502"/>
                  <a:ext cx="13114" cy="20984"/>
                </a:xfrm>
                <a:custGeom>
                  <a:avLst/>
                  <a:gdLst>
                    <a:gd name="connsiteX0" fmla="*/ 13071 w 13114"/>
                    <a:gd name="connsiteY0" fmla="*/ -70 h 20984"/>
                    <a:gd name="connsiteX1" fmla="*/ -44 w 13114"/>
                    <a:gd name="connsiteY1" fmla="*/ 20915 h 20984"/>
                    <a:gd name="connsiteX2" fmla="*/ 13071 w 13114"/>
                    <a:gd name="connsiteY2" fmla="*/ -70 h 20984"/>
                  </a:gdLst>
                  <a:ahLst/>
                  <a:cxnLst>
                    <a:cxn ang="0">
                      <a:pos x="connsiteX0" y="connsiteY0"/>
                    </a:cxn>
                    <a:cxn ang="0">
                      <a:pos x="connsiteX1" y="connsiteY1"/>
                    </a:cxn>
                    <a:cxn ang="0">
                      <a:pos x="connsiteX2" y="connsiteY2"/>
                    </a:cxn>
                  </a:cxnLst>
                  <a:rect l="l" t="t" r="r" b="b"/>
                  <a:pathLst>
                    <a:path w="13113" h="20984">
                      <a:moveTo>
                        <a:pt x="13071" y="-70"/>
                      </a:moveTo>
                      <a:lnTo>
                        <a:pt x="-44" y="20915"/>
                      </a:lnTo>
                      <a:cubicBezTo>
                        <a:pt x="1459" y="12494"/>
                        <a:pt x="6164" y="4975"/>
                        <a:pt x="13071" y="-70"/>
                      </a:cubicBezTo>
                      <a:close/>
                    </a:path>
                  </a:pathLst>
                </a:custGeom>
                <a:solidFill>
                  <a:srgbClr val="A3A8B4"/>
                </a:solidFill>
                <a:ln w="87213" cap="flat">
                  <a:noFill/>
                  <a:prstDash val="solid"/>
                  <a:miter/>
                </a:ln>
              </p:spPr>
              <p:txBody>
                <a:bodyPr rtlCol="0" anchor="ctr"/>
                <a:lstStyle/>
                <a:p>
                  <a:endParaRPr lang="en-IN" dirty="0"/>
                </a:p>
              </p:txBody>
            </p:sp>
            <p:sp>
              <p:nvSpPr>
                <p:cNvPr id="2824" name="Freeform: Shape 2823">
                  <a:extLst>
                    <a:ext uri="{FF2B5EF4-FFF2-40B4-BE49-F238E27FC236}">
                      <a16:creationId xmlns:a16="http://schemas.microsoft.com/office/drawing/2014/main" id="{1671F351-9030-2BA2-C4D7-4E0883E1D134}"/>
                    </a:ext>
                  </a:extLst>
                </p:cNvPr>
                <p:cNvSpPr/>
                <p:nvPr/>
              </p:nvSpPr>
              <p:spPr>
                <a:xfrm>
                  <a:off x="3037893" y="4367015"/>
                  <a:ext cx="19235" cy="13115"/>
                </a:xfrm>
                <a:custGeom>
                  <a:avLst/>
                  <a:gdLst>
                    <a:gd name="connsiteX0" fmla="*/ 19192 w 19235"/>
                    <a:gd name="connsiteY0" fmla="*/ 13045 h 13115"/>
                    <a:gd name="connsiteX1" fmla="*/ -44 w 19235"/>
                    <a:gd name="connsiteY1" fmla="*/ -70 h 13115"/>
                    <a:gd name="connsiteX2" fmla="*/ 19192 w 19235"/>
                    <a:gd name="connsiteY2" fmla="*/ 13045 h 13115"/>
                  </a:gdLst>
                  <a:ahLst/>
                  <a:cxnLst>
                    <a:cxn ang="0">
                      <a:pos x="connsiteX0" y="connsiteY0"/>
                    </a:cxn>
                    <a:cxn ang="0">
                      <a:pos x="connsiteX1" y="connsiteY1"/>
                    </a:cxn>
                    <a:cxn ang="0">
                      <a:pos x="connsiteX2" y="connsiteY2"/>
                    </a:cxn>
                  </a:cxnLst>
                  <a:rect l="l" t="t" r="r" b="b"/>
                  <a:pathLst>
                    <a:path w="19235" h="13115">
                      <a:moveTo>
                        <a:pt x="19192" y="13045"/>
                      </a:moveTo>
                      <a:lnTo>
                        <a:pt x="-44" y="-70"/>
                      </a:lnTo>
                      <a:cubicBezTo>
                        <a:pt x="7886" y="1504"/>
                        <a:pt x="14828" y="6242"/>
                        <a:pt x="19192" y="13045"/>
                      </a:cubicBezTo>
                      <a:close/>
                    </a:path>
                  </a:pathLst>
                </a:custGeom>
                <a:solidFill>
                  <a:srgbClr val="A1A6B2"/>
                </a:solidFill>
                <a:ln w="87213" cap="flat">
                  <a:noFill/>
                  <a:prstDash val="solid"/>
                  <a:miter/>
                </a:ln>
              </p:spPr>
              <p:txBody>
                <a:bodyPr rtlCol="0" anchor="ctr"/>
                <a:lstStyle/>
                <a:p>
                  <a:endParaRPr lang="en-IN" dirty="0"/>
                </a:p>
              </p:txBody>
            </p:sp>
            <p:sp>
              <p:nvSpPr>
                <p:cNvPr id="2825" name="Freeform: Shape 2824">
                  <a:extLst>
                    <a:ext uri="{FF2B5EF4-FFF2-40B4-BE49-F238E27FC236}">
                      <a16:creationId xmlns:a16="http://schemas.microsoft.com/office/drawing/2014/main" id="{CAE5A102-9E83-27B7-70A5-0EC2159B6C72}"/>
                    </a:ext>
                  </a:extLst>
                </p:cNvPr>
                <p:cNvSpPr/>
                <p:nvPr/>
              </p:nvSpPr>
              <p:spPr>
                <a:xfrm>
                  <a:off x="2955705" y="4492047"/>
                  <a:ext cx="23607" cy="15738"/>
                </a:xfrm>
                <a:custGeom>
                  <a:avLst/>
                  <a:gdLst>
                    <a:gd name="connsiteX0" fmla="*/ -44 w 23607"/>
                    <a:gd name="connsiteY0" fmla="*/ -70 h 15738"/>
                    <a:gd name="connsiteX1" fmla="*/ 23564 w 23607"/>
                    <a:gd name="connsiteY1" fmla="*/ 15668 h 15738"/>
                    <a:gd name="connsiteX2" fmla="*/ -44 w 23607"/>
                    <a:gd name="connsiteY2" fmla="*/ -70 h 15738"/>
                  </a:gdLst>
                  <a:ahLst/>
                  <a:cxnLst>
                    <a:cxn ang="0">
                      <a:pos x="connsiteX0" y="connsiteY0"/>
                    </a:cxn>
                    <a:cxn ang="0">
                      <a:pos x="connsiteX1" y="connsiteY1"/>
                    </a:cxn>
                    <a:cxn ang="0">
                      <a:pos x="connsiteX2" y="connsiteY2"/>
                    </a:cxn>
                  </a:cxnLst>
                  <a:rect l="l" t="t" r="r" b="b"/>
                  <a:pathLst>
                    <a:path w="23607" h="15738">
                      <a:moveTo>
                        <a:pt x="-44" y="-70"/>
                      </a:moveTo>
                      <a:lnTo>
                        <a:pt x="23564" y="15668"/>
                      </a:lnTo>
                      <a:cubicBezTo>
                        <a:pt x="14164" y="13194"/>
                        <a:pt x="5858" y="7651"/>
                        <a:pt x="-44" y="-70"/>
                      </a:cubicBezTo>
                      <a:close/>
                    </a:path>
                  </a:pathLst>
                </a:custGeom>
                <a:solidFill>
                  <a:srgbClr val="A3A8B4"/>
                </a:solidFill>
                <a:ln w="87213" cap="flat">
                  <a:noFill/>
                  <a:prstDash val="solid"/>
                  <a:miter/>
                </a:ln>
              </p:spPr>
              <p:txBody>
                <a:bodyPr rtlCol="0" anchor="ctr"/>
                <a:lstStyle/>
                <a:p>
                  <a:endParaRPr lang="en-IN" dirty="0"/>
                </a:p>
              </p:txBody>
            </p:sp>
            <p:sp>
              <p:nvSpPr>
                <p:cNvPr id="2826" name="Freeform: Shape 2825">
                  <a:extLst>
                    <a:ext uri="{FF2B5EF4-FFF2-40B4-BE49-F238E27FC236}">
                      <a16:creationId xmlns:a16="http://schemas.microsoft.com/office/drawing/2014/main" id="{C5D90352-A001-52EF-65EE-038676FF788B}"/>
                    </a:ext>
                  </a:extLst>
                </p:cNvPr>
                <p:cNvSpPr/>
                <p:nvPr/>
              </p:nvSpPr>
              <p:spPr>
                <a:xfrm>
                  <a:off x="2931147" y="4362394"/>
                  <a:ext cx="153638" cy="151285"/>
                </a:xfrm>
                <a:custGeom>
                  <a:avLst/>
                  <a:gdLst>
                    <a:gd name="connsiteX0" fmla="*/ 139054 w 153638"/>
                    <a:gd name="connsiteY0" fmla="*/ 119965 h 151285"/>
                    <a:gd name="connsiteX1" fmla="*/ 39404 w 153638"/>
                    <a:gd name="connsiteY1" fmla="*/ 138702 h 151285"/>
                    <a:gd name="connsiteX2" fmla="*/ 37629 w 153638"/>
                    <a:gd name="connsiteY2" fmla="*/ 137452 h 151285"/>
                    <a:gd name="connsiteX3" fmla="*/ 8216 w 153638"/>
                    <a:gd name="connsiteY3" fmla="*/ 41711 h 151285"/>
                    <a:gd name="connsiteX4" fmla="*/ 14022 w 153638"/>
                    <a:gd name="connsiteY4" fmla="*/ 32530 h 151285"/>
                    <a:gd name="connsiteX5" fmla="*/ 110515 w 153638"/>
                    <a:gd name="connsiteY5" fmla="*/ 10750 h 151285"/>
                    <a:gd name="connsiteX6" fmla="*/ 115446 w 153638"/>
                    <a:gd name="connsiteY6" fmla="*/ 14169 h 151285"/>
                    <a:gd name="connsiteX7" fmla="*/ 145585 w 153638"/>
                    <a:gd name="connsiteY7" fmla="*/ 109683 h 151285"/>
                    <a:gd name="connsiteX8" fmla="*/ 139054 w 153638"/>
                    <a:gd name="connsiteY8" fmla="*/ 119965 h 151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638" h="151285">
                      <a:moveTo>
                        <a:pt x="139054" y="119965"/>
                      </a:moveTo>
                      <a:cubicBezTo>
                        <a:pt x="116714" y="152657"/>
                        <a:pt x="72096" y="161051"/>
                        <a:pt x="39404" y="138702"/>
                      </a:cubicBezTo>
                      <a:cubicBezTo>
                        <a:pt x="38809" y="138300"/>
                        <a:pt x="38215" y="137880"/>
                        <a:pt x="37629" y="137452"/>
                      </a:cubicBezTo>
                      <a:cubicBezTo>
                        <a:pt x="3066" y="119134"/>
                        <a:pt x="-10101" y="76274"/>
                        <a:pt x="8216" y="41711"/>
                      </a:cubicBezTo>
                      <a:cubicBezTo>
                        <a:pt x="9912" y="38511"/>
                        <a:pt x="11853" y="35433"/>
                        <a:pt x="14022" y="32530"/>
                      </a:cubicBezTo>
                      <a:cubicBezTo>
                        <a:pt x="34657" y="-126"/>
                        <a:pt x="77858" y="-9884"/>
                        <a:pt x="110515" y="10750"/>
                      </a:cubicBezTo>
                      <a:cubicBezTo>
                        <a:pt x="112211" y="11817"/>
                        <a:pt x="113855" y="12962"/>
                        <a:pt x="115446" y="14169"/>
                      </a:cubicBezTo>
                      <a:cubicBezTo>
                        <a:pt x="150140" y="32224"/>
                        <a:pt x="163640" y="74989"/>
                        <a:pt x="145585" y="109683"/>
                      </a:cubicBezTo>
                      <a:cubicBezTo>
                        <a:pt x="143705" y="113294"/>
                        <a:pt x="141519" y="116730"/>
                        <a:pt x="139054" y="119965"/>
                      </a:cubicBezTo>
                      <a:close/>
                    </a:path>
                  </a:pathLst>
                </a:custGeom>
                <a:solidFill>
                  <a:srgbClr val="9197A5"/>
                </a:solidFill>
                <a:ln w="87213" cap="flat">
                  <a:noFill/>
                  <a:prstDash val="solid"/>
                  <a:miter/>
                </a:ln>
              </p:spPr>
              <p:txBody>
                <a:bodyPr rtlCol="0" anchor="ctr"/>
                <a:lstStyle/>
                <a:p>
                  <a:endParaRPr lang="en-IN" dirty="0"/>
                </a:p>
              </p:txBody>
            </p:sp>
            <p:sp>
              <p:nvSpPr>
                <p:cNvPr id="2827" name="Freeform: Shape 2826">
                  <a:extLst>
                    <a:ext uri="{FF2B5EF4-FFF2-40B4-BE49-F238E27FC236}">
                      <a16:creationId xmlns:a16="http://schemas.microsoft.com/office/drawing/2014/main" id="{4B0AD834-3367-1F64-9A63-A31794A68C6F}"/>
                    </a:ext>
                  </a:extLst>
                </p:cNvPr>
                <p:cNvSpPr/>
                <p:nvPr/>
              </p:nvSpPr>
              <p:spPr>
                <a:xfrm>
                  <a:off x="2946631" y="4371770"/>
                  <a:ext cx="129199" cy="128484"/>
                </a:xfrm>
                <a:custGeom>
                  <a:avLst/>
                  <a:gdLst>
                    <a:gd name="connsiteX0" fmla="*/ 118323 w 129199"/>
                    <a:gd name="connsiteY0" fmla="*/ 101846 h 128484"/>
                    <a:gd name="connsiteX1" fmla="*/ 30888 w 129199"/>
                    <a:gd name="connsiteY1" fmla="*/ 118458 h 128484"/>
                    <a:gd name="connsiteX2" fmla="*/ 9099 w 129199"/>
                    <a:gd name="connsiteY2" fmla="*/ 30866 h 128484"/>
                    <a:gd name="connsiteX3" fmla="*/ 96700 w 129199"/>
                    <a:gd name="connsiteY3" fmla="*/ 9077 h 128484"/>
                    <a:gd name="connsiteX4" fmla="*/ 100836 w 129199"/>
                    <a:gd name="connsiteY4" fmla="*/ 11788 h 128484"/>
                    <a:gd name="connsiteX5" fmla="*/ 118323 w 129199"/>
                    <a:gd name="connsiteY5" fmla="*/ 101846 h 12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99" h="128484">
                      <a:moveTo>
                        <a:pt x="118323" y="101846"/>
                      </a:moveTo>
                      <a:cubicBezTo>
                        <a:pt x="97968" y="129344"/>
                        <a:pt x="59908" y="136575"/>
                        <a:pt x="30888" y="118458"/>
                      </a:cubicBezTo>
                      <a:cubicBezTo>
                        <a:pt x="680" y="100289"/>
                        <a:pt x="-9070" y="61066"/>
                        <a:pt x="9099" y="30866"/>
                      </a:cubicBezTo>
                      <a:cubicBezTo>
                        <a:pt x="27277" y="657"/>
                        <a:pt x="66492" y="-9100"/>
                        <a:pt x="96700" y="9077"/>
                      </a:cubicBezTo>
                      <a:cubicBezTo>
                        <a:pt x="98116" y="9926"/>
                        <a:pt x="99489" y="10835"/>
                        <a:pt x="100836" y="11788"/>
                      </a:cubicBezTo>
                      <a:cubicBezTo>
                        <a:pt x="130188" y="32055"/>
                        <a:pt x="137952" y="72065"/>
                        <a:pt x="118323" y="101846"/>
                      </a:cubicBezTo>
                      <a:close/>
                    </a:path>
                  </a:pathLst>
                </a:custGeom>
                <a:solidFill>
                  <a:srgbClr val="898F9E"/>
                </a:solidFill>
                <a:ln w="87213" cap="flat">
                  <a:noFill/>
                  <a:prstDash val="solid"/>
                  <a:miter/>
                </a:ln>
              </p:spPr>
              <p:txBody>
                <a:bodyPr rtlCol="0" anchor="ctr"/>
                <a:lstStyle/>
                <a:p>
                  <a:endParaRPr lang="en-IN" dirty="0"/>
                </a:p>
              </p:txBody>
            </p:sp>
            <p:sp>
              <p:nvSpPr>
                <p:cNvPr id="2828" name="Freeform: Shape 2827">
                  <a:extLst>
                    <a:ext uri="{FF2B5EF4-FFF2-40B4-BE49-F238E27FC236}">
                      <a16:creationId xmlns:a16="http://schemas.microsoft.com/office/drawing/2014/main" id="{83D841C3-8C2B-EF78-DC0F-5B651DA81D88}"/>
                    </a:ext>
                  </a:extLst>
                </p:cNvPr>
                <p:cNvSpPr/>
                <p:nvPr/>
              </p:nvSpPr>
              <p:spPr>
                <a:xfrm>
                  <a:off x="2951718" y="4385995"/>
                  <a:ext cx="119142" cy="108003"/>
                </a:xfrm>
                <a:custGeom>
                  <a:avLst/>
                  <a:gdLst>
                    <a:gd name="connsiteX0" fmla="*/ 17058 w 119142"/>
                    <a:gd name="connsiteY0" fmla="*/ 96364 h 108003"/>
                    <a:gd name="connsiteX1" fmla="*/ 9189 w 119142"/>
                    <a:gd name="connsiteY1" fmla="*/ 88495 h 108003"/>
                    <a:gd name="connsiteX2" fmla="*/ 1319 w 119142"/>
                    <a:gd name="connsiteY2" fmla="*/ 75379 h 108003"/>
                    <a:gd name="connsiteX3" fmla="*/ 1319 w 119142"/>
                    <a:gd name="connsiteY3" fmla="*/ 75379 h 108003"/>
                    <a:gd name="connsiteX4" fmla="*/ 1319 w 119142"/>
                    <a:gd name="connsiteY4" fmla="*/ 66636 h 108003"/>
                    <a:gd name="connsiteX5" fmla="*/ 42921 w 119142"/>
                    <a:gd name="connsiteY5" fmla="*/ 771 h 108003"/>
                    <a:gd name="connsiteX6" fmla="*/ 45911 w 119142"/>
                    <a:gd name="connsiteY6" fmla="*/ 186 h 108003"/>
                    <a:gd name="connsiteX7" fmla="*/ 54655 w 119142"/>
                    <a:gd name="connsiteY7" fmla="*/ 186 h 108003"/>
                    <a:gd name="connsiteX8" fmla="*/ 70393 w 119142"/>
                    <a:gd name="connsiteY8" fmla="*/ 186 h 108003"/>
                    <a:gd name="connsiteX9" fmla="*/ 80885 w 119142"/>
                    <a:gd name="connsiteY9" fmla="*/ 186 h 108003"/>
                    <a:gd name="connsiteX10" fmla="*/ 98372 w 119142"/>
                    <a:gd name="connsiteY10" fmla="*/ 12426 h 108003"/>
                    <a:gd name="connsiteX11" fmla="*/ 106241 w 119142"/>
                    <a:gd name="connsiteY11" fmla="*/ 19421 h 108003"/>
                    <a:gd name="connsiteX12" fmla="*/ 112361 w 119142"/>
                    <a:gd name="connsiteY12" fmla="*/ 27290 h 108003"/>
                    <a:gd name="connsiteX13" fmla="*/ 118482 w 119142"/>
                    <a:gd name="connsiteY13" fmla="*/ 67510 h 108003"/>
                    <a:gd name="connsiteX14" fmla="*/ 118482 w 119142"/>
                    <a:gd name="connsiteY14" fmla="*/ 72756 h 108003"/>
                    <a:gd name="connsiteX15" fmla="*/ 118482 w 119142"/>
                    <a:gd name="connsiteY15" fmla="*/ 72756 h 108003"/>
                    <a:gd name="connsiteX16" fmla="*/ 118482 w 119142"/>
                    <a:gd name="connsiteY16" fmla="*/ 83248 h 108003"/>
                    <a:gd name="connsiteX17" fmla="*/ 118482 w 119142"/>
                    <a:gd name="connsiteY17" fmla="*/ 83248 h 108003"/>
                    <a:gd name="connsiteX18" fmla="*/ 111487 w 119142"/>
                    <a:gd name="connsiteY18" fmla="*/ 91118 h 108003"/>
                    <a:gd name="connsiteX19" fmla="*/ 66895 w 119142"/>
                    <a:gd name="connsiteY19" fmla="*/ 107730 h 108003"/>
                    <a:gd name="connsiteX20" fmla="*/ 57278 w 119142"/>
                    <a:gd name="connsiteY20" fmla="*/ 107730 h 108003"/>
                    <a:gd name="connsiteX21" fmla="*/ 47660 w 119142"/>
                    <a:gd name="connsiteY21" fmla="*/ 107730 h 108003"/>
                    <a:gd name="connsiteX22" fmla="*/ 17058 w 119142"/>
                    <a:gd name="connsiteY22" fmla="*/ 96364 h 10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141" h="108003">
                      <a:moveTo>
                        <a:pt x="17058" y="96364"/>
                      </a:moveTo>
                      <a:cubicBezTo>
                        <a:pt x="17058" y="96364"/>
                        <a:pt x="10937" y="96364"/>
                        <a:pt x="9189" y="88495"/>
                      </a:cubicBezTo>
                      <a:cubicBezTo>
                        <a:pt x="5936" y="84534"/>
                        <a:pt x="3287" y="80110"/>
                        <a:pt x="1319" y="75379"/>
                      </a:cubicBezTo>
                      <a:lnTo>
                        <a:pt x="1319" y="75379"/>
                      </a:lnTo>
                      <a:cubicBezTo>
                        <a:pt x="1319" y="75379"/>
                        <a:pt x="1319" y="70133"/>
                        <a:pt x="1319" y="66636"/>
                      </a:cubicBezTo>
                      <a:cubicBezTo>
                        <a:pt x="-5378" y="36961"/>
                        <a:pt x="13245" y="7477"/>
                        <a:pt x="42921" y="771"/>
                      </a:cubicBezTo>
                      <a:cubicBezTo>
                        <a:pt x="43909" y="553"/>
                        <a:pt x="44905" y="352"/>
                        <a:pt x="45911" y="186"/>
                      </a:cubicBezTo>
                      <a:lnTo>
                        <a:pt x="54655" y="186"/>
                      </a:lnTo>
                      <a:lnTo>
                        <a:pt x="70393" y="186"/>
                      </a:lnTo>
                      <a:cubicBezTo>
                        <a:pt x="73882" y="-155"/>
                        <a:pt x="77396" y="-155"/>
                        <a:pt x="80885" y="186"/>
                      </a:cubicBezTo>
                      <a:cubicBezTo>
                        <a:pt x="87994" y="2039"/>
                        <a:pt x="94201" y="6376"/>
                        <a:pt x="98372" y="12426"/>
                      </a:cubicBezTo>
                      <a:lnTo>
                        <a:pt x="106241" y="19421"/>
                      </a:lnTo>
                      <a:lnTo>
                        <a:pt x="112361" y="27290"/>
                      </a:lnTo>
                      <a:cubicBezTo>
                        <a:pt x="117538" y="40029"/>
                        <a:pt x="119636" y="53809"/>
                        <a:pt x="118482" y="67510"/>
                      </a:cubicBezTo>
                      <a:cubicBezTo>
                        <a:pt x="118858" y="69241"/>
                        <a:pt x="118858" y="71025"/>
                        <a:pt x="118482" y="72756"/>
                      </a:cubicBezTo>
                      <a:lnTo>
                        <a:pt x="118482" y="72756"/>
                      </a:lnTo>
                      <a:cubicBezTo>
                        <a:pt x="119304" y="76210"/>
                        <a:pt x="119304" y="79795"/>
                        <a:pt x="118482" y="83248"/>
                      </a:cubicBezTo>
                      <a:lnTo>
                        <a:pt x="118482" y="83248"/>
                      </a:lnTo>
                      <a:cubicBezTo>
                        <a:pt x="118482" y="83248"/>
                        <a:pt x="118482" y="90243"/>
                        <a:pt x="111487" y="91118"/>
                      </a:cubicBezTo>
                      <a:cubicBezTo>
                        <a:pt x="99228" y="102047"/>
                        <a:pt x="83315" y="107975"/>
                        <a:pt x="66895" y="107730"/>
                      </a:cubicBezTo>
                      <a:lnTo>
                        <a:pt x="57278" y="107730"/>
                      </a:lnTo>
                      <a:cubicBezTo>
                        <a:pt x="57278" y="107730"/>
                        <a:pt x="50283" y="107730"/>
                        <a:pt x="47660" y="107730"/>
                      </a:cubicBezTo>
                      <a:cubicBezTo>
                        <a:pt x="36241" y="108937"/>
                        <a:pt x="24918" y="104731"/>
                        <a:pt x="17058" y="96364"/>
                      </a:cubicBezTo>
                      <a:close/>
                    </a:path>
                  </a:pathLst>
                </a:custGeom>
                <a:solidFill>
                  <a:srgbClr val="858C9B"/>
                </a:solidFill>
                <a:ln w="87213" cap="flat">
                  <a:noFill/>
                  <a:prstDash val="solid"/>
                  <a:miter/>
                </a:ln>
              </p:spPr>
              <p:txBody>
                <a:bodyPr rtlCol="0" anchor="ctr"/>
                <a:lstStyle/>
                <a:p>
                  <a:endParaRPr lang="en-IN" dirty="0"/>
                </a:p>
              </p:txBody>
            </p:sp>
            <p:sp>
              <p:nvSpPr>
                <p:cNvPr id="2829" name="Freeform: Shape 2828">
                  <a:extLst>
                    <a:ext uri="{FF2B5EF4-FFF2-40B4-BE49-F238E27FC236}">
                      <a16:creationId xmlns:a16="http://schemas.microsoft.com/office/drawing/2014/main" id="{EF39C889-BBCE-B3B0-7A31-A2E858760296}"/>
                    </a:ext>
                  </a:extLst>
                </p:cNvPr>
                <p:cNvSpPr/>
                <p:nvPr/>
              </p:nvSpPr>
              <p:spPr>
                <a:xfrm>
                  <a:off x="3029150" y="4382690"/>
                  <a:ext cx="17486" cy="12304"/>
                </a:xfrm>
                <a:custGeom>
                  <a:avLst/>
                  <a:gdLst>
                    <a:gd name="connsiteX0" fmla="*/ 17443 w 17486"/>
                    <a:gd name="connsiteY0" fmla="*/ 12234 h 12304"/>
                    <a:gd name="connsiteX1" fmla="*/ -44 w 17486"/>
                    <a:gd name="connsiteY1" fmla="*/ -7 h 12304"/>
                    <a:gd name="connsiteX2" fmla="*/ 17443 w 17486"/>
                    <a:gd name="connsiteY2" fmla="*/ 12234 h 12304"/>
                  </a:gdLst>
                  <a:ahLst/>
                  <a:cxnLst>
                    <a:cxn ang="0">
                      <a:pos x="connsiteX0" y="connsiteY0"/>
                    </a:cxn>
                    <a:cxn ang="0">
                      <a:pos x="connsiteX1" y="connsiteY1"/>
                    </a:cxn>
                    <a:cxn ang="0">
                      <a:pos x="connsiteX2" y="connsiteY2"/>
                    </a:cxn>
                  </a:cxnLst>
                  <a:rect l="l" t="t" r="r" b="b"/>
                  <a:pathLst>
                    <a:path w="17486" h="12304">
                      <a:moveTo>
                        <a:pt x="17443" y="12234"/>
                      </a:moveTo>
                      <a:lnTo>
                        <a:pt x="-44" y="-7"/>
                      </a:lnTo>
                      <a:cubicBezTo>
                        <a:pt x="7982" y="-706"/>
                        <a:pt x="15353" y="4453"/>
                        <a:pt x="17443" y="12234"/>
                      </a:cubicBezTo>
                      <a:close/>
                    </a:path>
                  </a:pathLst>
                </a:custGeom>
                <a:solidFill>
                  <a:srgbClr val="868C9C"/>
                </a:solidFill>
                <a:ln w="87213" cap="flat">
                  <a:noFill/>
                  <a:prstDash val="solid"/>
                  <a:miter/>
                </a:ln>
              </p:spPr>
              <p:txBody>
                <a:bodyPr rtlCol="0" anchor="ctr"/>
                <a:lstStyle/>
                <a:p>
                  <a:endParaRPr lang="en-IN" dirty="0"/>
                </a:p>
              </p:txBody>
            </p:sp>
            <p:sp>
              <p:nvSpPr>
                <p:cNvPr id="2830" name="Freeform: Shape 2829">
                  <a:extLst>
                    <a:ext uri="{FF2B5EF4-FFF2-40B4-BE49-F238E27FC236}">
                      <a16:creationId xmlns:a16="http://schemas.microsoft.com/office/drawing/2014/main" id="{91BDD37F-CDB0-FC67-E53B-772070FD4EE6}"/>
                    </a:ext>
                  </a:extLst>
                </p:cNvPr>
                <p:cNvSpPr/>
                <p:nvPr/>
              </p:nvSpPr>
              <p:spPr>
                <a:xfrm>
                  <a:off x="2968820" y="4482429"/>
                  <a:ext cx="18361" cy="11474"/>
                </a:xfrm>
                <a:custGeom>
                  <a:avLst/>
                  <a:gdLst>
                    <a:gd name="connsiteX0" fmla="*/ -44 w 18361"/>
                    <a:gd name="connsiteY0" fmla="*/ -70 h 11474"/>
                    <a:gd name="connsiteX1" fmla="*/ 18317 w 18361"/>
                    <a:gd name="connsiteY1" fmla="*/ 11296 h 11474"/>
                    <a:gd name="connsiteX2" fmla="*/ -44 w 18361"/>
                    <a:gd name="connsiteY2" fmla="*/ -70 h 11474"/>
                  </a:gdLst>
                  <a:ahLst/>
                  <a:cxnLst>
                    <a:cxn ang="0">
                      <a:pos x="connsiteX0" y="connsiteY0"/>
                    </a:cxn>
                    <a:cxn ang="0">
                      <a:pos x="connsiteX1" y="connsiteY1"/>
                    </a:cxn>
                    <a:cxn ang="0">
                      <a:pos x="connsiteX2" y="connsiteY2"/>
                    </a:cxn>
                  </a:cxnLst>
                  <a:rect l="l" t="t" r="r" b="b"/>
                  <a:pathLst>
                    <a:path w="18361" h="11474">
                      <a:moveTo>
                        <a:pt x="-44" y="-70"/>
                      </a:moveTo>
                      <a:lnTo>
                        <a:pt x="18317" y="11296"/>
                      </a:lnTo>
                      <a:cubicBezTo>
                        <a:pt x="10308" y="12188"/>
                        <a:pt x="2728" y="7493"/>
                        <a:pt x="-44" y="-70"/>
                      </a:cubicBezTo>
                      <a:close/>
                    </a:path>
                  </a:pathLst>
                </a:custGeom>
                <a:solidFill>
                  <a:srgbClr val="868C9C"/>
                </a:solidFill>
                <a:ln w="87213" cap="flat">
                  <a:noFill/>
                  <a:prstDash val="solid"/>
                  <a:miter/>
                </a:ln>
              </p:spPr>
              <p:txBody>
                <a:bodyPr rtlCol="0" anchor="ctr"/>
                <a:lstStyle/>
                <a:p>
                  <a:endParaRPr lang="en-IN" dirty="0"/>
                </a:p>
              </p:txBody>
            </p:sp>
            <p:sp>
              <p:nvSpPr>
                <p:cNvPr id="2831" name="Freeform: Shape 2830">
                  <a:extLst>
                    <a:ext uri="{FF2B5EF4-FFF2-40B4-BE49-F238E27FC236}">
                      <a16:creationId xmlns:a16="http://schemas.microsoft.com/office/drawing/2014/main" id="{511E577D-A3A7-5484-844C-18FC2DF7D2FA}"/>
                    </a:ext>
                  </a:extLst>
                </p:cNvPr>
                <p:cNvSpPr/>
                <p:nvPr/>
              </p:nvSpPr>
              <p:spPr>
                <a:xfrm>
                  <a:off x="3002919" y="4377875"/>
                  <a:ext cx="15738" cy="3226"/>
                </a:xfrm>
                <a:custGeom>
                  <a:avLst/>
                  <a:gdLst>
                    <a:gd name="connsiteX0" fmla="*/ 15694 w 15738"/>
                    <a:gd name="connsiteY0" fmla="*/ 2186 h 3226"/>
                    <a:gd name="connsiteX1" fmla="*/ -44 w 15738"/>
                    <a:gd name="connsiteY1" fmla="*/ 2186 h 3226"/>
                    <a:gd name="connsiteX2" fmla="*/ 15694 w 15738"/>
                    <a:gd name="connsiteY2" fmla="*/ 2186 h 3226"/>
                  </a:gdLst>
                  <a:ahLst/>
                  <a:cxnLst>
                    <a:cxn ang="0">
                      <a:pos x="connsiteX0" y="connsiteY0"/>
                    </a:cxn>
                    <a:cxn ang="0">
                      <a:pos x="connsiteX1" y="connsiteY1"/>
                    </a:cxn>
                    <a:cxn ang="0">
                      <a:pos x="connsiteX2" y="connsiteY2"/>
                    </a:cxn>
                  </a:cxnLst>
                  <a:rect l="l" t="t" r="r" b="b"/>
                  <a:pathLst>
                    <a:path w="15738" h="3226">
                      <a:moveTo>
                        <a:pt x="15694" y="2186"/>
                      </a:moveTo>
                      <a:cubicBezTo>
                        <a:pt x="10527" y="3480"/>
                        <a:pt x="5123" y="3480"/>
                        <a:pt x="-44" y="2186"/>
                      </a:cubicBezTo>
                      <a:cubicBezTo>
                        <a:pt x="4773" y="-822"/>
                        <a:pt x="10877" y="-822"/>
                        <a:pt x="15694" y="2186"/>
                      </a:cubicBezTo>
                      <a:close/>
                    </a:path>
                  </a:pathLst>
                </a:custGeom>
                <a:solidFill>
                  <a:srgbClr val="868C9C"/>
                </a:solidFill>
                <a:ln w="87213" cap="flat">
                  <a:noFill/>
                  <a:prstDash val="solid"/>
                  <a:miter/>
                </a:ln>
              </p:spPr>
              <p:txBody>
                <a:bodyPr rtlCol="0" anchor="ctr"/>
                <a:lstStyle/>
                <a:p>
                  <a:endParaRPr lang="en-IN" dirty="0"/>
                </a:p>
              </p:txBody>
            </p:sp>
            <p:sp>
              <p:nvSpPr>
                <p:cNvPr id="2832" name="Freeform: Shape 2831">
                  <a:extLst>
                    <a:ext uri="{FF2B5EF4-FFF2-40B4-BE49-F238E27FC236}">
                      <a16:creationId xmlns:a16="http://schemas.microsoft.com/office/drawing/2014/main" id="{8C149BD1-4B32-14D3-2A1C-5B5840518965}"/>
                    </a:ext>
                  </a:extLst>
                </p:cNvPr>
                <p:cNvSpPr/>
                <p:nvPr/>
              </p:nvSpPr>
              <p:spPr>
                <a:xfrm>
                  <a:off x="2952970" y="4457073"/>
                  <a:ext cx="7981" cy="13115"/>
                </a:xfrm>
                <a:custGeom>
                  <a:avLst/>
                  <a:gdLst>
                    <a:gd name="connsiteX0" fmla="*/ 67 w 7981"/>
                    <a:gd name="connsiteY0" fmla="*/ -70 h 13115"/>
                    <a:gd name="connsiteX1" fmla="*/ 7937 w 7981"/>
                    <a:gd name="connsiteY1" fmla="*/ 13045 h 13115"/>
                    <a:gd name="connsiteX2" fmla="*/ 67 w 7981"/>
                    <a:gd name="connsiteY2" fmla="*/ -70 h 13115"/>
                  </a:gdLst>
                  <a:ahLst/>
                  <a:cxnLst>
                    <a:cxn ang="0">
                      <a:pos x="connsiteX0" y="connsiteY0"/>
                    </a:cxn>
                    <a:cxn ang="0">
                      <a:pos x="connsiteX1" y="connsiteY1"/>
                    </a:cxn>
                    <a:cxn ang="0">
                      <a:pos x="connsiteX2" y="connsiteY2"/>
                    </a:cxn>
                  </a:cxnLst>
                  <a:rect l="l" t="t" r="r" b="b"/>
                  <a:pathLst>
                    <a:path w="7980" h="13115">
                      <a:moveTo>
                        <a:pt x="67" y="-70"/>
                      </a:moveTo>
                      <a:cubicBezTo>
                        <a:pt x="3678" y="3628"/>
                        <a:pt x="6371" y="8123"/>
                        <a:pt x="7937" y="13045"/>
                      </a:cubicBezTo>
                      <a:cubicBezTo>
                        <a:pt x="2568" y="11051"/>
                        <a:pt x="-702" y="5605"/>
                        <a:pt x="67" y="-70"/>
                      </a:cubicBezTo>
                      <a:close/>
                    </a:path>
                  </a:pathLst>
                </a:custGeom>
                <a:solidFill>
                  <a:srgbClr val="868C9C"/>
                </a:solidFill>
                <a:ln w="87213" cap="flat">
                  <a:noFill/>
                  <a:prstDash val="solid"/>
                  <a:miter/>
                </a:ln>
              </p:spPr>
              <p:txBody>
                <a:bodyPr rtlCol="0" anchor="ctr"/>
                <a:lstStyle/>
                <a:p>
                  <a:endParaRPr lang="en-IN" dirty="0"/>
                </a:p>
              </p:txBody>
            </p:sp>
            <p:sp>
              <p:nvSpPr>
                <p:cNvPr id="2833" name="Freeform: Shape 2832">
                  <a:extLst>
                    <a:ext uri="{FF2B5EF4-FFF2-40B4-BE49-F238E27FC236}">
                      <a16:creationId xmlns:a16="http://schemas.microsoft.com/office/drawing/2014/main" id="{E278FD94-517A-EE83-33F4-2D19C11DE2BE}"/>
                    </a:ext>
                  </a:extLst>
                </p:cNvPr>
                <p:cNvSpPr/>
                <p:nvPr/>
              </p:nvSpPr>
              <p:spPr>
                <a:xfrm>
                  <a:off x="3059752" y="4457322"/>
                  <a:ext cx="1942" cy="11116"/>
                </a:xfrm>
                <a:custGeom>
                  <a:avLst/>
                  <a:gdLst>
                    <a:gd name="connsiteX0" fmla="*/ -44 w 1942"/>
                    <a:gd name="connsiteY0" fmla="*/ 11047 h 11116"/>
                    <a:gd name="connsiteX1" fmla="*/ -44 w 1942"/>
                    <a:gd name="connsiteY1" fmla="*/ 555 h 11116"/>
                    <a:gd name="connsiteX2" fmla="*/ -44 w 1942"/>
                    <a:gd name="connsiteY2" fmla="*/ 11047 h 11116"/>
                  </a:gdLst>
                  <a:ahLst/>
                  <a:cxnLst>
                    <a:cxn ang="0">
                      <a:pos x="connsiteX0" y="connsiteY0"/>
                    </a:cxn>
                    <a:cxn ang="0">
                      <a:pos x="connsiteX1" y="connsiteY1"/>
                    </a:cxn>
                    <a:cxn ang="0">
                      <a:pos x="connsiteX2" y="connsiteY2"/>
                    </a:cxn>
                  </a:cxnLst>
                  <a:rect l="l" t="t" r="r" b="b"/>
                  <a:pathLst>
                    <a:path w="1942" h="11116">
                      <a:moveTo>
                        <a:pt x="-44" y="11047"/>
                      </a:moveTo>
                      <a:cubicBezTo>
                        <a:pt x="-44" y="11047"/>
                        <a:pt x="-44" y="4053"/>
                        <a:pt x="-44" y="555"/>
                      </a:cubicBezTo>
                      <a:cubicBezTo>
                        <a:pt x="-44" y="-2942"/>
                        <a:pt x="4327" y="9298"/>
                        <a:pt x="-44" y="11047"/>
                      </a:cubicBezTo>
                      <a:close/>
                    </a:path>
                  </a:pathLst>
                </a:custGeom>
                <a:solidFill>
                  <a:srgbClr val="868C9C"/>
                </a:solidFill>
                <a:ln w="87213" cap="flat">
                  <a:noFill/>
                  <a:prstDash val="solid"/>
                  <a:miter/>
                </a:ln>
              </p:spPr>
              <p:txBody>
                <a:bodyPr rtlCol="0" anchor="ctr"/>
                <a:lstStyle/>
                <a:p>
                  <a:endParaRPr lang="en-IN" dirty="0"/>
                </a:p>
              </p:txBody>
            </p:sp>
            <p:sp>
              <p:nvSpPr>
                <p:cNvPr id="2834" name="Freeform: Shape 2833">
                  <a:extLst>
                    <a:ext uri="{FF2B5EF4-FFF2-40B4-BE49-F238E27FC236}">
                      <a16:creationId xmlns:a16="http://schemas.microsoft.com/office/drawing/2014/main" id="{E42D0E19-BC7B-3C38-7D41-8C4C3C88FF67}"/>
                    </a:ext>
                  </a:extLst>
                </p:cNvPr>
                <p:cNvSpPr/>
                <p:nvPr/>
              </p:nvSpPr>
              <p:spPr>
                <a:xfrm>
                  <a:off x="3051009" y="4474498"/>
                  <a:ext cx="9467" cy="7930"/>
                </a:xfrm>
                <a:custGeom>
                  <a:avLst/>
                  <a:gdLst>
                    <a:gd name="connsiteX0" fmla="*/ -44 w 9467"/>
                    <a:gd name="connsiteY0" fmla="*/ 7860 h 7930"/>
                    <a:gd name="connsiteX1" fmla="*/ 6950 w 9467"/>
                    <a:gd name="connsiteY1" fmla="*/ -9 h 7930"/>
                    <a:gd name="connsiteX2" fmla="*/ -44 w 9467"/>
                    <a:gd name="connsiteY2" fmla="*/ 7860 h 7930"/>
                  </a:gdLst>
                  <a:ahLst/>
                  <a:cxnLst>
                    <a:cxn ang="0">
                      <a:pos x="connsiteX0" y="connsiteY0"/>
                    </a:cxn>
                    <a:cxn ang="0">
                      <a:pos x="connsiteX1" y="connsiteY1"/>
                    </a:cxn>
                    <a:cxn ang="0">
                      <a:pos x="connsiteX2" y="connsiteY2"/>
                    </a:cxn>
                  </a:cxnLst>
                  <a:rect l="l" t="t" r="r" b="b"/>
                  <a:pathLst>
                    <a:path w="9467" h="7929">
                      <a:moveTo>
                        <a:pt x="-44" y="7860"/>
                      </a:moveTo>
                      <a:cubicBezTo>
                        <a:pt x="-44" y="7860"/>
                        <a:pt x="-44" y="865"/>
                        <a:pt x="6950" y="-9"/>
                      </a:cubicBezTo>
                      <a:cubicBezTo>
                        <a:pt x="13945" y="-883"/>
                        <a:pt x="4327" y="7860"/>
                        <a:pt x="-44" y="7860"/>
                      </a:cubicBezTo>
                      <a:close/>
                    </a:path>
                  </a:pathLst>
                </a:custGeom>
                <a:solidFill>
                  <a:srgbClr val="868C9C"/>
                </a:solidFill>
                <a:ln w="87213" cap="flat">
                  <a:noFill/>
                  <a:prstDash val="solid"/>
                  <a:miter/>
                </a:ln>
              </p:spPr>
              <p:txBody>
                <a:bodyPr rtlCol="0" anchor="ctr"/>
                <a:lstStyle/>
                <a:p>
                  <a:endParaRPr lang="en-IN" dirty="0"/>
                </a:p>
              </p:txBody>
            </p:sp>
            <p:sp>
              <p:nvSpPr>
                <p:cNvPr id="2835" name="Freeform: Shape 2834">
                  <a:extLst>
                    <a:ext uri="{FF2B5EF4-FFF2-40B4-BE49-F238E27FC236}">
                      <a16:creationId xmlns:a16="http://schemas.microsoft.com/office/drawing/2014/main" id="{01840A6C-D836-CB84-15CD-85C6F3D83036}"/>
                    </a:ext>
                  </a:extLst>
                </p:cNvPr>
                <p:cNvSpPr/>
                <p:nvPr/>
              </p:nvSpPr>
              <p:spPr>
                <a:xfrm>
                  <a:off x="2948418" y="4445706"/>
                  <a:ext cx="1165" cy="9614"/>
                </a:xfrm>
                <a:custGeom>
                  <a:avLst/>
                  <a:gdLst>
                    <a:gd name="connsiteX0" fmla="*/ 1122 w 1165"/>
                    <a:gd name="connsiteY0" fmla="*/ -70 h 9614"/>
                    <a:gd name="connsiteX1" fmla="*/ 1122 w 1165"/>
                    <a:gd name="connsiteY1" fmla="*/ 8673 h 9614"/>
                    <a:gd name="connsiteX2" fmla="*/ 1122 w 1165"/>
                    <a:gd name="connsiteY2" fmla="*/ -70 h 9614"/>
                  </a:gdLst>
                  <a:ahLst/>
                  <a:cxnLst>
                    <a:cxn ang="0">
                      <a:pos x="connsiteX0" y="connsiteY0"/>
                    </a:cxn>
                    <a:cxn ang="0">
                      <a:pos x="connsiteX1" y="connsiteY1"/>
                    </a:cxn>
                    <a:cxn ang="0">
                      <a:pos x="connsiteX2" y="connsiteY2"/>
                    </a:cxn>
                  </a:cxnLst>
                  <a:rect l="l" t="t" r="r" b="b"/>
                  <a:pathLst>
                    <a:path w="1165" h="9614">
                      <a:moveTo>
                        <a:pt x="1122" y="-70"/>
                      </a:moveTo>
                      <a:cubicBezTo>
                        <a:pt x="1122" y="-70"/>
                        <a:pt x="1122" y="5176"/>
                        <a:pt x="1122" y="8673"/>
                      </a:cubicBezTo>
                      <a:cubicBezTo>
                        <a:pt x="1122" y="12171"/>
                        <a:pt x="-1501" y="4301"/>
                        <a:pt x="1122" y="-70"/>
                      </a:cubicBezTo>
                      <a:close/>
                    </a:path>
                  </a:pathLst>
                </a:custGeom>
                <a:solidFill>
                  <a:srgbClr val="868C9C"/>
                </a:solidFill>
                <a:ln w="87213" cap="flat">
                  <a:noFill/>
                  <a:prstDash val="solid"/>
                  <a:miter/>
                </a:ln>
              </p:spPr>
              <p:txBody>
                <a:bodyPr rtlCol="0" anchor="ctr"/>
                <a:lstStyle/>
                <a:p>
                  <a:endParaRPr lang="en-IN" dirty="0"/>
                </a:p>
              </p:txBody>
            </p:sp>
            <p:sp>
              <p:nvSpPr>
                <p:cNvPr id="2836" name="Freeform: Shape 2835">
                  <a:extLst>
                    <a:ext uri="{FF2B5EF4-FFF2-40B4-BE49-F238E27FC236}">
                      <a16:creationId xmlns:a16="http://schemas.microsoft.com/office/drawing/2014/main" id="{16B330DE-FFF1-238C-9D45-82E8FEE90D5E}"/>
                    </a:ext>
                  </a:extLst>
                </p:cNvPr>
                <p:cNvSpPr/>
                <p:nvPr/>
              </p:nvSpPr>
              <p:spPr>
                <a:xfrm>
                  <a:off x="2996799" y="4492156"/>
                  <a:ext cx="9617" cy="2622"/>
                </a:xfrm>
                <a:custGeom>
                  <a:avLst/>
                  <a:gdLst>
                    <a:gd name="connsiteX0" fmla="*/ -44 w 9617"/>
                    <a:gd name="connsiteY0" fmla="*/ 1569 h 2622"/>
                    <a:gd name="connsiteX1" fmla="*/ 9574 w 9617"/>
                    <a:gd name="connsiteY1" fmla="*/ 1569 h 2622"/>
                    <a:gd name="connsiteX2" fmla="*/ -44 w 9617"/>
                    <a:gd name="connsiteY2" fmla="*/ 1569 h 2622"/>
                  </a:gdLst>
                  <a:ahLst/>
                  <a:cxnLst>
                    <a:cxn ang="0">
                      <a:pos x="connsiteX0" y="connsiteY0"/>
                    </a:cxn>
                    <a:cxn ang="0">
                      <a:pos x="connsiteX1" y="connsiteY1"/>
                    </a:cxn>
                    <a:cxn ang="0">
                      <a:pos x="connsiteX2" y="connsiteY2"/>
                    </a:cxn>
                  </a:cxnLst>
                  <a:rect l="l" t="t" r="r" b="b"/>
                  <a:pathLst>
                    <a:path w="9617" h="2622">
                      <a:moveTo>
                        <a:pt x="-44" y="1569"/>
                      </a:moveTo>
                      <a:cubicBezTo>
                        <a:pt x="2789" y="-616"/>
                        <a:pt x="6741" y="-616"/>
                        <a:pt x="9574" y="1569"/>
                      </a:cubicBezTo>
                      <a:cubicBezTo>
                        <a:pt x="6505" y="2880"/>
                        <a:pt x="3025" y="2880"/>
                        <a:pt x="-44" y="1569"/>
                      </a:cubicBezTo>
                      <a:close/>
                    </a:path>
                  </a:pathLst>
                </a:custGeom>
                <a:solidFill>
                  <a:srgbClr val="868C9C"/>
                </a:solidFill>
                <a:ln w="87213" cap="flat">
                  <a:noFill/>
                  <a:prstDash val="solid"/>
                  <a:miter/>
                </a:ln>
              </p:spPr>
              <p:txBody>
                <a:bodyPr rtlCol="0" anchor="ctr"/>
                <a:lstStyle/>
                <a:p>
                  <a:endParaRPr lang="en-IN" dirty="0"/>
                </a:p>
              </p:txBody>
            </p:sp>
            <p:sp>
              <p:nvSpPr>
                <p:cNvPr id="2837" name="Freeform: Shape 2836">
                  <a:extLst>
                    <a:ext uri="{FF2B5EF4-FFF2-40B4-BE49-F238E27FC236}">
                      <a16:creationId xmlns:a16="http://schemas.microsoft.com/office/drawing/2014/main" id="{17892154-083D-5237-54BB-578145875C86}"/>
                    </a:ext>
                  </a:extLst>
                </p:cNvPr>
                <p:cNvSpPr/>
                <p:nvPr/>
              </p:nvSpPr>
              <p:spPr>
                <a:xfrm>
                  <a:off x="3054506" y="4403737"/>
                  <a:ext cx="6120" cy="7869"/>
                </a:xfrm>
                <a:custGeom>
                  <a:avLst/>
                  <a:gdLst>
                    <a:gd name="connsiteX0" fmla="*/ 6076 w 6120"/>
                    <a:gd name="connsiteY0" fmla="*/ 7799 h 7869"/>
                    <a:gd name="connsiteX1" fmla="*/ -44 w 6120"/>
                    <a:gd name="connsiteY1" fmla="*/ -70 h 7869"/>
                    <a:gd name="connsiteX2" fmla="*/ 6076 w 6120"/>
                    <a:gd name="connsiteY2" fmla="*/ 7799 h 7869"/>
                  </a:gdLst>
                  <a:ahLst/>
                  <a:cxnLst>
                    <a:cxn ang="0">
                      <a:pos x="connsiteX0" y="connsiteY0"/>
                    </a:cxn>
                    <a:cxn ang="0">
                      <a:pos x="connsiteX1" y="connsiteY1"/>
                    </a:cxn>
                    <a:cxn ang="0">
                      <a:pos x="connsiteX2" y="connsiteY2"/>
                    </a:cxn>
                  </a:cxnLst>
                  <a:rect l="l" t="t" r="r" b="b"/>
                  <a:pathLst>
                    <a:path w="6120" h="7869">
                      <a:moveTo>
                        <a:pt x="6076" y="7799"/>
                      </a:moveTo>
                      <a:cubicBezTo>
                        <a:pt x="2937" y="6260"/>
                        <a:pt x="672" y="3357"/>
                        <a:pt x="-44" y="-70"/>
                      </a:cubicBezTo>
                      <a:cubicBezTo>
                        <a:pt x="3103" y="1469"/>
                        <a:pt x="5359" y="4372"/>
                        <a:pt x="6076" y="7799"/>
                      </a:cubicBezTo>
                      <a:close/>
                    </a:path>
                  </a:pathLst>
                </a:custGeom>
                <a:solidFill>
                  <a:srgbClr val="868C9C"/>
                </a:solidFill>
                <a:ln w="87213" cap="flat">
                  <a:noFill/>
                  <a:prstDash val="solid"/>
                  <a:miter/>
                </a:ln>
              </p:spPr>
              <p:txBody>
                <a:bodyPr rtlCol="0" anchor="ctr"/>
                <a:lstStyle/>
                <a:p>
                  <a:endParaRPr lang="en-IN" dirty="0"/>
                </a:p>
              </p:txBody>
            </p:sp>
            <p:sp>
              <p:nvSpPr>
                <p:cNvPr id="2838" name="Freeform: Shape 2837">
                  <a:extLst>
                    <a:ext uri="{FF2B5EF4-FFF2-40B4-BE49-F238E27FC236}">
                      <a16:creationId xmlns:a16="http://schemas.microsoft.com/office/drawing/2014/main" id="{F11E90EF-A0D7-3948-182E-005D49DEEF55}"/>
                    </a:ext>
                  </a:extLst>
                </p:cNvPr>
                <p:cNvSpPr/>
                <p:nvPr/>
              </p:nvSpPr>
              <p:spPr>
                <a:xfrm>
                  <a:off x="3064296" y="4451827"/>
                  <a:ext cx="2644" cy="5245"/>
                </a:xfrm>
                <a:custGeom>
                  <a:avLst/>
                  <a:gdLst>
                    <a:gd name="connsiteX0" fmla="*/ 657 w 2644"/>
                    <a:gd name="connsiteY0" fmla="*/ 5176 h 5245"/>
                    <a:gd name="connsiteX1" fmla="*/ 657 w 2644"/>
                    <a:gd name="connsiteY1" fmla="*/ -70 h 5245"/>
                    <a:gd name="connsiteX2" fmla="*/ 657 w 2644"/>
                    <a:gd name="connsiteY2" fmla="*/ 5176 h 5245"/>
                  </a:gdLst>
                  <a:ahLst/>
                  <a:cxnLst>
                    <a:cxn ang="0">
                      <a:pos x="connsiteX0" y="connsiteY0"/>
                    </a:cxn>
                    <a:cxn ang="0">
                      <a:pos x="connsiteX1" y="connsiteY1"/>
                    </a:cxn>
                    <a:cxn ang="0">
                      <a:pos x="connsiteX2" y="connsiteY2"/>
                    </a:cxn>
                  </a:cxnLst>
                  <a:rect l="l" t="t" r="r" b="b"/>
                  <a:pathLst>
                    <a:path w="2644" h="5245">
                      <a:moveTo>
                        <a:pt x="657" y="5176"/>
                      </a:moveTo>
                      <a:cubicBezTo>
                        <a:pt x="-278" y="3550"/>
                        <a:pt x="-278" y="1556"/>
                        <a:pt x="657" y="-70"/>
                      </a:cubicBezTo>
                      <a:cubicBezTo>
                        <a:pt x="657" y="-70"/>
                        <a:pt x="5029" y="4301"/>
                        <a:pt x="657" y="5176"/>
                      </a:cubicBezTo>
                      <a:close/>
                    </a:path>
                  </a:pathLst>
                </a:custGeom>
                <a:solidFill>
                  <a:srgbClr val="868C9C"/>
                </a:solidFill>
                <a:ln w="87213" cap="flat">
                  <a:noFill/>
                  <a:prstDash val="solid"/>
                  <a:miter/>
                </a:ln>
              </p:spPr>
              <p:txBody>
                <a:bodyPr rtlCol="0" anchor="ctr"/>
                <a:lstStyle/>
                <a:p>
                  <a:endParaRPr lang="en-IN" dirty="0"/>
                </a:p>
              </p:txBody>
            </p:sp>
            <p:sp>
              <p:nvSpPr>
                <p:cNvPr id="2839" name="Freeform: Shape 2838">
                  <a:extLst>
                    <a:ext uri="{FF2B5EF4-FFF2-40B4-BE49-F238E27FC236}">
                      <a16:creationId xmlns:a16="http://schemas.microsoft.com/office/drawing/2014/main" id="{134BE1C4-0424-31E3-136F-3B99BB53A68A}"/>
                    </a:ext>
                  </a:extLst>
                </p:cNvPr>
                <p:cNvSpPr/>
                <p:nvPr/>
              </p:nvSpPr>
              <p:spPr>
                <a:xfrm>
                  <a:off x="2994176" y="4378479"/>
                  <a:ext cx="6120" cy="777"/>
                </a:xfrm>
                <a:custGeom>
                  <a:avLst/>
                  <a:gdLst>
                    <a:gd name="connsiteX0" fmla="*/ 6076 w 6120"/>
                    <a:gd name="connsiteY0" fmla="*/ 707 h 777"/>
                    <a:gd name="connsiteX1" fmla="*/ -44 w 6120"/>
                    <a:gd name="connsiteY1" fmla="*/ 707 h 777"/>
                    <a:gd name="connsiteX2" fmla="*/ 6076 w 6120"/>
                    <a:gd name="connsiteY2" fmla="*/ 707 h 777"/>
                  </a:gdLst>
                  <a:ahLst/>
                  <a:cxnLst>
                    <a:cxn ang="0">
                      <a:pos x="connsiteX0" y="connsiteY0"/>
                    </a:cxn>
                    <a:cxn ang="0">
                      <a:pos x="connsiteX1" y="connsiteY1"/>
                    </a:cxn>
                    <a:cxn ang="0">
                      <a:pos x="connsiteX2" y="connsiteY2"/>
                    </a:cxn>
                  </a:cxnLst>
                  <a:rect l="l" t="t" r="r" b="b"/>
                  <a:pathLst>
                    <a:path w="6120" h="777">
                      <a:moveTo>
                        <a:pt x="6076" y="707"/>
                      </a:moveTo>
                      <a:lnTo>
                        <a:pt x="-44" y="707"/>
                      </a:lnTo>
                      <a:cubicBezTo>
                        <a:pt x="-44" y="707"/>
                        <a:pt x="4327" y="-1041"/>
                        <a:pt x="6076" y="707"/>
                      </a:cubicBezTo>
                      <a:close/>
                    </a:path>
                  </a:pathLst>
                </a:custGeom>
                <a:solidFill>
                  <a:srgbClr val="868C9C"/>
                </a:solidFill>
                <a:ln w="87213" cap="flat">
                  <a:noFill/>
                  <a:prstDash val="solid"/>
                  <a:miter/>
                </a:ln>
              </p:spPr>
              <p:txBody>
                <a:bodyPr rtlCol="0" anchor="ctr"/>
                <a:lstStyle/>
                <a:p>
                  <a:endParaRPr lang="en-IN" dirty="0"/>
                </a:p>
              </p:txBody>
            </p:sp>
            <p:sp>
              <p:nvSpPr>
                <p:cNvPr id="2840" name="Freeform: Shape 2839">
                  <a:extLst>
                    <a:ext uri="{FF2B5EF4-FFF2-40B4-BE49-F238E27FC236}">
                      <a16:creationId xmlns:a16="http://schemas.microsoft.com/office/drawing/2014/main" id="{CCAC3DA4-21AE-637C-96FC-15AABF2D2E63}"/>
                    </a:ext>
                  </a:extLst>
                </p:cNvPr>
                <p:cNvSpPr/>
                <p:nvPr/>
              </p:nvSpPr>
              <p:spPr>
                <a:xfrm>
                  <a:off x="2952207" y="4385000"/>
                  <a:ext cx="111757" cy="108127"/>
                </a:xfrm>
                <a:custGeom>
                  <a:avLst/>
                  <a:gdLst>
                    <a:gd name="connsiteX0" fmla="*/ 85642 w 111757"/>
                    <a:gd name="connsiteY0" fmla="*/ 9925 h 108127"/>
                    <a:gd name="connsiteX1" fmla="*/ 104204 w 111757"/>
                    <a:gd name="connsiteY1" fmla="*/ 83028 h 108127"/>
                    <a:gd name="connsiteX2" fmla="*/ 104003 w 111757"/>
                    <a:gd name="connsiteY2" fmla="*/ 83369 h 108127"/>
                    <a:gd name="connsiteX3" fmla="*/ 50668 w 111757"/>
                    <a:gd name="connsiteY3" fmla="*/ 106977 h 108127"/>
                    <a:gd name="connsiteX4" fmla="*/ -44 w 111757"/>
                    <a:gd name="connsiteY4" fmla="*/ 51019 h 108127"/>
                    <a:gd name="connsiteX5" fmla="*/ 53772 w 111757"/>
                    <a:gd name="connsiteY5" fmla="*/ -52 h 108127"/>
                    <a:gd name="connsiteX6" fmla="*/ 76024 w 111757"/>
                    <a:gd name="connsiteY6" fmla="*/ 5553 h 10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57" h="108127">
                      <a:moveTo>
                        <a:pt x="85642" y="9925"/>
                      </a:moveTo>
                      <a:cubicBezTo>
                        <a:pt x="110954" y="24990"/>
                        <a:pt x="119269" y="57716"/>
                        <a:pt x="104204" y="83028"/>
                      </a:cubicBezTo>
                      <a:cubicBezTo>
                        <a:pt x="104135" y="83142"/>
                        <a:pt x="104073" y="83256"/>
                        <a:pt x="104003" y="83369"/>
                      </a:cubicBezTo>
                      <a:cubicBezTo>
                        <a:pt x="93170" y="101906"/>
                        <a:pt x="71679" y="111418"/>
                        <a:pt x="50668" y="106977"/>
                      </a:cubicBezTo>
                      <a:cubicBezTo>
                        <a:pt x="22733" y="102518"/>
                        <a:pt x="1652" y="79251"/>
                        <a:pt x="-44" y="51019"/>
                      </a:cubicBezTo>
                      <a:cubicBezTo>
                        <a:pt x="717" y="22052"/>
                        <a:pt x="24805" y="-813"/>
                        <a:pt x="53772" y="-52"/>
                      </a:cubicBezTo>
                      <a:cubicBezTo>
                        <a:pt x="61510" y="149"/>
                        <a:pt x="69108" y="2064"/>
                        <a:pt x="76024" y="5553"/>
                      </a:cubicBezTo>
                      <a:close/>
                    </a:path>
                  </a:pathLst>
                </a:custGeom>
                <a:solidFill>
                  <a:srgbClr val="828899"/>
                </a:solidFill>
                <a:ln w="87213" cap="flat">
                  <a:noFill/>
                  <a:prstDash val="solid"/>
                  <a:miter/>
                </a:ln>
              </p:spPr>
              <p:txBody>
                <a:bodyPr rtlCol="0" anchor="ctr"/>
                <a:lstStyle/>
                <a:p>
                  <a:endParaRPr lang="en-IN" dirty="0"/>
                </a:p>
              </p:txBody>
            </p:sp>
            <p:sp>
              <p:nvSpPr>
                <p:cNvPr id="2841" name="Freeform: Shape 2840">
                  <a:extLst>
                    <a:ext uri="{FF2B5EF4-FFF2-40B4-BE49-F238E27FC236}">
                      <a16:creationId xmlns:a16="http://schemas.microsoft.com/office/drawing/2014/main" id="{17F1CEFF-64FF-CB8C-0C68-7D0FB87152FB}"/>
                    </a:ext>
                  </a:extLst>
                </p:cNvPr>
                <p:cNvSpPr/>
                <p:nvPr/>
              </p:nvSpPr>
              <p:spPr>
                <a:xfrm>
                  <a:off x="2961803" y="4392426"/>
                  <a:ext cx="92374" cy="89651"/>
                </a:xfrm>
                <a:custGeom>
                  <a:avLst/>
                  <a:gdLst>
                    <a:gd name="connsiteX0" fmla="*/ 70800 w 92374"/>
                    <a:gd name="connsiteY0" fmla="*/ 7744 h 89651"/>
                    <a:gd name="connsiteX1" fmla="*/ 86538 w 92374"/>
                    <a:gd name="connsiteY1" fmla="*/ 70697 h 89651"/>
                    <a:gd name="connsiteX2" fmla="*/ 21836 w 92374"/>
                    <a:gd name="connsiteY2" fmla="*/ 82064 h 89651"/>
                    <a:gd name="connsiteX3" fmla="*/ 6098 w 92374"/>
                    <a:gd name="connsiteY3" fmla="*/ 18237 h 89651"/>
                    <a:gd name="connsiteX4" fmla="*/ 70800 w 92374"/>
                    <a:gd name="connsiteY4" fmla="*/ 7744 h 89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74" h="89651">
                      <a:moveTo>
                        <a:pt x="70800" y="7744"/>
                      </a:moveTo>
                      <a:cubicBezTo>
                        <a:pt x="91548" y="21498"/>
                        <a:pt x="98377" y="48804"/>
                        <a:pt x="86538" y="70697"/>
                      </a:cubicBezTo>
                      <a:cubicBezTo>
                        <a:pt x="71088" y="90536"/>
                        <a:pt x="43127" y="95450"/>
                        <a:pt x="21836" y="82064"/>
                      </a:cubicBezTo>
                      <a:cubicBezTo>
                        <a:pt x="599" y="68258"/>
                        <a:pt x="-6283" y="40340"/>
                        <a:pt x="6098" y="18237"/>
                      </a:cubicBezTo>
                      <a:cubicBezTo>
                        <a:pt x="21802" y="-1314"/>
                        <a:pt x="49728" y="-5843"/>
                        <a:pt x="70800" y="7744"/>
                      </a:cubicBezTo>
                      <a:close/>
                    </a:path>
                  </a:pathLst>
                </a:custGeom>
                <a:solidFill>
                  <a:srgbClr val="808696"/>
                </a:solidFill>
                <a:ln w="87213" cap="flat">
                  <a:noFill/>
                  <a:prstDash val="solid"/>
                  <a:miter/>
                </a:ln>
              </p:spPr>
              <p:txBody>
                <a:bodyPr rtlCol="0" anchor="ctr"/>
                <a:lstStyle/>
                <a:p>
                  <a:endParaRPr lang="en-IN" dirty="0"/>
                </a:p>
              </p:txBody>
            </p:sp>
          </p:grpSp>
          <p:sp>
            <p:nvSpPr>
              <p:cNvPr id="2577" name="Freeform: Shape 2576">
                <a:extLst>
                  <a:ext uri="{FF2B5EF4-FFF2-40B4-BE49-F238E27FC236}">
                    <a16:creationId xmlns:a16="http://schemas.microsoft.com/office/drawing/2014/main" id="{B9C8E53E-5BEF-F62C-A8B1-CA8FDAE02D38}"/>
                  </a:ext>
                </a:extLst>
              </p:cNvPr>
              <p:cNvSpPr/>
              <p:nvPr/>
            </p:nvSpPr>
            <p:spPr>
              <a:xfrm>
                <a:off x="2918982" y="4343408"/>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424242"/>
              </a:solidFill>
              <a:ln w="87213" cap="flat">
                <a:noFill/>
                <a:prstDash val="solid"/>
                <a:miter/>
              </a:ln>
            </p:spPr>
            <p:txBody>
              <a:bodyPr rtlCol="0" anchor="ctr"/>
              <a:lstStyle/>
              <a:p>
                <a:endParaRPr lang="en-IN" dirty="0"/>
              </a:p>
            </p:txBody>
          </p:sp>
          <p:sp>
            <p:nvSpPr>
              <p:cNvPr id="2578" name="Freeform: Shape 2577">
                <a:extLst>
                  <a:ext uri="{FF2B5EF4-FFF2-40B4-BE49-F238E27FC236}">
                    <a16:creationId xmlns:a16="http://schemas.microsoft.com/office/drawing/2014/main" id="{ED706C94-0147-A503-1A47-4423CA52A36D}"/>
                  </a:ext>
                </a:extLst>
              </p:cNvPr>
              <p:cNvSpPr/>
              <p:nvPr/>
            </p:nvSpPr>
            <p:spPr>
              <a:xfrm>
                <a:off x="2914610"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5F6060"/>
              </a:solidFill>
              <a:ln w="87213" cap="flat">
                <a:noFill/>
                <a:prstDash val="solid"/>
                <a:miter/>
              </a:ln>
            </p:spPr>
            <p:txBody>
              <a:bodyPr rtlCol="0" anchor="ctr"/>
              <a:lstStyle/>
              <a:p>
                <a:endParaRPr lang="en-IN" dirty="0"/>
              </a:p>
            </p:txBody>
          </p:sp>
          <p:sp>
            <p:nvSpPr>
              <p:cNvPr id="2579" name="Freeform: Shape 2578">
                <a:extLst>
                  <a:ext uri="{FF2B5EF4-FFF2-40B4-BE49-F238E27FC236}">
                    <a16:creationId xmlns:a16="http://schemas.microsoft.com/office/drawing/2014/main" id="{981886EC-EF04-21C4-1319-55C822518050}"/>
                  </a:ext>
                </a:extLst>
              </p:cNvPr>
              <p:cNvSpPr/>
              <p:nvPr/>
            </p:nvSpPr>
            <p:spPr>
              <a:xfrm>
                <a:off x="2916359"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solidFill>
                <a:srgbClr val="969696">
                  <a:alpha val="30000"/>
                </a:srgbClr>
              </a:solidFill>
              <a:ln w="87213" cap="flat">
                <a:noFill/>
                <a:prstDash val="solid"/>
                <a:miter/>
              </a:ln>
            </p:spPr>
            <p:txBody>
              <a:bodyPr rtlCol="0" anchor="ctr"/>
              <a:lstStyle/>
              <a:p>
                <a:endParaRPr lang="en-IN" dirty="0"/>
              </a:p>
            </p:txBody>
          </p:sp>
          <p:sp>
            <p:nvSpPr>
              <p:cNvPr id="2580" name="Freeform: Shape 2579">
                <a:extLst>
                  <a:ext uri="{FF2B5EF4-FFF2-40B4-BE49-F238E27FC236}">
                    <a16:creationId xmlns:a16="http://schemas.microsoft.com/office/drawing/2014/main" id="{2557289C-07D9-ABCB-B296-348937080973}"/>
                  </a:ext>
                </a:extLst>
              </p:cNvPr>
              <p:cNvSpPr/>
              <p:nvPr/>
            </p:nvSpPr>
            <p:spPr>
              <a:xfrm>
                <a:off x="2916359" y="4341659"/>
                <a:ext cx="171371" cy="171371"/>
              </a:xfrm>
              <a:custGeom>
                <a:avLst/>
                <a:gdLst>
                  <a:gd name="connsiteX0" fmla="*/ 171372 w 171371"/>
                  <a:gd name="connsiteY0" fmla="*/ 85686 h 171371"/>
                  <a:gd name="connsiteX1" fmla="*/ 85686 w 171371"/>
                  <a:gd name="connsiteY1" fmla="*/ 171372 h 171371"/>
                  <a:gd name="connsiteX2" fmla="*/ 0 w 171371"/>
                  <a:gd name="connsiteY2" fmla="*/ 85686 h 171371"/>
                  <a:gd name="connsiteX3" fmla="*/ 85686 w 171371"/>
                  <a:gd name="connsiteY3" fmla="*/ 0 h 171371"/>
                  <a:gd name="connsiteX4" fmla="*/ 171372 w 171371"/>
                  <a:gd name="connsiteY4" fmla="*/ 85686 h 171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71" h="171371">
                    <a:moveTo>
                      <a:pt x="171372" y="85686"/>
                    </a:moveTo>
                    <a:cubicBezTo>
                      <a:pt x="171372" y="133009"/>
                      <a:pt x="133009" y="171372"/>
                      <a:pt x="85686" y="171372"/>
                    </a:cubicBezTo>
                    <a:cubicBezTo>
                      <a:pt x="38363" y="171372"/>
                      <a:pt x="0" y="133009"/>
                      <a:pt x="0" y="85686"/>
                    </a:cubicBezTo>
                    <a:cubicBezTo>
                      <a:pt x="0" y="38363"/>
                      <a:pt x="38363" y="0"/>
                      <a:pt x="85686" y="0"/>
                    </a:cubicBezTo>
                    <a:cubicBezTo>
                      <a:pt x="133009" y="0"/>
                      <a:pt x="171372" y="38363"/>
                      <a:pt x="171372" y="85686"/>
                    </a:cubicBezTo>
                    <a:close/>
                  </a:path>
                </a:pathLst>
              </a:custGeom>
              <a:gradFill>
                <a:gsLst>
                  <a:gs pos="0">
                    <a:srgbClr val="FFFFFF"/>
                  </a:gs>
                  <a:gs pos="50000">
                    <a:srgbClr val="7F7F7F"/>
                  </a:gs>
                  <a:gs pos="100000">
                    <a:srgbClr val="000000"/>
                  </a:gs>
                </a:gsLst>
                <a:lin ang="2040922" scaled="1"/>
              </a:gradFill>
              <a:ln w="87213" cap="flat">
                <a:noFill/>
                <a:prstDash val="solid"/>
                <a:miter/>
              </a:ln>
            </p:spPr>
            <p:txBody>
              <a:bodyPr rtlCol="0" anchor="ctr"/>
              <a:lstStyle/>
              <a:p>
                <a:endParaRPr lang="en-IN" dirty="0"/>
              </a:p>
            </p:txBody>
          </p:sp>
          <p:grpSp>
            <p:nvGrpSpPr>
              <p:cNvPr id="2581" name="Graphic 15">
                <a:extLst>
                  <a:ext uri="{FF2B5EF4-FFF2-40B4-BE49-F238E27FC236}">
                    <a16:creationId xmlns:a16="http://schemas.microsoft.com/office/drawing/2014/main" id="{A181EAB9-C2A8-57ED-E114-2A18A1B1D82D}"/>
                  </a:ext>
                </a:extLst>
              </p:cNvPr>
              <p:cNvGrpSpPr/>
              <p:nvPr/>
            </p:nvGrpSpPr>
            <p:grpSpPr>
              <a:xfrm>
                <a:off x="2398863" y="3904058"/>
                <a:ext cx="214155" cy="190244"/>
                <a:chOff x="2398863" y="3904058"/>
                <a:chExt cx="214155" cy="190244"/>
              </a:xfrm>
            </p:grpSpPr>
            <p:sp>
              <p:nvSpPr>
                <p:cNvPr id="2716" name="Freeform: Shape 2715">
                  <a:extLst>
                    <a:ext uri="{FF2B5EF4-FFF2-40B4-BE49-F238E27FC236}">
                      <a16:creationId xmlns:a16="http://schemas.microsoft.com/office/drawing/2014/main" id="{F0DB4BEA-4702-1B02-7B0B-5CEE1C5F82EB}"/>
                    </a:ext>
                  </a:extLst>
                </p:cNvPr>
                <p:cNvSpPr/>
                <p:nvPr/>
              </p:nvSpPr>
              <p:spPr>
                <a:xfrm>
                  <a:off x="2398863" y="3904058"/>
                  <a:ext cx="214155" cy="190244"/>
                </a:xfrm>
                <a:custGeom>
                  <a:avLst/>
                  <a:gdLst>
                    <a:gd name="connsiteX0" fmla="*/ 144106 w 214155"/>
                    <a:gd name="connsiteY0" fmla="*/ 31835 h 190244"/>
                    <a:gd name="connsiteX1" fmla="*/ 200938 w 214155"/>
                    <a:gd name="connsiteY1" fmla="*/ 78175 h 190244"/>
                    <a:gd name="connsiteX2" fmla="*/ 206184 w 214155"/>
                    <a:gd name="connsiteY2" fmla="*/ 149871 h 190244"/>
                    <a:gd name="connsiteX3" fmla="*/ 162467 w 214155"/>
                    <a:gd name="connsiteY3" fmla="*/ 189217 h 190244"/>
                    <a:gd name="connsiteX4" fmla="*/ 140608 w 214155"/>
                    <a:gd name="connsiteY4" fmla="*/ 189217 h 190244"/>
                    <a:gd name="connsiteX5" fmla="*/ 83776 w 214155"/>
                    <a:gd name="connsiteY5" fmla="*/ 169982 h 190244"/>
                    <a:gd name="connsiteX6" fmla="*/ 24320 w 214155"/>
                    <a:gd name="connsiteY6" fmla="*/ 128013 h 190244"/>
                    <a:gd name="connsiteX7" fmla="*/ 18768 w 214155"/>
                    <a:gd name="connsiteY7" fmla="*/ 24289 h 190244"/>
                    <a:gd name="connsiteX8" fmla="*/ 99514 w 214155"/>
                    <a:gd name="connsiteY8" fmla="*/ 4730 h 190244"/>
                    <a:gd name="connsiteX9" fmla="*/ 144106 w 214155"/>
                    <a:gd name="connsiteY9" fmla="*/ 31835 h 19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155" h="190244">
                      <a:moveTo>
                        <a:pt x="144106" y="31835"/>
                      </a:moveTo>
                      <a:cubicBezTo>
                        <a:pt x="165737" y="43647"/>
                        <a:pt x="185008" y="59359"/>
                        <a:pt x="200938" y="78175"/>
                      </a:cubicBezTo>
                      <a:cubicBezTo>
                        <a:pt x="216370" y="99063"/>
                        <a:pt x="218408" y="126963"/>
                        <a:pt x="206184" y="149871"/>
                      </a:cubicBezTo>
                      <a:cubicBezTo>
                        <a:pt x="197319" y="168198"/>
                        <a:pt x="181624" y="182327"/>
                        <a:pt x="162467" y="189217"/>
                      </a:cubicBezTo>
                      <a:cubicBezTo>
                        <a:pt x="155236" y="190493"/>
                        <a:pt x="147839" y="190493"/>
                        <a:pt x="140608" y="189217"/>
                      </a:cubicBezTo>
                      <a:cubicBezTo>
                        <a:pt x="120420" y="187346"/>
                        <a:pt x="100948" y="180754"/>
                        <a:pt x="83776" y="169982"/>
                      </a:cubicBezTo>
                      <a:cubicBezTo>
                        <a:pt x="62416" y="158318"/>
                        <a:pt x="42463" y="144232"/>
                        <a:pt x="24320" y="128013"/>
                      </a:cubicBezTo>
                      <a:cubicBezTo>
                        <a:pt x="-5853" y="100908"/>
                        <a:pt x="-8345" y="54472"/>
                        <a:pt x="18768" y="24289"/>
                      </a:cubicBezTo>
                      <a:cubicBezTo>
                        <a:pt x="39053" y="1714"/>
                        <a:pt x="71142" y="-6060"/>
                        <a:pt x="99514" y="4730"/>
                      </a:cubicBezTo>
                      <a:cubicBezTo>
                        <a:pt x="115322" y="12101"/>
                        <a:pt x="130282" y="21194"/>
                        <a:pt x="144106" y="31835"/>
                      </a:cubicBezTo>
                      <a:close/>
                    </a:path>
                  </a:pathLst>
                </a:custGeom>
                <a:solidFill>
                  <a:srgbClr val="FBFBFC"/>
                </a:solidFill>
                <a:ln w="87213" cap="flat">
                  <a:noFill/>
                  <a:prstDash val="solid"/>
                  <a:miter/>
                </a:ln>
              </p:spPr>
              <p:txBody>
                <a:bodyPr rtlCol="0" anchor="ctr"/>
                <a:lstStyle/>
                <a:p>
                  <a:endParaRPr lang="en-IN" dirty="0"/>
                </a:p>
              </p:txBody>
            </p:sp>
            <p:sp>
              <p:nvSpPr>
                <p:cNvPr id="2717" name="Freeform: Shape 2716">
                  <a:extLst>
                    <a:ext uri="{FF2B5EF4-FFF2-40B4-BE49-F238E27FC236}">
                      <a16:creationId xmlns:a16="http://schemas.microsoft.com/office/drawing/2014/main" id="{617AD653-2BCB-0F38-9406-B0DE673D6E66}"/>
                    </a:ext>
                  </a:extLst>
                </p:cNvPr>
                <p:cNvSpPr/>
                <p:nvPr/>
              </p:nvSpPr>
              <p:spPr>
                <a:xfrm>
                  <a:off x="2405754" y="3911368"/>
                  <a:ext cx="198533" cy="174391"/>
                </a:xfrm>
                <a:custGeom>
                  <a:avLst/>
                  <a:gdLst>
                    <a:gd name="connsiteX0" fmla="*/ 192300 w 198533"/>
                    <a:gd name="connsiteY0" fmla="*/ 133818 h 174391"/>
                    <a:gd name="connsiteX1" fmla="*/ 173938 w 198533"/>
                    <a:gd name="connsiteY1" fmla="*/ 159174 h 174391"/>
                    <a:gd name="connsiteX2" fmla="*/ 100493 w 198533"/>
                    <a:gd name="connsiteY2" fmla="*/ 165295 h 174391"/>
                    <a:gd name="connsiteX3" fmla="*/ 40163 w 198533"/>
                    <a:gd name="connsiteY3" fmla="*/ 128572 h 174391"/>
                    <a:gd name="connsiteX4" fmla="*/ 2566 w 198533"/>
                    <a:gd name="connsiteY4" fmla="*/ 81358 h 174391"/>
                    <a:gd name="connsiteX5" fmla="*/ 7813 w 198533"/>
                    <a:gd name="connsiteY5" fmla="*/ 39389 h 174391"/>
                    <a:gd name="connsiteX6" fmla="*/ 26174 w 198533"/>
                    <a:gd name="connsiteY6" fmla="*/ 14033 h 174391"/>
                    <a:gd name="connsiteX7" fmla="*/ 94373 w 198533"/>
                    <a:gd name="connsiteY7" fmla="*/ 7912 h 174391"/>
                    <a:gd name="connsiteX8" fmla="*/ 152954 w 198533"/>
                    <a:gd name="connsiteY8" fmla="*/ 43761 h 174391"/>
                    <a:gd name="connsiteX9" fmla="*/ 192300 w 198533"/>
                    <a:gd name="connsiteY9" fmla="*/ 82232 h 174391"/>
                    <a:gd name="connsiteX10" fmla="*/ 192300 w 198533"/>
                    <a:gd name="connsiteY10" fmla="*/ 133818 h 17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533" h="174391">
                      <a:moveTo>
                        <a:pt x="192300" y="133818"/>
                      </a:moveTo>
                      <a:cubicBezTo>
                        <a:pt x="188024" y="143462"/>
                        <a:pt x="181773" y="152101"/>
                        <a:pt x="173938" y="159174"/>
                      </a:cubicBezTo>
                      <a:cubicBezTo>
                        <a:pt x="153330" y="176827"/>
                        <a:pt x="123733" y="179293"/>
                        <a:pt x="100493" y="165295"/>
                      </a:cubicBezTo>
                      <a:cubicBezTo>
                        <a:pt x="79579" y="154427"/>
                        <a:pt x="59425" y="142151"/>
                        <a:pt x="40163" y="128572"/>
                      </a:cubicBezTo>
                      <a:cubicBezTo>
                        <a:pt x="22423" y="117792"/>
                        <a:pt x="9098" y="101056"/>
                        <a:pt x="2566" y="81358"/>
                      </a:cubicBezTo>
                      <a:cubicBezTo>
                        <a:pt x="-2260" y="67307"/>
                        <a:pt x="-328" y="51814"/>
                        <a:pt x="7813" y="39389"/>
                      </a:cubicBezTo>
                      <a:cubicBezTo>
                        <a:pt x="11887" y="29631"/>
                        <a:pt x="18174" y="20949"/>
                        <a:pt x="26174" y="14033"/>
                      </a:cubicBezTo>
                      <a:cubicBezTo>
                        <a:pt x="45331" y="-2204"/>
                        <a:pt x="72628" y="-4661"/>
                        <a:pt x="94373" y="7912"/>
                      </a:cubicBezTo>
                      <a:cubicBezTo>
                        <a:pt x="114885" y="18177"/>
                        <a:pt x="134479" y="30173"/>
                        <a:pt x="152954" y="43761"/>
                      </a:cubicBezTo>
                      <a:cubicBezTo>
                        <a:pt x="169662" y="52303"/>
                        <a:pt x="183381" y="65724"/>
                        <a:pt x="192300" y="82232"/>
                      </a:cubicBezTo>
                      <a:cubicBezTo>
                        <a:pt x="200553" y="98433"/>
                        <a:pt x="200553" y="117616"/>
                        <a:pt x="192300" y="133818"/>
                      </a:cubicBezTo>
                      <a:close/>
                    </a:path>
                  </a:pathLst>
                </a:custGeom>
                <a:solidFill>
                  <a:srgbClr val="F6F6F7"/>
                </a:solidFill>
                <a:ln w="87213" cap="flat">
                  <a:noFill/>
                  <a:prstDash val="solid"/>
                  <a:miter/>
                </a:ln>
              </p:spPr>
              <p:txBody>
                <a:bodyPr rtlCol="0" anchor="ctr"/>
                <a:lstStyle/>
                <a:p>
                  <a:endParaRPr lang="en-IN" dirty="0"/>
                </a:p>
              </p:txBody>
            </p:sp>
            <p:sp>
              <p:nvSpPr>
                <p:cNvPr id="2718" name="Freeform: Shape 2717">
                  <a:extLst>
                    <a:ext uri="{FF2B5EF4-FFF2-40B4-BE49-F238E27FC236}">
                      <a16:creationId xmlns:a16="http://schemas.microsoft.com/office/drawing/2014/main" id="{56F6C61D-8F2D-52F4-8071-3563F584CC9C}"/>
                    </a:ext>
                  </a:extLst>
                </p:cNvPr>
                <p:cNvSpPr/>
                <p:nvPr/>
              </p:nvSpPr>
              <p:spPr>
                <a:xfrm>
                  <a:off x="2409974" y="3912471"/>
                  <a:ext cx="188262" cy="168346"/>
                </a:xfrm>
                <a:custGeom>
                  <a:avLst/>
                  <a:gdLst>
                    <a:gd name="connsiteX0" fmla="*/ 129498 w 188262"/>
                    <a:gd name="connsiteY0" fmla="*/ 35662 h 168346"/>
                    <a:gd name="connsiteX1" fmla="*/ 178461 w 188262"/>
                    <a:gd name="connsiteY1" fmla="*/ 77631 h 168346"/>
                    <a:gd name="connsiteX2" fmla="*/ 161997 w 188262"/>
                    <a:gd name="connsiteY2" fmla="*/ 158823 h 168346"/>
                    <a:gd name="connsiteX3" fmla="*/ 149608 w 188262"/>
                    <a:gd name="connsiteY3" fmla="*/ 165066 h 168346"/>
                    <a:gd name="connsiteX4" fmla="*/ 91901 w 188262"/>
                    <a:gd name="connsiteY4" fmla="*/ 158071 h 168346"/>
                    <a:gd name="connsiteX5" fmla="*/ 56053 w 188262"/>
                    <a:gd name="connsiteY5" fmla="*/ 137087 h 168346"/>
                    <a:gd name="connsiteX6" fmla="*/ 9713 w 188262"/>
                    <a:gd name="connsiteY6" fmla="*/ 94243 h 168346"/>
                    <a:gd name="connsiteX7" fmla="*/ 26176 w 188262"/>
                    <a:gd name="connsiteY7" fmla="*/ 13052 h 168346"/>
                    <a:gd name="connsiteX8" fmla="*/ 38566 w 188262"/>
                    <a:gd name="connsiteY8" fmla="*/ 6809 h 168346"/>
                    <a:gd name="connsiteX9" fmla="*/ 94524 w 188262"/>
                    <a:gd name="connsiteY9" fmla="*/ 6809 h 168346"/>
                    <a:gd name="connsiteX10" fmla="*/ 129498 w 188262"/>
                    <a:gd name="connsiteY10" fmla="*/ 35662 h 16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8262" h="168346">
                      <a:moveTo>
                        <a:pt x="129498" y="35662"/>
                      </a:moveTo>
                      <a:cubicBezTo>
                        <a:pt x="148139" y="46696"/>
                        <a:pt x="164708" y="60896"/>
                        <a:pt x="178461" y="77631"/>
                      </a:cubicBezTo>
                      <a:cubicBezTo>
                        <a:pt x="196333" y="104596"/>
                        <a:pt x="188962" y="140951"/>
                        <a:pt x="161997" y="158823"/>
                      </a:cubicBezTo>
                      <a:cubicBezTo>
                        <a:pt x="158133" y="161385"/>
                        <a:pt x="153971" y="163483"/>
                        <a:pt x="149608" y="165066"/>
                      </a:cubicBezTo>
                      <a:cubicBezTo>
                        <a:pt x="130259" y="171099"/>
                        <a:pt x="109248" y="168554"/>
                        <a:pt x="91901" y="158071"/>
                      </a:cubicBezTo>
                      <a:cubicBezTo>
                        <a:pt x="79092" y="152659"/>
                        <a:pt x="67044" y="145603"/>
                        <a:pt x="56053" y="137087"/>
                      </a:cubicBezTo>
                      <a:cubicBezTo>
                        <a:pt x="37289" y="126882"/>
                        <a:pt x="21359" y="112150"/>
                        <a:pt x="9713" y="94243"/>
                      </a:cubicBezTo>
                      <a:cubicBezTo>
                        <a:pt x="-8159" y="67279"/>
                        <a:pt x="-788" y="30923"/>
                        <a:pt x="26176" y="13052"/>
                      </a:cubicBezTo>
                      <a:cubicBezTo>
                        <a:pt x="30041" y="10490"/>
                        <a:pt x="34203" y="8392"/>
                        <a:pt x="38566" y="6809"/>
                      </a:cubicBezTo>
                      <a:cubicBezTo>
                        <a:pt x="56088" y="-2363"/>
                        <a:pt x="77002" y="-2363"/>
                        <a:pt x="94524" y="6809"/>
                      </a:cubicBezTo>
                      <a:cubicBezTo>
                        <a:pt x="106949" y="15456"/>
                        <a:pt x="118647" y="25109"/>
                        <a:pt x="129498" y="35662"/>
                      </a:cubicBezTo>
                      <a:close/>
                    </a:path>
                  </a:pathLst>
                </a:custGeom>
                <a:solidFill>
                  <a:srgbClr val="F1F1F3"/>
                </a:solidFill>
                <a:ln w="87213" cap="flat">
                  <a:noFill/>
                  <a:prstDash val="solid"/>
                  <a:miter/>
                </a:ln>
              </p:spPr>
              <p:txBody>
                <a:bodyPr rtlCol="0" anchor="ctr"/>
                <a:lstStyle/>
                <a:p>
                  <a:endParaRPr lang="en-IN" dirty="0"/>
                </a:p>
              </p:txBody>
            </p:sp>
            <p:sp>
              <p:nvSpPr>
                <p:cNvPr id="2719" name="Freeform: Shape 2718">
                  <a:extLst>
                    <a:ext uri="{FF2B5EF4-FFF2-40B4-BE49-F238E27FC236}">
                      <a16:creationId xmlns:a16="http://schemas.microsoft.com/office/drawing/2014/main" id="{DB352373-6057-C9B1-79B5-042E3FFBFBC2}"/>
                    </a:ext>
                  </a:extLst>
                </p:cNvPr>
                <p:cNvSpPr/>
                <p:nvPr/>
              </p:nvSpPr>
              <p:spPr>
                <a:xfrm>
                  <a:off x="2417833" y="3925457"/>
                  <a:ext cx="172177" cy="149711"/>
                </a:xfrm>
                <a:custGeom>
                  <a:avLst/>
                  <a:gdLst>
                    <a:gd name="connsiteX0" fmla="*/ 119016 w 172177"/>
                    <a:gd name="connsiteY0" fmla="*/ 32294 h 149711"/>
                    <a:gd name="connsiteX1" fmla="*/ 154864 w 172177"/>
                    <a:gd name="connsiteY1" fmla="*/ 57650 h 149711"/>
                    <a:gd name="connsiteX2" fmla="*/ 158090 w 172177"/>
                    <a:gd name="connsiteY2" fmla="*/ 133010 h 149711"/>
                    <a:gd name="connsiteX3" fmla="*/ 141749 w 172177"/>
                    <a:gd name="connsiteY3" fmla="*/ 145084 h 149711"/>
                    <a:gd name="connsiteX4" fmla="*/ 97157 w 172177"/>
                    <a:gd name="connsiteY4" fmla="*/ 145084 h 149711"/>
                    <a:gd name="connsiteX5" fmla="*/ 15843 w 172177"/>
                    <a:gd name="connsiteY5" fmla="*/ 90875 h 149711"/>
                    <a:gd name="connsiteX6" fmla="*/ 15318 w 172177"/>
                    <a:gd name="connsiteY6" fmla="*/ 15454 h 149711"/>
                    <a:gd name="connsiteX7" fmla="*/ 33330 w 172177"/>
                    <a:gd name="connsiteY7" fmla="*/ 3440 h 149711"/>
                    <a:gd name="connsiteX8" fmla="*/ 90162 w 172177"/>
                    <a:gd name="connsiteY8" fmla="*/ 11310 h 149711"/>
                    <a:gd name="connsiteX9" fmla="*/ 119016 w 172177"/>
                    <a:gd name="connsiteY9" fmla="*/ 32294 h 149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177" h="149711">
                      <a:moveTo>
                        <a:pt x="119016" y="32294"/>
                      </a:moveTo>
                      <a:cubicBezTo>
                        <a:pt x="131624" y="39770"/>
                        <a:pt x="143611" y="48251"/>
                        <a:pt x="154864" y="57650"/>
                      </a:cubicBezTo>
                      <a:cubicBezTo>
                        <a:pt x="176565" y="77567"/>
                        <a:pt x="178008" y="111309"/>
                        <a:pt x="158090" y="133010"/>
                      </a:cubicBezTo>
                      <a:cubicBezTo>
                        <a:pt x="153465" y="138046"/>
                        <a:pt x="147921" y="142147"/>
                        <a:pt x="141749" y="145084"/>
                      </a:cubicBezTo>
                      <a:cubicBezTo>
                        <a:pt x="127506" y="151161"/>
                        <a:pt x="111400" y="151161"/>
                        <a:pt x="97157" y="145084"/>
                      </a:cubicBezTo>
                      <a:cubicBezTo>
                        <a:pt x="67097" y="131890"/>
                        <a:pt x="39581" y="113547"/>
                        <a:pt x="15843" y="90875"/>
                      </a:cubicBezTo>
                      <a:cubicBezTo>
                        <a:pt x="-5133" y="70188"/>
                        <a:pt x="-5369" y="36421"/>
                        <a:pt x="15318" y="15454"/>
                      </a:cubicBezTo>
                      <a:cubicBezTo>
                        <a:pt x="20433" y="10260"/>
                        <a:pt x="26571" y="6169"/>
                        <a:pt x="33330" y="3440"/>
                      </a:cubicBezTo>
                      <a:cubicBezTo>
                        <a:pt x="52434" y="-3222"/>
                        <a:pt x="73585" y="-293"/>
                        <a:pt x="90162" y="11310"/>
                      </a:cubicBezTo>
                      <a:cubicBezTo>
                        <a:pt x="99780" y="16556"/>
                        <a:pt x="108523" y="22676"/>
                        <a:pt x="119016" y="32294"/>
                      </a:cubicBezTo>
                      <a:close/>
                    </a:path>
                  </a:pathLst>
                </a:custGeom>
                <a:solidFill>
                  <a:srgbClr val="E4E4E9"/>
                </a:solidFill>
                <a:ln w="87213" cap="flat">
                  <a:noFill/>
                  <a:prstDash val="solid"/>
                  <a:miter/>
                </a:ln>
              </p:spPr>
              <p:txBody>
                <a:bodyPr rtlCol="0" anchor="ctr"/>
                <a:lstStyle/>
                <a:p>
                  <a:endParaRPr lang="en-IN" dirty="0"/>
                </a:p>
              </p:txBody>
            </p:sp>
            <p:sp>
              <p:nvSpPr>
                <p:cNvPr id="2720" name="Freeform: Shape 2719">
                  <a:extLst>
                    <a:ext uri="{FF2B5EF4-FFF2-40B4-BE49-F238E27FC236}">
                      <a16:creationId xmlns:a16="http://schemas.microsoft.com/office/drawing/2014/main" id="{01767639-888D-585D-4794-6EF6EDB170F7}"/>
                    </a:ext>
                  </a:extLst>
                </p:cNvPr>
                <p:cNvSpPr/>
                <p:nvPr/>
              </p:nvSpPr>
              <p:spPr>
                <a:xfrm>
                  <a:off x="2428166" y="3935416"/>
                  <a:ext cx="165818" cy="134321"/>
                </a:xfrm>
                <a:custGeom>
                  <a:avLst/>
                  <a:gdLst>
                    <a:gd name="connsiteX0" fmla="*/ 122673 w 165818"/>
                    <a:gd name="connsiteY0" fmla="*/ 134252 h 134321"/>
                    <a:gd name="connsiteX1" fmla="*/ 122673 w 165818"/>
                    <a:gd name="connsiteY1" fmla="*/ 134252 h 134321"/>
                    <a:gd name="connsiteX2" fmla="*/ 111306 w 165818"/>
                    <a:gd name="connsiteY2" fmla="*/ 134252 h 134321"/>
                    <a:gd name="connsiteX3" fmla="*/ 103437 w 165818"/>
                    <a:gd name="connsiteY3" fmla="*/ 134252 h 134321"/>
                    <a:gd name="connsiteX4" fmla="*/ 67589 w 165818"/>
                    <a:gd name="connsiteY4" fmla="*/ 119388 h 134321"/>
                    <a:gd name="connsiteX5" fmla="*/ 11631 w 165818"/>
                    <a:gd name="connsiteY5" fmla="*/ 78293 h 134321"/>
                    <a:gd name="connsiteX6" fmla="*/ 5510 w 165818"/>
                    <a:gd name="connsiteY6" fmla="*/ 71299 h 134321"/>
                    <a:gd name="connsiteX7" fmla="*/ 264 w 165818"/>
                    <a:gd name="connsiteY7" fmla="*/ 59932 h 134321"/>
                    <a:gd name="connsiteX8" fmla="*/ 264 w 165818"/>
                    <a:gd name="connsiteY8" fmla="*/ 59932 h 134321"/>
                    <a:gd name="connsiteX9" fmla="*/ 264 w 165818"/>
                    <a:gd name="connsiteY9" fmla="*/ 52063 h 134321"/>
                    <a:gd name="connsiteX10" fmla="*/ 264 w 165818"/>
                    <a:gd name="connsiteY10" fmla="*/ 52063 h 134321"/>
                    <a:gd name="connsiteX11" fmla="*/ 264 w 165818"/>
                    <a:gd name="connsiteY11" fmla="*/ 43319 h 134321"/>
                    <a:gd name="connsiteX12" fmla="*/ 264 w 165818"/>
                    <a:gd name="connsiteY12" fmla="*/ 43319 h 134321"/>
                    <a:gd name="connsiteX13" fmla="*/ 56135 w 165818"/>
                    <a:gd name="connsiteY13" fmla="*/ 354 h 134321"/>
                    <a:gd name="connsiteX14" fmla="*/ 61468 w 165818"/>
                    <a:gd name="connsiteY14" fmla="*/ 1351 h 134321"/>
                    <a:gd name="connsiteX15" fmla="*/ 155898 w 165818"/>
                    <a:gd name="connsiteY15" fmla="*/ 62555 h 134321"/>
                    <a:gd name="connsiteX16" fmla="*/ 165515 w 165818"/>
                    <a:gd name="connsiteY16" fmla="*/ 98404 h 134321"/>
                    <a:gd name="connsiteX17" fmla="*/ 165515 w 165818"/>
                    <a:gd name="connsiteY17" fmla="*/ 98404 h 134321"/>
                    <a:gd name="connsiteX18" fmla="*/ 142783 w 165818"/>
                    <a:gd name="connsiteY18" fmla="*/ 134252 h 134321"/>
                    <a:gd name="connsiteX19" fmla="*/ 142783 w 165818"/>
                    <a:gd name="connsiteY19" fmla="*/ 134252 h 134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5818" h="134321">
                      <a:moveTo>
                        <a:pt x="122673" y="134252"/>
                      </a:moveTo>
                      <a:lnTo>
                        <a:pt x="122673" y="134252"/>
                      </a:lnTo>
                      <a:cubicBezTo>
                        <a:pt x="118895" y="133815"/>
                        <a:pt x="115083" y="133815"/>
                        <a:pt x="111306" y="134252"/>
                      </a:cubicBezTo>
                      <a:lnTo>
                        <a:pt x="103437" y="134252"/>
                      </a:lnTo>
                      <a:cubicBezTo>
                        <a:pt x="90689" y="131515"/>
                        <a:pt x="78535" y="126479"/>
                        <a:pt x="67589" y="119388"/>
                      </a:cubicBezTo>
                      <a:cubicBezTo>
                        <a:pt x="47155" y="108292"/>
                        <a:pt x="28330" y="94469"/>
                        <a:pt x="11631" y="78293"/>
                      </a:cubicBezTo>
                      <a:lnTo>
                        <a:pt x="5510" y="71299"/>
                      </a:lnTo>
                      <a:cubicBezTo>
                        <a:pt x="3246" y="67766"/>
                        <a:pt x="1479" y="63945"/>
                        <a:pt x="264" y="59932"/>
                      </a:cubicBezTo>
                      <a:lnTo>
                        <a:pt x="264" y="59932"/>
                      </a:lnTo>
                      <a:cubicBezTo>
                        <a:pt x="-147" y="57327"/>
                        <a:pt x="-147" y="54668"/>
                        <a:pt x="264" y="52063"/>
                      </a:cubicBezTo>
                      <a:lnTo>
                        <a:pt x="264" y="52063"/>
                      </a:lnTo>
                      <a:cubicBezTo>
                        <a:pt x="710" y="49169"/>
                        <a:pt x="710" y="46214"/>
                        <a:pt x="264" y="43319"/>
                      </a:cubicBezTo>
                      <a:lnTo>
                        <a:pt x="264" y="43319"/>
                      </a:lnTo>
                      <a:cubicBezTo>
                        <a:pt x="3832" y="16023"/>
                        <a:pt x="28846" y="-3204"/>
                        <a:pt x="56135" y="354"/>
                      </a:cubicBezTo>
                      <a:cubicBezTo>
                        <a:pt x="57927" y="590"/>
                        <a:pt x="59711" y="922"/>
                        <a:pt x="61468" y="1351"/>
                      </a:cubicBezTo>
                      <a:cubicBezTo>
                        <a:pt x="96320" y="15996"/>
                        <a:pt x="128295" y="36718"/>
                        <a:pt x="155898" y="62555"/>
                      </a:cubicBezTo>
                      <a:cubicBezTo>
                        <a:pt x="163365" y="72934"/>
                        <a:pt x="166783" y="85682"/>
                        <a:pt x="165515" y="98404"/>
                      </a:cubicBezTo>
                      <a:lnTo>
                        <a:pt x="165515" y="98404"/>
                      </a:lnTo>
                      <a:cubicBezTo>
                        <a:pt x="164178" y="113329"/>
                        <a:pt x="155705" y="126680"/>
                        <a:pt x="142783" y="134252"/>
                      </a:cubicBezTo>
                      <a:cubicBezTo>
                        <a:pt x="142783" y="134252"/>
                        <a:pt x="142783" y="134252"/>
                        <a:pt x="142783" y="134252"/>
                      </a:cubicBezTo>
                      <a:close/>
                    </a:path>
                  </a:pathLst>
                </a:custGeom>
                <a:solidFill>
                  <a:srgbClr val="D8D8E0"/>
                </a:solidFill>
                <a:ln w="87213" cap="flat">
                  <a:noFill/>
                  <a:prstDash val="solid"/>
                  <a:miter/>
                </a:ln>
              </p:spPr>
              <p:txBody>
                <a:bodyPr rtlCol="0" anchor="ctr"/>
                <a:lstStyle/>
                <a:p>
                  <a:endParaRPr lang="en-IN" dirty="0"/>
                </a:p>
              </p:txBody>
            </p:sp>
            <p:sp>
              <p:nvSpPr>
                <p:cNvPr id="2721" name="Freeform: Shape 2720">
                  <a:extLst>
                    <a:ext uri="{FF2B5EF4-FFF2-40B4-BE49-F238E27FC236}">
                      <a16:creationId xmlns:a16="http://schemas.microsoft.com/office/drawing/2014/main" id="{2B22EAE6-C0FB-AF30-D4B7-BD5935FC866B}"/>
                    </a:ext>
                  </a:extLst>
                </p:cNvPr>
                <p:cNvSpPr/>
                <p:nvPr/>
              </p:nvSpPr>
              <p:spPr>
                <a:xfrm>
                  <a:off x="2431097" y="4007659"/>
                  <a:ext cx="97926" cy="63056"/>
                </a:xfrm>
                <a:custGeom>
                  <a:avLst/>
                  <a:gdLst>
                    <a:gd name="connsiteX0" fmla="*/ -44 w 97926"/>
                    <a:gd name="connsiteY0" fmla="*/ -70 h 63056"/>
                    <a:gd name="connsiteX1" fmla="*/ 97883 w 97926"/>
                    <a:gd name="connsiteY1" fmla="*/ 62883 h 63056"/>
                    <a:gd name="connsiteX2" fmla="*/ 77773 w 97926"/>
                    <a:gd name="connsiteY2" fmla="*/ 57637 h 63056"/>
                    <a:gd name="connsiteX3" fmla="*/ 4328 w 97926"/>
                    <a:gd name="connsiteY3" fmla="*/ 6925 h 63056"/>
                    <a:gd name="connsiteX4" fmla="*/ -44 w 97926"/>
                    <a:gd name="connsiteY4" fmla="*/ -70 h 63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6" h="63056">
                      <a:moveTo>
                        <a:pt x="-44" y="-70"/>
                      </a:moveTo>
                      <a:cubicBezTo>
                        <a:pt x="27918" y="27428"/>
                        <a:pt x="61257" y="48858"/>
                        <a:pt x="97883" y="62883"/>
                      </a:cubicBezTo>
                      <a:cubicBezTo>
                        <a:pt x="90774" y="63460"/>
                        <a:pt x="83692" y="61615"/>
                        <a:pt x="77773" y="57637"/>
                      </a:cubicBezTo>
                      <a:cubicBezTo>
                        <a:pt x="50458" y="45256"/>
                        <a:pt x="25583" y="28084"/>
                        <a:pt x="4328" y="6925"/>
                      </a:cubicBezTo>
                      <a:cubicBezTo>
                        <a:pt x="2378" y="4940"/>
                        <a:pt x="891" y="2553"/>
                        <a:pt x="-44" y="-70"/>
                      </a:cubicBezTo>
                      <a:close/>
                    </a:path>
                  </a:pathLst>
                </a:custGeom>
                <a:solidFill>
                  <a:srgbClr val="E3E3E9"/>
                </a:solidFill>
                <a:ln w="87213" cap="flat">
                  <a:noFill/>
                  <a:prstDash val="solid"/>
                  <a:miter/>
                </a:ln>
              </p:spPr>
              <p:txBody>
                <a:bodyPr rtlCol="0" anchor="ctr"/>
                <a:lstStyle/>
                <a:p>
                  <a:endParaRPr lang="en-IN" dirty="0"/>
                </a:p>
              </p:txBody>
            </p:sp>
            <p:sp>
              <p:nvSpPr>
                <p:cNvPr id="2722" name="Freeform: Shape 2721">
                  <a:extLst>
                    <a:ext uri="{FF2B5EF4-FFF2-40B4-BE49-F238E27FC236}">
                      <a16:creationId xmlns:a16="http://schemas.microsoft.com/office/drawing/2014/main" id="{925C6F08-6F0E-0DF0-8F39-C98AB51F5009}"/>
                    </a:ext>
                  </a:extLst>
                </p:cNvPr>
                <p:cNvSpPr/>
                <p:nvPr/>
              </p:nvSpPr>
              <p:spPr>
                <a:xfrm>
                  <a:off x="2429349" y="3928947"/>
                  <a:ext cx="58581" cy="41989"/>
                </a:xfrm>
                <a:custGeom>
                  <a:avLst/>
                  <a:gdLst>
                    <a:gd name="connsiteX0" fmla="*/ 58537 w 58581"/>
                    <a:gd name="connsiteY0" fmla="*/ 1700 h 41989"/>
                    <a:gd name="connsiteX1" fmla="*/ 35804 w 58581"/>
                    <a:gd name="connsiteY1" fmla="*/ 1700 h 41989"/>
                    <a:gd name="connsiteX2" fmla="*/ -44 w 58581"/>
                    <a:gd name="connsiteY2" fmla="*/ 35799 h 41989"/>
                    <a:gd name="connsiteX3" fmla="*/ -44 w 58581"/>
                    <a:gd name="connsiteY3" fmla="*/ 41920 h 41989"/>
                    <a:gd name="connsiteX4" fmla="*/ 11322 w 58581"/>
                    <a:gd name="connsiteY4" fmla="*/ 14815 h 41989"/>
                    <a:gd name="connsiteX5" fmla="*/ 58537 w 58581"/>
                    <a:gd name="connsiteY5" fmla="*/ 1700 h 41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81" h="41989">
                      <a:moveTo>
                        <a:pt x="58537" y="1700"/>
                      </a:moveTo>
                      <a:cubicBezTo>
                        <a:pt x="50965" y="1271"/>
                        <a:pt x="43376" y="1271"/>
                        <a:pt x="35804" y="1700"/>
                      </a:cubicBezTo>
                      <a:cubicBezTo>
                        <a:pt x="17950" y="4559"/>
                        <a:pt x="3706" y="18111"/>
                        <a:pt x="-44" y="35799"/>
                      </a:cubicBezTo>
                      <a:lnTo>
                        <a:pt x="-44" y="41920"/>
                      </a:lnTo>
                      <a:cubicBezTo>
                        <a:pt x="-44" y="30553"/>
                        <a:pt x="6076" y="22684"/>
                        <a:pt x="11322" y="14815"/>
                      </a:cubicBezTo>
                      <a:cubicBezTo>
                        <a:pt x="23379" y="1979"/>
                        <a:pt x="41583" y="-3074"/>
                        <a:pt x="58537" y="1700"/>
                      </a:cubicBezTo>
                      <a:close/>
                    </a:path>
                  </a:pathLst>
                </a:custGeom>
                <a:solidFill>
                  <a:srgbClr val="E4E4E9"/>
                </a:solidFill>
                <a:ln w="87213" cap="flat">
                  <a:noFill/>
                  <a:prstDash val="solid"/>
                  <a:miter/>
                </a:ln>
              </p:spPr>
              <p:txBody>
                <a:bodyPr rtlCol="0" anchor="ctr"/>
                <a:lstStyle/>
                <a:p>
                  <a:endParaRPr lang="en-IN" dirty="0"/>
                </a:p>
              </p:txBody>
            </p:sp>
            <p:sp>
              <p:nvSpPr>
                <p:cNvPr id="2723" name="Freeform: Shape 2722">
                  <a:extLst>
                    <a:ext uri="{FF2B5EF4-FFF2-40B4-BE49-F238E27FC236}">
                      <a16:creationId xmlns:a16="http://schemas.microsoft.com/office/drawing/2014/main" id="{A6B4A038-0F92-6D9D-8CB9-56C87CA3B6D0}"/>
                    </a:ext>
                  </a:extLst>
                </p:cNvPr>
                <p:cNvSpPr/>
                <p:nvPr/>
              </p:nvSpPr>
              <p:spPr>
                <a:xfrm>
                  <a:off x="2564872" y="4027769"/>
                  <a:ext cx="22732" cy="35847"/>
                </a:xfrm>
                <a:custGeom>
                  <a:avLst/>
                  <a:gdLst>
                    <a:gd name="connsiteX0" fmla="*/ -44 w 22732"/>
                    <a:gd name="connsiteY0" fmla="*/ 35778 h 35847"/>
                    <a:gd name="connsiteX1" fmla="*/ 22689 w 22732"/>
                    <a:gd name="connsiteY1" fmla="*/ -70 h 35847"/>
                    <a:gd name="connsiteX2" fmla="*/ -44 w 22732"/>
                    <a:gd name="connsiteY2" fmla="*/ 35778 h 35847"/>
                  </a:gdLst>
                  <a:ahLst/>
                  <a:cxnLst>
                    <a:cxn ang="0">
                      <a:pos x="connsiteX0" y="connsiteY0"/>
                    </a:cxn>
                    <a:cxn ang="0">
                      <a:pos x="connsiteX1" y="connsiteY1"/>
                    </a:cxn>
                    <a:cxn ang="0">
                      <a:pos x="connsiteX2" y="connsiteY2"/>
                    </a:cxn>
                  </a:cxnLst>
                  <a:rect l="l" t="t" r="r" b="b"/>
                  <a:pathLst>
                    <a:path w="22732" h="35847">
                      <a:moveTo>
                        <a:pt x="-44" y="35778"/>
                      </a:moveTo>
                      <a:cubicBezTo>
                        <a:pt x="11515" y="26868"/>
                        <a:pt x="19559" y="14181"/>
                        <a:pt x="22689" y="-70"/>
                      </a:cubicBezTo>
                      <a:cubicBezTo>
                        <a:pt x="22348" y="15169"/>
                        <a:pt x="13596" y="28967"/>
                        <a:pt x="-44" y="35778"/>
                      </a:cubicBezTo>
                      <a:close/>
                    </a:path>
                  </a:pathLst>
                </a:custGeom>
                <a:solidFill>
                  <a:srgbClr val="E3E3E9"/>
                </a:solidFill>
                <a:ln w="87213" cap="flat">
                  <a:noFill/>
                  <a:prstDash val="solid"/>
                  <a:miter/>
                </a:ln>
              </p:spPr>
              <p:txBody>
                <a:bodyPr rtlCol="0" anchor="ctr"/>
                <a:lstStyle/>
                <a:p>
                  <a:endParaRPr lang="en-IN" dirty="0"/>
                </a:p>
              </p:txBody>
            </p:sp>
            <p:sp>
              <p:nvSpPr>
                <p:cNvPr id="2724" name="Freeform: Shape 2723">
                  <a:extLst>
                    <a:ext uri="{FF2B5EF4-FFF2-40B4-BE49-F238E27FC236}">
                      <a16:creationId xmlns:a16="http://schemas.microsoft.com/office/drawing/2014/main" id="{A20DBB26-F1CB-72BE-3A55-190DB8B684DB}"/>
                    </a:ext>
                  </a:extLst>
                </p:cNvPr>
                <p:cNvSpPr/>
                <p:nvPr/>
              </p:nvSpPr>
              <p:spPr>
                <a:xfrm>
                  <a:off x="2577987" y="3991921"/>
                  <a:ext cx="10567" cy="35848"/>
                </a:xfrm>
                <a:custGeom>
                  <a:avLst/>
                  <a:gdLst>
                    <a:gd name="connsiteX0" fmla="*/ 9574 w 10567"/>
                    <a:gd name="connsiteY0" fmla="*/ 35778 h 35848"/>
                    <a:gd name="connsiteX1" fmla="*/ -44 w 10567"/>
                    <a:gd name="connsiteY1" fmla="*/ -70 h 35848"/>
                    <a:gd name="connsiteX2" fmla="*/ 9574 w 10567"/>
                    <a:gd name="connsiteY2" fmla="*/ 35778 h 35848"/>
                  </a:gdLst>
                  <a:ahLst/>
                  <a:cxnLst>
                    <a:cxn ang="0">
                      <a:pos x="connsiteX0" y="connsiteY0"/>
                    </a:cxn>
                    <a:cxn ang="0">
                      <a:pos x="connsiteX1" y="connsiteY1"/>
                    </a:cxn>
                    <a:cxn ang="0">
                      <a:pos x="connsiteX2" y="connsiteY2"/>
                    </a:cxn>
                  </a:cxnLst>
                  <a:rect l="l" t="t" r="r" b="b"/>
                  <a:pathLst>
                    <a:path w="10567" h="35848">
                      <a:moveTo>
                        <a:pt x="9574" y="35778"/>
                      </a:moveTo>
                      <a:cubicBezTo>
                        <a:pt x="8131" y="23424"/>
                        <a:pt x="4888" y="11349"/>
                        <a:pt x="-44" y="-70"/>
                      </a:cubicBezTo>
                      <a:cubicBezTo>
                        <a:pt x="8813" y="9601"/>
                        <a:pt x="12407" y="22978"/>
                        <a:pt x="9574" y="35778"/>
                      </a:cubicBezTo>
                      <a:close/>
                    </a:path>
                  </a:pathLst>
                </a:custGeom>
                <a:solidFill>
                  <a:srgbClr val="E3E3E9"/>
                </a:solidFill>
                <a:ln w="87213" cap="flat">
                  <a:noFill/>
                  <a:prstDash val="solid"/>
                  <a:miter/>
                </a:ln>
              </p:spPr>
              <p:txBody>
                <a:bodyPr rtlCol="0" anchor="ctr"/>
                <a:lstStyle/>
                <a:p>
                  <a:endParaRPr lang="en-IN" dirty="0"/>
                </a:p>
              </p:txBody>
            </p:sp>
            <p:sp>
              <p:nvSpPr>
                <p:cNvPr id="2725" name="Freeform: Shape 2724">
                  <a:extLst>
                    <a:ext uri="{FF2B5EF4-FFF2-40B4-BE49-F238E27FC236}">
                      <a16:creationId xmlns:a16="http://schemas.microsoft.com/office/drawing/2014/main" id="{6DAC99BC-6283-9997-A386-001F5EB3B761}"/>
                    </a:ext>
                  </a:extLst>
                </p:cNvPr>
                <p:cNvSpPr/>
                <p:nvPr/>
              </p:nvSpPr>
              <p:spPr>
                <a:xfrm>
                  <a:off x="2424037" y="3992795"/>
                  <a:ext cx="5311" cy="11366"/>
                </a:xfrm>
                <a:custGeom>
                  <a:avLst/>
                  <a:gdLst>
                    <a:gd name="connsiteX0" fmla="*/ 22 w 5311"/>
                    <a:gd name="connsiteY0" fmla="*/ -70 h 11366"/>
                    <a:gd name="connsiteX1" fmla="*/ 5268 w 5311"/>
                    <a:gd name="connsiteY1" fmla="*/ 11296 h 11366"/>
                    <a:gd name="connsiteX2" fmla="*/ 22 w 5311"/>
                    <a:gd name="connsiteY2" fmla="*/ -70 h 11366"/>
                  </a:gdLst>
                  <a:ahLst/>
                  <a:cxnLst>
                    <a:cxn ang="0">
                      <a:pos x="connsiteX0" y="connsiteY0"/>
                    </a:cxn>
                    <a:cxn ang="0">
                      <a:pos x="connsiteX1" y="connsiteY1"/>
                    </a:cxn>
                    <a:cxn ang="0">
                      <a:pos x="connsiteX2" y="connsiteY2"/>
                    </a:cxn>
                  </a:cxnLst>
                  <a:rect l="l" t="t" r="r" b="b"/>
                  <a:pathLst>
                    <a:path w="5311" h="11366">
                      <a:moveTo>
                        <a:pt x="22" y="-70"/>
                      </a:moveTo>
                      <a:cubicBezTo>
                        <a:pt x="22" y="-70"/>
                        <a:pt x="22" y="7799"/>
                        <a:pt x="5268" y="11296"/>
                      </a:cubicBezTo>
                      <a:cubicBezTo>
                        <a:pt x="1569" y="8752"/>
                        <a:pt x="-442" y="4398"/>
                        <a:pt x="22" y="-70"/>
                      </a:cubicBezTo>
                      <a:close/>
                    </a:path>
                  </a:pathLst>
                </a:custGeom>
                <a:solidFill>
                  <a:srgbClr val="E4E4E9"/>
                </a:solidFill>
                <a:ln w="87213" cap="flat">
                  <a:noFill/>
                  <a:prstDash val="solid"/>
                  <a:miter/>
                </a:ln>
              </p:spPr>
              <p:txBody>
                <a:bodyPr rtlCol="0" anchor="ctr"/>
                <a:lstStyle/>
                <a:p>
                  <a:endParaRPr lang="en-IN" dirty="0"/>
                </a:p>
              </p:txBody>
            </p:sp>
            <p:sp>
              <p:nvSpPr>
                <p:cNvPr id="2726" name="Freeform: Shape 2725">
                  <a:extLst>
                    <a:ext uri="{FF2B5EF4-FFF2-40B4-BE49-F238E27FC236}">
                      <a16:creationId xmlns:a16="http://schemas.microsoft.com/office/drawing/2014/main" id="{56DD174F-022C-95CE-1BAB-37EC04A62E99}"/>
                    </a:ext>
                  </a:extLst>
                </p:cNvPr>
                <p:cNvSpPr/>
                <p:nvPr/>
              </p:nvSpPr>
              <p:spPr>
                <a:xfrm>
                  <a:off x="2550883" y="4068557"/>
                  <a:ext cx="10492" cy="2360"/>
                </a:xfrm>
                <a:custGeom>
                  <a:avLst/>
                  <a:gdLst>
                    <a:gd name="connsiteX0" fmla="*/ -44 w 10492"/>
                    <a:gd name="connsiteY0" fmla="*/ 1110 h 2360"/>
                    <a:gd name="connsiteX1" fmla="*/ 10448 w 10492"/>
                    <a:gd name="connsiteY1" fmla="*/ 1110 h 2360"/>
                    <a:gd name="connsiteX2" fmla="*/ -44 w 10492"/>
                    <a:gd name="connsiteY2" fmla="*/ 1110 h 2360"/>
                  </a:gdLst>
                  <a:ahLst/>
                  <a:cxnLst>
                    <a:cxn ang="0">
                      <a:pos x="connsiteX0" y="connsiteY0"/>
                    </a:cxn>
                    <a:cxn ang="0">
                      <a:pos x="connsiteX1" y="connsiteY1"/>
                    </a:cxn>
                    <a:cxn ang="0">
                      <a:pos x="connsiteX2" y="connsiteY2"/>
                    </a:cxn>
                  </a:cxnLst>
                  <a:rect l="l" t="t" r="r" b="b"/>
                  <a:pathLst>
                    <a:path w="10492" h="2360">
                      <a:moveTo>
                        <a:pt x="-44" y="1110"/>
                      </a:moveTo>
                      <a:cubicBezTo>
                        <a:pt x="3278" y="-463"/>
                        <a:pt x="7125" y="-463"/>
                        <a:pt x="10448" y="1110"/>
                      </a:cubicBezTo>
                      <a:cubicBezTo>
                        <a:pt x="7125" y="2684"/>
                        <a:pt x="3278" y="2684"/>
                        <a:pt x="-44" y="1110"/>
                      </a:cubicBezTo>
                      <a:close/>
                    </a:path>
                  </a:pathLst>
                </a:custGeom>
                <a:solidFill>
                  <a:srgbClr val="E3E3E9"/>
                </a:solidFill>
                <a:ln w="87213" cap="flat">
                  <a:noFill/>
                  <a:prstDash val="solid"/>
                  <a:miter/>
                </a:ln>
              </p:spPr>
              <p:txBody>
                <a:bodyPr rtlCol="0" anchor="ctr"/>
                <a:lstStyle/>
                <a:p>
                  <a:endParaRPr lang="en-IN" dirty="0"/>
                </a:p>
              </p:txBody>
            </p:sp>
            <p:sp>
              <p:nvSpPr>
                <p:cNvPr id="2727" name="Freeform: Shape 2726">
                  <a:extLst>
                    <a:ext uri="{FF2B5EF4-FFF2-40B4-BE49-F238E27FC236}">
                      <a16:creationId xmlns:a16="http://schemas.microsoft.com/office/drawing/2014/main" id="{E2A073F3-E90A-DEDD-423C-F055B3D7D772}"/>
                    </a:ext>
                  </a:extLst>
                </p:cNvPr>
                <p:cNvSpPr/>
                <p:nvPr/>
              </p:nvSpPr>
              <p:spPr>
                <a:xfrm>
                  <a:off x="2536893" y="4069814"/>
                  <a:ext cx="11366" cy="2675"/>
                </a:xfrm>
                <a:custGeom>
                  <a:avLst/>
                  <a:gdLst>
                    <a:gd name="connsiteX0" fmla="*/ -44 w 11366"/>
                    <a:gd name="connsiteY0" fmla="*/ 1602 h 2675"/>
                    <a:gd name="connsiteX1" fmla="*/ 11322 w 11366"/>
                    <a:gd name="connsiteY1" fmla="*/ 1602 h 2675"/>
                    <a:gd name="connsiteX2" fmla="*/ -44 w 11366"/>
                    <a:gd name="connsiteY2" fmla="*/ 1602 h 2675"/>
                  </a:gdLst>
                  <a:ahLst/>
                  <a:cxnLst>
                    <a:cxn ang="0">
                      <a:pos x="connsiteX0" y="connsiteY0"/>
                    </a:cxn>
                    <a:cxn ang="0">
                      <a:pos x="connsiteX1" y="connsiteY1"/>
                    </a:cxn>
                    <a:cxn ang="0">
                      <a:pos x="connsiteX2" y="connsiteY2"/>
                    </a:cxn>
                  </a:cxnLst>
                  <a:rect l="l" t="t" r="r" b="b"/>
                  <a:pathLst>
                    <a:path w="11366" h="2675">
                      <a:moveTo>
                        <a:pt x="-44" y="1602"/>
                      </a:moveTo>
                      <a:cubicBezTo>
                        <a:pt x="3418" y="-628"/>
                        <a:pt x="7860" y="-628"/>
                        <a:pt x="11322" y="1602"/>
                      </a:cubicBezTo>
                      <a:cubicBezTo>
                        <a:pt x="7650" y="2940"/>
                        <a:pt x="3628" y="2940"/>
                        <a:pt x="-44" y="1602"/>
                      </a:cubicBezTo>
                      <a:close/>
                    </a:path>
                  </a:pathLst>
                </a:custGeom>
                <a:solidFill>
                  <a:srgbClr val="E3E3E9"/>
                </a:solidFill>
                <a:ln w="87213" cap="flat">
                  <a:noFill/>
                  <a:prstDash val="solid"/>
                  <a:miter/>
                </a:ln>
              </p:spPr>
              <p:txBody>
                <a:bodyPr rtlCol="0" anchor="ctr"/>
                <a:lstStyle/>
                <a:p>
                  <a:endParaRPr lang="en-IN" dirty="0"/>
                </a:p>
              </p:txBody>
            </p:sp>
            <p:sp>
              <p:nvSpPr>
                <p:cNvPr id="2728" name="Freeform: Shape 2727">
                  <a:extLst>
                    <a:ext uri="{FF2B5EF4-FFF2-40B4-BE49-F238E27FC236}">
                      <a16:creationId xmlns:a16="http://schemas.microsoft.com/office/drawing/2014/main" id="{DC35042E-92A9-7AA5-16DF-BF25C130F4B7}"/>
                    </a:ext>
                  </a:extLst>
                </p:cNvPr>
                <p:cNvSpPr/>
                <p:nvPr/>
              </p:nvSpPr>
              <p:spPr>
                <a:xfrm>
                  <a:off x="2421403" y="3976182"/>
                  <a:ext cx="950" cy="8743"/>
                </a:xfrm>
                <a:custGeom>
                  <a:avLst/>
                  <a:gdLst>
                    <a:gd name="connsiteX0" fmla="*/ 907 w 950"/>
                    <a:gd name="connsiteY0" fmla="*/ -70 h 8743"/>
                    <a:gd name="connsiteX1" fmla="*/ 907 w 950"/>
                    <a:gd name="connsiteY1" fmla="*/ 8673 h 8743"/>
                    <a:gd name="connsiteX2" fmla="*/ 907 w 950"/>
                    <a:gd name="connsiteY2" fmla="*/ -70 h 8743"/>
                  </a:gdLst>
                  <a:ahLst/>
                  <a:cxnLst>
                    <a:cxn ang="0">
                      <a:pos x="connsiteX0" y="connsiteY0"/>
                    </a:cxn>
                    <a:cxn ang="0">
                      <a:pos x="connsiteX1" y="connsiteY1"/>
                    </a:cxn>
                    <a:cxn ang="0">
                      <a:pos x="connsiteX2" y="connsiteY2"/>
                    </a:cxn>
                  </a:cxnLst>
                  <a:rect l="l" t="t" r="r" b="b"/>
                  <a:pathLst>
                    <a:path w="950" h="8743">
                      <a:moveTo>
                        <a:pt x="907" y="-70"/>
                      </a:moveTo>
                      <a:cubicBezTo>
                        <a:pt x="907" y="-70"/>
                        <a:pt x="907" y="6050"/>
                        <a:pt x="907" y="8673"/>
                      </a:cubicBezTo>
                      <a:cubicBezTo>
                        <a:pt x="-361" y="5902"/>
                        <a:pt x="-361" y="2702"/>
                        <a:pt x="907" y="-70"/>
                      </a:cubicBezTo>
                      <a:close/>
                    </a:path>
                  </a:pathLst>
                </a:custGeom>
                <a:solidFill>
                  <a:srgbClr val="E4E4E9"/>
                </a:solidFill>
                <a:ln w="87213" cap="flat">
                  <a:noFill/>
                  <a:prstDash val="solid"/>
                  <a:miter/>
                </a:ln>
              </p:spPr>
              <p:txBody>
                <a:bodyPr rtlCol="0" anchor="ctr"/>
                <a:lstStyle/>
                <a:p>
                  <a:endParaRPr lang="en-IN" dirty="0"/>
                </a:p>
              </p:txBody>
            </p:sp>
            <p:sp>
              <p:nvSpPr>
                <p:cNvPr id="2729" name="Freeform: Shape 2728">
                  <a:extLst>
                    <a:ext uri="{FF2B5EF4-FFF2-40B4-BE49-F238E27FC236}">
                      <a16:creationId xmlns:a16="http://schemas.microsoft.com/office/drawing/2014/main" id="{1F086EC5-1C18-BBCB-32E0-A35581BD7CC4}"/>
                    </a:ext>
                  </a:extLst>
                </p:cNvPr>
                <p:cNvSpPr/>
                <p:nvPr/>
              </p:nvSpPr>
              <p:spPr>
                <a:xfrm>
                  <a:off x="2421965" y="3984926"/>
                  <a:ext cx="1326" cy="7869"/>
                </a:xfrm>
                <a:custGeom>
                  <a:avLst/>
                  <a:gdLst>
                    <a:gd name="connsiteX0" fmla="*/ 344 w 1326"/>
                    <a:gd name="connsiteY0" fmla="*/ -70 h 7869"/>
                    <a:gd name="connsiteX1" fmla="*/ 344 w 1326"/>
                    <a:gd name="connsiteY1" fmla="*/ 7799 h 7869"/>
                    <a:gd name="connsiteX2" fmla="*/ 344 w 1326"/>
                    <a:gd name="connsiteY2" fmla="*/ -70 h 7869"/>
                  </a:gdLst>
                  <a:ahLst/>
                  <a:cxnLst>
                    <a:cxn ang="0">
                      <a:pos x="connsiteX0" y="connsiteY0"/>
                    </a:cxn>
                    <a:cxn ang="0">
                      <a:pos x="connsiteX1" y="connsiteY1"/>
                    </a:cxn>
                    <a:cxn ang="0">
                      <a:pos x="connsiteX2" y="connsiteY2"/>
                    </a:cxn>
                  </a:cxnLst>
                  <a:rect l="l" t="t" r="r" b="b"/>
                  <a:pathLst>
                    <a:path w="1326" h="7869">
                      <a:moveTo>
                        <a:pt x="344" y="-70"/>
                      </a:moveTo>
                      <a:cubicBezTo>
                        <a:pt x="1595" y="2405"/>
                        <a:pt x="1595" y="5325"/>
                        <a:pt x="344" y="7799"/>
                      </a:cubicBezTo>
                      <a:cubicBezTo>
                        <a:pt x="344" y="7799"/>
                        <a:pt x="-530" y="3427"/>
                        <a:pt x="344" y="-70"/>
                      </a:cubicBezTo>
                      <a:close/>
                    </a:path>
                  </a:pathLst>
                </a:custGeom>
                <a:solidFill>
                  <a:srgbClr val="E4E4E9"/>
                </a:solidFill>
                <a:ln w="87213" cap="flat">
                  <a:noFill/>
                  <a:prstDash val="solid"/>
                  <a:miter/>
                </a:ln>
              </p:spPr>
              <p:txBody>
                <a:bodyPr rtlCol="0" anchor="ctr"/>
                <a:lstStyle/>
                <a:p>
                  <a:endParaRPr lang="en-IN" dirty="0"/>
                </a:p>
              </p:txBody>
            </p:sp>
            <p:sp>
              <p:nvSpPr>
                <p:cNvPr id="2730" name="Freeform: Shape 2729">
                  <a:extLst>
                    <a:ext uri="{FF2B5EF4-FFF2-40B4-BE49-F238E27FC236}">
                      <a16:creationId xmlns:a16="http://schemas.microsoft.com/office/drawing/2014/main" id="{14FB371B-F4FB-260F-EEA9-95A5864EE64C}"/>
                    </a:ext>
                  </a:extLst>
                </p:cNvPr>
                <p:cNvSpPr/>
                <p:nvPr/>
              </p:nvSpPr>
              <p:spPr>
                <a:xfrm>
                  <a:off x="2429760" y="3936657"/>
                  <a:ext cx="150368" cy="127753"/>
                </a:xfrm>
                <a:custGeom>
                  <a:avLst/>
                  <a:gdLst>
                    <a:gd name="connsiteX0" fmla="*/ 100094 w 150368"/>
                    <a:gd name="connsiteY0" fmla="*/ 26340 h 127753"/>
                    <a:gd name="connsiteX1" fmla="*/ 137691 w 150368"/>
                    <a:gd name="connsiteY1" fmla="*/ 54319 h 127753"/>
                    <a:gd name="connsiteX2" fmla="*/ 147309 w 150368"/>
                    <a:gd name="connsiteY2" fmla="*/ 101533 h 127753"/>
                    <a:gd name="connsiteX3" fmla="*/ 97472 w 150368"/>
                    <a:gd name="connsiteY3" fmla="*/ 126015 h 127753"/>
                    <a:gd name="connsiteX4" fmla="*/ 67744 w 150368"/>
                    <a:gd name="connsiteY4" fmla="*/ 113774 h 127753"/>
                    <a:gd name="connsiteX5" fmla="*/ 18780 w 150368"/>
                    <a:gd name="connsiteY5" fmla="*/ 79675 h 127753"/>
                    <a:gd name="connsiteX6" fmla="*/ 1293 w 150368"/>
                    <a:gd name="connsiteY6" fmla="*/ 32460 h 127753"/>
                    <a:gd name="connsiteX7" fmla="*/ 50056 w 150368"/>
                    <a:gd name="connsiteY7" fmla="*/ 844 h 127753"/>
                    <a:gd name="connsiteX8" fmla="*/ 56377 w 150368"/>
                    <a:gd name="connsiteY8" fmla="*/ 2733 h 127753"/>
                    <a:gd name="connsiteX9" fmla="*/ 100094 w 150368"/>
                    <a:gd name="connsiteY9" fmla="*/ 26340 h 12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368" h="127752">
                      <a:moveTo>
                        <a:pt x="100094" y="26340"/>
                      </a:moveTo>
                      <a:cubicBezTo>
                        <a:pt x="113874" y="33859"/>
                        <a:pt x="126526" y="43285"/>
                        <a:pt x="137691" y="54319"/>
                      </a:cubicBezTo>
                      <a:cubicBezTo>
                        <a:pt x="149854" y="66822"/>
                        <a:pt x="153613" y="85271"/>
                        <a:pt x="147309" y="101533"/>
                      </a:cubicBezTo>
                      <a:cubicBezTo>
                        <a:pt x="139554" y="121381"/>
                        <a:pt x="117922" y="132013"/>
                        <a:pt x="97472" y="126015"/>
                      </a:cubicBezTo>
                      <a:cubicBezTo>
                        <a:pt x="86831" y="123996"/>
                        <a:pt x="76715" y="119834"/>
                        <a:pt x="67744" y="113774"/>
                      </a:cubicBezTo>
                      <a:cubicBezTo>
                        <a:pt x="50545" y="103719"/>
                        <a:pt x="34178" y="92318"/>
                        <a:pt x="18780" y="79675"/>
                      </a:cubicBezTo>
                      <a:cubicBezTo>
                        <a:pt x="3776" y="69052"/>
                        <a:pt x="-3174" y="50297"/>
                        <a:pt x="1293" y="32460"/>
                      </a:cubicBezTo>
                      <a:cubicBezTo>
                        <a:pt x="6023" y="10260"/>
                        <a:pt x="27856" y="-3895"/>
                        <a:pt x="50056" y="844"/>
                      </a:cubicBezTo>
                      <a:cubicBezTo>
                        <a:pt x="52207" y="1298"/>
                        <a:pt x="54323" y="1937"/>
                        <a:pt x="56377" y="2733"/>
                      </a:cubicBezTo>
                      <a:cubicBezTo>
                        <a:pt x="72072" y="8319"/>
                        <a:pt x="86813" y="16276"/>
                        <a:pt x="100094" y="26340"/>
                      </a:cubicBezTo>
                      <a:close/>
                    </a:path>
                  </a:pathLst>
                </a:custGeom>
                <a:solidFill>
                  <a:srgbClr val="BEBECB"/>
                </a:solidFill>
                <a:ln w="87213" cap="flat">
                  <a:noFill/>
                  <a:prstDash val="solid"/>
                  <a:miter/>
                </a:ln>
              </p:spPr>
              <p:txBody>
                <a:bodyPr rtlCol="0" anchor="ctr"/>
                <a:lstStyle/>
                <a:p>
                  <a:endParaRPr lang="en-IN" dirty="0"/>
                </a:p>
              </p:txBody>
            </p:sp>
            <p:sp>
              <p:nvSpPr>
                <p:cNvPr id="2731" name="Freeform: Shape 2730">
                  <a:extLst>
                    <a:ext uri="{FF2B5EF4-FFF2-40B4-BE49-F238E27FC236}">
                      <a16:creationId xmlns:a16="http://schemas.microsoft.com/office/drawing/2014/main" id="{DD4321B4-7C81-113A-1DDA-A1495598E502}"/>
                    </a:ext>
                  </a:extLst>
                </p:cNvPr>
                <p:cNvSpPr/>
                <p:nvPr/>
              </p:nvSpPr>
              <p:spPr>
                <a:xfrm>
                  <a:off x="2432955" y="3941265"/>
                  <a:ext cx="114429" cy="101462"/>
                </a:xfrm>
                <a:custGeom>
                  <a:avLst/>
                  <a:gdLst>
                    <a:gd name="connsiteX0" fmla="*/ 1595 w 114429"/>
                    <a:gd name="connsiteY0" fmla="*/ 39219 h 101462"/>
                    <a:gd name="connsiteX1" fmla="*/ 1595 w 114429"/>
                    <a:gd name="connsiteY1" fmla="*/ 26979 h 101462"/>
                    <a:gd name="connsiteX2" fmla="*/ 13836 w 114429"/>
                    <a:gd name="connsiteY2" fmla="*/ 8617 h 101462"/>
                    <a:gd name="connsiteX3" fmla="*/ 43564 w 114429"/>
                    <a:gd name="connsiteY3" fmla="*/ 748 h 101462"/>
                    <a:gd name="connsiteX4" fmla="*/ 70669 w 114429"/>
                    <a:gd name="connsiteY4" fmla="*/ 11240 h 101462"/>
                    <a:gd name="connsiteX5" fmla="*/ 114386 w 114429"/>
                    <a:gd name="connsiteY5" fmla="*/ 40093 h 101462"/>
                    <a:gd name="connsiteX6" fmla="*/ 114386 w 114429"/>
                    <a:gd name="connsiteY6" fmla="*/ 40093 h 101462"/>
                    <a:gd name="connsiteX7" fmla="*/ 94276 w 114429"/>
                    <a:gd name="connsiteY7" fmla="*/ 26979 h 101462"/>
                    <a:gd name="connsiteX8" fmla="*/ 54930 w 114429"/>
                    <a:gd name="connsiteY8" fmla="*/ 5994 h 101462"/>
                    <a:gd name="connsiteX9" fmla="*/ 17333 w 114429"/>
                    <a:gd name="connsiteY9" fmla="*/ 14738 h 101462"/>
                    <a:gd name="connsiteX10" fmla="*/ 17333 w 114429"/>
                    <a:gd name="connsiteY10" fmla="*/ 54083 h 101462"/>
                    <a:gd name="connsiteX11" fmla="*/ 24328 w 114429"/>
                    <a:gd name="connsiteY11" fmla="*/ 62826 h 101462"/>
                    <a:gd name="connsiteX12" fmla="*/ 24328 w 114429"/>
                    <a:gd name="connsiteY12" fmla="*/ 62826 h 101462"/>
                    <a:gd name="connsiteX13" fmla="*/ 83784 w 114429"/>
                    <a:gd name="connsiteY13" fmla="*/ 101298 h 101462"/>
                    <a:gd name="connsiteX14" fmla="*/ 83784 w 114429"/>
                    <a:gd name="connsiteY14" fmla="*/ 101298 h 101462"/>
                    <a:gd name="connsiteX15" fmla="*/ 95150 w 114429"/>
                    <a:gd name="connsiteY15" fmla="*/ 101298 h 101462"/>
                    <a:gd name="connsiteX16" fmla="*/ 95150 w 114429"/>
                    <a:gd name="connsiteY16" fmla="*/ 101298 h 101462"/>
                    <a:gd name="connsiteX17" fmla="*/ 95150 w 114429"/>
                    <a:gd name="connsiteY17" fmla="*/ 101298 h 101462"/>
                    <a:gd name="connsiteX18" fmla="*/ 73291 w 114429"/>
                    <a:gd name="connsiteY18" fmla="*/ 95177 h 101462"/>
                    <a:gd name="connsiteX19" fmla="*/ 48810 w 114429"/>
                    <a:gd name="connsiteY19" fmla="*/ 81188 h 101462"/>
                    <a:gd name="connsiteX20" fmla="*/ 40941 w 114429"/>
                    <a:gd name="connsiteY20" fmla="*/ 81188 h 101462"/>
                    <a:gd name="connsiteX21" fmla="*/ 18208 w 114429"/>
                    <a:gd name="connsiteY21" fmla="*/ 64575 h 101462"/>
                    <a:gd name="connsiteX22" fmla="*/ 721 w 114429"/>
                    <a:gd name="connsiteY22" fmla="*/ 41842 h 101462"/>
                    <a:gd name="connsiteX23" fmla="*/ 1595 w 114429"/>
                    <a:gd name="connsiteY23" fmla="*/ 39219 h 101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4429" h="101462">
                      <a:moveTo>
                        <a:pt x="1595" y="39219"/>
                      </a:moveTo>
                      <a:cubicBezTo>
                        <a:pt x="-591" y="35433"/>
                        <a:pt x="-591" y="30764"/>
                        <a:pt x="1595" y="26979"/>
                      </a:cubicBezTo>
                      <a:cubicBezTo>
                        <a:pt x="4323" y="20062"/>
                        <a:pt x="8503" y="13802"/>
                        <a:pt x="13836" y="8617"/>
                      </a:cubicBezTo>
                      <a:cubicBezTo>
                        <a:pt x="21862" y="1290"/>
                        <a:pt x="32967" y="-1648"/>
                        <a:pt x="43564" y="748"/>
                      </a:cubicBezTo>
                      <a:cubicBezTo>
                        <a:pt x="53050" y="2934"/>
                        <a:pt x="62179" y="6475"/>
                        <a:pt x="70669" y="11240"/>
                      </a:cubicBezTo>
                      <a:cubicBezTo>
                        <a:pt x="86206" y="19319"/>
                        <a:pt x="100851" y="28989"/>
                        <a:pt x="114386" y="40093"/>
                      </a:cubicBezTo>
                      <a:cubicBezTo>
                        <a:pt x="114386" y="40093"/>
                        <a:pt x="114386" y="40093"/>
                        <a:pt x="114386" y="40093"/>
                      </a:cubicBezTo>
                      <a:cubicBezTo>
                        <a:pt x="114386" y="40093"/>
                        <a:pt x="102145" y="29602"/>
                        <a:pt x="94276" y="26979"/>
                      </a:cubicBezTo>
                      <a:cubicBezTo>
                        <a:pt x="81939" y="18619"/>
                        <a:pt x="68745" y="11581"/>
                        <a:pt x="54930" y="5994"/>
                      </a:cubicBezTo>
                      <a:cubicBezTo>
                        <a:pt x="41841" y="293"/>
                        <a:pt x="26566" y="3843"/>
                        <a:pt x="17333" y="14738"/>
                      </a:cubicBezTo>
                      <a:cubicBezTo>
                        <a:pt x="8126" y="26235"/>
                        <a:pt x="8126" y="42585"/>
                        <a:pt x="17333" y="54083"/>
                      </a:cubicBezTo>
                      <a:cubicBezTo>
                        <a:pt x="18645" y="57685"/>
                        <a:pt x="21102" y="60754"/>
                        <a:pt x="24328" y="62826"/>
                      </a:cubicBezTo>
                      <a:lnTo>
                        <a:pt x="24328" y="62826"/>
                      </a:lnTo>
                      <a:cubicBezTo>
                        <a:pt x="42707" y="77752"/>
                        <a:pt x="62642" y="90648"/>
                        <a:pt x="83784" y="101298"/>
                      </a:cubicBezTo>
                      <a:lnTo>
                        <a:pt x="83784" y="101298"/>
                      </a:lnTo>
                      <a:lnTo>
                        <a:pt x="95150" y="101298"/>
                      </a:lnTo>
                      <a:cubicBezTo>
                        <a:pt x="95150" y="101298"/>
                        <a:pt x="95150" y="101298"/>
                        <a:pt x="95150" y="101298"/>
                      </a:cubicBezTo>
                      <a:cubicBezTo>
                        <a:pt x="95150" y="101298"/>
                        <a:pt x="95150" y="101298"/>
                        <a:pt x="95150" y="101298"/>
                      </a:cubicBezTo>
                      <a:cubicBezTo>
                        <a:pt x="87368" y="101884"/>
                        <a:pt x="79631" y="99724"/>
                        <a:pt x="73291" y="95177"/>
                      </a:cubicBezTo>
                      <a:cubicBezTo>
                        <a:pt x="64548" y="95177"/>
                        <a:pt x="57553" y="84685"/>
                        <a:pt x="48810" y="81188"/>
                      </a:cubicBezTo>
                      <a:lnTo>
                        <a:pt x="40941" y="81188"/>
                      </a:lnTo>
                      <a:cubicBezTo>
                        <a:pt x="34820" y="74193"/>
                        <a:pt x="24328" y="71570"/>
                        <a:pt x="18208" y="64575"/>
                      </a:cubicBezTo>
                      <a:cubicBezTo>
                        <a:pt x="9788" y="59408"/>
                        <a:pt x="3562" y="51311"/>
                        <a:pt x="721" y="41842"/>
                      </a:cubicBezTo>
                      <a:cubicBezTo>
                        <a:pt x="966" y="40950"/>
                        <a:pt x="1263" y="40076"/>
                        <a:pt x="1595" y="39219"/>
                      </a:cubicBezTo>
                      <a:close/>
                    </a:path>
                  </a:pathLst>
                </a:custGeom>
                <a:solidFill>
                  <a:srgbClr val="B2B2C1"/>
                </a:solidFill>
                <a:ln w="87213" cap="flat">
                  <a:noFill/>
                  <a:prstDash val="solid"/>
                  <a:miter/>
                </a:ln>
              </p:spPr>
              <p:txBody>
                <a:bodyPr rtlCol="0" anchor="ctr"/>
                <a:lstStyle/>
                <a:p>
                  <a:endParaRPr lang="en-IN" dirty="0"/>
                </a:p>
              </p:txBody>
            </p:sp>
            <p:sp>
              <p:nvSpPr>
                <p:cNvPr id="2732" name="Freeform: Shape 2731">
                  <a:extLst>
                    <a:ext uri="{FF2B5EF4-FFF2-40B4-BE49-F238E27FC236}">
                      <a16:creationId xmlns:a16="http://schemas.microsoft.com/office/drawing/2014/main" id="{C5EC08DC-04FD-CC0D-8D9D-A961E4A8E048}"/>
                    </a:ext>
                  </a:extLst>
                </p:cNvPr>
                <p:cNvSpPr/>
                <p:nvPr/>
              </p:nvSpPr>
              <p:spPr>
                <a:xfrm>
                  <a:off x="2530773" y="3984052"/>
                  <a:ext cx="42484" cy="75869"/>
                </a:xfrm>
                <a:custGeom>
                  <a:avLst/>
                  <a:gdLst>
                    <a:gd name="connsiteX0" fmla="*/ 15694 w 42484"/>
                    <a:gd name="connsiteY0" fmla="*/ -70 h 75869"/>
                    <a:gd name="connsiteX1" fmla="*/ 15694 w 42484"/>
                    <a:gd name="connsiteY1" fmla="*/ -70 h 75869"/>
                    <a:gd name="connsiteX2" fmla="*/ 41924 w 42484"/>
                    <a:gd name="connsiteY2" fmla="*/ 50642 h 75869"/>
                    <a:gd name="connsiteX3" fmla="*/ 30558 w 42484"/>
                    <a:gd name="connsiteY3" fmla="*/ 69003 h 75869"/>
                    <a:gd name="connsiteX4" fmla="*/ 20066 w 42484"/>
                    <a:gd name="connsiteY4" fmla="*/ 75124 h 75869"/>
                    <a:gd name="connsiteX5" fmla="*/ 5202 w 42484"/>
                    <a:gd name="connsiteY5" fmla="*/ 75124 h 75869"/>
                    <a:gd name="connsiteX6" fmla="*/ -44 w 42484"/>
                    <a:gd name="connsiteY6" fmla="*/ 75124 h 75869"/>
                    <a:gd name="connsiteX7" fmla="*/ -44 w 42484"/>
                    <a:gd name="connsiteY7" fmla="*/ 75124 h 75869"/>
                    <a:gd name="connsiteX8" fmla="*/ 18317 w 42484"/>
                    <a:gd name="connsiteY8" fmla="*/ 68129 h 75869"/>
                    <a:gd name="connsiteX9" fmla="*/ 18317 w 42484"/>
                    <a:gd name="connsiteY9" fmla="*/ 9548 h 75869"/>
                    <a:gd name="connsiteX10" fmla="*/ 15694 w 42484"/>
                    <a:gd name="connsiteY10" fmla="*/ -70 h 75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484" h="75869">
                      <a:moveTo>
                        <a:pt x="15694" y="-70"/>
                      </a:moveTo>
                      <a:lnTo>
                        <a:pt x="15694" y="-70"/>
                      </a:lnTo>
                      <a:cubicBezTo>
                        <a:pt x="34405" y="9460"/>
                        <a:pt x="44958" y="29859"/>
                        <a:pt x="41924" y="50642"/>
                      </a:cubicBezTo>
                      <a:cubicBezTo>
                        <a:pt x="39520" y="57523"/>
                        <a:pt x="35647" y="63783"/>
                        <a:pt x="30558" y="69003"/>
                      </a:cubicBezTo>
                      <a:lnTo>
                        <a:pt x="20066" y="75124"/>
                      </a:lnTo>
                      <a:cubicBezTo>
                        <a:pt x="15152" y="76024"/>
                        <a:pt x="10116" y="76024"/>
                        <a:pt x="5202" y="75124"/>
                      </a:cubicBezTo>
                      <a:lnTo>
                        <a:pt x="-44" y="75124"/>
                      </a:lnTo>
                      <a:lnTo>
                        <a:pt x="-44" y="75124"/>
                      </a:lnTo>
                      <a:cubicBezTo>
                        <a:pt x="5202" y="69877"/>
                        <a:pt x="13071" y="75124"/>
                        <a:pt x="18317" y="68129"/>
                      </a:cubicBezTo>
                      <a:cubicBezTo>
                        <a:pt x="41924" y="54139"/>
                        <a:pt x="41050" y="28783"/>
                        <a:pt x="18317" y="9548"/>
                      </a:cubicBezTo>
                      <a:cubicBezTo>
                        <a:pt x="19191" y="5176"/>
                        <a:pt x="15694" y="4301"/>
                        <a:pt x="15694" y="-70"/>
                      </a:cubicBezTo>
                      <a:close/>
                    </a:path>
                  </a:pathLst>
                </a:custGeom>
                <a:solidFill>
                  <a:srgbClr val="B2B2C1"/>
                </a:solidFill>
                <a:ln w="87213" cap="flat">
                  <a:noFill/>
                  <a:prstDash val="solid"/>
                  <a:miter/>
                </a:ln>
              </p:spPr>
              <p:txBody>
                <a:bodyPr rtlCol="0" anchor="ctr"/>
                <a:lstStyle/>
                <a:p>
                  <a:endParaRPr lang="en-IN" dirty="0"/>
                </a:p>
              </p:txBody>
            </p:sp>
            <p:sp>
              <p:nvSpPr>
                <p:cNvPr id="2733" name="Freeform: Shape 2732">
                  <a:extLst>
                    <a:ext uri="{FF2B5EF4-FFF2-40B4-BE49-F238E27FC236}">
                      <a16:creationId xmlns:a16="http://schemas.microsoft.com/office/drawing/2014/main" id="{28F1964A-904A-13CA-61D1-698DD1F390FE}"/>
                    </a:ext>
                  </a:extLst>
                </p:cNvPr>
                <p:cNvSpPr/>
                <p:nvPr/>
              </p:nvSpPr>
              <p:spPr>
                <a:xfrm>
                  <a:off x="2455579" y="4017277"/>
                  <a:ext cx="22732" cy="16612"/>
                </a:xfrm>
                <a:custGeom>
                  <a:avLst/>
                  <a:gdLst>
                    <a:gd name="connsiteX0" fmla="*/ -44 w 22732"/>
                    <a:gd name="connsiteY0" fmla="*/ -70 h 16612"/>
                    <a:gd name="connsiteX1" fmla="*/ 22689 w 22732"/>
                    <a:gd name="connsiteY1" fmla="*/ 16543 h 16612"/>
                    <a:gd name="connsiteX2" fmla="*/ -44 w 22732"/>
                    <a:gd name="connsiteY2" fmla="*/ -70 h 16612"/>
                  </a:gdLst>
                  <a:ahLst/>
                  <a:cxnLst>
                    <a:cxn ang="0">
                      <a:pos x="connsiteX0" y="connsiteY0"/>
                    </a:cxn>
                    <a:cxn ang="0">
                      <a:pos x="connsiteX1" y="connsiteY1"/>
                    </a:cxn>
                    <a:cxn ang="0">
                      <a:pos x="connsiteX2" y="connsiteY2"/>
                    </a:cxn>
                  </a:cxnLst>
                  <a:rect l="l" t="t" r="r" b="b"/>
                  <a:pathLst>
                    <a:path w="22732" h="16612">
                      <a:moveTo>
                        <a:pt x="-44" y="-70"/>
                      </a:moveTo>
                      <a:cubicBezTo>
                        <a:pt x="8280" y="4371"/>
                        <a:pt x="15930" y="9967"/>
                        <a:pt x="22689" y="16543"/>
                      </a:cubicBezTo>
                      <a:cubicBezTo>
                        <a:pt x="15694" y="10422"/>
                        <a:pt x="5202" y="7799"/>
                        <a:pt x="-44" y="-70"/>
                      </a:cubicBezTo>
                      <a:close/>
                    </a:path>
                  </a:pathLst>
                </a:custGeom>
                <a:solidFill>
                  <a:srgbClr val="BEBECB"/>
                </a:solidFill>
                <a:ln w="87213" cap="flat">
                  <a:noFill/>
                  <a:prstDash val="solid"/>
                  <a:miter/>
                </a:ln>
              </p:spPr>
              <p:txBody>
                <a:bodyPr rtlCol="0" anchor="ctr"/>
                <a:lstStyle/>
                <a:p>
                  <a:endParaRPr lang="en-IN" dirty="0"/>
                </a:p>
              </p:txBody>
            </p:sp>
            <p:sp>
              <p:nvSpPr>
                <p:cNvPr id="2734" name="Freeform: Shape 2733">
                  <a:extLst>
                    <a:ext uri="{FF2B5EF4-FFF2-40B4-BE49-F238E27FC236}">
                      <a16:creationId xmlns:a16="http://schemas.microsoft.com/office/drawing/2014/main" id="{EC86F024-047C-CD03-E6A0-F24563004EE1}"/>
                    </a:ext>
                  </a:extLst>
                </p:cNvPr>
                <p:cNvSpPr/>
                <p:nvPr/>
              </p:nvSpPr>
              <p:spPr>
                <a:xfrm>
                  <a:off x="2487930" y="4038261"/>
                  <a:ext cx="24481" cy="13989"/>
                </a:xfrm>
                <a:custGeom>
                  <a:avLst/>
                  <a:gdLst>
                    <a:gd name="connsiteX0" fmla="*/ -44 w 24481"/>
                    <a:gd name="connsiteY0" fmla="*/ -70 h 13989"/>
                    <a:gd name="connsiteX1" fmla="*/ 24437 w 24481"/>
                    <a:gd name="connsiteY1" fmla="*/ 13920 h 13989"/>
                    <a:gd name="connsiteX2" fmla="*/ -44 w 24481"/>
                    <a:gd name="connsiteY2" fmla="*/ -70 h 13989"/>
                  </a:gdLst>
                  <a:ahLst/>
                  <a:cxnLst>
                    <a:cxn ang="0">
                      <a:pos x="connsiteX0" y="connsiteY0"/>
                    </a:cxn>
                    <a:cxn ang="0">
                      <a:pos x="connsiteX1" y="connsiteY1"/>
                    </a:cxn>
                    <a:cxn ang="0">
                      <a:pos x="connsiteX2" y="connsiteY2"/>
                    </a:cxn>
                  </a:cxnLst>
                  <a:rect l="l" t="t" r="r" b="b"/>
                  <a:pathLst>
                    <a:path w="24481" h="13989">
                      <a:moveTo>
                        <a:pt x="-44" y="-70"/>
                      </a:moveTo>
                      <a:cubicBezTo>
                        <a:pt x="8577" y="3734"/>
                        <a:pt x="16778" y="8420"/>
                        <a:pt x="24437" y="13920"/>
                      </a:cubicBezTo>
                      <a:cubicBezTo>
                        <a:pt x="15572" y="10614"/>
                        <a:pt x="7309" y="5884"/>
                        <a:pt x="-44" y="-70"/>
                      </a:cubicBezTo>
                      <a:close/>
                    </a:path>
                  </a:pathLst>
                </a:custGeom>
                <a:solidFill>
                  <a:srgbClr val="BEBECB"/>
                </a:solidFill>
                <a:ln w="87213" cap="flat">
                  <a:noFill/>
                  <a:prstDash val="solid"/>
                  <a:miter/>
                </a:ln>
              </p:spPr>
              <p:txBody>
                <a:bodyPr rtlCol="0" anchor="ctr"/>
                <a:lstStyle/>
                <a:p>
                  <a:endParaRPr lang="en-IN" dirty="0"/>
                </a:p>
              </p:txBody>
            </p:sp>
            <p:sp>
              <p:nvSpPr>
                <p:cNvPr id="2735" name="Freeform: Shape 2734">
                  <a:extLst>
                    <a:ext uri="{FF2B5EF4-FFF2-40B4-BE49-F238E27FC236}">
                      <a16:creationId xmlns:a16="http://schemas.microsoft.com/office/drawing/2014/main" id="{C5F2FF3D-D45A-FD74-7650-151D2320E0E3}"/>
                    </a:ext>
                  </a:extLst>
                </p:cNvPr>
                <p:cNvSpPr/>
                <p:nvPr/>
              </p:nvSpPr>
              <p:spPr>
                <a:xfrm>
                  <a:off x="2563123" y="4032140"/>
                  <a:ext cx="11366" cy="18361"/>
                </a:xfrm>
                <a:custGeom>
                  <a:avLst/>
                  <a:gdLst>
                    <a:gd name="connsiteX0" fmla="*/ -44 w 11366"/>
                    <a:gd name="connsiteY0" fmla="*/ 18291 h 18361"/>
                    <a:gd name="connsiteX1" fmla="*/ 11322 w 11366"/>
                    <a:gd name="connsiteY1" fmla="*/ -70 h 18361"/>
                    <a:gd name="connsiteX2" fmla="*/ -44 w 11366"/>
                    <a:gd name="connsiteY2" fmla="*/ 18291 h 18361"/>
                  </a:gdLst>
                  <a:ahLst/>
                  <a:cxnLst>
                    <a:cxn ang="0">
                      <a:pos x="connsiteX0" y="connsiteY0"/>
                    </a:cxn>
                    <a:cxn ang="0">
                      <a:pos x="connsiteX1" y="connsiteY1"/>
                    </a:cxn>
                    <a:cxn ang="0">
                      <a:pos x="connsiteX2" y="connsiteY2"/>
                    </a:cxn>
                  </a:cxnLst>
                  <a:rect l="l" t="t" r="r" b="b"/>
                  <a:pathLst>
                    <a:path w="11366" h="18361">
                      <a:moveTo>
                        <a:pt x="-44" y="18291"/>
                      </a:moveTo>
                      <a:lnTo>
                        <a:pt x="11322" y="-70"/>
                      </a:lnTo>
                      <a:cubicBezTo>
                        <a:pt x="10343" y="7397"/>
                        <a:pt x="6207" y="14086"/>
                        <a:pt x="-44" y="18291"/>
                      </a:cubicBezTo>
                      <a:close/>
                    </a:path>
                  </a:pathLst>
                </a:custGeom>
                <a:solidFill>
                  <a:srgbClr val="BEBECB"/>
                </a:solidFill>
                <a:ln w="87213" cap="flat">
                  <a:noFill/>
                  <a:prstDash val="solid"/>
                  <a:miter/>
                </a:ln>
              </p:spPr>
              <p:txBody>
                <a:bodyPr rtlCol="0" anchor="ctr"/>
                <a:lstStyle/>
                <a:p>
                  <a:endParaRPr lang="en-IN" dirty="0"/>
                </a:p>
              </p:txBody>
            </p:sp>
            <p:sp>
              <p:nvSpPr>
                <p:cNvPr id="2736" name="Freeform: Shape 2735">
                  <a:extLst>
                    <a:ext uri="{FF2B5EF4-FFF2-40B4-BE49-F238E27FC236}">
                      <a16:creationId xmlns:a16="http://schemas.microsoft.com/office/drawing/2014/main" id="{DE59D9B1-9EAA-19A2-6E6A-44DCE3ABBC0E}"/>
                    </a:ext>
                  </a:extLst>
                </p:cNvPr>
                <p:cNvSpPr/>
                <p:nvPr/>
              </p:nvSpPr>
              <p:spPr>
                <a:xfrm>
                  <a:off x="2435469" y="3949952"/>
                  <a:ext cx="12240" cy="18361"/>
                </a:xfrm>
                <a:custGeom>
                  <a:avLst/>
                  <a:gdLst>
                    <a:gd name="connsiteX0" fmla="*/ 12197 w 12240"/>
                    <a:gd name="connsiteY0" fmla="*/ -70 h 18361"/>
                    <a:gd name="connsiteX1" fmla="*/ -44 w 12240"/>
                    <a:gd name="connsiteY1" fmla="*/ 18291 h 18361"/>
                    <a:gd name="connsiteX2" fmla="*/ 12197 w 12240"/>
                    <a:gd name="connsiteY2" fmla="*/ -70 h 18361"/>
                  </a:gdLst>
                  <a:ahLst/>
                  <a:cxnLst>
                    <a:cxn ang="0">
                      <a:pos x="connsiteX0" y="connsiteY0"/>
                    </a:cxn>
                    <a:cxn ang="0">
                      <a:pos x="connsiteX1" y="connsiteY1"/>
                    </a:cxn>
                    <a:cxn ang="0">
                      <a:pos x="connsiteX2" y="connsiteY2"/>
                    </a:cxn>
                  </a:cxnLst>
                  <a:rect l="l" t="t" r="r" b="b"/>
                  <a:pathLst>
                    <a:path w="12240" h="18361">
                      <a:moveTo>
                        <a:pt x="12197" y="-70"/>
                      </a:moveTo>
                      <a:lnTo>
                        <a:pt x="-44" y="18291"/>
                      </a:lnTo>
                      <a:cubicBezTo>
                        <a:pt x="1827" y="10955"/>
                        <a:pt x="6146" y="4476"/>
                        <a:pt x="12197" y="-70"/>
                      </a:cubicBezTo>
                      <a:close/>
                    </a:path>
                  </a:pathLst>
                </a:custGeom>
                <a:solidFill>
                  <a:srgbClr val="BEBECB"/>
                </a:solidFill>
                <a:ln w="87213" cap="flat">
                  <a:noFill/>
                  <a:prstDash val="solid"/>
                  <a:miter/>
                </a:ln>
              </p:spPr>
              <p:txBody>
                <a:bodyPr rtlCol="0" anchor="ctr"/>
                <a:lstStyle/>
                <a:p>
                  <a:endParaRPr lang="en-IN" dirty="0"/>
                </a:p>
              </p:txBody>
            </p:sp>
            <p:sp>
              <p:nvSpPr>
                <p:cNvPr id="2737" name="Freeform: Shape 2736">
                  <a:extLst>
                    <a:ext uri="{FF2B5EF4-FFF2-40B4-BE49-F238E27FC236}">
                      <a16:creationId xmlns:a16="http://schemas.microsoft.com/office/drawing/2014/main" id="{4487AB23-A996-E7BE-765C-D348519ED934}"/>
                    </a:ext>
                  </a:extLst>
                </p:cNvPr>
                <p:cNvSpPr/>
                <p:nvPr/>
              </p:nvSpPr>
              <p:spPr>
                <a:xfrm>
                  <a:off x="2432398" y="3980554"/>
                  <a:ext cx="2492" cy="13989"/>
                </a:xfrm>
                <a:custGeom>
                  <a:avLst/>
                  <a:gdLst>
                    <a:gd name="connsiteX0" fmla="*/ 2153 w 2492"/>
                    <a:gd name="connsiteY0" fmla="*/ -70 h 13989"/>
                    <a:gd name="connsiteX1" fmla="*/ 2153 w 2492"/>
                    <a:gd name="connsiteY1" fmla="*/ 13919 h 13989"/>
                    <a:gd name="connsiteX2" fmla="*/ 2153 w 2492"/>
                    <a:gd name="connsiteY2" fmla="*/ -70 h 13989"/>
                  </a:gdLst>
                  <a:ahLst/>
                  <a:cxnLst>
                    <a:cxn ang="0">
                      <a:pos x="connsiteX0" y="connsiteY0"/>
                    </a:cxn>
                    <a:cxn ang="0">
                      <a:pos x="connsiteX1" y="connsiteY1"/>
                    </a:cxn>
                    <a:cxn ang="0">
                      <a:pos x="connsiteX2" y="connsiteY2"/>
                    </a:cxn>
                  </a:cxnLst>
                  <a:rect l="l" t="t" r="r" b="b"/>
                  <a:pathLst>
                    <a:path w="2492" h="13989">
                      <a:moveTo>
                        <a:pt x="2153" y="-70"/>
                      </a:moveTo>
                      <a:cubicBezTo>
                        <a:pt x="2546" y="4581"/>
                        <a:pt x="2546" y="9268"/>
                        <a:pt x="2153" y="13919"/>
                      </a:cubicBezTo>
                      <a:cubicBezTo>
                        <a:pt x="-776" y="9714"/>
                        <a:pt x="-776" y="4135"/>
                        <a:pt x="2153" y="-70"/>
                      </a:cubicBezTo>
                      <a:close/>
                    </a:path>
                  </a:pathLst>
                </a:custGeom>
                <a:solidFill>
                  <a:srgbClr val="BEBECB"/>
                </a:solidFill>
                <a:ln w="87213" cap="flat">
                  <a:noFill/>
                  <a:prstDash val="solid"/>
                  <a:miter/>
                </a:ln>
              </p:spPr>
              <p:txBody>
                <a:bodyPr rtlCol="0" anchor="ctr"/>
                <a:lstStyle/>
                <a:p>
                  <a:endParaRPr lang="en-IN" dirty="0"/>
                </a:p>
              </p:txBody>
            </p:sp>
            <p:sp>
              <p:nvSpPr>
                <p:cNvPr id="2738" name="Freeform: Shape 2737">
                  <a:extLst>
                    <a:ext uri="{FF2B5EF4-FFF2-40B4-BE49-F238E27FC236}">
                      <a16:creationId xmlns:a16="http://schemas.microsoft.com/office/drawing/2014/main" id="{46511846-31D2-590D-5867-0F7F3C967CB8}"/>
                    </a:ext>
                  </a:extLst>
                </p:cNvPr>
                <p:cNvSpPr/>
                <p:nvPr/>
              </p:nvSpPr>
              <p:spPr>
                <a:xfrm>
                  <a:off x="2537767" y="4058622"/>
                  <a:ext cx="14864" cy="2616"/>
                </a:xfrm>
                <a:custGeom>
                  <a:avLst/>
                  <a:gdLst>
                    <a:gd name="connsiteX0" fmla="*/ -44 w 14864"/>
                    <a:gd name="connsiteY0" fmla="*/ 553 h 2616"/>
                    <a:gd name="connsiteX1" fmla="*/ 14820 w 14864"/>
                    <a:gd name="connsiteY1" fmla="*/ 553 h 2616"/>
                    <a:gd name="connsiteX2" fmla="*/ -44 w 14864"/>
                    <a:gd name="connsiteY2" fmla="*/ 553 h 2616"/>
                  </a:gdLst>
                  <a:ahLst/>
                  <a:cxnLst>
                    <a:cxn ang="0">
                      <a:pos x="connsiteX0" y="connsiteY0"/>
                    </a:cxn>
                    <a:cxn ang="0">
                      <a:pos x="connsiteX1" y="connsiteY1"/>
                    </a:cxn>
                    <a:cxn ang="0">
                      <a:pos x="connsiteX2" y="connsiteY2"/>
                    </a:cxn>
                  </a:cxnLst>
                  <a:rect l="l" t="t" r="r" b="b"/>
                  <a:pathLst>
                    <a:path w="14864" h="2616">
                      <a:moveTo>
                        <a:pt x="-44" y="553"/>
                      </a:moveTo>
                      <a:cubicBezTo>
                        <a:pt x="4879" y="-278"/>
                        <a:pt x="9897" y="-278"/>
                        <a:pt x="14820" y="553"/>
                      </a:cubicBezTo>
                      <a:cubicBezTo>
                        <a:pt x="10221" y="3211"/>
                        <a:pt x="4555" y="3211"/>
                        <a:pt x="-44" y="553"/>
                      </a:cubicBezTo>
                      <a:close/>
                    </a:path>
                  </a:pathLst>
                </a:custGeom>
                <a:solidFill>
                  <a:srgbClr val="BEBECB"/>
                </a:solidFill>
                <a:ln w="87213" cap="flat">
                  <a:noFill/>
                  <a:prstDash val="solid"/>
                  <a:miter/>
                </a:ln>
              </p:spPr>
              <p:txBody>
                <a:bodyPr rtlCol="0" anchor="ctr"/>
                <a:lstStyle/>
                <a:p>
                  <a:endParaRPr lang="en-IN" dirty="0"/>
                </a:p>
              </p:txBody>
            </p:sp>
            <p:sp>
              <p:nvSpPr>
                <p:cNvPr id="2739" name="Freeform: Shape 2738">
                  <a:extLst>
                    <a:ext uri="{FF2B5EF4-FFF2-40B4-BE49-F238E27FC236}">
                      <a16:creationId xmlns:a16="http://schemas.microsoft.com/office/drawing/2014/main" id="{29BBC26E-C72F-A33D-B7CE-BF1B45443A1C}"/>
                    </a:ext>
                  </a:extLst>
                </p:cNvPr>
                <p:cNvSpPr/>
                <p:nvPr/>
              </p:nvSpPr>
              <p:spPr>
                <a:xfrm>
                  <a:off x="2439110" y="3946134"/>
                  <a:ext cx="90788" cy="100870"/>
                </a:xfrm>
                <a:custGeom>
                  <a:avLst/>
                  <a:gdLst>
                    <a:gd name="connsiteX0" fmla="*/ 7681 w 90788"/>
                    <a:gd name="connsiteY0" fmla="*/ 54460 h 100870"/>
                    <a:gd name="connsiteX1" fmla="*/ 3309 w 90788"/>
                    <a:gd name="connsiteY1" fmla="*/ 18613 h 100870"/>
                    <a:gd name="connsiteX2" fmla="*/ 36535 w 90788"/>
                    <a:gd name="connsiteY2" fmla="*/ 251 h 100870"/>
                    <a:gd name="connsiteX3" fmla="*/ 61016 w 90788"/>
                    <a:gd name="connsiteY3" fmla="*/ 8120 h 100870"/>
                    <a:gd name="connsiteX4" fmla="*/ 87247 w 90788"/>
                    <a:gd name="connsiteY4" fmla="*/ 22984 h 100870"/>
                    <a:gd name="connsiteX5" fmla="*/ 87247 w 90788"/>
                    <a:gd name="connsiteY5" fmla="*/ 22984 h 100870"/>
                    <a:gd name="connsiteX6" fmla="*/ 62765 w 90788"/>
                    <a:gd name="connsiteY6" fmla="*/ 9869 h 100870"/>
                    <a:gd name="connsiteX7" fmla="*/ 62765 w 90788"/>
                    <a:gd name="connsiteY7" fmla="*/ 9869 h 100870"/>
                    <a:gd name="connsiteX8" fmla="*/ 48775 w 90788"/>
                    <a:gd name="connsiteY8" fmla="*/ 11618 h 100870"/>
                    <a:gd name="connsiteX9" fmla="*/ 18174 w 90788"/>
                    <a:gd name="connsiteY9" fmla="*/ 11618 h 100870"/>
                    <a:gd name="connsiteX10" fmla="*/ 7681 w 90788"/>
                    <a:gd name="connsiteY10" fmla="*/ 36099 h 100870"/>
                    <a:gd name="connsiteX11" fmla="*/ 32163 w 90788"/>
                    <a:gd name="connsiteY11" fmla="*/ 69325 h 100870"/>
                    <a:gd name="connsiteX12" fmla="*/ 83749 w 90788"/>
                    <a:gd name="connsiteY12" fmla="*/ 100801 h 100870"/>
                    <a:gd name="connsiteX13" fmla="*/ 83749 w 90788"/>
                    <a:gd name="connsiteY13" fmla="*/ 100801 h 100870"/>
                    <a:gd name="connsiteX14" fmla="*/ 83749 w 90788"/>
                    <a:gd name="connsiteY14" fmla="*/ 100801 h 100870"/>
                    <a:gd name="connsiteX15" fmla="*/ 83749 w 90788"/>
                    <a:gd name="connsiteY15" fmla="*/ 100801 h 100870"/>
                    <a:gd name="connsiteX16" fmla="*/ 19048 w 90788"/>
                    <a:gd name="connsiteY16" fmla="*/ 58832 h 100870"/>
                    <a:gd name="connsiteX17" fmla="*/ 19048 w 90788"/>
                    <a:gd name="connsiteY17" fmla="*/ 58832 h 100870"/>
                    <a:gd name="connsiteX18" fmla="*/ 7681 w 90788"/>
                    <a:gd name="connsiteY18" fmla="*/ 54460 h 10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788" h="100870">
                      <a:moveTo>
                        <a:pt x="7681" y="54460"/>
                      </a:moveTo>
                      <a:cubicBezTo>
                        <a:pt x="-713" y="44414"/>
                        <a:pt x="-2417" y="30381"/>
                        <a:pt x="3309" y="18613"/>
                      </a:cubicBezTo>
                      <a:cubicBezTo>
                        <a:pt x="9037" y="5751"/>
                        <a:pt x="22598" y="-1751"/>
                        <a:pt x="36535" y="251"/>
                      </a:cubicBezTo>
                      <a:cubicBezTo>
                        <a:pt x="45261" y="601"/>
                        <a:pt x="53724" y="3320"/>
                        <a:pt x="61016" y="8120"/>
                      </a:cubicBezTo>
                      <a:cubicBezTo>
                        <a:pt x="68885" y="14241"/>
                        <a:pt x="79377" y="16864"/>
                        <a:pt x="87247" y="22984"/>
                      </a:cubicBezTo>
                      <a:cubicBezTo>
                        <a:pt x="95116" y="29104"/>
                        <a:pt x="87247" y="22984"/>
                        <a:pt x="87247" y="22984"/>
                      </a:cubicBezTo>
                      <a:cubicBezTo>
                        <a:pt x="87247" y="22984"/>
                        <a:pt x="71508" y="13366"/>
                        <a:pt x="62765" y="9869"/>
                      </a:cubicBezTo>
                      <a:lnTo>
                        <a:pt x="62765" y="9869"/>
                      </a:lnTo>
                      <a:cubicBezTo>
                        <a:pt x="62765" y="9869"/>
                        <a:pt x="48775" y="11618"/>
                        <a:pt x="48775" y="11618"/>
                      </a:cubicBezTo>
                      <a:cubicBezTo>
                        <a:pt x="39149" y="6783"/>
                        <a:pt x="27800" y="6783"/>
                        <a:pt x="18174" y="11618"/>
                      </a:cubicBezTo>
                      <a:cubicBezTo>
                        <a:pt x="9535" y="16461"/>
                        <a:pt x="5233" y="26508"/>
                        <a:pt x="7681" y="36099"/>
                      </a:cubicBezTo>
                      <a:cubicBezTo>
                        <a:pt x="10960" y="50054"/>
                        <a:pt x="19809" y="62058"/>
                        <a:pt x="32163" y="69325"/>
                      </a:cubicBezTo>
                      <a:cubicBezTo>
                        <a:pt x="48636" y="80953"/>
                        <a:pt x="65869" y="91472"/>
                        <a:pt x="83749" y="100801"/>
                      </a:cubicBezTo>
                      <a:cubicBezTo>
                        <a:pt x="83749" y="100801"/>
                        <a:pt x="83749" y="100801"/>
                        <a:pt x="83749" y="100801"/>
                      </a:cubicBezTo>
                      <a:cubicBezTo>
                        <a:pt x="83749" y="100801"/>
                        <a:pt x="83749" y="100801"/>
                        <a:pt x="83749" y="100801"/>
                      </a:cubicBezTo>
                      <a:lnTo>
                        <a:pt x="83749" y="100801"/>
                      </a:lnTo>
                      <a:cubicBezTo>
                        <a:pt x="60229" y="90073"/>
                        <a:pt x="38432" y="75935"/>
                        <a:pt x="19048" y="58832"/>
                      </a:cubicBezTo>
                      <a:lnTo>
                        <a:pt x="19048" y="58832"/>
                      </a:lnTo>
                      <a:cubicBezTo>
                        <a:pt x="15148" y="57678"/>
                        <a:pt x="11345" y="56218"/>
                        <a:pt x="7681" y="54460"/>
                      </a:cubicBezTo>
                      <a:close/>
                    </a:path>
                  </a:pathLst>
                </a:custGeom>
                <a:solidFill>
                  <a:srgbClr val="9E9EB1"/>
                </a:solidFill>
                <a:ln w="87213" cap="flat">
                  <a:noFill/>
                  <a:prstDash val="solid"/>
                  <a:miter/>
                </a:ln>
              </p:spPr>
              <p:txBody>
                <a:bodyPr rtlCol="0" anchor="ctr"/>
                <a:lstStyle/>
                <a:p>
                  <a:endParaRPr lang="en-IN" dirty="0"/>
                </a:p>
              </p:txBody>
            </p:sp>
            <p:sp>
              <p:nvSpPr>
                <p:cNvPr id="2740" name="Freeform: Shape 2739">
                  <a:extLst>
                    <a:ext uri="{FF2B5EF4-FFF2-40B4-BE49-F238E27FC236}">
                      <a16:creationId xmlns:a16="http://schemas.microsoft.com/office/drawing/2014/main" id="{5BF196E8-E604-B8F7-1AFA-7DBA90A62342}"/>
                    </a:ext>
                  </a:extLst>
                </p:cNvPr>
                <p:cNvSpPr/>
                <p:nvPr/>
              </p:nvSpPr>
              <p:spPr>
                <a:xfrm>
                  <a:off x="2524652" y="3972685"/>
                  <a:ext cx="45125" cy="82188"/>
                </a:xfrm>
                <a:custGeom>
                  <a:avLst/>
                  <a:gdLst>
                    <a:gd name="connsiteX0" fmla="*/ -44 w 45125"/>
                    <a:gd name="connsiteY0" fmla="*/ -70 h 82188"/>
                    <a:gd name="connsiteX1" fmla="*/ -44 w 45125"/>
                    <a:gd name="connsiteY1" fmla="*/ -70 h 82188"/>
                    <a:gd name="connsiteX2" fmla="*/ 20066 w 45125"/>
                    <a:gd name="connsiteY2" fmla="*/ 14794 h 82188"/>
                    <a:gd name="connsiteX3" fmla="*/ 44548 w 45125"/>
                    <a:gd name="connsiteY3" fmla="*/ 47145 h 82188"/>
                    <a:gd name="connsiteX4" fmla="*/ 25312 w 45125"/>
                    <a:gd name="connsiteY4" fmla="*/ 82119 h 82188"/>
                    <a:gd name="connsiteX5" fmla="*/ 25312 w 45125"/>
                    <a:gd name="connsiteY5" fmla="*/ 82119 h 82188"/>
                    <a:gd name="connsiteX6" fmla="*/ 25312 w 45125"/>
                    <a:gd name="connsiteY6" fmla="*/ 82119 h 82188"/>
                    <a:gd name="connsiteX7" fmla="*/ 39301 w 45125"/>
                    <a:gd name="connsiteY7" fmla="*/ 66380 h 82188"/>
                    <a:gd name="connsiteX8" fmla="*/ 39301 w 45125"/>
                    <a:gd name="connsiteY8" fmla="*/ 66380 h 82188"/>
                    <a:gd name="connsiteX9" fmla="*/ 39301 w 45125"/>
                    <a:gd name="connsiteY9" fmla="*/ 58511 h 82188"/>
                    <a:gd name="connsiteX10" fmla="*/ 27061 w 45125"/>
                    <a:gd name="connsiteY10" fmla="*/ 35778 h 82188"/>
                    <a:gd name="connsiteX11" fmla="*/ 19192 w 45125"/>
                    <a:gd name="connsiteY11" fmla="*/ 28784 h 82188"/>
                    <a:gd name="connsiteX12" fmla="*/ 19192 w 45125"/>
                    <a:gd name="connsiteY12" fmla="*/ 28784 h 82188"/>
                    <a:gd name="connsiteX13" fmla="*/ 6077 w 45125"/>
                    <a:gd name="connsiteY13" fmla="*/ 20040 h 82188"/>
                    <a:gd name="connsiteX14" fmla="*/ -44 w 45125"/>
                    <a:gd name="connsiteY14" fmla="*/ -70 h 8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125" h="82188">
                      <a:moveTo>
                        <a:pt x="-44" y="-70"/>
                      </a:moveTo>
                      <a:lnTo>
                        <a:pt x="-44" y="-70"/>
                      </a:lnTo>
                      <a:cubicBezTo>
                        <a:pt x="7825" y="-70"/>
                        <a:pt x="12197" y="11297"/>
                        <a:pt x="20066" y="14794"/>
                      </a:cubicBezTo>
                      <a:cubicBezTo>
                        <a:pt x="32377" y="21701"/>
                        <a:pt x="41243" y="33426"/>
                        <a:pt x="44548" y="47145"/>
                      </a:cubicBezTo>
                      <a:cubicBezTo>
                        <a:pt x="47293" y="61895"/>
                        <a:pt x="39240" y="76541"/>
                        <a:pt x="25312" y="82119"/>
                      </a:cubicBezTo>
                      <a:cubicBezTo>
                        <a:pt x="25312" y="82119"/>
                        <a:pt x="25312" y="82119"/>
                        <a:pt x="25312" y="82119"/>
                      </a:cubicBezTo>
                      <a:cubicBezTo>
                        <a:pt x="25312" y="82119"/>
                        <a:pt x="25312" y="82119"/>
                        <a:pt x="25312" y="82119"/>
                      </a:cubicBezTo>
                      <a:cubicBezTo>
                        <a:pt x="31686" y="78691"/>
                        <a:pt x="36644" y="73113"/>
                        <a:pt x="39301" y="66380"/>
                      </a:cubicBezTo>
                      <a:lnTo>
                        <a:pt x="39301" y="66380"/>
                      </a:lnTo>
                      <a:cubicBezTo>
                        <a:pt x="40167" y="63828"/>
                        <a:pt x="40167" y="61065"/>
                        <a:pt x="39301" y="58511"/>
                      </a:cubicBezTo>
                      <a:cubicBezTo>
                        <a:pt x="37369" y="49960"/>
                        <a:pt x="33137" y="42100"/>
                        <a:pt x="27061" y="35778"/>
                      </a:cubicBezTo>
                      <a:cubicBezTo>
                        <a:pt x="24639" y="33234"/>
                        <a:pt x="21998" y="30891"/>
                        <a:pt x="19192" y="28784"/>
                      </a:cubicBezTo>
                      <a:cubicBezTo>
                        <a:pt x="19192" y="28784"/>
                        <a:pt x="19192" y="28784"/>
                        <a:pt x="19192" y="28784"/>
                      </a:cubicBezTo>
                      <a:lnTo>
                        <a:pt x="6077" y="20040"/>
                      </a:lnTo>
                      <a:cubicBezTo>
                        <a:pt x="6077" y="20040"/>
                        <a:pt x="-44" y="3427"/>
                        <a:pt x="-44" y="-70"/>
                      </a:cubicBezTo>
                      <a:close/>
                    </a:path>
                  </a:pathLst>
                </a:custGeom>
                <a:solidFill>
                  <a:srgbClr val="9E9EB1"/>
                </a:solidFill>
                <a:ln w="87213" cap="flat">
                  <a:noFill/>
                  <a:prstDash val="solid"/>
                  <a:miter/>
                </a:ln>
              </p:spPr>
              <p:txBody>
                <a:bodyPr rtlCol="0" anchor="ctr"/>
                <a:lstStyle/>
                <a:p>
                  <a:endParaRPr lang="en-IN" dirty="0"/>
                </a:p>
              </p:txBody>
            </p:sp>
            <p:sp>
              <p:nvSpPr>
                <p:cNvPr id="2741" name="Freeform: Shape 2740">
                  <a:extLst>
                    <a:ext uri="{FF2B5EF4-FFF2-40B4-BE49-F238E27FC236}">
                      <a16:creationId xmlns:a16="http://schemas.microsoft.com/office/drawing/2014/main" id="{71CF245E-8E91-4610-DEC1-760D4D375803}"/>
                    </a:ext>
                  </a:extLst>
                </p:cNvPr>
                <p:cNvSpPr/>
                <p:nvPr/>
              </p:nvSpPr>
              <p:spPr>
                <a:xfrm>
                  <a:off x="2453830" y="4009407"/>
                  <a:ext cx="64701" cy="41968"/>
                </a:xfrm>
                <a:custGeom>
                  <a:avLst/>
                  <a:gdLst>
                    <a:gd name="connsiteX0" fmla="*/ -44 w 64701"/>
                    <a:gd name="connsiteY0" fmla="*/ -70 h 41968"/>
                    <a:gd name="connsiteX1" fmla="*/ 64657 w 64701"/>
                    <a:gd name="connsiteY1" fmla="*/ 41899 h 41968"/>
                    <a:gd name="connsiteX2" fmla="*/ 48045 w 64701"/>
                    <a:gd name="connsiteY2" fmla="*/ 34904 h 41968"/>
                    <a:gd name="connsiteX3" fmla="*/ 830 w 64701"/>
                    <a:gd name="connsiteY3" fmla="*/ 2554 h 41968"/>
                    <a:gd name="connsiteX4" fmla="*/ -44 w 64701"/>
                    <a:gd name="connsiteY4" fmla="*/ -70 h 4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01" h="41968">
                      <a:moveTo>
                        <a:pt x="-44" y="-70"/>
                      </a:moveTo>
                      <a:cubicBezTo>
                        <a:pt x="20302" y="15721"/>
                        <a:pt x="41942" y="29763"/>
                        <a:pt x="64657" y="41899"/>
                      </a:cubicBezTo>
                      <a:cubicBezTo>
                        <a:pt x="58782" y="40483"/>
                        <a:pt x="53169" y="38122"/>
                        <a:pt x="48045" y="34904"/>
                      </a:cubicBezTo>
                      <a:cubicBezTo>
                        <a:pt x="31126" y="25960"/>
                        <a:pt x="15283" y="15100"/>
                        <a:pt x="830" y="2554"/>
                      </a:cubicBezTo>
                      <a:lnTo>
                        <a:pt x="-44" y="-70"/>
                      </a:lnTo>
                      <a:close/>
                    </a:path>
                  </a:pathLst>
                </a:custGeom>
                <a:solidFill>
                  <a:srgbClr val="A4A4B6"/>
                </a:solidFill>
                <a:ln w="87213" cap="flat">
                  <a:noFill/>
                  <a:prstDash val="solid"/>
                  <a:miter/>
                </a:ln>
              </p:spPr>
              <p:txBody>
                <a:bodyPr rtlCol="0" anchor="ctr"/>
                <a:lstStyle/>
                <a:p>
                  <a:endParaRPr lang="en-IN" dirty="0"/>
                </a:p>
              </p:txBody>
            </p:sp>
            <p:sp>
              <p:nvSpPr>
                <p:cNvPr id="2742" name="Freeform: Shape 2741">
                  <a:extLst>
                    <a:ext uri="{FF2B5EF4-FFF2-40B4-BE49-F238E27FC236}">
                      <a16:creationId xmlns:a16="http://schemas.microsoft.com/office/drawing/2014/main" id="{C9648A0A-416E-9483-7866-AF8D6051FBEC}"/>
                    </a:ext>
                  </a:extLst>
                </p:cNvPr>
                <p:cNvSpPr/>
                <p:nvPr/>
              </p:nvSpPr>
              <p:spPr>
                <a:xfrm>
                  <a:off x="2525526" y="4049566"/>
                  <a:ext cx="22732" cy="7055"/>
                </a:xfrm>
                <a:custGeom>
                  <a:avLst/>
                  <a:gdLst>
                    <a:gd name="connsiteX0" fmla="*/ 22689 w 22732"/>
                    <a:gd name="connsiteY0" fmla="*/ 1740 h 7055"/>
                    <a:gd name="connsiteX1" fmla="*/ 22689 w 22732"/>
                    <a:gd name="connsiteY1" fmla="*/ 1740 h 7055"/>
                    <a:gd name="connsiteX2" fmla="*/ 4328 w 22732"/>
                    <a:gd name="connsiteY2" fmla="*/ 6986 h 7055"/>
                    <a:gd name="connsiteX3" fmla="*/ -44 w 22732"/>
                    <a:gd name="connsiteY3" fmla="*/ 6986 h 7055"/>
                    <a:gd name="connsiteX4" fmla="*/ -44 w 22732"/>
                    <a:gd name="connsiteY4" fmla="*/ 6986 h 7055"/>
                    <a:gd name="connsiteX5" fmla="*/ 9574 w 22732"/>
                    <a:gd name="connsiteY5" fmla="*/ 6986 h 7055"/>
                    <a:gd name="connsiteX6" fmla="*/ 22689 w 22732"/>
                    <a:gd name="connsiteY6" fmla="*/ 1740 h 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2" h="7055">
                      <a:moveTo>
                        <a:pt x="22689" y="1740"/>
                      </a:moveTo>
                      <a:lnTo>
                        <a:pt x="22689" y="1740"/>
                      </a:lnTo>
                      <a:cubicBezTo>
                        <a:pt x="17443" y="6986"/>
                        <a:pt x="10448" y="1740"/>
                        <a:pt x="4328" y="6986"/>
                      </a:cubicBezTo>
                      <a:lnTo>
                        <a:pt x="-44" y="6986"/>
                      </a:lnTo>
                      <a:lnTo>
                        <a:pt x="-44" y="6986"/>
                      </a:lnTo>
                      <a:cubicBezTo>
                        <a:pt x="-44" y="6986"/>
                        <a:pt x="6950" y="6986"/>
                        <a:pt x="9574" y="6986"/>
                      </a:cubicBezTo>
                      <a:cubicBezTo>
                        <a:pt x="12197" y="6986"/>
                        <a:pt x="20066" y="-4381"/>
                        <a:pt x="22689" y="1740"/>
                      </a:cubicBezTo>
                      <a:close/>
                    </a:path>
                  </a:pathLst>
                </a:custGeom>
                <a:solidFill>
                  <a:srgbClr val="A4A4B6"/>
                </a:solidFill>
                <a:ln w="87213" cap="flat">
                  <a:noFill/>
                  <a:prstDash val="solid"/>
                  <a:miter/>
                </a:ln>
              </p:spPr>
              <p:txBody>
                <a:bodyPr rtlCol="0" anchor="ctr"/>
                <a:lstStyle/>
                <a:p>
                  <a:endParaRPr lang="en-IN" dirty="0"/>
                </a:p>
              </p:txBody>
            </p:sp>
            <p:sp>
              <p:nvSpPr>
                <p:cNvPr id="2743" name="Freeform: Shape 2742">
                  <a:extLst>
                    <a:ext uri="{FF2B5EF4-FFF2-40B4-BE49-F238E27FC236}">
                      <a16:creationId xmlns:a16="http://schemas.microsoft.com/office/drawing/2014/main" id="{83AC410E-C29C-5D5E-491B-76CB392B4A01}"/>
                    </a:ext>
                  </a:extLst>
                </p:cNvPr>
                <p:cNvSpPr/>
                <p:nvPr/>
              </p:nvSpPr>
              <p:spPr>
                <a:xfrm>
                  <a:off x="2446835" y="4000664"/>
                  <a:ext cx="6994" cy="8743"/>
                </a:xfrm>
                <a:custGeom>
                  <a:avLst/>
                  <a:gdLst>
                    <a:gd name="connsiteX0" fmla="*/ -44 w 6994"/>
                    <a:gd name="connsiteY0" fmla="*/ -70 h 8743"/>
                    <a:gd name="connsiteX1" fmla="*/ 6951 w 6994"/>
                    <a:gd name="connsiteY1" fmla="*/ 8673 h 8743"/>
                    <a:gd name="connsiteX2" fmla="*/ -44 w 6994"/>
                    <a:gd name="connsiteY2" fmla="*/ -70 h 8743"/>
                  </a:gdLst>
                  <a:ahLst/>
                  <a:cxnLst>
                    <a:cxn ang="0">
                      <a:pos x="connsiteX0" y="connsiteY0"/>
                    </a:cxn>
                    <a:cxn ang="0">
                      <a:pos x="connsiteX1" y="connsiteY1"/>
                    </a:cxn>
                    <a:cxn ang="0">
                      <a:pos x="connsiteX2" y="connsiteY2"/>
                    </a:cxn>
                  </a:cxnLst>
                  <a:rect l="l" t="t" r="r" b="b"/>
                  <a:pathLst>
                    <a:path w="6994" h="8743">
                      <a:moveTo>
                        <a:pt x="-44" y="-70"/>
                      </a:moveTo>
                      <a:cubicBezTo>
                        <a:pt x="3226" y="1950"/>
                        <a:pt x="5700" y="5036"/>
                        <a:pt x="6951" y="8673"/>
                      </a:cubicBezTo>
                      <a:cubicBezTo>
                        <a:pt x="3130" y="7353"/>
                        <a:pt x="410" y="3952"/>
                        <a:pt x="-44" y="-70"/>
                      </a:cubicBezTo>
                      <a:close/>
                    </a:path>
                  </a:pathLst>
                </a:custGeom>
                <a:solidFill>
                  <a:srgbClr val="A4A4B6"/>
                </a:solidFill>
                <a:ln w="87213" cap="flat">
                  <a:noFill/>
                  <a:prstDash val="solid"/>
                  <a:miter/>
                </a:ln>
              </p:spPr>
              <p:txBody>
                <a:bodyPr rtlCol="0" anchor="ctr"/>
                <a:lstStyle/>
                <a:p>
                  <a:endParaRPr lang="en-IN" dirty="0"/>
                </a:p>
              </p:txBody>
            </p:sp>
            <p:sp>
              <p:nvSpPr>
                <p:cNvPr id="2744" name="Freeform: Shape 2743">
                  <a:extLst>
                    <a:ext uri="{FF2B5EF4-FFF2-40B4-BE49-F238E27FC236}">
                      <a16:creationId xmlns:a16="http://schemas.microsoft.com/office/drawing/2014/main" id="{1C5E6A8F-F6D5-C6A8-B67A-7E347ED601FB}"/>
                    </a:ext>
                  </a:extLst>
                </p:cNvPr>
                <p:cNvSpPr/>
                <p:nvPr/>
              </p:nvSpPr>
              <p:spPr>
                <a:xfrm>
                  <a:off x="2518532" y="4051376"/>
                  <a:ext cx="8743" cy="701"/>
                </a:xfrm>
                <a:custGeom>
                  <a:avLst/>
                  <a:gdLst>
                    <a:gd name="connsiteX0" fmla="*/ -44 w 8743"/>
                    <a:gd name="connsiteY0" fmla="*/ -70 h 701"/>
                    <a:gd name="connsiteX1" fmla="*/ -44 w 8743"/>
                    <a:gd name="connsiteY1" fmla="*/ -70 h 701"/>
                    <a:gd name="connsiteX2" fmla="*/ 8700 w 8743"/>
                    <a:gd name="connsiteY2" fmla="*/ -70 h 701"/>
                    <a:gd name="connsiteX3" fmla="*/ 8700 w 8743"/>
                    <a:gd name="connsiteY3" fmla="*/ -70 h 701"/>
                    <a:gd name="connsiteX4" fmla="*/ -44 w 8743"/>
                    <a:gd name="connsiteY4" fmla="*/ -70 h 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 h="701">
                      <a:moveTo>
                        <a:pt x="-44" y="-70"/>
                      </a:moveTo>
                      <a:lnTo>
                        <a:pt x="-44" y="-70"/>
                      </a:lnTo>
                      <a:cubicBezTo>
                        <a:pt x="4328" y="-70"/>
                        <a:pt x="6951" y="-70"/>
                        <a:pt x="8700" y="-70"/>
                      </a:cubicBezTo>
                      <a:lnTo>
                        <a:pt x="8700" y="-70"/>
                      </a:lnTo>
                      <a:cubicBezTo>
                        <a:pt x="5858" y="866"/>
                        <a:pt x="2798" y="866"/>
                        <a:pt x="-44" y="-70"/>
                      </a:cubicBezTo>
                      <a:close/>
                    </a:path>
                  </a:pathLst>
                </a:custGeom>
                <a:solidFill>
                  <a:srgbClr val="A4A4B6"/>
                </a:solidFill>
                <a:ln w="87213" cap="flat">
                  <a:noFill/>
                  <a:prstDash val="solid"/>
                  <a:miter/>
                </a:ln>
              </p:spPr>
              <p:txBody>
                <a:bodyPr rtlCol="0" anchor="ctr"/>
                <a:lstStyle/>
                <a:p>
                  <a:endParaRPr lang="en-IN" dirty="0"/>
                </a:p>
              </p:txBody>
            </p:sp>
            <p:sp>
              <p:nvSpPr>
                <p:cNvPr id="2745" name="Freeform: Shape 2744">
                  <a:extLst>
                    <a:ext uri="{FF2B5EF4-FFF2-40B4-BE49-F238E27FC236}">
                      <a16:creationId xmlns:a16="http://schemas.microsoft.com/office/drawing/2014/main" id="{23BE26F9-25D5-6755-9658-722748664C21}"/>
                    </a:ext>
                  </a:extLst>
                </p:cNvPr>
                <p:cNvSpPr/>
                <p:nvPr/>
              </p:nvSpPr>
              <p:spPr>
                <a:xfrm>
                  <a:off x="2443260" y="3950783"/>
                  <a:ext cx="124234" cy="98066"/>
                </a:xfrm>
                <a:custGeom>
                  <a:avLst/>
                  <a:gdLst>
                    <a:gd name="connsiteX0" fmla="*/ 111950 w 124234"/>
                    <a:gd name="connsiteY0" fmla="*/ 45440 h 98066"/>
                    <a:gd name="connsiteX1" fmla="*/ 124190 w 124234"/>
                    <a:gd name="connsiteY1" fmla="*/ 69922 h 98066"/>
                    <a:gd name="connsiteX2" fmla="*/ 124190 w 124234"/>
                    <a:gd name="connsiteY2" fmla="*/ 77790 h 98066"/>
                    <a:gd name="connsiteX3" fmla="*/ 124190 w 124234"/>
                    <a:gd name="connsiteY3" fmla="*/ 77790 h 98066"/>
                    <a:gd name="connsiteX4" fmla="*/ 107578 w 124234"/>
                    <a:gd name="connsiteY4" fmla="*/ 97026 h 98066"/>
                    <a:gd name="connsiteX5" fmla="*/ 107578 w 124234"/>
                    <a:gd name="connsiteY5" fmla="*/ 97026 h 98066"/>
                    <a:gd name="connsiteX6" fmla="*/ 94463 w 124234"/>
                    <a:gd name="connsiteY6" fmla="*/ 97026 h 98066"/>
                    <a:gd name="connsiteX7" fmla="*/ 79599 w 124234"/>
                    <a:gd name="connsiteY7" fmla="*/ 97026 h 98066"/>
                    <a:gd name="connsiteX8" fmla="*/ 30635 w 124234"/>
                    <a:gd name="connsiteY8" fmla="*/ 68173 h 98066"/>
                    <a:gd name="connsiteX9" fmla="*/ 33 w 124234"/>
                    <a:gd name="connsiteY9" fmla="*/ 29702 h 98066"/>
                    <a:gd name="connsiteX10" fmla="*/ 12274 w 124234"/>
                    <a:gd name="connsiteY10" fmla="*/ 3471 h 98066"/>
                    <a:gd name="connsiteX11" fmla="*/ 43751 w 124234"/>
                    <a:gd name="connsiteY11" fmla="*/ 3471 h 98066"/>
                    <a:gd name="connsiteX12" fmla="*/ 55117 w 124234"/>
                    <a:gd name="connsiteY12" fmla="*/ 8717 h 98066"/>
                    <a:gd name="connsiteX13" fmla="*/ 55117 w 124234"/>
                    <a:gd name="connsiteY13" fmla="*/ 8717 h 98066"/>
                    <a:gd name="connsiteX14" fmla="*/ 103206 w 124234"/>
                    <a:gd name="connsiteY14" fmla="*/ 39320 h 98066"/>
                    <a:gd name="connsiteX15" fmla="*/ 103206 w 124234"/>
                    <a:gd name="connsiteY15" fmla="*/ 39320 h 98066"/>
                    <a:gd name="connsiteX16" fmla="*/ 111950 w 124234"/>
                    <a:gd name="connsiteY16" fmla="*/ 45440 h 9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4233" h="98066">
                      <a:moveTo>
                        <a:pt x="111950" y="45440"/>
                      </a:moveTo>
                      <a:cubicBezTo>
                        <a:pt x="118892" y="51823"/>
                        <a:pt x="123246" y="60540"/>
                        <a:pt x="124190" y="69922"/>
                      </a:cubicBezTo>
                      <a:cubicBezTo>
                        <a:pt x="124190" y="69922"/>
                        <a:pt x="124190" y="75167"/>
                        <a:pt x="124190" y="77790"/>
                      </a:cubicBezTo>
                      <a:lnTo>
                        <a:pt x="124190" y="77790"/>
                      </a:lnTo>
                      <a:cubicBezTo>
                        <a:pt x="121707" y="86307"/>
                        <a:pt x="115639" y="93328"/>
                        <a:pt x="107578" y="97026"/>
                      </a:cubicBezTo>
                      <a:lnTo>
                        <a:pt x="107578" y="97026"/>
                      </a:lnTo>
                      <a:lnTo>
                        <a:pt x="94463" y="97026"/>
                      </a:lnTo>
                      <a:cubicBezTo>
                        <a:pt x="89593" y="98320"/>
                        <a:pt x="84469" y="98320"/>
                        <a:pt x="79599" y="97026"/>
                      </a:cubicBezTo>
                      <a:cubicBezTo>
                        <a:pt x="62610" y="88589"/>
                        <a:pt x="46251" y="78944"/>
                        <a:pt x="30635" y="68173"/>
                      </a:cubicBezTo>
                      <a:cubicBezTo>
                        <a:pt x="15509" y="60190"/>
                        <a:pt x="4414" y="46235"/>
                        <a:pt x="33" y="29702"/>
                      </a:cubicBezTo>
                      <a:cubicBezTo>
                        <a:pt x="-710" y="19428"/>
                        <a:pt x="3924" y="9504"/>
                        <a:pt x="12274" y="3471"/>
                      </a:cubicBezTo>
                      <a:cubicBezTo>
                        <a:pt x="22233" y="-1250"/>
                        <a:pt x="33792" y="-1250"/>
                        <a:pt x="43751" y="3471"/>
                      </a:cubicBezTo>
                      <a:cubicBezTo>
                        <a:pt x="48997" y="3471"/>
                        <a:pt x="50745" y="3471"/>
                        <a:pt x="55117" y="8717"/>
                      </a:cubicBezTo>
                      <a:lnTo>
                        <a:pt x="55117" y="8717"/>
                      </a:lnTo>
                      <a:cubicBezTo>
                        <a:pt x="72079" y="17364"/>
                        <a:pt x="88185" y="27612"/>
                        <a:pt x="103206" y="39320"/>
                      </a:cubicBezTo>
                      <a:lnTo>
                        <a:pt x="103206" y="39320"/>
                      </a:lnTo>
                      <a:cubicBezTo>
                        <a:pt x="103206" y="39320"/>
                        <a:pt x="110201" y="41943"/>
                        <a:pt x="111950" y="45440"/>
                      </a:cubicBezTo>
                      <a:close/>
                    </a:path>
                  </a:pathLst>
                </a:custGeom>
                <a:solidFill>
                  <a:srgbClr val="8C8CA3"/>
                </a:solidFill>
                <a:ln w="87213" cap="flat">
                  <a:noFill/>
                  <a:prstDash val="solid"/>
                  <a:miter/>
                </a:ln>
              </p:spPr>
              <p:txBody>
                <a:bodyPr rtlCol="0" anchor="ctr"/>
                <a:lstStyle/>
                <a:p>
                  <a:endParaRPr lang="en-IN" dirty="0"/>
                </a:p>
              </p:txBody>
            </p:sp>
            <p:sp>
              <p:nvSpPr>
                <p:cNvPr id="2746" name="Freeform: Shape 2745">
                  <a:extLst>
                    <a:ext uri="{FF2B5EF4-FFF2-40B4-BE49-F238E27FC236}">
                      <a16:creationId xmlns:a16="http://schemas.microsoft.com/office/drawing/2014/main" id="{1E00B296-C573-6E97-5F6A-9E022AC6117F}"/>
                    </a:ext>
                  </a:extLst>
                </p:cNvPr>
                <p:cNvSpPr/>
                <p:nvPr/>
              </p:nvSpPr>
              <p:spPr>
                <a:xfrm>
                  <a:off x="2497547" y="3957821"/>
                  <a:ext cx="48088" cy="30601"/>
                </a:xfrm>
                <a:custGeom>
                  <a:avLst/>
                  <a:gdLst>
                    <a:gd name="connsiteX0" fmla="*/ 48045 w 48088"/>
                    <a:gd name="connsiteY0" fmla="*/ 30532 h 30601"/>
                    <a:gd name="connsiteX1" fmla="*/ -44 w 48088"/>
                    <a:gd name="connsiteY1" fmla="*/ -70 h 30601"/>
                    <a:gd name="connsiteX2" fmla="*/ 27060 w 48088"/>
                    <a:gd name="connsiteY2" fmla="*/ 14794 h 30601"/>
                    <a:gd name="connsiteX3" fmla="*/ 48045 w 48088"/>
                    <a:gd name="connsiteY3" fmla="*/ 30532 h 30601"/>
                  </a:gdLst>
                  <a:ahLst/>
                  <a:cxnLst>
                    <a:cxn ang="0">
                      <a:pos x="connsiteX0" y="connsiteY0"/>
                    </a:cxn>
                    <a:cxn ang="0">
                      <a:pos x="connsiteX1" y="connsiteY1"/>
                    </a:cxn>
                    <a:cxn ang="0">
                      <a:pos x="connsiteX2" y="connsiteY2"/>
                    </a:cxn>
                    <a:cxn ang="0">
                      <a:pos x="connsiteX3" y="connsiteY3"/>
                    </a:cxn>
                  </a:cxnLst>
                  <a:rect l="l" t="t" r="r" b="b"/>
                  <a:pathLst>
                    <a:path w="48088" h="30600">
                      <a:moveTo>
                        <a:pt x="48045" y="30532"/>
                      </a:moveTo>
                      <a:lnTo>
                        <a:pt x="-44" y="-70"/>
                      </a:lnTo>
                      <a:cubicBezTo>
                        <a:pt x="9766" y="3313"/>
                        <a:pt x="18929" y="8341"/>
                        <a:pt x="27060" y="14794"/>
                      </a:cubicBezTo>
                      <a:cubicBezTo>
                        <a:pt x="34055" y="20040"/>
                        <a:pt x="42799" y="22663"/>
                        <a:pt x="48045" y="30532"/>
                      </a:cubicBezTo>
                      <a:close/>
                    </a:path>
                  </a:pathLst>
                </a:custGeom>
                <a:solidFill>
                  <a:srgbClr val="9696AB"/>
                </a:solidFill>
                <a:ln w="87213" cap="flat">
                  <a:noFill/>
                  <a:prstDash val="solid"/>
                  <a:miter/>
                </a:ln>
              </p:spPr>
              <p:txBody>
                <a:bodyPr rtlCol="0" anchor="ctr"/>
                <a:lstStyle/>
                <a:p>
                  <a:endParaRPr lang="en-IN" dirty="0"/>
                </a:p>
              </p:txBody>
            </p:sp>
            <p:sp>
              <p:nvSpPr>
                <p:cNvPr id="2747" name="Freeform: Shape 2746">
                  <a:extLst>
                    <a:ext uri="{FF2B5EF4-FFF2-40B4-BE49-F238E27FC236}">
                      <a16:creationId xmlns:a16="http://schemas.microsoft.com/office/drawing/2014/main" id="{CFE91496-D1FE-7155-6E00-A96BF8ED4703}"/>
                    </a:ext>
                  </a:extLst>
                </p:cNvPr>
                <p:cNvSpPr/>
                <p:nvPr/>
              </p:nvSpPr>
              <p:spPr>
                <a:xfrm>
                  <a:off x="2441733" y="3957821"/>
                  <a:ext cx="12971" cy="26230"/>
                </a:xfrm>
                <a:custGeom>
                  <a:avLst/>
                  <a:gdLst>
                    <a:gd name="connsiteX0" fmla="*/ 12927 w 12971"/>
                    <a:gd name="connsiteY0" fmla="*/ -70 h 26230"/>
                    <a:gd name="connsiteX1" fmla="*/ 686 w 12971"/>
                    <a:gd name="connsiteY1" fmla="*/ 26161 h 26230"/>
                    <a:gd name="connsiteX2" fmla="*/ 12927 w 12971"/>
                    <a:gd name="connsiteY2" fmla="*/ -70 h 26230"/>
                  </a:gdLst>
                  <a:ahLst/>
                  <a:cxnLst>
                    <a:cxn ang="0">
                      <a:pos x="connsiteX0" y="connsiteY0"/>
                    </a:cxn>
                    <a:cxn ang="0">
                      <a:pos x="connsiteX1" y="connsiteY1"/>
                    </a:cxn>
                    <a:cxn ang="0">
                      <a:pos x="connsiteX2" y="connsiteY2"/>
                    </a:cxn>
                  </a:cxnLst>
                  <a:rect l="l" t="t" r="r" b="b"/>
                  <a:pathLst>
                    <a:path w="12970" h="26230">
                      <a:moveTo>
                        <a:pt x="12927" y="-70"/>
                      </a:moveTo>
                      <a:cubicBezTo>
                        <a:pt x="5802" y="6898"/>
                        <a:pt x="1447" y="16219"/>
                        <a:pt x="686" y="26161"/>
                      </a:cubicBezTo>
                      <a:cubicBezTo>
                        <a:pt x="-2050" y="15616"/>
                        <a:pt x="3091" y="4607"/>
                        <a:pt x="12927" y="-70"/>
                      </a:cubicBezTo>
                      <a:close/>
                    </a:path>
                  </a:pathLst>
                </a:custGeom>
                <a:solidFill>
                  <a:srgbClr val="9B9BAF"/>
                </a:solidFill>
                <a:ln w="87213" cap="flat">
                  <a:noFill/>
                  <a:prstDash val="solid"/>
                  <a:miter/>
                </a:ln>
              </p:spPr>
              <p:txBody>
                <a:bodyPr rtlCol="0" anchor="ctr"/>
                <a:lstStyle/>
                <a:p>
                  <a:endParaRPr lang="en-IN" dirty="0"/>
                </a:p>
              </p:txBody>
            </p:sp>
            <p:sp>
              <p:nvSpPr>
                <p:cNvPr id="2748" name="Freeform: Shape 2747">
                  <a:extLst>
                    <a:ext uri="{FF2B5EF4-FFF2-40B4-BE49-F238E27FC236}">
                      <a16:creationId xmlns:a16="http://schemas.microsoft.com/office/drawing/2014/main" id="{0E26CA33-CFD6-FD61-D435-FE0BE43FA39F}"/>
                    </a:ext>
                  </a:extLst>
                </p:cNvPr>
                <p:cNvSpPr/>
                <p:nvPr/>
              </p:nvSpPr>
              <p:spPr>
                <a:xfrm>
                  <a:off x="2517657" y="4045256"/>
                  <a:ext cx="20109" cy="354"/>
                </a:xfrm>
                <a:custGeom>
                  <a:avLst/>
                  <a:gdLst>
                    <a:gd name="connsiteX0" fmla="*/ 4328 w 20109"/>
                    <a:gd name="connsiteY0" fmla="*/ -70 h 354"/>
                    <a:gd name="connsiteX1" fmla="*/ 20066 w 20109"/>
                    <a:gd name="connsiteY1" fmla="*/ -70 h 354"/>
                    <a:gd name="connsiteX2" fmla="*/ 20066 w 20109"/>
                    <a:gd name="connsiteY2" fmla="*/ -70 h 354"/>
                    <a:gd name="connsiteX3" fmla="*/ 8699 w 20109"/>
                    <a:gd name="connsiteY3" fmla="*/ -70 h 354"/>
                    <a:gd name="connsiteX4" fmla="*/ -44 w 20109"/>
                    <a:gd name="connsiteY4" fmla="*/ -70 h 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9" h="354">
                      <a:moveTo>
                        <a:pt x="4328" y="-70"/>
                      </a:moveTo>
                      <a:cubicBezTo>
                        <a:pt x="9565" y="402"/>
                        <a:pt x="14829" y="402"/>
                        <a:pt x="20066" y="-70"/>
                      </a:cubicBezTo>
                      <a:cubicBezTo>
                        <a:pt x="20066" y="-70"/>
                        <a:pt x="20066" y="-70"/>
                        <a:pt x="20066" y="-70"/>
                      </a:cubicBezTo>
                      <a:cubicBezTo>
                        <a:pt x="20066" y="-70"/>
                        <a:pt x="12197" y="-70"/>
                        <a:pt x="8699" y="-70"/>
                      </a:cubicBezTo>
                      <a:lnTo>
                        <a:pt x="-44" y="-70"/>
                      </a:lnTo>
                      <a:close/>
                    </a:path>
                  </a:pathLst>
                </a:custGeom>
                <a:solidFill>
                  <a:srgbClr val="9E9EB1"/>
                </a:solidFill>
                <a:ln w="87213" cap="flat">
                  <a:noFill/>
                  <a:prstDash val="solid"/>
                  <a:miter/>
                </a:ln>
              </p:spPr>
              <p:txBody>
                <a:bodyPr rtlCol="0" anchor="ctr"/>
                <a:lstStyle/>
                <a:p>
                  <a:endParaRPr lang="en-IN" dirty="0"/>
                </a:p>
              </p:txBody>
            </p:sp>
            <p:sp>
              <p:nvSpPr>
                <p:cNvPr id="2749" name="Freeform: Shape 2748">
                  <a:extLst>
                    <a:ext uri="{FF2B5EF4-FFF2-40B4-BE49-F238E27FC236}">
                      <a16:creationId xmlns:a16="http://schemas.microsoft.com/office/drawing/2014/main" id="{FB74AC82-98DB-C6CA-7243-1F3B153D9E90}"/>
                    </a:ext>
                  </a:extLst>
                </p:cNvPr>
                <p:cNvSpPr/>
                <p:nvPr/>
              </p:nvSpPr>
              <p:spPr>
                <a:xfrm>
                  <a:off x="2487930" y="3951106"/>
                  <a:ext cx="9617" cy="6714"/>
                </a:xfrm>
                <a:custGeom>
                  <a:avLst/>
                  <a:gdLst>
                    <a:gd name="connsiteX0" fmla="*/ 9574 w 9617"/>
                    <a:gd name="connsiteY0" fmla="*/ 6645 h 6714"/>
                    <a:gd name="connsiteX1" fmla="*/ -44 w 9617"/>
                    <a:gd name="connsiteY1" fmla="*/ 1399 h 6714"/>
                    <a:gd name="connsiteX2" fmla="*/ 9574 w 9617"/>
                    <a:gd name="connsiteY2" fmla="*/ 6645 h 6714"/>
                  </a:gdLst>
                  <a:ahLst/>
                  <a:cxnLst>
                    <a:cxn ang="0">
                      <a:pos x="connsiteX0" y="connsiteY0"/>
                    </a:cxn>
                    <a:cxn ang="0">
                      <a:pos x="connsiteX1" y="connsiteY1"/>
                    </a:cxn>
                    <a:cxn ang="0">
                      <a:pos x="connsiteX2" y="connsiteY2"/>
                    </a:cxn>
                  </a:cxnLst>
                  <a:rect l="l" t="t" r="r" b="b"/>
                  <a:pathLst>
                    <a:path w="9617" h="6714">
                      <a:moveTo>
                        <a:pt x="9574" y="6645"/>
                      </a:moveTo>
                      <a:cubicBezTo>
                        <a:pt x="9574" y="6645"/>
                        <a:pt x="-44" y="6645"/>
                        <a:pt x="-44" y="1399"/>
                      </a:cubicBezTo>
                      <a:cubicBezTo>
                        <a:pt x="-44" y="-3847"/>
                        <a:pt x="6076" y="6645"/>
                        <a:pt x="9574" y="6645"/>
                      </a:cubicBezTo>
                      <a:close/>
                    </a:path>
                  </a:pathLst>
                </a:custGeom>
                <a:solidFill>
                  <a:srgbClr val="9696AB"/>
                </a:solidFill>
                <a:ln w="87213" cap="flat">
                  <a:noFill/>
                  <a:prstDash val="solid"/>
                  <a:miter/>
                </a:ln>
              </p:spPr>
              <p:txBody>
                <a:bodyPr rtlCol="0" anchor="ctr"/>
                <a:lstStyle/>
                <a:p>
                  <a:endParaRPr lang="en-IN" dirty="0"/>
                </a:p>
              </p:txBody>
            </p:sp>
            <p:sp>
              <p:nvSpPr>
                <p:cNvPr id="2750" name="Freeform: Shape 2749">
                  <a:extLst>
                    <a:ext uri="{FF2B5EF4-FFF2-40B4-BE49-F238E27FC236}">
                      <a16:creationId xmlns:a16="http://schemas.microsoft.com/office/drawing/2014/main" id="{5C2B9BEA-E277-2AC4-91CE-5187829AA5E9}"/>
                    </a:ext>
                  </a:extLst>
                </p:cNvPr>
                <p:cNvSpPr/>
                <p:nvPr/>
              </p:nvSpPr>
              <p:spPr>
                <a:xfrm>
                  <a:off x="2550008" y="4026020"/>
                  <a:ext cx="16612" cy="19235"/>
                </a:xfrm>
                <a:custGeom>
                  <a:avLst/>
                  <a:gdLst>
                    <a:gd name="connsiteX0" fmla="*/ -44 w 16612"/>
                    <a:gd name="connsiteY0" fmla="*/ 19166 h 19235"/>
                    <a:gd name="connsiteX1" fmla="*/ 16569 w 16612"/>
                    <a:gd name="connsiteY1" fmla="*/ -70 h 19235"/>
                    <a:gd name="connsiteX2" fmla="*/ -44 w 16612"/>
                    <a:gd name="connsiteY2" fmla="*/ 19166 h 19235"/>
                  </a:gdLst>
                  <a:ahLst/>
                  <a:cxnLst>
                    <a:cxn ang="0">
                      <a:pos x="connsiteX0" y="connsiteY0"/>
                    </a:cxn>
                    <a:cxn ang="0">
                      <a:pos x="connsiteX1" y="connsiteY1"/>
                    </a:cxn>
                    <a:cxn ang="0">
                      <a:pos x="connsiteX2" y="connsiteY2"/>
                    </a:cxn>
                  </a:cxnLst>
                  <a:rect l="l" t="t" r="r" b="b"/>
                  <a:pathLst>
                    <a:path w="16612" h="19235">
                      <a:moveTo>
                        <a:pt x="-44" y="19166"/>
                      </a:moveTo>
                      <a:cubicBezTo>
                        <a:pt x="7012" y="14243"/>
                        <a:pt x="12721" y="7624"/>
                        <a:pt x="16569" y="-70"/>
                      </a:cubicBezTo>
                      <a:cubicBezTo>
                        <a:pt x="13071" y="11297"/>
                        <a:pt x="10448" y="19166"/>
                        <a:pt x="-44" y="19166"/>
                      </a:cubicBezTo>
                      <a:close/>
                    </a:path>
                  </a:pathLst>
                </a:custGeom>
                <a:solidFill>
                  <a:srgbClr val="9696AB"/>
                </a:solidFill>
                <a:ln w="87213" cap="flat">
                  <a:noFill/>
                  <a:prstDash val="solid"/>
                  <a:miter/>
                </a:ln>
              </p:spPr>
              <p:txBody>
                <a:bodyPr rtlCol="0" anchor="ctr"/>
                <a:lstStyle/>
                <a:p>
                  <a:endParaRPr lang="en-IN" dirty="0"/>
                </a:p>
              </p:txBody>
            </p:sp>
            <p:sp>
              <p:nvSpPr>
                <p:cNvPr id="2751" name="Freeform: Shape 2750">
                  <a:extLst>
                    <a:ext uri="{FF2B5EF4-FFF2-40B4-BE49-F238E27FC236}">
                      <a16:creationId xmlns:a16="http://schemas.microsoft.com/office/drawing/2014/main" id="{EECB7CEF-E744-AC0A-1B89-F652A6F85F4B}"/>
                    </a:ext>
                  </a:extLst>
                </p:cNvPr>
                <p:cNvSpPr/>
                <p:nvPr/>
              </p:nvSpPr>
              <p:spPr>
                <a:xfrm>
                  <a:off x="2540390" y="4050611"/>
                  <a:ext cx="12241" cy="1639"/>
                </a:xfrm>
                <a:custGeom>
                  <a:avLst/>
                  <a:gdLst>
                    <a:gd name="connsiteX0" fmla="*/ -44 w 12241"/>
                    <a:gd name="connsiteY0" fmla="*/ 1569 h 1639"/>
                    <a:gd name="connsiteX1" fmla="*/ -44 w 12241"/>
                    <a:gd name="connsiteY1" fmla="*/ 1569 h 1639"/>
                    <a:gd name="connsiteX2" fmla="*/ 12197 w 12241"/>
                    <a:gd name="connsiteY2" fmla="*/ 1569 h 1639"/>
                    <a:gd name="connsiteX3" fmla="*/ 12197 w 12241"/>
                    <a:gd name="connsiteY3" fmla="*/ 1569 h 1639"/>
                    <a:gd name="connsiteX4" fmla="*/ -44 w 12241"/>
                    <a:gd name="connsiteY4" fmla="*/ 1569 h 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1" h="1639">
                      <a:moveTo>
                        <a:pt x="-44" y="1569"/>
                      </a:moveTo>
                      <a:lnTo>
                        <a:pt x="-44" y="1569"/>
                      </a:lnTo>
                      <a:cubicBezTo>
                        <a:pt x="3987" y="669"/>
                        <a:pt x="8166" y="669"/>
                        <a:pt x="12197" y="1569"/>
                      </a:cubicBezTo>
                      <a:lnTo>
                        <a:pt x="12197" y="1569"/>
                      </a:lnTo>
                      <a:cubicBezTo>
                        <a:pt x="8411" y="-617"/>
                        <a:pt x="3742" y="-617"/>
                        <a:pt x="-44" y="1569"/>
                      </a:cubicBezTo>
                      <a:close/>
                    </a:path>
                  </a:pathLst>
                </a:custGeom>
                <a:solidFill>
                  <a:srgbClr val="9696AB"/>
                </a:solidFill>
                <a:ln w="87213" cap="flat">
                  <a:noFill/>
                  <a:prstDash val="solid"/>
                  <a:miter/>
                </a:ln>
              </p:spPr>
              <p:txBody>
                <a:bodyPr rtlCol="0" anchor="ctr"/>
                <a:lstStyle/>
                <a:p>
                  <a:endParaRPr lang="en-IN" dirty="0"/>
                </a:p>
              </p:txBody>
            </p:sp>
            <p:sp>
              <p:nvSpPr>
                <p:cNvPr id="2752" name="Freeform: Shape 2751">
                  <a:extLst>
                    <a:ext uri="{FF2B5EF4-FFF2-40B4-BE49-F238E27FC236}">
                      <a16:creationId xmlns:a16="http://schemas.microsoft.com/office/drawing/2014/main" id="{B665C38B-433C-F7FB-A5F0-2895B917F6DB}"/>
                    </a:ext>
                  </a:extLst>
                </p:cNvPr>
                <p:cNvSpPr/>
                <p:nvPr/>
              </p:nvSpPr>
              <p:spPr>
                <a:xfrm>
                  <a:off x="2547317" y="3986825"/>
                  <a:ext cx="7936" cy="9467"/>
                </a:xfrm>
                <a:custGeom>
                  <a:avLst/>
                  <a:gdLst>
                    <a:gd name="connsiteX0" fmla="*/ 7893 w 7936"/>
                    <a:gd name="connsiteY0" fmla="*/ 9398 h 9467"/>
                    <a:gd name="connsiteX1" fmla="*/ 24 w 7936"/>
                    <a:gd name="connsiteY1" fmla="*/ 2403 h 9467"/>
                    <a:gd name="connsiteX2" fmla="*/ 7893 w 7936"/>
                    <a:gd name="connsiteY2" fmla="*/ 9398 h 9467"/>
                  </a:gdLst>
                  <a:ahLst/>
                  <a:cxnLst>
                    <a:cxn ang="0">
                      <a:pos x="connsiteX0" y="connsiteY0"/>
                    </a:cxn>
                    <a:cxn ang="0">
                      <a:pos x="connsiteX1" y="connsiteY1"/>
                    </a:cxn>
                    <a:cxn ang="0">
                      <a:pos x="connsiteX2" y="connsiteY2"/>
                    </a:cxn>
                  </a:cxnLst>
                  <a:rect l="l" t="t" r="r" b="b"/>
                  <a:pathLst>
                    <a:path w="7936" h="9467">
                      <a:moveTo>
                        <a:pt x="7893" y="9398"/>
                      </a:moveTo>
                      <a:cubicBezTo>
                        <a:pt x="7893" y="9398"/>
                        <a:pt x="898" y="9398"/>
                        <a:pt x="24" y="2403"/>
                      </a:cubicBezTo>
                      <a:cubicBezTo>
                        <a:pt x="-851" y="-4592"/>
                        <a:pt x="7018" y="5026"/>
                        <a:pt x="7893" y="9398"/>
                      </a:cubicBezTo>
                      <a:close/>
                    </a:path>
                  </a:pathLst>
                </a:custGeom>
                <a:solidFill>
                  <a:srgbClr val="9696AB"/>
                </a:solidFill>
                <a:ln w="87213" cap="flat">
                  <a:noFill/>
                  <a:prstDash val="solid"/>
                  <a:miter/>
                </a:ln>
              </p:spPr>
              <p:txBody>
                <a:bodyPr rtlCol="0" anchor="ctr"/>
                <a:lstStyle/>
                <a:p>
                  <a:endParaRPr lang="en-IN" dirty="0"/>
                </a:p>
              </p:txBody>
            </p:sp>
            <p:sp>
              <p:nvSpPr>
                <p:cNvPr id="2753" name="Freeform: Shape 2752">
                  <a:extLst>
                    <a:ext uri="{FF2B5EF4-FFF2-40B4-BE49-F238E27FC236}">
                      <a16:creationId xmlns:a16="http://schemas.microsoft.com/office/drawing/2014/main" id="{FB9D5377-6535-600E-9AD7-9C5952EBB8A9}"/>
                    </a:ext>
                  </a:extLst>
                </p:cNvPr>
                <p:cNvSpPr/>
                <p:nvPr/>
              </p:nvSpPr>
              <p:spPr>
                <a:xfrm>
                  <a:off x="2565683" y="4020774"/>
                  <a:ext cx="2367" cy="7868"/>
                </a:xfrm>
                <a:custGeom>
                  <a:avLst/>
                  <a:gdLst>
                    <a:gd name="connsiteX0" fmla="*/ 894 w 2367"/>
                    <a:gd name="connsiteY0" fmla="*/ 7799 h 7868"/>
                    <a:gd name="connsiteX1" fmla="*/ 894 w 2367"/>
                    <a:gd name="connsiteY1" fmla="*/ -70 h 7868"/>
                    <a:gd name="connsiteX2" fmla="*/ 894 w 2367"/>
                    <a:gd name="connsiteY2" fmla="*/ 7799 h 7868"/>
                  </a:gdLst>
                  <a:ahLst/>
                  <a:cxnLst>
                    <a:cxn ang="0">
                      <a:pos x="connsiteX0" y="connsiteY0"/>
                    </a:cxn>
                    <a:cxn ang="0">
                      <a:pos x="connsiteX1" y="connsiteY1"/>
                    </a:cxn>
                    <a:cxn ang="0">
                      <a:pos x="connsiteX2" y="connsiteY2"/>
                    </a:cxn>
                  </a:cxnLst>
                  <a:rect l="l" t="t" r="r" b="b"/>
                  <a:pathLst>
                    <a:path w="2367" h="7868">
                      <a:moveTo>
                        <a:pt x="894" y="7799"/>
                      </a:moveTo>
                      <a:cubicBezTo>
                        <a:pt x="-357" y="5325"/>
                        <a:pt x="-357" y="2404"/>
                        <a:pt x="894" y="-70"/>
                      </a:cubicBezTo>
                      <a:cubicBezTo>
                        <a:pt x="2799" y="2203"/>
                        <a:pt x="2799" y="5525"/>
                        <a:pt x="894" y="7799"/>
                      </a:cubicBezTo>
                      <a:close/>
                    </a:path>
                  </a:pathLst>
                </a:custGeom>
                <a:solidFill>
                  <a:srgbClr val="9696AB"/>
                </a:solidFill>
                <a:ln w="87213" cap="flat">
                  <a:noFill/>
                  <a:prstDash val="solid"/>
                  <a:miter/>
                </a:ln>
              </p:spPr>
              <p:txBody>
                <a:bodyPr rtlCol="0" anchor="ctr"/>
                <a:lstStyle/>
                <a:p>
                  <a:endParaRPr lang="en-IN" dirty="0"/>
                </a:p>
              </p:txBody>
            </p:sp>
            <p:sp>
              <p:nvSpPr>
                <p:cNvPr id="2754" name="Freeform: Shape 2753">
                  <a:extLst>
                    <a:ext uri="{FF2B5EF4-FFF2-40B4-BE49-F238E27FC236}">
                      <a16:creationId xmlns:a16="http://schemas.microsoft.com/office/drawing/2014/main" id="{DE0FB38C-2981-D2DF-A06E-D9EFA37EE28D}"/>
                    </a:ext>
                  </a:extLst>
                </p:cNvPr>
                <p:cNvSpPr/>
                <p:nvPr/>
              </p:nvSpPr>
              <p:spPr>
                <a:xfrm>
                  <a:off x="2446773" y="3953449"/>
                  <a:ext cx="117041" cy="94175"/>
                </a:xfrm>
                <a:custGeom>
                  <a:avLst/>
                  <a:gdLst>
                    <a:gd name="connsiteX0" fmla="*/ 41112 w 117041"/>
                    <a:gd name="connsiteY0" fmla="*/ 73375 h 94175"/>
                    <a:gd name="connsiteX1" fmla="*/ 10510 w 117041"/>
                    <a:gd name="connsiteY1" fmla="*/ 49768 h 94175"/>
                    <a:gd name="connsiteX2" fmla="*/ 18 w 117041"/>
                    <a:gd name="connsiteY2" fmla="*/ 27035 h 94175"/>
                    <a:gd name="connsiteX3" fmla="*/ 23555 w 117041"/>
                    <a:gd name="connsiteY3" fmla="*/ -17 h 94175"/>
                    <a:gd name="connsiteX4" fmla="*/ 24500 w 117041"/>
                    <a:gd name="connsiteY4" fmla="*/ -70 h 94175"/>
                    <a:gd name="connsiteX5" fmla="*/ 60348 w 117041"/>
                    <a:gd name="connsiteY5" fmla="*/ 12171 h 94175"/>
                    <a:gd name="connsiteX6" fmla="*/ 102316 w 117041"/>
                    <a:gd name="connsiteY6" fmla="*/ 41024 h 94175"/>
                    <a:gd name="connsiteX7" fmla="*/ 115431 w 117041"/>
                    <a:gd name="connsiteY7" fmla="*/ 61135 h 94175"/>
                    <a:gd name="connsiteX8" fmla="*/ 111060 w 117041"/>
                    <a:gd name="connsiteY8" fmla="*/ 84742 h 94175"/>
                    <a:gd name="connsiteX9" fmla="*/ 79583 w 117041"/>
                    <a:gd name="connsiteY9" fmla="*/ 92611 h 94175"/>
                    <a:gd name="connsiteX10" fmla="*/ 41112 w 117041"/>
                    <a:gd name="connsiteY10" fmla="*/ 73375 h 94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040" h="94175">
                      <a:moveTo>
                        <a:pt x="41112" y="73375"/>
                      </a:moveTo>
                      <a:cubicBezTo>
                        <a:pt x="29990" y="66783"/>
                        <a:pt x="19717" y="58853"/>
                        <a:pt x="10510" y="49768"/>
                      </a:cubicBezTo>
                      <a:cubicBezTo>
                        <a:pt x="4460" y="43657"/>
                        <a:pt x="744" y="35612"/>
                        <a:pt x="18" y="27035"/>
                      </a:cubicBezTo>
                      <a:cubicBezTo>
                        <a:pt x="-952" y="13063"/>
                        <a:pt x="9583" y="953"/>
                        <a:pt x="23555" y="-17"/>
                      </a:cubicBezTo>
                      <a:cubicBezTo>
                        <a:pt x="23870" y="-43"/>
                        <a:pt x="24185" y="-61"/>
                        <a:pt x="24500" y="-70"/>
                      </a:cubicBezTo>
                      <a:cubicBezTo>
                        <a:pt x="37396" y="394"/>
                        <a:pt x="49865" y="4652"/>
                        <a:pt x="60348" y="12171"/>
                      </a:cubicBezTo>
                      <a:cubicBezTo>
                        <a:pt x="75334" y="20259"/>
                        <a:pt x="89402" y="29929"/>
                        <a:pt x="102316" y="41024"/>
                      </a:cubicBezTo>
                      <a:cubicBezTo>
                        <a:pt x="108516" y="46340"/>
                        <a:pt x="113062" y="53318"/>
                        <a:pt x="115431" y="61135"/>
                      </a:cubicBezTo>
                      <a:cubicBezTo>
                        <a:pt x="118588" y="69196"/>
                        <a:pt x="116892" y="78350"/>
                        <a:pt x="111060" y="84742"/>
                      </a:cubicBezTo>
                      <a:cubicBezTo>
                        <a:pt x="102937" y="93171"/>
                        <a:pt x="90714" y="96222"/>
                        <a:pt x="79583" y="92611"/>
                      </a:cubicBezTo>
                      <a:cubicBezTo>
                        <a:pt x="65725" y="88519"/>
                        <a:pt x="52697" y="82005"/>
                        <a:pt x="41112" y="73375"/>
                      </a:cubicBezTo>
                      <a:close/>
                    </a:path>
                  </a:pathLst>
                </a:custGeom>
                <a:solidFill>
                  <a:srgbClr val="808099"/>
                </a:solidFill>
                <a:ln w="87213" cap="flat">
                  <a:noFill/>
                  <a:prstDash val="solid"/>
                  <a:miter/>
                </a:ln>
              </p:spPr>
              <p:txBody>
                <a:bodyPr rtlCol="0" anchor="ctr"/>
                <a:lstStyle/>
                <a:p>
                  <a:endParaRPr lang="en-IN" dirty="0"/>
                </a:p>
              </p:txBody>
            </p:sp>
            <p:sp>
              <p:nvSpPr>
                <p:cNvPr id="2755" name="Freeform: Shape 2754">
                  <a:extLst>
                    <a:ext uri="{FF2B5EF4-FFF2-40B4-BE49-F238E27FC236}">
                      <a16:creationId xmlns:a16="http://schemas.microsoft.com/office/drawing/2014/main" id="{4EFE732E-34FE-057D-CDAE-4A7054801D8F}"/>
                    </a:ext>
                  </a:extLst>
                </p:cNvPr>
                <p:cNvSpPr/>
                <p:nvPr/>
              </p:nvSpPr>
              <p:spPr>
                <a:xfrm>
                  <a:off x="2450223" y="3954609"/>
                  <a:ext cx="73846" cy="85400"/>
                </a:xfrm>
                <a:custGeom>
                  <a:avLst/>
                  <a:gdLst>
                    <a:gd name="connsiteX0" fmla="*/ 66516 w 73846"/>
                    <a:gd name="connsiteY0" fmla="*/ 85331 h 85400"/>
                    <a:gd name="connsiteX1" fmla="*/ 13181 w 73846"/>
                    <a:gd name="connsiteY1" fmla="*/ 50357 h 85400"/>
                    <a:gd name="connsiteX2" fmla="*/ 66 w 73846"/>
                    <a:gd name="connsiteY2" fmla="*/ 27623 h 85400"/>
                    <a:gd name="connsiteX3" fmla="*/ 22983 w 73846"/>
                    <a:gd name="connsiteY3" fmla="*/ 38 h 85400"/>
                    <a:gd name="connsiteX4" fmla="*/ 37663 w 73846"/>
                    <a:gd name="connsiteY4" fmla="*/ 3142 h 85400"/>
                    <a:gd name="connsiteX5" fmla="*/ 69139 w 73846"/>
                    <a:gd name="connsiteY5" fmla="*/ 21503 h 85400"/>
                    <a:gd name="connsiteX6" fmla="*/ 69139 w 73846"/>
                    <a:gd name="connsiteY6" fmla="*/ 21503 h 85400"/>
                    <a:gd name="connsiteX7" fmla="*/ 48155 w 73846"/>
                    <a:gd name="connsiteY7" fmla="*/ 11011 h 85400"/>
                    <a:gd name="connsiteX8" fmla="*/ 26296 w 73846"/>
                    <a:gd name="connsiteY8" fmla="*/ 4016 h 85400"/>
                    <a:gd name="connsiteX9" fmla="*/ 11433 w 73846"/>
                    <a:gd name="connsiteY9" fmla="*/ 34618 h 85400"/>
                    <a:gd name="connsiteX10" fmla="*/ 53401 w 73846"/>
                    <a:gd name="connsiteY10" fmla="*/ 66969 h 85400"/>
                    <a:gd name="connsiteX11" fmla="*/ 68265 w 73846"/>
                    <a:gd name="connsiteY11" fmla="*/ 78336 h 85400"/>
                    <a:gd name="connsiteX12" fmla="*/ 66516 w 73846"/>
                    <a:gd name="connsiteY12" fmla="*/ 85331 h 8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846" h="85400">
                      <a:moveTo>
                        <a:pt x="66516" y="85331"/>
                      </a:moveTo>
                      <a:cubicBezTo>
                        <a:pt x="47281" y="76054"/>
                        <a:pt x="29356" y="64302"/>
                        <a:pt x="13181" y="50357"/>
                      </a:cubicBezTo>
                      <a:cubicBezTo>
                        <a:pt x="6090" y="44709"/>
                        <a:pt x="1404" y="36586"/>
                        <a:pt x="66" y="27623"/>
                      </a:cubicBezTo>
                      <a:cubicBezTo>
                        <a:pt x="-1228" y="13678"/>
                        <a:pt x="9037" y="1332"/>
                        <a:pt x="22983" y="38"/>
                      </a:cubicBezTo>
                      <a:cubicBezTo>
                        <a:pt x="28071" y="-434"/>
                        <a:pt x="33195" y="650"/>
                        <a:pt x="37663" y="3142"/>
                      </a:cubicBezTo>
                      <a:cubicBezTo>
                        <a:pt x="49029" y="8388"/>
                        <a:pt x="58647" y="15383"/>
                        <a:pt x="69139" y="21503"/>
                      </a:cubicBezTo>
                      <a:cubicBezTo>
                        <a:pt x="79631" y="27623"/>
                        <a:pt x="69139" y="21503"/>
                        <a:pt x="69139" y="21503"/>
                      </a:cubicBezTo>
                      <a:cubicBezTo>
                        <a:pt x="61585" y="19265"/>
                        <a:pt x="54485" y="15706"/>
                        <a:pt x="48155" y="11011"/>
                      </a:cubicBezTo>
                      <a:cubicBezTo>
                        <a:pt x="41702" y="6604"/>
                        <a:pt x="34104" y="4174"/>
                        <a:pt x="26296" y="4016"/>
                      </a:cubicBezTo>
                      <a:cubicBezTo>
                        <a:pt x="7935" y="4016"/>
                        <a:pt x="940" y="17132"/>
                        <a:pt x="11433" y="34618"/>
                      </a:cubicBezTo>
                      <a:cubicBezTo>
                        <a:pt x="23201" y="48013"/>
                        <a:pt x="37453" y="58995"/>
                        <a:pt x="53401" y="66969"/>
                      </a:cubicBezTo>
                      <a:cubicBezTo>
                        <a:pt x="59548" y="68875"/>
                        <a:pt x="64820" y="72906"/>
                        <a:pt x="68265" y="78336"/>
                      </a:cubicBezTo>
                      <a:cubicBezTo>
                        <a:pt x="68265" y="78336"/>
                        <a:pt x="67391" y="84456"/>
                        <a:pt x="66516" y="85331"/>
                      </a:cubicBezTo>
                      <a:close/>
                    </a:path>
                  </a:pathLst>
                </a:custGeom>
                <a:solidFill>
                  <a:srgbClr val="6D6D8A"/>
                </a:solidFill>
                <a:ln w="87213" cap="flat">
                  <a:noFill/>
                  <a:prstDash val="solid"/>
                  <a:miter/>
                </a:ln>
              </p:spPr>
              <p:txBody>
                <a:bodyPr rtlCol="0" anchor="ctr"/>
                <a:lstStyle/>
                <a:p>
                  <a:endParaRPr lang="en-IN" dirty="0"/>
                </a:p>
              </p:txBody>
            </p:sp>
            <p:sp>
              <p:nvSpPr>
                <p:cNvPr id="2756" name="Freeform: Shape 2755">
                  <a:extLst>
                    <a:ext uri="{FF2B5EF4-FFF2-40B4-BE49-F238E27FC236}">
                      <a16:creationId xmlns:a16="http://schemas.microsoft.com/office/drawing/2014/main" id="{F406ADA3-2CB4-84BF-E251-8275FDE2DDEC}"/>
                    </a:ext>
                  </a:extLst>
                </p:cNvPr>
                <p:cNvSpPr/>
                <p:nvPr/>
              </p:nvSpPr>
              <p:spPr>
                <a:xfrm>
                  <a:off x="2513286" y="3979680"/>
                  <a:ext cx="44495" cy="66559"/>
                </a:xfrm>
                <a:custGeom>
                  <a:avLst/>
                  <a:gdLst>
                    <a:gd name="connsiteX0" fmla="*/ 6076 w 44495"/>
                    <a:gd name="connsiteY0" fmla="*/ -70 h 66559"/>
                    <a:gd name="connsiteX1" fmla="*/ 6076 w 44495"/>
                    <a:gd name="connsiteY1" fmla="*/ -70 h 66559"/>
                    <a:gd name="connsiteX2" fmla="*/ 40176 w 44495"/>
                    <a:gd name="connsiteY2" fmla="*/ 27909 h 66559"/>
                    <a:gd name="connsiteX3" fmla="*/ 40176 w 44495"/>
                    <a:gd name="connsiteY3" fmla="*/ 55014 h 66559"/>
                    <a:gd name="connsiteX4" fmla="*/ 17443 w 44495"/>
                    <a:gd name="connsiteY4" fmla="*/ 65506 h 66559"/>
                    <a:gd name="connsiteX5" fmla="*/ -44 w 44495"/>
                    <a:gd name="connsiteY5" fmla="*/ 65506 h 66559"/>
                    <a:gd name="connsiteX6" fmla="*/ -44 w 44495"/>
                    <a:gd name="connsiteY6" fmla="*/ 65506 h 66559"/>
                    <a:gd name="connsiteX7" fmla="*/ 13071 w 44495"/>
                    <a:gd name="connsiteY7" fmla="*/ 65506 h 66559"/>
                    <a:gd name="connsiteX8" fmla="*/ 13071 w 44495"/>
                    <a:gd name="connsiteY8" fmla="*/ 65506 h 66559"/>
                    <a:gd name="connsiteX9" fmla="*/ 31432 w 44495"/>
                    <a:gd name="connsiteY9" fmla="*/ 41024 h 66559"/>
                    <a:gd name="connsiteX10" fmla="*/ 31432 w 44495"/>
                    <a:gd name="connsiteY10" fmla="*/ 41024 h 66559"/>
                    <a:gd name="connsiteX11" fmla="*/ 14820 w 44495"/>
                    <a:gd name="connsiteY11" fmla="*/ 24412 h 66559"/>
                    <a:gd name="connsiteX12" fmla="*/ 6076 w 44495"/>
                    <a:gd name="connsiteY12" fmla="*/ -70 h 66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495" h="66559">
                      <a:moveTo>
                        <a:pt x="6076" y="-70"/>
                      </a:moveTo>
                      <a:lnTo>
                        <a:pt x="6076" y="-70"/>
                      </a:lnTo>
                      <a:cubicBezTo>
                        <a:pt x="19113" y="7012"/>
                        <a:pt x="30680" y="16507"/>
                        <a:pt x="40176" y="27909"/>
                      </a:cubicBezTo>
                      <a:cubicBezTo>
                        <a:pt x="45876" y="36041"/>
                        <a:pt x="45876" y="46883"/>
                        <a:pt x="40176" y="55014"/>
                      </a:cubicBezTo>
                      <a:cubicBezTo>
                        <a:pt x="35551" y="62935"/>
                        <a:pt x="26475" y="67124"/>
                        <a:pt x="17443" y="65506"/>
                      </a:cubicBezTo>
                      <a:cubicBezTo>
                        <a:pt x="11689" y="66817"/>
                        <a:pt x="5709" y="66817"/>
                        <a:pt x="-44" y="65506"/>
                      </a:cubicBezTo>
                      <a:lnTo>
                        <a:pt x="-44" y="65506"/>
                      </a:lnTo>
                      <a:cubicBezTo>
                        <a:pt x="-44" y="65506"/>
                        <a:pt x="8699" y="65506"/>
                        <a:pt x="13071" y="65506"/>
                      </a:cubicBezTo>
                      <a:lnTo>
                        <a:pt x="13071" y="65506"/>
                      </a:lnTo>
                      <a:cubicBezTo>
                        <a:pt x="29684" y="65506"/>
                        <a:pt x="36678" y="55014"/>
                        <a:pt x="31432" y="41024"/>
                      </a:cubicBezTo>
                      <a:lnTo>
                        <a:pt x="31432" y="41024"/>
                      </a:lnTo>
                      <a:cubicBezTo>
                        <a:pt x="27270" y="34266"/>
                        <a:pt x="21578" y="28573"/>
                        <a:pt x="14820" y="24412"/>
                      </a:cubicBezTo>
                      <a:cubicBezTo>
                        <a:pt x="9014" y="17592"/>
                        <a:pt x="5910" y="8883"/>
                        <a:pt x="6076" y="-70"/>
                      </a:cubicBezTo>
                      <a:close/>
                    </a:path>
                  </a:pathLst>
                </a:custGeom>
                <a:solidFill>
                  <a:srgbClr val="6D6D8A"/>
                </a:solidFill>
                <a:ln w="87213" cap="flat">
                  <a:noFill/>
                  <a:prstDash val="solid"/>
                  <a:miter/>
                </a:ln>
              </p:spPr>
              <p:txBody>
                <a:bodyPr rtlCol="0" anchor="ctr"/>
                <a:lstStyle/>
                <a:p>
                  <a:endParaRPr lang="en-IN" dirty="0"/>
                </a:p>
              </p:txBody>
            </p:sp>
            <p:sp>
              <p:nvSpPr>
                <p:cNvPr id="2757" name="Freeform: Shape 2756">
                  <a:extLst>
                    <a:ext uri="{FF2B5EF4-FFF2-40B4-BE49-F238E27FC236}">
                      <a16:creationId xmlns:a16="http://schemas.microsoft.com/office/drawing/2014/main" id="{C89FA997-9614-156A-CA0D-4FB7E219AEF3}"/>
                    </a:ext>
                  </a:extLst>
                </p:cNvPr>
                <p:cNvSpPr/>
                <p:nvPr/>
              </p:nvSpPr>
              <p:spPr>
                <a:xfrm>
                  <a:off x="2472191" y="3961159"/>
                  <a:ext cx="82188" cy="52333"/>
                </a:xfrm>
                <a:custGeom>
                  <a:avLst/>
                  <a:gdLst>
                    <a:gd name="connsiteX0" fmla="*/ 47171 w 82188"/>
                    <a:gd name="connsiteY0" fmla="*/ 18451 h 52333"/>
                    <a:gd name="connsiteX1" fmla="*/ 78647 w 82188"/>
                    <a:gd name="connsiteY1" fmla="*/ 44682 h 52333"/>
                    <a:gd name="connsiteX2" fmla="*/ 78647 w 82188"/>
                    <a:gd name="connsiteY2" fmla="*/ 50802 h 52333"/>
                    <a:gd name="connsiteX3" fmla="*/ 64658 w 82188"/>
                    <a:gd name="connsiteY3" fmla="*/ 38561 h 52333"/>
                    <a:gd name="connsiteX4" fmla="*/ 20066 w 82188"/>
                    <a:gd name="connsiteY4" fmla="*/ 9708 h 52333"/>
                    <a:gd name="connsiteX5" fmla="*/ -44 w 82188"/>
                    <a:gd name="connsiteY5" fmla="*/ 1838 h 52333"/>
                    <a:gd name="connsiteX6" fmla="*/ -44 w 82188"/>
                    <a:gd name="connsiteY6" fmla="*/ 1838 h 52333"/>
                    <a:gd name="connsiteX7" fmla="*/ 17443 w 82188"/>
                    <a:gd name="connsiteY7" fmla="*/ 1838 h 52333"/>
                    <a:gd name="connsiteX8" fmla="*/ 47171 w 82188"/>
                    <a:gd name="connsiteY8" fmla="*/ 18451 h 5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188" h="52333">
                      <a:moveTo>
                        <a:pt x="47171" y="18451"/>
                      </a:moveTo>
                      <a:cubicBezTo>
                        <a:pt x="57663" y="28069"/>
                        <a:pt x="70778" y="33315"/>
                        <a:pt x="78647" y="44682"/>
                      </a:cubicBezTo>
                      <a:cubicBezTo>
                        <a:pt x="86516" y="56048"/>
                        <a:pt x="78647" y="44682"/>
                        <a:pt x="78647" y="50802"/>
                      </a:cubicBezTo>
                      <a:cubicBezTo>
                        <a:pt x="78647" y="56922"/>
                        <a:pt x="69903" y="42058"/>
                        <a:pt x="64658" y="38561"/>
                      </a:cubicBezTo>
                      <a:lnTo>
                        <a:pt x="20066" y="9708"/>
                      </a:lnTo>
                      <a:cubicBezTo>
                        <a:pt x="13945" y="5336"/>
                        <a:pt x="6076" y="9708"/>
                        <a:pt x="-44" y="1838"/>
                      </a:cubicBezTo>
                      <a:lnTo>
                        <a:pt x="-44" y="1838"/>
                      </a:lnTo>
                      <a:cubicBezTo>
                        <a:pt x="5508" y="-706"/>
                        <a:pt x="11891" y="-706"/>
                        <a:pt x="17443" y="1838"/>
                      </a:cubicBezTo>
                      <a:cubicBezTo>
                        <a:pt x="27935" y="8833"/>
                        <a:pt x="38427" y="12331"/>
                        <a:pt x="47171" y="18451"/>
                      </a:cubicBezTo>
                      <a:close/>
                    </a:path>
                  </a:pathLst>
                </a:custGeom>
                <a:solidFill>
                  <a:srgbClr val="666684"/>
                </a:solidFill>
                <a:ln w="87213" cap="flat">
                  <a:noFill/>
                  <a:prstDash val="solid"/>
                  <a:miter/>
                </a:ln>
              </p:spPr>
              <p:txBody>
                <a:bodyPr rtlCol="0" anchor="ctr"/>
                <a:lstStyle/>
                <a:p>
                  <a:endParaRPr lang="en-IN" dirty="0"/>
                </a:p>
              </p:txBody>
            </p:sp>
            <p:sp>
              <p:nvSpPr>
                <p:cNvPr id="2758" name="Freeform: Shape 2757">
                  <a:extLst>
                    <a:ext uri="{FF2B5EF4-FFF2-40B4-BE49-F238E27FC236}">
                      <a16:creationId xmlns:a16="http://schemas.microsoft.com/office/drawing/2014/main" id="{65546260-E69D-4734-47CA-4BA58166446F}"/>
                    </a:ext>
                  </a:extLst>
                </p:cNvPr>
                <p:cNvSpPr/>
                <p:nvPr/>
              </p:nvSpPr>
              <p:spPr>
                <a:xfrm>
                  <a:off x="2458202" y="3994544"/>
                  <a:ext cx="73445" cy="45466"/>
                </a:xfrm>
                <a:custGeom>
                  <a:avLst/>
                  <a:gdLst>
                    <a:gd name="connsiteX0" fmla="*/ 73401 w 73445"/>
                    <a:gd name="connsiteY0" fmla="*/ 45396 h 45466"/>
                    <a:gd name="connsiteX1" fmla="*/ 59411 w 73445"/>
                    <a:gd name="connsiteY1" fmla="*/ 45396 h 45466"/>
                    <a:gd name="connsiteX2" fmla="*/ 14820 w 73445"/>
                    <a:gd name="connsiteY2" fmla="*/ 16543 h 45466"/>
                    <a:gd name="connsiteX3" fmla="*/ -44 w 73445"/>
                    <a:gd name="connsiteY3" fmla="*/ -70 h 45466"/>
                    <a:gd name="connsiteX4" fmla="*/ -44 w 73445"/>
                    <a:gd name="connsiteY4" fmla="*/ -70 h 45466"/>
                    <a:gd name="connsiteX5" fmla="*/ 35804 w 73445"/>
                    <a:gd name="connsiteY5" fmla="*/ 25286 h 45466"/>
                    <a:gd name="connsiteX6" fmla="*/ 68155 w 73445"/>
                    <a:gd name="connsiteY6" fmla="*/ 42773 h 45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45" h="45466">
                      <a:moveTo>
                        <a:pt x="73401" y="45396"/>
                      </a:moveTo>
                      <a:cubicBezTo>
                        <a:pt x="68155" y="45396"/>
                        <a:pt x="64658" y="45396"/>
                        <a:pt x="59411" y="45396"/>
                      </a:cubicBezTo>
                      <a:cubicBezTo>
                        <a:pt x="43909" y="36810"/>
                        <a:pt x="29010" y="27166"/>
                        <a:pt x="14820" y="16543"/>
                      </a:cubicBezTo>
                      <a:cubicBezTo>
                        <a:pt x="8542" y="12355"/>
                        <a:pt x="3427" y="6636"/>
                        <a:pt x="-44" y="-70"/>
                      </a:cubicBezTo>
                      <a:lnTo>
                        <a:pt x="-44" y="-70"/>
                      </a:lnTo>
                      <a:cubicBezTo>
                        <a:pt x="11174" y="9373"/>
                        <a:pt x="23170" y="17854"/>
                        <a:pt x="35804" y="25286"/>
                      </a:cubicBezTo>
                      <a:cubicBezTo>
                        <a:pt x="45588" y="32797"/>
                        <a:pt x="56509" y="38699"/>
                        <a:pt x="68155" y="42773"/>
                      </a:cubicBezTo>
                      <a:close/>
                    </a:path>
                  </a:pathLst>
                </a:custGeom>
                <a:solidFill>
                  <a:srgbClr val="666684"/>
                </a:solidFill>
                <a:ln w="87213" cap="flat">
                  <a:noFill/>
                  <a:prstDash val="solid"/>
                  <a:miter/>
                </a:ln>
              </p:spPr>
              <p:txBody>
                <a:bodyPr rtlCol="0" anchor="ctr"/>
                <a:lstStyle/>
                <a:p>
                  <a:endParaRPr lang="en-IN" dirty="0"/>
                </a:p>
              </p:txBody>
            </p:sp>
            <p:sp>
              <p:nvSpPr>
                <p:cNvPr id="2759" name="Freeform: Shape 2758">
                  <a:extLst>
                    <a:ext uri="{FF2B5EF4-FFF2-40B4-BE49-F238E27FC236}">
                      <a16:creationId xmlns:a16="http://schemas.microsoft.com/office/drawing/2014/main" id="{6ED8FDEF-D6DD-0B41-541F-DB00B0384941}"/>
                    </a:ext>
                  </a:extLst>
                </p:cNvPr>
                <p:cNvSpPr/>
                <p:nvPr/>
              </p:nvSpPr>
              <p:spPr>
                <a:xfrm>
                  <a:off x="2455246" y="3961416"/>
                  <a:ext cx="21316" cy="32253"/>
                </a:xfrm>
                <a:custGeom>
                  <a:avLst/>
                  <a:gdLst>
                    <a:gd name="connsiteX0" fmla="*/ 3785 w 21316"/>
                    <a:gd name="connsiteY0" fmla="*/ 32183 h 32253"/>
                    <a:gd name="connsiteX1" fmla="*/ 3785 w 21316"/>
                    <a:gd name="connsiteY1" fmla="*/ 32183 h 32253"/>
                    <a:gd name="connsiteX2" fmla="*/ 3785 w 21316"/>
                    <a:gd name="connsiteY2" fmla="*/ 8576 h 32253"/>
                    <a:gd name="connsiteX3" fmla="*/ 21272 w 21316"/>
                    <a:gd name="connsiteY3" fmla="*/ 707 h 32253"/>
                    <a:gd name="connsiteX4" fmla="*/ 21272 w 21316"/>
                    <a:gd name="connsiteY4" fmla="*/ 707 h 32253"/>
                    <a:gd name="connsiteX5" fmla="*/ 21272 w 21316"/>
                    <a:gd name="connsiteY5" fmla="*/ 707 h 32253"/>
                    <a:gd name="connsiteX6" fmla="*/ 6435 w 21316"/>
                    <a:gd name="connsiteY6" fmla="*/ 24970 h 32253"/>
                    <a:gd name="connsiteX7" fmla="*/ 8157 w 21316"/>
                    <a:gd name="connsiteY7" fmla="*/ 29560 h 32253"/>
                    <a:gd name="connsiteX8" fmla="*/ 3785 w 21316"/>
                    <a:gd name="connsiteY8" fmla="*/ 32183 h 3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6" h="32253">
                      <a:moveTo>
                        <a:pt x="3785" y="32183"/>
                      </a:moveTo>
                      <a:lnTo>
                        <a:pt x="3785" y="32183"/>
                      </a:lnTo>
                      <a:cubicBezTo>
                        <a:pt x="-1321" y="25144"/>
                        <a:pt x="-1321" y="15614"/>
                        <a:pt x="3785" y="8576"/>
                      </a:cubicBezTo>
                      <a:cubicBezTo>
                        <a:pt x="3785" y="2455"/>
                        <a:pt x="13403" y="-1917"/>
                        <a:pt x="21272" y="707"/>
                      </a:cubicBezTo>
                      <a:lnTo>
                        <a:pt x="21272" y="707"/>
                      </a:lnTo>
                      <a:lnTo>
                        <a:pt x="21272" y="707"/>
                      </a:lnTo>
                      <a:cubicBezTo>
                        <a:pt x="10474" y="3312"/>
                        <a:pt x="3829" y="14172"/>
                        <a:pt x="6435" y="24970"/>
                      </a:cubicBezTo>
                      <a:cubicBezTo>
                        <a:pt x="6820" y="26561"/>
                        <a:pt x="7397" y="28109"/>
                        <a:pt x="8157" y="29560"/>
                      </a:cubicBezTo>
                      <a:lnTo>
                        <a:pt x="3785" y="32183"/>
                      </a:lnTo>
                      <a:close/>
                    </a:path>
                  </a:pathLst>
                </a:custGeom>
                <a:solidFill>
                  <a:srgbClr val="666684"/>
                </a:solidFill>
                <a:ln w="87213" cap="flat">
                  <a:noFill/>
                  <a:prstDash val="solid"/>
                  <a:miter/>
                </a:ln>
              </p:spPr>
              <p:txBody>
                <a:bodyPr rtlCol="0" anchor="ctr"/>
                <a:lstStyle/>
                <a:p>
                  <a:endParaRPr lang="en-IN" dirty="0"/>
                </a:p>
              </p:txBody>
            </p:sp>
            <p:sp>
              <p:nvSpPr>
                <p:cNvPr id="2760" name="Freeform: Shape 2759">
                  <a:extLst>
                    <a:ext uri="{FF2B5EF4-FFF2-40B4-BE49-F238E27FC236}">
                      <a16:creationId xmlns:a16="http://schemas.microsoft.com/office/drawing/2014/main" id="{44825C6F-7040-051E-EC6F-7DC270BF45EC}"/>
                    </a:ext>
                  </a:extLst>
                </p:cNvPr>
                <p:cNvSpPr/>
                <p:nvPr/>
              </p:nvSpPr>
              <p:spPr>
                <a:xfrm>
                  <a:off x="2531647" y="4007659"/>
                  <a:ext cx="23774" cy="41094"/>
                </a:xfrm>
                <a:custGeom>
                  <a:avLst/>
                  <a:gdLst>
                    <a:gd name="connsiteX0" fmla="*/ -44 w 23774"/>
                    <a:gd name="connsiteY0" fmla="*/ 32281 h 41094"/>
                    <a:gd name="connsiteX1" fmla="*/ -44 w 23774"/>
                    <a:gd name="connsiteY1" fmla="*/ 32281 h 41094"/>
                    <a:gd name="connsiteX2" fmla="*/ -44 w 23774"/>
                    <a:gd name="connsiteY2" fmla="*/ 32281 h 41094"/>
                    <a:gd name="connsiteX3" fmla="*/ 7825 w 23774"/>
                    <a:gd name="connsiteY3" fmla="*/ 32281 h 41094"/>
                    <a:gd name="connsiteX4" fmla="*/ 20057 w 23774"/>
                    <a:gd name="connsiteY4" fmla="*/ 18344 h 41094"/>
                    <a:gd name="connsiteX5" fmla="*/ 17443 w 23774"/>
                    <a:gd name="connsiteY5" fmla="*/ 11296 h 41094"/>
                    <a:gd name="connsiteX6" fmla="*/ 11322 w 23774"/>
                    <a:gd name="connsiteY6" fmla="*/ -70 h 41094"/>
                    <a:gd name="connsiteX7" fmla="*/ 11322 w 23774"/>
                    <a:gd name="connsiteY7" fmla="*/ -70 h 41094"/>
                    <a:gd name="connsiteX8" fmla="*/ 21814 w 23774"/>
                    <a:gd name="connsiteY8" fmla="*/ 13045 h 41094"/>
                    <a:gd name="connsiteX9" fmla="*/ 2579 w 23774"/>
                    <a:gd name="connsiteY9" fmla="*/ 41024 h 41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74" h="41094">
                      <a:moveTo>
                        <a:pt x="-44" y="32281"/>
                      </a:moveTo>
                      <a:lnTo>
                        <a:pt x="-44" y="32281"/>
                      </a:lnTo>
                      <a:cubicBezTo>
                        <a:pt x="-44" y="32281"/>
                        <a:pt x="-44" y="32281"/>
                        <a:pt x="-44" y="32281"/>
                      </a:cubicBezTo>
                      <a:cubicBezTo>
                        <a:pt x="-44" y="32281"/>
                        <a:pt x="5202" y="32281"/>
                        <a:pt x="7825" y="32281"/>
                      </a:cubicBezTo>
                      <a:cubicBezTo>
                        <a:pt x="15056" y="31809"/>
                        <a:pt x="20529" y="25566"/>
                        <a:pt x="20057" y="18344"/>
                      </a:cubicBezTo>
                      <a:cubicBezTo>
                        <a:pt x="19891" y="15791"/>
                        <a:pt x="18982" y="13342"/>
                        <a:pt x="17443" y="11296"/>
                      </a:cubicBezTo>
                      <a:cubicBezTo>
                        <a:pt x="14890" y="7808"/>
                        <a:pt x="12835" y="3978"/>
                        <a:pt x="11322" y="-70"/>
                      </a:cubicBezTo>
                      <a:cubicBezTo>
                        <a:pt x="11322" y="-70"/>
                        <a:pt x="11322" y="-70"/>
                        <a:pt x="11322" y="-70"/>
                      </a:cubicBezTo>
                      <a:lnTo>
                        <a:pt x="21814" y="13045"/>
                      </a:lnTo>
                      <a:cubicBezTo>
                        <a:pt x="27061" y="28784"/>
                        <a:pt x="21814" y="39275"/>
                        <a:pt x="2579" y="41024"/>
                      </a:cubicBezTo>
                      <a:close/>
                    </a:path>
                  </a:pathLst>
                </a:custGeom>
                <a:solidFill>
                  <a:srgbClr val="59597A"/>
                </a:solidFill>
                <a:ln w="87213" cap="flat">
                  <a:noFill/>
                  <a:prstDash val="solid"/>
                  <a:miter/>
                </a:ln>
              </p:spPr>
              <p:txBody>
                <a:bodyPr rtlCol="0" anchor="ctr"/>
                <a:lstStyle/>
                <a:p>
                  <a:endParaRPr lang="en-IN" dirty="0"/>
                </a:p>
              </p:txBody>
            </p:sp>
            <p:sp>
              <p:nvSpPr>
                <p:cNvPr id="2761" name="Freeform: Shape 2760">
                  <a:extLst>
                    <a:ext uri="{FF2B5EF4-FFF2-40B4-BE49-F238E27FC236}">
                      <a16:creationId xmlns:a16="http://schemas.microsoft.com/office/drawing/2014/main" id="{346D8B99-B536-A1E1-A6CA-728B8E91A704}"/>
                    </a:ext>
                  </a:extLst>
                </p:cNvPr>
                <p:cNvSpPr/>
                <p:nvPr/>
              </p:nvSpPr>
              <p:spPr>
                <a:xfrm>
                  <a:off x="2534270" y="4012031"/>
                  <a:ext cx="18778" cy="27980"/>
                </a:xfrm>
                <a:custGeom>
                  <a:avLst/>
                  <a:gdLst>
                    <a:gd name="connsiteX0" fmla="*/ -44 w 18778"/>
                    <a:gd name="connsiteY0" fmla="*/ 27909 h 27980"/>
                    <a:gd name="connsiteX1" fmla="*/ 14820 w 18778"/>
                    <a:gd name="connsiteY1" fmla="*/ 20914 h 27980"/>
                    <a:gd name="connsiteX2" fmla="*/ 14820 w 18778"/>
                    <a:gd name="connsiteY2" fmla="*/ -70 h 27980"/>
                    <a:gd name="connsiteX3" fmla="*/ 14820 w 18778"/>
                    <a:gd name="connsiteY3" fmla="*/ 20040 h 27980"/>
                    <a:gd name="connsiteX4" fmla="*/ -44 w 18778"/>
                    <a:gd name="connsiteY4" fmla="*/ 27909 h 27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 h="27979">
                      <a:moveTo>
                        <a:pt x="-44" y="27909"/>
                      </a:moveTo>
                      <a:cubicBezTo>
                        <a:pt x="-44" y="27909"/>
                        <a:pt x="10448" y="27909"/>
                        <a:pt x="14820" y="20914"/>
                      </a:cubicBezTo>
                      <a:cubicBezTo>
                        <a:pt x="18239" y="14339"/>
                        <a:pt x="18239" y="6505"/>
                        <a:pt x="14820" y="-70"/>
                      </a:cubicBezTo>
                      <a:cubicBezTo>
                        <a:pt x="20040" y="5613"/>
                        <a:pt x="20040" y="14357"/>
                        <a:pt x="14820" y="20040"/>
                      </a:cubicBezTo>
                      <a:cubicBezTo>
                        <a:pt x="11532" y="25032"/>
                        <a:pt x="5928" y="27996"/>
                        <a:pt x="-44" y="27909"/>
                      </a:cubicBezTo>
                      <a:close/>
                    </a:path>
                  </a:pathLst>
                </a:custGeom>
                <a:solidFill>
                  <a:srgbClr val="666684"/>
                </a:solidFill>
                <a:ln w="87213" cap="flat">
                  <a:noFill/>
                  <a:prstDash val="solid"/>
                  <a:miter/>
                </a:ln>
              </p:spPr>
              <p:txBody>
                <a:bodyPr rtlCol="0" anchor="ctr"/>
                <a:lstStyle/>
                <a:p>
                  <a:endParaRPr lang="en-IN" dirty="0"/>
                </a:p>
              </p:txBody>
            </p:sp>
            <p:sp>
              <p:nvSpPr>
                <p:cNvPr id="2762" name="Freeform: Shape 2761">
                  <a:extLst>
                    <a:ext uri="{FF2B5EF4-FFF2-40B4-BE49-F238E27FC236}">
                      <a16:creationId xmlns:a16="http://schemas.microsoft.com/office/drawing/2014/main" id="{8A49BAA9-0CE6-FA34-1A34-56A5B6FB6500}"/>
                    </a:ext>
                  </a:extLst>
                </p:cNvPr>
                <p:cNvSpPr/>
                <p:nvPr/>
              </p:nvSpPr>
              <p:spPr>
                <a:xfrm>
                  <a:off x="2459268" y="3959570"/>
                  <a:ext cx="83745" cy="76942"/>
                </a:xfrm>
                <a:custGeom>
                  <a:avLst/>
                  <a:gdLst>
                    <a:gd name="connsiteX0" fmla="*/ 83701 w 83745"/>
                    <a:gd name="connsiteY0" fmla="*/ 39276 h 76942"/>
                    <a:gd name="connsiteX1" fmla="*/ 83701 w 83745"/>
                    <a:gd name="connsiteY1" fmla="*/ 39276 h 76942"/>
                    <a:gd name="connsiteX2" fmla="*/ 49601 w 83745"/>
                    <a:gd name="connsiteY2" fmla="*/ 18292 h 76942"/>
                    <a:gd name="connsiteX3" fmla="*/ 32989 w 83745"/>
                    <a:gd name="connsiteY3" fmla="*/ 8674 h 76942"/>
                    <a:gd name="connsiteX4" fmla="*/ 32989 w 83745"/>
                    <a:gd name="connsiteY4" fmla="*/ 8674 h 76942"/>
                    <a:gd name="connsiteX5" fmla="*/ 25120 w 83745"/>
                    <a:gd name="connsiteY5" fmla="*/ 8674 h 76942"/>
                    <a:gd name="connsiteX6" fmla="*/ 8507 w 83745"/>
                    <a:gd name="connsiteY6" fmla="*/ 13920 h 76942"/>
                    <a:gd name="connsiteX7" fmla="*/ 8507 w 83745"/>
                    <a:gd name="connsiteY7" fmla="*/ 32281 h 76942"/>
                    <a:gd name="connsiteX8" fmla="*/ 22497 w 83745"/>
                    <a:gd name="connsiteY8" fmla="*/ 46271 h 76942"/>
                    <a:gd name="connsiteX9" fmla="*/ 53973 w 83745"/>
                    <a:gd name="connsiteY9" fmla="*/ 66380 h 76942"/>
                    <a:gd name="connsiteX10" fmla="*/ 65339 w 83745"/>
                    <a:gd name="connsiteY10" fmla="*/ 71626 h 76942"/>
                    <a:gd name="connsiteX11" fmla="*/ 72334 w 83745"/>
                    <a:gd name="connsiteY11" fmla="*/ 76873 h 76942"/>
                    <a:gd name="connsiteX12" fmla="*/ 72334 w 83745"/>
                    <a:gd name="connsiteY12" fmla="*/ 76873 h 76942"/>
                    <a:gd name="connsiteX13" fmla="*/ 3261 w 83745"/>
                    <a:gd name="connsiteY13" fmla="*/ 32281 h 76942"/>
                    <a:gd name="connsiteX14" fmla="*/ 3261 w 83745"/>
                    <a:gd name="connsiteY14" fmla="*/ 8674 h 76942"/>
                    <a:gd name="connsiteX15" fmla="*/ 17250 w 83745"/>
                    <a:gd name="connsiteY15" fmla="*/ -70 h 76942"/>
                    <a:gd name="connsiteX16" fmla="*/ 83701 w 83745"/>
                    <a:gd name="connsiteY16" fmla="*/ 39276 h 76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3745" h="76942">
                      <a:moveTo>
                        <a:pt x="83701" y="39276"/>
                      </a:moveTo>
                      <a:lnTo>
                        <a:pt x="83701" y="39276"/>
                      </a:lnTo>
                      <a:cubicBezTo>
                        <a:pt x="71460" y="33156"/>
                        <a:pt x="60968" y="24412"/>
                        <a:pt x="49601" y="18292"/>
                      </a:cubicBezTo>
                      <a:cubicBezTo>
                        <a:pt x="44591" y="14252"/>
                        <a:pt x="38987" y="11008"/>
                        <a:pt x="32989" y="8674"/>
                      </a:cubicBezTo>
                      <a:lnTo>
                        <a:pt x="32989" y="8674"/>
                      </a:lnTo>
                      <a:cubicBezTo>
                        <a:pt x="30374" y="8306"/>
                        <a:pt x="27725" y="8306"/>
                        <a:pt x="25120" y="8674"/>
                      </a:cubicBezTo>
                      <a:cubicBezTo>
                        <a:pt x="18125" y="8674"/>
                        <a:pt x="12005" y="8674"/>
                        <a:pt x="8507" y="13920"/>
                      </a:cubicBezTo>
                      <a:cubicBezTo>
                        <a:pt x="4564" y="19402"/>
                        <a:pt x="4564" y="26799"/>
                        <a:pt x="8507" y="32281"/>
                      </a:cubicBezTo>
                      <a:cubicBezTo>
                        <a:pt x="12258" y="37772"/>
                        <a:pt x="17006" y="42520"/>
                        <a:pt x="22497" y="46271"/>
                      </a:cubicBezTo>
                      <a:lnTo>
                        <a:pt x="53973" y="66380"/>
                      </a:lnTo>
                      <a:cubicBezTo>
                        <a:pt x="57392" y="68837"/>
                        <a:pt x="61256" y="70612"/>
                        <a:pt x="65339" y="71626"/>
                      </a:cubicBezTo>
                      <a:cubicBezTo>
                        <a:pt x="65339" y="71626"/>
                        <a:pt x="71460" y="71626"/>
                        <a:pt x="72334" y="76873"/>
                      </a:cubicBezTo>
                      <a:lnTo>
                        <a:pt x="72334" y="76873"/>
                      </a:lnTo>
                      <a:cubicBezTo>
                        <a:pt x="46576" y="66748"/>
                        <a:pt x="23091" y="51587"/>
                        <a:pt x="3261" y="32281"/>
                      </a:cubicBezTo>
                      <a:cubicBezTo>
                        <a:pt x="-1146" y="25033"/>
                        <a:pt x="-1146" y="15922"/>
                        <a:pt x="3261" y="8674"/>
                      </a:cubicBezTo>
                      <a:cubicBezTo>
                        <a:pt x="7038" y="4538"/>
                        <a:pt x="11873" y="1513"/>
                        <a:pt x="17250" y="-70"/>
                      </a:cubicBezTo>
                      <a:cubicBezTo>
                        <a:pt x="41295" y="9548"/>
                        <a:pt x="63704" y="22821"/>
                        <a:pt x="83701" y="39276"/>
                      </a:cubicBezTo>
                      <a:close/>
                    </a:path>
                  </a:pathLst>
                </a:custGeom>
                <a:solidFill>
                  <a:srgbClr val="59597A"/>
                </a:solidFill>
                <a:ln w="87213" cap="flat">
                  <a:noFill/>
                  <a:prstDash val="solid"/>
                  <a:miter/>
                </a:ln>
              </p:spPr>
              <p:txBody>
                <a:bodyPr rtlCol="0" anchor="ctr"/>
                <a:lstStyle/>
                <a:p>
                  <a:endParaRPr lang="en-IN" dirty="0"/>
                </a:p>
              </p:txBody>
            </p:sp>
            <p:sp>
              <p:nvSpPr>
                <p:cNvPr id="2763" name="Freeform: Shape 2762">
                  <a:extLst>
                    <a:ext uri="{FF2B5EF4-FFF2-40B4-BE49-F238E27FC236}">
                      <a16:creationId xmlns:a16="http://schemas.microsoft.com/office/drawing/2014/main" id="{18EF0447-4CAC-F3B8-0B1D-BE9FB99F9FD2}"/>
                    </a:ext>
                  </a:extLst>
                </p:cNvPr>
                <p:cNvSpPr/>
                <p:nvPr/>
              </p:nvSpPr>
              <p:spPr>
                <a:xfrm>
                  <a:off x="2507262" y="3977931"/>
                  <a:ext cx="44318" cy="57706"/>
                </a:xfrm>
                <a:custGeom>
                  <a:avLst/>
                  <a:gdLst>
                    <a:gd name="connsiteX0" fmla="*/ 733 w 44318"/>
                    <a:gd name="connsiteY0" fmla="*/ 804 h 57706"/>
                    <a:gd name="connsiteX1" fmla="*/ 33958 w 44318"/>
                    <a:gd name="connsiteY1" fmla="*/ 24412 h 57706"/>
                    <a:gd name="connsiteX2" fmla="*/ 43576 w 44318"/>
                    <a:gd name="connsiteY2" fmla="*/ 37527 h 57706"/>
                    <a:gd name="connsiteX3" fmla="*/ 33154 w 44318"/>
                    <a:gd name="connsiteY3" fmla="*/ 57191 h 57706"/>
                    <a:gd name="connsiteX4" fmla="*/ 31335 w 44318"/>
                    <a:gd name="connsiteY4" fmla="*/ 57636 h 57706"/>
                    <a:gd name="connsiteX5" fmla="*/ 21718 w 44318"/>
                    <a:gd name="connsiteY5" fmla="*/ 57636 h 57706"/>
                    <a:gd name="connsiteX6" fmla="*/ 2482 w 44318"/>
                    <a:gd name="connsiteY6" fmla="*/ 49768 h 57706"/>
                    <a:gd name="connsiteX7" fmla="*/ 2482 w 44318"/>
                    <a:gd name="connsiteY7" fmla="*/ 49768 h 57706"/>
                    <a:gd name="connsiteX8" fmla="*/ 10351 w 44318"/>
                    <a:gd name="connsiteY8" fmla="*/ 49768 h 57706"/>
                    <a:gd name="connsiteX9" fmla="*/ 23466 w 44318"/>
                    <a:gd name="connsiteY9" fmla="*/ 49768 h 57706"/>
                    <a:gd name="connsiteX10" fmla="*/ 35707 w 44318"/>
                    <a:gd name="connsiteY10" fmla="*/ 43647 h 57706"/>
                    <a:gd name="connsiteX11" fmla="*/ 35707 w 44318"/>
                    <a:gd name="connsiteY11" fmla="*/ 29657 h 57706"/>
                    <a:gd name="connsiteX12" fmla="*/ 12100 w 44318"/>
                    <a:gd name="connsiteY12" fmla="*/ 8673 h 57706"/>
                    <a:gd name="connsiteX13" fmla="*/ 733 w 44318"/>
                    <a:gd name="connsiteY13" fmla="*/ -70 h 57706"/>
                    <a:gd name="connsiteX14" fmla="*/ 733 w 44318"/>
                    <a:gd name="connsiteY14" fmla="*/ 804 h 57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318" h="57706">
                      <a:moveTo>
                        <a:pt x="733" y="804"/>
                      </a:moveTo>
                      <a:cubicBezTo>
                        <a:pt x="12546" y="7580"/>
                        <a:pt x="23676" y="15484"/>
                        <a:pt x="33958" y="24412"/>
                      </a:cubicBezTo>
                      <a:cubicBezTo>
                        <a:pt x="39204" y="24412"/>
                        <a:pt x="40953" y="32280"/>
                        <a:pt x="43576" y="37527"/>
                      </a:cubicBezTo>
                      <a:cubicBezTo>
                        <a:pt x="46129" y="45833"/>
                        <a:pt x="41460" y="54637"/>
                        <a:pt x="33154" y="57191"/>
                      </a:cubicBezTo>
                      <a:cubicBezTo>
                        <a:pt x="32559" y="57374"/>
                        <a:pt x="31947" y="57523"/>
                        <a:pt x="31335" y="57636"/>
                      </a:cubicBezTo>
                      <a:lnTo>
                        <a:pt x="21718" y="57636"/>
                      </a:lnTo>
                      <a:cubicBezTo>
                        <a:pt x="15597" y="57636"/>
                        <a:pt x="7728" y="57636"/>
                        <a:pt x="2482" y="49768"/>
                      </a:cubicBezTo>
                      <a:cubicBezTo>
                        <a:pt x="-2764" y="41898"/>
                        <a:pt x="2482" y="49768"/>
                        <a:pt x="2482" y="49768"/>
                      </a:cubicBezTo>
                      <a:cubicBezTo>
                        <a:pt x="5079" y="49269"/>
                        <a:pt x="7754" y="49269"/>
                        <a:pt x="10351" y="49768"/>
                      </a:cubicBezTo>
                      <a:cubicBezTo>
                        <a:pt x="14644" y="50956"/>
                        <a:pt x="19173" y="50956"/>
                        <a:pt x="23466" y="49768"/>
                      </a:cubicBezTo>
                      <a:cubicBezTo>
                        <a:pt x="28712" y="49768"/>
                        <a:pt x="33958" y="49768"/>
                        <a:pt x="35707" y="43647"/>
                      </a:cubicBezTo>
                      <a:cubicBezTo>
                        <a:pt x="38636" y="39441"/>
                        <a:pt x="38636" y="33863"/>
                        <a:pt x="35707" y="29657"/>
                      </a:cubicBezTo>
                      <a:cubicBezTo>
                        <a:pt x="28712" y="21736"/>
                        <a:pt x="20782" y="14689"/>
                        <a:pt x="12100" y="8673"/>
                      </a:cubicBezTo>
                      <a:cubicBezTo>
                        <a:pt x="7614" y="6793"/>
                        <a:pt x="3697" y="3786"/>
                        <a:pt x="733" y="-70"/>
                      </a:cubicBezTo>
                      <a:cubicBezTo>
                        <a:pt x="733" y="-70"/>
                        <a:pt x="-1016" y="804"/>
                        <a:pt x="733" y="804"/>
                      </a:cubicBezTo>
                      <a:close/>
                    </a:path>
                  </a:pathLst>
                </a:custGeom>
                <a:solidFill>
                  <a:srgbClr val="505073"/>
                </a:solidFill>
                <a:ln w="87213" cap="flat">
                  <a:noFill/>
                  <a:prstDash val="solid"/>
                  <a:miter/>
                </a:ln>
              </p:spPr>
              <p:txBody>
                <a:bodyPr rtlCol="0" anchor="ctr"/>
                <a:lstStyle/>
                <a:p>
                  <a:endParaRPr lang="en-IN" dirty="0"/>
                </a:p>
              </p:txBody>
            </p:sp>
            <p:sp>
              <p:nvSpPr>
                <p:cNvPr id="2764" name="Freeform: Shape 2763">
                  <a:extLst>
                    <a:ext uri="{FF2B5EF4-FFF2-40B4-BE49-F238E27FC236}">
                      <a16:creationId xmlns:a16="http://schemas.microsoft.com/office/drawing/2014/main" id="{A79EEFA7-C3E7-3F59-0E2D-165D36830971}"/>
                    </a:ext>
                  </a:extLst>
                </p:cNvPr>
                <p:cNvSpPr/>
                <p:nvPr/>
              </p:nvSpPr>
              <p:spPr>
                <a:xfrm>
                  <a:off x="2460619" y="3964679"/>
                  <a:ext cx="86988" cy="67481"/>
                </a:xfrm>
                <a:custGeom>
                  <a:avLst/>
                  <a:gdLst>
                    <a:gd name="connsiteX0" fmla="*/ 45628 w 86988"/>
                    <a:gd name="connsiteY0" fmla="*/ 14931 h 67481"/>
                    <a:gd name="connsiteX1" fmla="*/ 77979 w 86988"/>
                    <a:gd name="connsiteY1" fmla="*/ 37664 h 67481"/>
                    <a:gd name="connsiteX2" fmla="*/ 85847 w 86988"/>
                    <a:gd name="connsiteY2" fmla="*/ 62145 h 67481"/>
                    <a:gd name="connsiteX3" fmla="*/ 57868 w 86988"/>
                    <a:gd name="connsiteY3" fmla="*/ 62145 h 67481"/>
                    <a:gd name="connsiteX4" fmla="*/ 49125 w 86988"/>
                    <a:gd name="connsiteY4" fmla="*/ 56025 h 67481"/>
                    <a:gd name="connsiteX5" fmla="*/ 41256 w 86988"/>
                    <a:gd name="connsiteY5" fmla="*/ 56025 h 67481"/>
                    <a:gd name="connsiteX6" fmla="*/ 14151 w 86988"/>
                    <a:gd name="connsiteY6" fmla="*/ 37664 h 67481"/>
                    <a:gd name="connsiteX7" fmla="*/ 1036 w 86988"/>
                    <a:gd name="connsiteY7" fmla="*/ 19303 h 67481"/>
                    <a:gd name="connsiteX8" fmla="*/ 8564 w 86988"/>
                    <a:gd name="connsiteY8" fmla="*/ 1011 h 67481"/>
                    <a:gd name="connsiteX9" fmla="*/ 15900 w 86988"/>
                    <a:gd name="connsiteY9" fmla="*/ 67 h 67481"/>
                    <a:gd name="connsiteX10" fmla="*/ 28141 w 86988"/>
                    <a:gd name="connsiteY10" fmla="*/ 67 h 67481"/>
                    <a:gd name="connsiteX11" fmla="*/ 28141 w 86988"/>
                    <a:gd name="connsiteY11" fmla="*/ 67 h 67481"/>
                    <a:gd name="connsiteX12" fmla="*/ 45628 w 86988"/>
                    <a:gd name="connsiteY12" fmla="*/ 14931 h 6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988" h="67481">
                      <a:moveTo>
                        <a:pt x="45628" y="14931"/>
                      </a:moveTo>
                      <a:cubicBezTo>
                        <a:pt x="56994" y="21926"/>
                        <a:pt x="67486" y="29794"/>
                        <a:pt x="77979" y="37664"/>
                      </a:cubicBezTo>
                      <a:cubicBezTo>
                        <a:pt x="85629" y="43259"/>
                        <a:pt x="88811" y="53139"/>
                        <a:pt x="85847" y="62145"/>
                      </a:cubicBezTo>
                      <a:cubicBezTo>
                        <a:pt x="85847" y="68266"/>
                        <a:pt x="67486" y="70014"/>
                        <a:pt x="57868" y="62145"/>
                      </a:cubicBezTo>
                      <a:lnTo>
                        <a:pt x="49125" y="56025"/>
                      </a:lnTo>
                      <a:cubicBezTo>
                        <a:pt x="49125" y="56025"/>
                        <a:pt x="43879" y="56025"/>
                        <a:pt x="41256" y="56025"/>
                      </a:cubicBezTo>
                      <a:lnTo>
                        <a:pt x="14151" y="37664"/>
                      </a:lnTo>
                      <a:cubicBezTo>
                        <a:pt x="7821" y="33213"/>
                        <a:pt x="3196" y="26735"/>
                        <a:pt x="1036" y="19303"/>
                      </a:cubicBezTo>
                      <a:cubicBezTo>
                        <a:pt x="-1937" y="12168"/>
                        <a:pt x="1438" y="3984"/>
                        <a:pt x="8564" y="1011"/>
                      </a:cubicBezTo>
                      <a:cubicBezTo>
                        <a:pt x="10881" y="40"/>
                        <a:pt x="13417" y="-283"/>
                        <a:pt x="15900" y="67"/>
                      </a:cubicBezTo>
                      <a:lnTo>
                        <a:pt x="28141" y="67"/>
                      </a:lnTo>
                      <a:lnTo>
                        <a:pt x="28141" y="67"/>
                      </a:lnTo>
                      <a:cubicBezTo>
                        <a:pt x="34261" y="9685"/>
                        <a:pt x="42130" y="9685"/>
                        <a:pt x="45628" y="14931"/>
                      </a:cubicBezTo>
                      <a:close/>
                    </a:path>
                  </a:pathLst>
                </a:custGeom>
                <a:solidFill>
                  <a:srgbClr val="434368"/>
                </a:solidFill>
                <a:ln w="87213" cap="flat">
                  <a:noFill/>
                  <a:prstDash val="solid"/>
                  <a:miter/>
                </a:ln>
              </p:spPr>
              <p:txBody>
                <a:bodyPr rtlCol="0" anchor="ctr"/>
                <a:lstStyle/>
                <a:p>
                  <a:endParaRPr lang="en-IN" dirty="0"/>
                </a:p>
              </p:txBody>
            </p:sp>
            <p:sp>
              <p:nvSpPr>
                <p:cNvPr id="2765" name="Freeform: Shape 2764">
                  <a:extLst>
                    <a:ext uri="{FF2B5EF4-FFF2-40B4-BE49-F238E27FC236}">
                      <a16:creationId xmlns:a16="http://schemas.microsoft.com/office/drawing/2014/main" id="{26B89FCD-D596-28B1-7526-3944B47CC070}"/>
                    </a:ext>
                  </a:extLst>
                </p:cNvPr>
                <p:cNvSpPr/>
                <p:nvPr/>
              </p:nvSpPr>
              <p:spPr>
                <a:xfrm>
                  <a:off x="2455927" y="3961230"/>
                  <a:ext cx="49489" cy="62166"/>
                </a:xfrm>
                <a:custGeom>
                  <a:avLst/>
                  <a:gdLst>
                    <a:gd name="connsiteX0" fmla="*/ 31958 w 49489"/>
                    <a:gd name="connsiteY0" fmla="*/ 7013 h 62166"/>
                    <a:gd name="connsiteX1" fmla="*/ 25838 w 49489"/>
                    <a:gd name="connsiteY1" fmla="*/ 7013 h 62166"/>
                    <a:gd name="connsiteX2" fmla="*/ 7476 w 49489"/>
                    <a:gd name="connsiteY2" fmla="*/ 12259 h 62166"/>
                    <a:gd name="connsiteX3" fmla="*/ 7476 w 49489"/>
                    <a:gd name="connsiteY3" fmla="*/ 32369 h 62166"/>
                    <a:gd name="connsiteX4" fmla="*/ 24089 w 49489"/>
                    <a:gd name="connsiteY4" fmla="*/ 47233 h 62166"/>
                    <a:gd name="connsiteX5" fmla="*/ 49445 w 49489"/>
                    <a:gd name="connsiteY5" fmla="*/ 62097 h 62166"/>
                    <a:gd name="connsiteX6" fmla="*/ 49445 w 49489"/>
                    <a:gd name="connsiteY6" fmla="*/ 62097 h 62166"/>
                    <a:gd name="connsiteX7" fmla="*/ 7476 w 49489"/>
                    <a:gd name="connsiteY7" fmla="*/ 33243 h 62166"/>
                    <a:gd name="connsiteX8" fmla="*/ 7476 w 49489"/>
                    <a:gd name="connsiteY8" fmla="*/ 33243 h 62166"/>
                    <a:gd name="connsiteX9" fmla="*/ 3542 w 49489"/>
                    <a:gd name="connsiteY9" fmla="*/ 7450 h 62166"/>
                    <a:gd name="connsiteX10" fmla="*/ 29335 w 49489"/>
                    <a:gd name="connsiteY10" fmla="*/ 3516 h 6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89" h="62166">
                      <a:moveTo>
                        <a:pt x="31958" y="7013"/>
                      </a:moveTo>
                      <a:cubicBezTo>
                        <a:pt x="31958" y="7013"/>
                        <a:pt x="31958" y="7013"/>
                        <a:pt x="25838" y="7013"/>
                      </a:cubicBezTo>
                      <a:cubicBezTo>
                        <a:pt x="19254" y="4076"/>
                        <a:pt x="11516" y="6288"/>
                        <a:pt x="7476" y="12259"/>
                      </a:cubicBezTo>
                      <a:cubicBezTo>
                        <a:pt x="7476" y="18380"/>
                        <a:pt x="7476" y="26248"/>
                        <a:pt x="7476" y="32369"/>
                      </a:cubicBezTo>
                      <a:cubicBezTo>
                        <a:pt x="7476" y="38490"/>
                        <a:pt x="18843" y="42861"/>
                        <a:pt x="24089" y="47233"/>
                      </a:cubicBezTo>
                      <a:cubicBezTo>
                        <a:pt x="31250" y="54123"/>
                        <a:pt x="39941" y="59212"/>
                        <a:pt x="49445" y="62097"/>
                      </a:cubicBezTo>
                      <a:lnTo>
                        <a:pt x="49445" y="62097"/>
                      </a:lnTo>
                      <a:cubicBezTo>
                        <a:pt x="34590" y="53799"/>
                        <a:pt x="20539" y="44138"/>
                        <a:pt x="7476" y="33243"/>
                      </a:cubicBezTo>
                      <a:lnTo>
                        <a:pt x="7476" y="33243"/>
                      </a:lnTo>
                      <a:cubicBezTo>
                        <a:pt x="-734" y="27210"/>
                        <a:pt x="-2491" y="15661"/>
                        <a:pt x="3542" y="7450"/>
                      </a:cubicBezTo>
                      <a:cubicBezTo>
                        <a:pt x="9575" y="-760"/>
                        <a:pt x="21125" y="-2517"/>
                        <a:pt x="29335" y="3516"/>
                      </a:cubicBezTo>
                      <a:close/>
                    </a:path>
                  </a:pathLst>
                </a:custGeom>
                <a:solidFill>
                  <a:srgbClr val="505073"/>
                </a:solidFill>
                <a:ln w="87213" cap="flat">
                  <a:noFill/>
                  <a:prstDash val="solid"/>
                  <a:miter/>
                </a:ln>
              </p:spPr>
              <p:txBody>
                <a:bodyPr rtlCol="0" anchor="ctr"/>
                <a:lstStyle/>
                <a:p>
                  <a:endParaRPr lang="en-IN" dirty="0"/>
                </a:p>
              </p:txBody>
            </p:sp>
            <p:sp>
              <p:nvSpPr>
                <p:cNvPr id="2766" name="Freeform: Shape 2765">
                  <a:extLst>
                    <a:ext uri="{FF2B5EF4-FFF2-40B4-BE49-F238E27FC236}">
                      <a16:creationId xmlns:a16="http://schemas.microsoft.com/office/drawing/2014/main" id="{9FEF020C-FFE5-60B3-6212-EF3FAE88C99A}"/>
                    </a:ext>
                  </a:extLst>
                </p:cNvPr>
                <p:cNvSpPr/>
                <p:nvPr/>
              </p:nvSpPr>
              <p:spPr>
                <a:xfrm>
                  <a:off x="2490229" y="3965759"/>
                  <a:ext cx="17810" cy="13920"/>
                </a:xfrm>
                <a:custGeom>
                  <a:avLst/>
                  <a:gdLst>
                    <a:gd name="connsiteX0" fmla="*/ 16018 w 17810"/>
                    <a:gd name="connsiteY0" fmla="*/ 13851 h 13920"/>
                    <a:gd name="connsiteX1" fmla="*/ 280 w 17810"/>
                    <a:gd name="connsiteY1" fmla="*/ 3358 h 13920"/>
                    <a:gd name="connsiteX2" fmla="*/ 17767 w 17810"/>
                    <a:gd name="connsiteY2" fmla="*/ 12976 h 13920"/>
                  </a:gdLst>
                  <a:ahLst/>
                  <a:cxnLst>
                    <a:cxn ang="0">
                      <a:pos x="connsiteX0" y="connsiteY0"/>
                    </a:cxn>
                    <a:cxn ang="0">
                      <a:pos x="connsiteX1" y="connsiteY1"/>
                    </a:cxn>
                    <a:cxn ang="0">
                      <a:pos x="connsiteX2" y="connsiteY2"/>
                    </a:cxn>
                  </a:cxnLst>
                  <a:rect l="l" t="t" r="r" b="b"/>
                  <a:pathLst>
                    <a:path w="17810" h="13920">
                      <a:moveTo>
                        <a:pt x="16018" y="13851"/>
                      </a:moveTo>
                      <a:cubicBezTo>
                        <a:pt x="11646" y="13851"/>
                        <a:pt x="2903" y="13851"/>
                        <a:pt x="280" y="3358"/>
                      </a:cubicBezTo>
                      <a:cubicBezTo>
                        <a:pt x="-2343" y="-7134"/>
                        <a:pt x="11646" y="9479"/>
                        <a:pt x="17767" y="12976"/>
                      </a:cubicBezTo>
                      <a:close/>
                    </a:path>
                  </a:pathLst>
                </a:custGeom>
                <a:solidFill>
                  <a:srgbClr val="505073"/>
                </a:solidFill>
                <a:ln w="87213" cap="flat">
                  <a:noFill/>
                  <a:prstDash val="solid"/>
                  <a:miter/>
                </a:ln>
              </p:spPr>
              <p:txBody>
                <a:bodyPr rtlCol="0" anchor="ctr"/>
                <a:lstStyle/>
                <a:p>
                  <a:endParaRPr lang="en-IN" dirty="0"/>
                </a:p>
              </p:txBody>
            </p:sp>
            <p:sp>
              <p:nvSpPr>
                <p:cNvPr id="2767" name="Freeform: Shape 2766">
                  <a:extLst>
                    <a:ext uri="{FF2B5EF4-FFF2-40B4-BE49-F238E27FC236}">
                      <a16:creationId xmlns:a16="http://schemas.microsoft.com/office/drawing/2014/main" id="{4CA0A078-2302-0571-3C80-50DE094BAD4D}"/>
                    </a:ext>
                  </a:extLst>
                </p:cNvPr>
                <p:cNvSpPr/>
                <p:nvPr/>
              </p:nvSpPr>
              <p:spPr>
                <a:xfrm>
                  <a:off x="2468036" y="3975083"/>
                  <a:ext cx="73335" cy="57072"/>
                </a:xfrm>
                <a:custGeom>
                  <a:avLst/>
                  <a:gdLst>
                    <a:gd name="connsiteX0" fmla="*/ 27718 w 73335"/>
                    <a:gd name="connsiteY0" fmla="*/ 36003 h 57072"/>
                    <a:gd name="connsiteX1" fmla="*/ 2362 w 73335"/>
                    <a:gd name="connsiteY1" fmla="*/ 15893 h 57072"/>
                    <a:gd name="connsiteX2" fmla="*/ 2362 w 73335"/>
                    <a:gd name="connsiteY2" fmla="*/ 1904 h 57072"/>
                    <a:gd name="connsiteX3" fmla="*/ 14603 w 73335"/>
                    <a:gd name="connsiteY3" fmla="*/ 1904 h 57072"/>
                    <a:gd name="connsiteX4" fmla="*/ 46954 w 73335"/>
                    <a:gd name="connsiteY4" fmla="*/ 19390 h 57072"/>
                    <a:gd name="connsiteX5" fmla="*/ 61818 w 73335"/>
                    <a:gd name="connsiteY5" fmla="*/ 29008 h 57072"/>
                    <a:gd name="connsiteX6" fmla="*/ 71436 w 73335"/>
                    <a:gd name="connsiteY6" fmla="*/ 39501 h 57072"/>
                    <a:gd name="connsiteX7" fmla="*/ 71436 w 73335"/>
                    <a:gd name="connsiteY7" fmla="*/ 50867 h 57072"/>
                    <a:gd name="connsiteX8" fmla="*/ 59195 w 73335"/>
                    <a:gd name="connsiteY8" fmla="*/ 56987 h 57072"/>
                    <a:gd name="connsiteX9" fmla="*/ 45205 w 73335"/>
                    <a:gd name="connsiteY9" fmla="*/ 51741 h 5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335" h="57072">
                      <a:moveTo>
                        <a:pt x="27718" y="36003"/>
                      </a:moveTo>
                      <a:cubicBezTo>
                        <a:pt x="20724" y="29883"/>
                        <a:pt x="8483" y="26385"/>
                        <a:pt x="2362" y="15893"/>
                      </a:cubicBezTo>
                      <a:cubicBezTo>
                        <a:pt x="-846" y="11784"/>
                        <a:pt x="-846" y="6013"/>
                        <a:pt x="2362" y="1904"/>
                      </a:cubicBezTo>
                      <a:cubicBezTo>
                        <a:pt x="6017" y="-728"/>
                        <a:pt x="10949" y="-728"/>
                        <a:pt x="14603" y="1904"/>
                      </a:cubicBezTo>
                      <a:cubicBezTo>
                        <a:pt x="26092" y="6328"/>
                        <a:pt x="36960" y="12203"/>
                        <a:pt x="46954" y="19390"/>
                      </a:cubicBezTo>
                      <a:lnTo>
                        <a:pt x="61818" y="29008"/>
                      </a:lnTo>
                      <a:cubicBezTo>
                        <a:pt x="65665" y="31859"/>
                        <a:pt x="68926" y="35426"/>
                        <a:pt x="71436" y="39501"/>
                      </a:cubicBezTo>
                      <a:cubicBezTo>
                        <a:pt x="73910" y="42884"/>
                        <a:pt x="73910" y="47483"/>
                        <a:pt x="71436" y="50867"/>
                      </a:cubicBezTo>
                      <a:cubicBezTo>
                        <a:pt x="68699" y="54898"/>
                        <a:pt x="64065" y="57215"/>
                        <a:pt x="59195" y="56987"/>
                      </a:cubicBezTo>
                      <a:cubicBezTo>
                        <a:pt x="54133" y="56585"/>
                        <a:pt x="49289" y="54767"/>
                        <a:pt x="45205" y="51741"/>
                      </a:cubicBezTo>
                      <a:close/>
                    </a:path>
                  </a:pathLst>
                </a:custGeom>
                <a:solidFill>
                  <a:srgbClr val="32325B"/>
                </a:solidFill>
                <a:ln w="87213" cap="flat">
                  <a:noFill/>
                  <a:prstDash val="solid"/>
                  <a:miter/>
                </a:ln>
              </p:spPr>
              <p:txBody>
                <a:bodyPr rtlCol="0" anchor="ctr"/>
                <a:lstStyle/>
                <a:p>
                  <a:endParaRPr lang="en-IN" dirty="0"/>
                </a:p>
              </p:txBody>
            </p:sp>
            <p:sp>
              <p:nvSpPr>
                <p:cNvPr id="2768" name="Freeform: Shape 2767">
                  <a:extLst>
                    <a:ext uri="{FF2B5EF4-FFF2-40B4-BE49-F238E27FC236}">
                      <a16:creationId xmlns:a16="http://schemas.microsoft.com/office/drawing/2014/main" id="{59CF77E2-CE9A-584F-0816-7DED69C319C4}"/>
                    </a:ext>
                  </a:extLst>
                </p:cNvPr>
                <p:cNvSpPr/>
                <p:nvPr/>
              </p:nvSpPr>
              <p:spPr>
                <a:xfrm>
                  <a:off x="2473843" y="3979097"/>
                  <a:ext cx="60135" cy="41871"/>
                </a:xfrm>
                <a:custGeom>
                  <a:avLst/>
                  <a:gdLst>
                    <a:gd name="connsiteX0" fmla="*/ 35901 w 60135"/>
                    <a:gd name="connsiteY0" fmla="*/ 12754 h 41871"/>
                    <a:gd name="connsiteX1" fmla="*/ 57760 w 60135"/>
                    <a:gd name="connsiteY1" fmla="*/ 30241 h 41871"/>
                    <a:gd name="connsiteX2" fmla="*/ 57760 w 60135"/>
                    <a:gd name="connsiteY2" fmla="*/ 39858 h 41871"/>
                    <a:gd name="connsiteX3" fmla="*/ 49017 w 60135"/>
                    <a:gd name="connsiteY3" fmla="*/ 39858 h 41871"/>
                    <a:gd name="connsiteX4" fmla="*/ 39399 w 60135"/>
                    <a:gd name="connsiteY4" fmla="*/ 39858 h 41871"/>
                    <a:gd name="connsiteX5" fmla="*/ 2676 w 60135"/>
                    <a:gd name="connsiteY5" fmla="*/ 14503 h 41871"/>
                    <a:gd name="connsiteX6" fmla="*/ 2676 w 60135"/>
                    <a:gd name="connsiteY6" fmla="*/ 2261 h 41871"/>
                    <a:gd name="connsiteX7" fmla="*/ 14917 w 60135"/>
                    <a:gd name="connsiteY7" fmla="*/ 2261 h 41871"/>
                    <a:gd name="connsiteX8" fmla="*/ 35901 w 60135"/>
                    <a:gd name="connsiteY8" fmla="*/ 12754 h 41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35" h="41871">
                      <a:moveTo>
                        <a:pt x="35901" y="12754"/>
                      </a:moveTo>
                      <a:cubicBezTo>
                        <a:pt x="43884" y="17650"/>
                        <a:pt x="51229" y="23526"/>
                        <a:pt x="57760" y="30241"/>
                      </a:cubicBezTo>
                      <a:cubicBezTo>
                        <a:pt x="57760" y="30241"/>
                        <a:pt x="63006" y="35487"/>
                        <a:pt x="57760" y="39858"/>
                      </a:cubicBezTo>
                      <a:cubicBezTo>
                        <a:pt x="52514" y="44230"/>
                        <a:pt x="52514" y="39858"/>
                        <a:pt x="49017" y="39858"/>
                      </a:cubicBezTo>
                      <a:cubicBezTo>
                        <a:pt x="45878" y="40759"/>
                        <a:pt x="42538" y="40759"/>
                        <a:pt x="39399" y="39858"/>
                      </a:cubicBezTo>
                      <a:cubicBezTo>
                        <a:pt x="25986" y="33248"/>
                        <a:pt x="13614" y="24706"/>
                        <a:pt x="2676" y="14503"/>
                      </a:cubicBezTo>
                      <a:cubicBezTo>
                        <a:pt x="2676" y="14503"/>
                        <a:pt x="-3444" y="7508"/>
                        <a:pt x="2676" y="2261"/>
                      </a:cubicBezTo>
                      <a:cubicBezTo>
                        <a:pt x="8796" y="-2984"/>
                        <a:pt x="10545" y="2261"/>
                        <a:pt x="14917" y="2261"/>
                      </a:cubicBezTo>
                      <a:cubicBezTo>
                        <a:pt x="19289" y="2261"/>
                        <a:pt x="28906" y="10131"/>
                        <a:pt x="35901" y="12754"/>
                      </a:cubicBezTo>
                      <a:close/>
                    </a:path>
                  </a:pathLst>
                </a:custGeom>
                <a:solidFill>
                  <a:srgbClr val="292953"/>
                </a:solidFill>
                <a:ln w="87213" cap="flat">
                  <a:noFill/>
                  <a:prstDash val="solid"/>
                  <a:miter/>
                </a:ln>
              </p:spPr>
              <p:txBody>
                <a:bodyPr rtlCol="0" anchor="ctr"/>
                <a:lstStyle/>
                <a:p>
                  <a:endParaRPr lang="en-IN" dirty="0"/>
                </a:p>
              </p:txBody>
            </p:sp>
            <p:sp>
              <p:nvSpPr>
                <p:cNvPr id="2769" name="Freeform: Shape 2768">
                  <a:extLst>
                    <a:ext uri="{FF2B5EF4-FFF2-40B4-BE49-F238E27FC236}">
                      <a16:creationId xmlns:a16="http://schemas.microsoft.com/office/drawing/2014/main" id="{FE0E8F58-C4E6-BBFA-5041-71BE1E7795C2}"/>
                    </a:ext>
                  </a:extLst>
                </p:cNvPr>
                <p:cNvSpPr/>
                <p:nvPr/>
              </p:nvSpPr>
              <p:spPr>
                <a:xfrm>
                  <a:off x="2485209" y="3985120"/>
                  <a:ext cx="47894" cy="32836"/>
                </a:xfrm>
                <a:custGeom>
                  <a:avLst/>
                  <a:gdLst>
                    <a:gd name="connsiteX0" fmla="*/ 16666 w 47894"/>
                    <a:gd name="connsiteY0" fmla="*/ 21594 h 32836"/>
                    <a:gd name="connsiteX1" fmla="*/ 2676 w 47894"/>
                    <a:gd name="connsiteY1" fmla="*/ 11102 h 32836"/>
                    <a:gd name="connsiteX2" fmla="*/ 2676 w 47894"/>
                    <a:gd name="connsiteY2" fmla="*/ 1484 h 32836"/>
                    <a:gd name="connsiteX3" fmla="*/ 13168 w 47894"/>
                    <a:gd name="connsiteY3" fmla="*/ 1484 h 32836"/>
                    <a:gd name="connsiteX4" fmla="*/ 45519 w 47894"/>
                    <a:gd name="connsiteY4" fmla="*/ 21594 h 32836"/>
                    <a:gd name="connsiteX5" fmla="*/ 45519 w 47894"/>
                    <a:gd name="connsiteY5" fmla="*/ 31212 h 32836"/>
                    <a:gd name="connsiteX6" fmla="*/ 35901 w 47894"/>
                    <a:gd name="connsiteY6" fmla="*/ 31212 h 32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94" h="32836">
                      <a:moveTo>
                        <a:pt x="16666" y="21594"/>
                      </a:moveTo>
                      <a:lnTo>
                        <a:pt x="2676" y="11102"/>
                      </a:lnTo>
                      <a:cubicBezTo>
                        <a:pt x="2676" y="11102"/>
                        <a:pt x="-3444" y="4982"/>
                        <a:pt x="2676" y="1484"/>
                      </a:cubicBezTo>
                      <a:cubicBezTo>
                        <a:pt x="8796" y="-2013"/>
                        <a:pt x="9671" y="1484"/>
                        <a:pt x="13168" y="1484"/>
                      </a:cubicBezTo>
                      <a:lnTo>
                        <a:pt x="45519" y="21594"/>
                      </a:lnTo>
                      <a:cubicBezTo>
                        <a:pt x="45519" y="21594"/>
                        <a:pt x="50765" y="27714"/>
                        <a:pt x="45519" y="31212"/>
                      </a:cubicBezTo>
                      <a:cubicBezTo>
                        <a:pt x="40273" y="34709"/>
                        <a:pt x="39398" y="31212"/>
                        <a:pt x="35901" y="31212"/>
                      </a:cubicBezTo>
                      <a:close/>
                    </a:path>
                  </a:pathLst>
                </a:custGeom>
                <a:solidFill>
                  <a:srgbClr val="252550"/>
                </a:solidFill>
                <a:ln w="87213" cap="flat">
                  <a:noFill/>
                  <a:prstDash val="solid"/>
                  <a:miter/>
                </a:ln>
              </p:spPr>
              <p:txBody>
                <a:bodyPr rtlCol="0" anchor="ctr"/>
                <a:lstStyle/>
                <a:p>
                  <a:endParaRPr lang="en-IN" dirty="0"/>
                </a:p>
              </p:txBody>
            </p:sp>
            <p:sp>
              <p:nvSpPr>
                <p:cNvPr id="2770" name="Freeform: Shape 2769">
                  <a:extLst>
                    <a:ext uri="{FF2B5EF4-FFF2-40B4-BE49-F238E27FC236}">
                      <a16:creationId xmlns:a16="http://schemas.microsoft.com/office/drawing/2014/main" id="{D5896FE3-849F-1D53-E73A-484FE479C408}"/>
                    </a:ext>
                  </a:extLst>
                </p:cNvPr>
                <p:cNvSpPr/>
                <p:nvPr/>
              </p:nvSpPr>
              <p:spPr>
                <a:xfrm>
                  <a:off x="2493176" y="3989189"/>
                  <a:ext cx="26230" cy="23716"/>
                </a:xfrm>
                <a:custGeom>
                  <a:avLst/>
                  <a:gdLst>
                    <a:gd name="connsiteX0" fmla="*/ 13945 w 26230"/>
                    <a:gd name="connsiteY0" fmla="*/ 7908 h 23716"/>
                    <a:gd name="connsiteX1" fmla="*/ 26186 w 26230"/>
                    <a:gd name="connsiteY1" fmla="*/ 16652 h 23716"/>
                    <a:gd name="connsiteX2" fmla="*/ 26186 w 26230"/>
                    <a:gd name="connsiteY2" fmla="*/ 23646 h 23716"/>
                    <a:gd name="connsiteX3" fmla="*/ -44 w 26230"/>
                    <a:gd name="connsiteY3" fmla="*/ 6159 h 23716"/>
                    <a:gd name="connsiteX4" fmla="*/ -44 w 26230"/>
                    <a:gd name="connsiteY4" fmla="*/ 914 h 23716"/>
                    <a:gd name="connsiteX5" fmla="*/ 6076 w 26230"/>
                    <a:gd name="connsiteY5" fmla="*/ 914 h 23716"/>
                    <a:gd name="connsiteX6" fmla="*/ 19191 w 26230"/>
                    <a:gd name="connsiteY6" fmla="*/ 8782 h 2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30" h="23716">
                      <a:moveTo>
                        <a:pt x="13945" y="7908"/>
                      </a:moveTo>
                      <a:cubicBezTo>
                        <a:pt x="18168" y="10610"/>
                        <a:pt x="22260" y="13530"/>
                        <a:pt x="26186" y="16652"/>
                      </a:cubicBezTo>
                      <a:lnTo>
                        <a:pt x="26186" y="23646"/>
                      </a:lnTo>
                      <a:cubicBezTo>
                        <a:pt x="16804" y="18846"/>
                        <a:pt x="8000" y="12980"/>
                        <a:pt x="-44" y="6159"/>
                      </a:cubicBezTo>
                      <a:cubicBezTo>
                        <a:pt x="-44" y="6159"/>
                        <a:pt x="-44" y="6159"/>
                        <a:pt x="-44" y="914"/>
                      </a:cubicBezTo>
                      <a:cubicBezTo>
                        <a:pt x="1783" y="-398"/>
                        <a:pt x="4249" y="-398"/>
                        <a:pt x="6076" y="914"/>
                      </a:cubicBezTo>
                      <a:lnTo>
                        <a:pt x="19191" y="8782"/>
                      </a:lnTo>
                      <a:close/>
                    </a:path>
                  </a:pathLst>
                </a:custGeom>
                <a:solidFill>
                  <a:srgbClr val="21214D"/>
                </a:solidFill>
                <a:ln w="87213" cap="flat">
                  <a:noFill/>
                  <a:prstDash val="solid"/>
                  <a:miter/>
                </a:ln>
              </p:spPr>
              <p:txBody>
                <a:bodyPr rtlCol="0" anchor="ctr"/>
                <a:lstStyle/>
                <a:p>
                  <a:endParaRPr lang="en-IN" dirty="0"/>
                </a:p>
              </p:txBody>
            </p:sp>
          </p:grpSp>
          <p:sp>
            <p:nvSpPr>
              <p:cNvPr id="2582" name="Freeform: Shape 2581">
                <a:extLst>
                  <a:ext uri="{FF2B5EF4-FFF2-40B4-BE49-F238E27FC236}">
                    <a16:creationId xmlns:a16="http://schemas.microsoft.com/office/drawing/2014/main" id="{E4602195-B2F9-DE7D-4A2A-040C0FD071C6}"/>
                  </a:ext>
                </a:extLst>
              </p:cNvPr>
              <p:cNvSpPr/>
              <p:nvPr/>
            </p:nvSpPr>
            <p:spPr>
              <a:xfrm>
                <a:off x="2442844" y="3946565"/>
                <a:ext cx="126018" cy="100933"/>
              </a:xfrm>
              <a:custGeom>
                <a:avLst/>
                <a:gdLst>
                  <a:gd name="connsiteX0" fmla="*/ 121109 w 126018"/>
                  <a:gd name="connsiteY0" fmla="*/ 88129 h 100933"/>
                  <a:gd name="connsiteX1" fmla="*/ 83757 w 126018"/>
                  <a:gd name="connsiteY1" fmla="*/ 96733 h 100933"/>
                  <a:gd name="connsiteX2" fmla="*/ 82638 w 126018"/>
                  <a:gd name="connsiteY2" fmla="*/ 95998 h 100933"/>
                  <a:gd name="connsiteX3" fmla="*/ 12690 w 126018"/>
                  <a:gd name="connsiteY3" fmla="*/ 51406 h 100933"/>
                  <a:gd name="connsiteX4" fmla="*/ 4087 w 126018"/>
                  <a:gd name="connsiteY4" fmla="*/ 14054 h 100933"/>
                  <a:gd name="connsiteX5" fmla="*/ 4821 w 126018"/>
                  <a:gd name="connsiteY5" fmla="*/ 12935 h 100933"/>
                  <a:gd name="connsiteX6" fmla="*/ 4821 w 126018"/>
                  <a:gd name="connsiteY6" fmla="*/ 12935 h 100933"/>
                  <a:gd name="connsiteX7" fmla="*/ 43292 w 126018"/>
                  <a:gd name="connsiteY7" fmla="*/ 4192 h 100933"/>
                  <a:gd name="connsiteX8" fmla="*/ 113240 w 126018"/>
                  <a:gd name="connsiteY8" fmla="*/ 49658 h 100933"/>
                  <a:gd name="connsiteX9" fmla="*/ 121843 w 126018"/>
                  <a:gd name="connsiteY9" fmla="*/ 87010 h 100933"/>
                  <a:gd name="connsiteX10" fmla="*/ 121109 w 126018"/>
                  <a:gd name="connsiteY10" fmla="*/ 88129 h 10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018" h="100933">
                    <a:moveTo>
                      <a:pt x="121109" y="88129"/>
                    </a:moveTo>
                    <a:cubicBezTo>
                      <a:pt x="113170" y="100824"/>
                      <a:pt x="96444" y="104671"/>
                      <a:pt x="83757" y="96733"/>
                    </a:cubicBezTo>
                    <a:cubicBezTo>
                      <a:pt x="83381" y="96496"/>
                      <a:pt x="83005" y="96252"/>
                      <a:pt x="82638" y="95998"/>
                    </a:cubicBezTo>
                    <a:lnTo>
                      <a:pt x="12690" y="51406"/>
                    </a:lnTo>
                    <a:cubicBezTo>
                      <a:pt x="-5" y="43467"/>
                      <a:pt x="-3853" y="26741"/>
                      <a:pt x="4087" y="14054"/>
                    </a:cubicBezTo>
                    <a:cubicBezTo>
                      <a:pt x="4323" y="13679"/>
                      <a:pt x="4568" y="13302"/>
                      <a:pt x="4821" y="12935"/>
                    </a:cubicBezTo>
                    <a:lnTo>
                      <a:pt x="4821" y="12935"/>
                    </a:lnTo>
                    <a:cubicBezTo>
                      <a:pt x="13057" y="-66"/>
                      <a:pt x="30247" y="-3966"/>
                      <a:pt x="43292" y="4192"/>
                    </a:cubicBezTo>
                    <a:lnTo>
                      <a:pt x="113240" y="49658"/>
                    </a:lnTo>
                    <a:cubicBezTo>
                      <a:pt x="125936" y="57597"/>
                      <a:pt x="129783" y="74323"/>
                      <a:pt x="121843" y="87010"/>
                    </a:cubicBezTo>
                    <a:cubicBezTo>
                      <a:pt x="121608" y="87386"/>
                      <a:pt x="121362" y="87762"/>
                      <a:pt x="121109" y="88129"/>
                    </a:cubicBezTo>
                    <a:close/>
                  </a:path>
                </a:pathLst>
              </a:custGeom>
              <a:solidFill>
                <a:srgbClr val="3A3A3A"/>
              </a:solidFill>
              <a:ln w="87213" cap="flat">
                <a:noFill/>
                <a:prstDash val="solid"/>
                <a:miter/>
              </a:ln>
            </p:spPr>
            <p:txBody>
              <a:bodyPr rtlCol="0" anchor="ctr"/>
              <a:lstStyle/>
              <a:p>
                <a:endParaRPr lang="en-IN" dirty="0"/>
              </a:p>
            </p:txBody>
          </p:sp>
          <p:sp>
            <p:nvSpPr>
              <p:cNvPr id="2583" name="Freeform: Shape 2582">
                <a:extLst>
                  <a:ext uri="{FF2B5EF4-FFF2-40B4-BE49-F238E27FC236}">
                    <a16:creationId xmlns:a16="http://schemas.microsoft.com/office/drawing/2014/main" id="{57D8D63C-0054-9958-1A46-456F25F6B29E}"/>
                  </a:ext>
                </a:extLst>
              </p:cNvPr>
              <p:cNvSpPr/>
              <p:nvPr/>
            </p:nvSpPr>
            <p:spPr>
              <a:xfrm>
                <a:off x="2440445" y="3945434"/>
                <a:ext cx="125191" cy="99093"/>
              </a:xfrm>
              <a:custGeom>
                <a:avLst/>
                <a:gdLst>
                  <a:gd name="connsiteX0" fmla="*/ 120886 w 125191"/>
                  <a:gd name="connsiteY0" fmla="*/ 86636 h 99093"/>
                  <a:gd name="connsiteX1" fmla="*/ 82415 w 125191"/>
                  <a:gd name="connsiteY1" fmla="*/ 94506 h 99093"/>
                  <a:gd name="connsiteX2" fmla="*/ 11593 w 125191"/>
                  <a:gd name="connsiteY2" fmla="*/ 49039 h 99093"/>
                  <a:gd name="connsiteX3" fmla="*/ 3724 w 125191"/>
                  <a:gd name="connsiteY3" fmla="*/ 12317 h 99093"/>
                  <a:gd name="connsiteX4" fmla="*/ 3724 w 125191"/>
                  <a:gd name="connsiteY4" fmla="*/ 12317 h 99093"/>
                  <a:gd name="connsiteX5" fmla="*/ 42195 w 125191"/>
                  <a:gd name="connsiteY5" fmla="*/ 4448 h 99093"/>
                  <a:gd name="connsiteX6" fmla="*/ 112143 w 125191"/>
                  <a:gd name="connsiteY6" fmla="*/ 49914 h 99093"/>
                  <a:gd name="connsiteX7" fmla="*/ 120886 w 125191"/>
                  <a:gd name="connsiteY7" fmla="*/ 88385 h 9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90" h="99093">
                    <a:moveTo>
                      <a:pt x="120886" y="86636"/>
                    </a:moveTo>
                    <a:cubicBezTo>
                      <a:pt x="112361" y="99332"/>
                      <a:pt x="95233" y="102829"/>
                      <a:pt x="82415" y="94506"/>
                    </a:cubicBezTo>
                    <a:lnTo>
                      <a:pt x="11593" y="49039"/>
                    </a:lnTo>
                    <a:cubicBezTo>
                      <a:pt x="-80" y="40637"/>
                      <a:pt x="-3481" y="24759"/>
                      <a:pt x="3724" y="12317"/>
                    </a:cubicBezTo>
                    <a:lnTo>
                      <a:pt x="3724" y="12317"/>
                    </a:lnTo>
                    <a:cubicBezTo>
                      <a:pt x="12248" y="-379"/>
                      <a:pt x="29377" y="-3876"/>
                      <a:pt x="42195" y="4448"/>
                    </a:cubicBezTo>
                    <a:lnTo>
                      <a:pt x="112143" y="49914"/>
                    </a:lnTo>
                    <a:cubicBezTo>
                      <a:pt x="125144" y="58150"/>
                      <a:pt x="129044" y="75340"/>
                      <a:pt x="120886" y="88385"/>
                    </a:cubicBezTo>
                    <a:close/>
                  </a:path>
                </a:pathLst>
              </a:custGeom>
              <a:solidFill>
                <a:srgbClr val="636363"/>
              </a:solidFill>
              <a:ln w="87213" cap="flat">
                <a:noFill/>
                <a:prstDash val="solid"/>
                <a:miter/>
              </a:ln>
            </p:spPr>
            <p:txBody>
              <a:bodyPr rtlCol="0" anchor="ctr"/>
              <a:lstStyle/>
              <a:p>
                <a:endParaRPr lang="en-IN" dirty="0"/>
              </a:p>
            </p:txBody>
          </p:sp>
          <p:sp>
            <p:nvSpPr>
              <p:cNvPr id="2584" name="Freeform: Shape 2583">
                <a:extLst>
                  <a:ext uri="{FF2B5EF4-FFF2-40B4-BE49-F238E27FC236}">
                    <a16:creationId xmlns:a16="http://schemas.microsoft.com/office/drawing/2014/main" id="{53C0F67D-0F84-4D28-9B9B-BA7E347AFAAC}"/>
                  </a:ext>
                </a:extLst>
              </p:cNvPr>
              <p:cNvSpPr/>
              <p:nvPr/>
            </p:nvSpPr>
            <p:spPr>
              <a:xfrm>
                <a:off x="2441443" y="3945691"/>
                <a:ext cx="125941" cy="100935"/>
              </a:xfrm>
              <a:custGeom>
                <a:avLst/>
                <a:gdLst>
                  <a:gd name="connsiteX0" fmla="*/ 121636 w 125941"/>
                  <a:gd name="connsiteY0" fmla="*/ 88129 h 100935"/>
                  <a:gd name="connsiteX1" fmla="*/ 84284 w 125941"/>
                  <a:gd name="connsiteY1" fmla="*/ 96741 h 100935"/>
                  <a:gd name="connsiteX2" fmla="*/ 83164 w 125941"/>
                  <a:gd name="connsiteY2" fmla="*/ 95998 h 100935"/>
                  <a:gd name="connsiteX3" fmla="*/ 12343 w 125941"/>
                  <a:gd name="connsiteY3" fmla="*/ 51406 h 100935"/>
                  <a:gd name="connsiteX4" fmla="*/ 4473 w 125941"/>
                  <a:gd name="connsiteY4" fmla="*/ 12935 h 100935"/>
                  <a:gd name="connsiteX5" fmla="*/ 4473 w 125941"/>
                  <a:gd name="connsiteY5" fmla="*/ 12935 h 100935"/>
                  <a:gd name="connsiteX6" fmla="*/ 42945 w 125941"/>
                  <a:gd name="connsiteY6" fmla="*/ 4192 h 100935"/>
                  <a:gd name="connsiteX7" fmla="*/ 112892 w 125941"/>
                  <a:gd name="connsiteY7" fmla="*/ 49657 h 100935"/>
                  <a:gd name="connsiteX8" fmla="*/ 121636 w 125941"/>
                  <a:gd name="connsiteY8" fmla="*/ 88129 h 100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41" h="100935">
                    <a:moveTo>
                      <a:pt x="121636" y="88129"/>
                    </a:moveTo>
                    <a:cubicBezTo>
                      <a:pt x="113697" y="100824"/>
                      <a:pt x="96970" y="104671"/>
                      <a:pt x="84284" y="96741"/>
                    </a:cubicBezTo>
                    <a:cubicBezTo>
                      <a:pt x="83908" y="96496"/>
                      <a:pt x="83532" y="96251"/>
                      <a:pt x="83164" y="95998"/>
                    </a:cubicBezTo>
                    <a:lnTo>
                      <a:pt x="12343" y="51406"/>
                    </a:lnTo>
                    <a:cubicBezTo>
                      <a:pt x="-353" y="42881"/>
                      <a:pt x="-3850" y="25753"/>
                      <a:pt x="4473" y="12935"/>
                    </a:cubicBezTo>
                    <a:lnTo>
                      <a:pt x="4473" y="12935"/>
                    </a:lnTo>
                    <a:cubicBezTo>
                      <a:pt x="12710" y="-67"/>
                      <a:pt x="29899" y="-3966"/>
                      <a:pt x="42945" y="4192"/>
                    </a:cubicBezTo>
                    <a:lnTo>
                      <a:pt x="112892" y="49657"/>
                    </a:lnTo>
                    <a:cubicBezTo>
                      <a:pt x="125894" y="57894"/>
                      <a:pt x="129793" y="75084"/>
                      <a:pt x="121636" y="88129"/>
                    </a:cubicBezTo>
                    <a:close/>
                  </a:path>
                </a:pathLst>
              </a:custGeom>
              <a:solidFill>
                <a:srgbClr val="E8EAEA">
                  <a:alpha val="20000"/>
                </a:srgbClr>
              </a:solidFill>
              <a:ln w="87213" cap="flat">
                <a:noFill/>
                <a:prstDash val="solid"/>
                <a:miter/>
              </a:ln>
            </p:spPr>
            <p:txBody>
              <a:bodyPr rtlCol="0" anchor="ctr"/>
              <a:lstStyle/>
              <a:p>
                <a:endParaRPr lang="en-IN" dirty="0"/>
              </a:p>
            </p:txBody>
          </p:sp>
          <p:sp>
            <p:nvSpPr>
              <p:cNvPr id="2585" name="Freeform: Shape 2584">
                <a:extLst>
                  <a:ext uri="{FF2B5EF4-FFF2-40B4-BE49-F238E27FC236}">
                    <a16:creationId xmlns:a16="http://schemas.microsoft.com/office/drawing/2014/main" id="{7CE49D7B-53F2-A1E4-9FB3-CFD99F7810B4}"/>
                  </a:ext>
                </a:extLst>
              </p:cNvPr>
              <p:cNvSpPr/>
              <p:nvPr/>
            </p:nvSpPr>
            <p:spPr>
              <a:xfrm>
                <a:off x="2441443" y="3945691"/>
                <a:ext cx="125941" cy="100935"/>
              </a:xfrm>
              <a:custGeom>
                <a:avLst/>
                <a:gdLst>
                  <a:gd name="connsiteX0" fmla="*/ 121636 w 125941"/>
                  <a:gd name="connsiteY0" fmla="*/ 88129 h 100935"/>
                  <a:gd name="connsiteX1" fmla="*/ 84284 w 125941"/>
                  <a:gd name="connsiteY1" fmla="*/ 96741 h 100935"/>
                  <a:gd name="connsiteX2" fmla="*/ 83164 w 125941"/>
                  <a:gd name="connsiteY2" fmla="*/ 95998 h 100935"/>
                  <a:gd name="connsiteX3" fmla="*/ 12343 w 125941"/>
                  <a:gd name="connsiteY3" fmla="*/ 51406 h 100935"/>
                  <a:gd name="connsiteX4" fmla="*/ 4473 w 125941"/>
                  <a:gd name="connsiteY4" fmla="*/ 12935 h 100935"/>
                  <a:gd name="connsiteX5" fmla="*/ 4473 w 125941"/>
                  <a:gd name="connsiteY5" fmla="*/ 12935 h 100935"/>
                  <a:gd name="connsiteX6" fmla="*/ 42945 w 125941"/>
                  <a:gd name="connsiteY6" fmla="*/ 4192 h 100935"/>
                  <a:gd name="connsiteX7" fmla="*/ 112892 w 125941"/>
                  <a:gd name="connsiteY7" fmla="*/ 49657 h 100935"/>
                  <a:gd name="connsiteX8" fmla="*/ 121636 w 125941"/>
                  <a:gd name="connsiteY8" fmla="*/ 88129 h 100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41" h="100935">
                    <a:moveTo>
                      <a:pt x="121636" y="88129"/>
                    </a:moveTo>
                    <a:cubicBezTo>
                      <a:pt x="113697" y="100824"/>
                      <a:pt x="96970" y="104671"/>
                      <a:pt x="84284" y="96741"/>
                    </a:cubicBezTo>
                    <a:cubicBezTo>
                      <a:pt x="83908" y="96496"/>
                      <a:pt x="83532" y="96251"/>
                      <a:pt x="83164" y="95998"/>
                    </a:cubicBezTo>
                    <a:lnTo>
                      <a:pt x="12343" y="51406"/>
                    </a:lnTo>
                    <a:cubicBezTo>
                      <a:pt x="-353" y="42881"/>
                      <a:pt x="-3850" y="25753"/>
                      <a:pt x="4473" y="12935"/>
                    </a:cubicBezTo>
                    <a:lnTo>
                      <a:pt x="4473" y="12935"/>
                    </a:lnTo>
                    <a:cubicBezTo>
                      <a:pt x="12710" y="-67"/>
                      <a:pt x="29899" y="-3966"/>
                      <a:pt x="42945" y="4192"/>
                    </a:cubicBezTo>
                    <a:lnTo>
                      <a:pt x="112892" y="49657"/>
                    </a:lnTo>
                    <a:cubicBezTo>
                      <a:pt x="125894" y="57894"/>
                      <a:pt x="129793" y="75084"/>
                      <a:pt x="121636" y="88129"/>
                    </a:cubicBezTo>
                    <a:close/>
                  </a:path>
                </a:pathLst>
              </a:custGeom>
              <a:gradFill>
                <a:gsLst>
                  <a:gs pos="0">
                    <a:srgbClr val="FFFFFF"/>
                  </a:gs>
                  <a:gs pos="50000">
                    <a:srgbClr val="7F7F7F"/>
                  </a:gs>
                  <a:gs pos="100000">
                    <a:srgbClr val="000000"/>
                  </a:gs>
                </a:gsLst>
                <a:lin ang="1964114" scaled="1"/>
              </a:gradFill>
              <a:ln w="87213" cap="flat">
                <a:noFill/>
                <a:prstDash val="solid"/>
                <a:miter/>
              </a:ln>
            </p:spPr>
            <p:txBody>
              <a:bodyPr rtlCol="0" anchor="ctr"/>
              <a:lstStyle/>
              <a:p>
                <a:endParaRPr lang="en-IN" dirty="0"/>
              </a:p>
            </p:txBody>
          </p:sp>
          <p:grpSp>
            <p:nvGrpSpPr>
              <p:cNvPr id="2586" name="Graphic 15">
                <a:extLst>
                  <a:ext uri="{FF2B5EF4-FFF2-40B4-BE49-F238E27FC236}">
                    <a16:creationId xmlns:a16="http://schemas.microsoft.com/office/drawing/2014/main" id="{E62E6F13-CC2C-020A-62D2-B3EA4F5AED00}"/>
                  </a:ext>
                </a:extLst>
              </p:cNvPr>
              <p:cNvGrpSpPr/>
              <p:nvPr/>
            </p:nvGrpSpPr>
            <p:grpSpPr>
              <a:xfrm>
                <a:off x="2896472" y="4326127"/>
                <a:ext cx="193956" cy="214067"/>
                <a:chOff x="2896472" y="4326127"/>
                <a:chExt cx="193956" cy="214067"/>
              </a:xfrm>
            </p:grpSpPr>
            <p:sp>
              <p:nvSpPr>
                <p:cNvPr id="2602" name="Freeform: Shape 2601">
                  <a:extLst>
                    <a:ext uri="{FF2B5EF4-FFF2-40B4-BE49-F238E27FC236}">
                      <a16:creationId xmlns:a16="http://schemas.microsoft.com/office/drawing/2014/main" id="{D94027B0-6ED0-FB6C-52B1-B1AA5E0BC135}"/>
                    </a:ext>
                  </a:extLst>
                </p:cNvPr>
                <p:cNvSpPr/>
                <p:nvPr/>
              </p:nvSpPr>
              <p:spPr>
                <a:xfrm>
                  <a:off x="2896472" y="4326127"/>
                  <a:ext cx="193956" cy="214067"/>
                </a:xfrm>
                <a:custGeom>
                  <a:avLst/>
                  <a:gdLst>
                    <a:gd name="connsiteX0" fmla="*/ 156241 w 193956"/>
                    <a:gd name="connsiteY0" fmla="*/ 148363 h 214067"/>
                    <a:gd name="connsiteX1" fmla="*/ 125639 w 193956"/>
                    <a:gd name="connsiteY1" fmla="*/ 190331 h 214067"/>
                    <a:gd name="connsiteX2" fmla="*/ 87168 w 193956"/>
                    <a:gd name="connsiteY2" fmla="*/ 213064 h 214067"/>
                    <a:gd name="connsiteX3" fmla="*/ 42577 w 193956"/>
                    <a:gd name="connsiteY3" fmla="*/ 206069 h 214067"/>
                    <a:gd name="connsiteX4" fmla="*/ 9351 w 193956"/>
                    <a:gd name="connsiteY4" fmla="*/ 176342 h 214067"/>
                    <a:gd name="connsiteX5" fmla="*/ 1482 w 193956"/>
                    <a:gd name="connsiteY5" fmla="*/ 130875 h 214067"/>
                    <a:gd name="connsiteX6" fmla="*/ 47823 w 193956"/>
                    <a:gd name="connsiteY6" fmla="*/ 43441 h 214067"/>
                    <a:gd name="connsiteX7" fmla="*/ 68807 w 193956"/>
                    <a:gd name="connsiteY7" fmla="*/ 19834 h 214067"/>
                    <a:gd name="connsiteX8" fmla="*/ 156241 w 193956"/>
                    <a:gd name="connsiteY8" fmla="*/ 12839 h 214067"/>
                    <a:gd name="connsiteX9" fmla="*/ 188592 w 193956"/>
                    <a:gd name="connsiteY9" fmla="*/ 46064 h 214067"/>
                    <a:gd name="connsiteX10" fmla="*/ 193838 w 193956"/>
                    <a:gd name="connsiteY10" fmla="*/ 71420 h 214067"/>
                    <a:gd name="connsiteX11" fmla="*/ 173729 w 193956"/>
                    <a:gd name="connsiteY11" fmla="*/ 129127 h 21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956" h="214067">
                      <a:moveTo>
                        <a:pt x="156241" y="148363"/>
                      </a:moveTo>
                      <a:cubicBezTo>
                        <a:pt x="147577" y="163410"/>
                        <a:pt x="137320" y="177487"/>
                        <a:pt x="125639" y="190331"/>
                      </a:cubicBezTo>
                      <a:cubicBezTo>
                        <a:pt x="115873" y="202178"/>
                        <a:pt x="102259" y="210222"/>
                        <a:pt x="87168" y="213064"/>
                      </a:cubicBezTo>
                      <a:cubicBezTo>
                        <a:pt x="71937" y="215529"/>
                        <a:pt x="56321" y="213081"/>
                        <a:pt x="42577" y="206069"/>
                      </a:cubicBezTo>
                      <a:cubicBezTo>
                        <a:pt x="29365" y="198847"/>
                        <a:pt x="17990" y="188670"/>
                        <a:pt x="9351" y="176342"/>
                      </a:cubicBezTo>
                      <a:cubicBezTo>
                        <a:pt x="713" y="162867"/>
                        <a:pt x="-2120" y="146473"/>
                        <a:pt x="1482" y="130875"/>
                      </a:cubicBezTo>
                      <a:cubicBezTo>
                        <a:pt x="10068" y="98586"/>
                        <a:pt x="25920" y="68674"/>
                        <a:pt x="47823" y="43441"/>
                      </a:cubicBezTo>
                      <a:cubicBezTo>
                        <a:pt x="54126" y="34986"/>
                        <a:pt x="61147" y="27091"/>
                        <a:pt x="68807" y="19834"/>
                      </a:cubicBezTo>
                      <a:cubicBezTo>
                        <a:pt x="92222" y="-3765"/>
                        <a:pt x="129364" y="-6738"/>
                        <a:pt x="156241" y="12839"/>
                      </a:cubicBezTo>
                      <a:cubicBezTo>
                        <a:pt x="169820" y="20804"/>
                        <a:pt x="180994" y="32284"/>
                        <a:pt x="188592" y="46064"/>
                      </a:cubicBezTo>
                      <a:cubicBezTo>
                        <a:pt x="192509" y="53924"/>
                        <a:pt x="194310" y="62659"/>
                        <a:pt x="193838" y="71420"/>
                      </a:cubicBezTo>
                      <a:cubicBezTo>
                        <a:pt x="192081" y="92037"/>
                        <a:pt x="185165" y="111884"/>
                        <a:pt x="173729" y="129127"/>
                      </a:cubicBezTo>
                      <a:close/>
                    </a:path>
                  </a:pathLst>
                </a:custGeom>
                <a:solidFill>
                  <a:srgbClr val="FBFBFC"/>
                </a:solidFill>
                <a:ln w="87213" cap="flat">
                  <a:noFill/>
                  <a:prstDash val="solid"/>
                  <a:miter/>
                </a:ln>
              </p:spPr>
              <p:txBody>
                <a:bodyPr rtlCol="0" anchor="ctr"/>
                <a:lstStyle/>
                <a:p>
                  <a:endParaRPr lang="en-IN" dirty="0"/>
                </a:p>
              </p:txBody>
            </p:sp>
            <p:sp>
              <p:nvSpPr>
                <p:cNvPr id="2603" name="Freeform: Shape 2602">
                  <a:extLst>
                    <a:ext uri="{FF2B5EF4-FFF2-40B4-BE49-F238E27FC236}">
                      <a16:creationId xmlns:a16="http://schemas.microsoft.com/office/drawing/2014/main" id="{3B2E1C58-D334-3A21-3CAA-C67E7AA2DF88}"/>
                    </a:ext>
                  </a:extLst>
                </p:cNvPr>
                <p:cNvSpPr/>
                <p:nvPr/>
              </p:nvSpPr>
              <p:spPr>
                <a:xfrm>
                  <a:off x="2988056" y="4353025"/>
                  <a:ext cx="93473" cy="175743"/>
                </a:xfrm>
                <a:custGeom>
                  <a:avLst/>
                  <a:gdLst>
                    <a:gd name="connsiteX0" fmla="*/ 74275 w 93473"/>
                    <a:gd name="connsiteY0" fmla="*/ -70 h 175743"/>
                    <a:gd name="connsiteX1" fmla="*/ 92636 w 93473"/>
                    <a:gd name="connsiteY1" fmla="*/ 52391 h 175743"/>
                    <a:gd name="connsiteX2" fmla="*/ 45422 w 93473"/>
                    <a:gd name="connsiteY2" fmla="*/ 139826 h 175743"/>
                    <a:gd name="connsiteX3" fmla="*/ 20065 w 93473"/>
                    <a:gd name="connsiteY3" fmla="*/ 166056 h 175743"/>
                    <a:gd name="connsiteX4" fmla="*/ -44 w 93473"/>
                    <a:gd name="connsiteY4" fmla="*/ 175674 h 175743"/>
                    <a:gd name="connsiteX5" fmla="*/ 14820 w 93473"/>
                    <a:gd name="connsiteY5" fmla="*/ 165182 h 175743"/>
                    <a:gd name="connsiteX6" fmla="*/ 49794 w 93473"/>
                    <a:gd name="connsiteY6" fmla="*/ 126711 h 175743"/>
                    <a:gd name="connsiteX7" fmla="*/ 64657 w 93473"/>
                    <a:gd name="connsiteY7" fmla="*/ 103977 h 175743"/>
                    <a:gd name="connsiteX8" fmla="*/ 85641 w 93473"/>
                    <a:gd name="connsiteY8" fmla="*/ 55889 h 175743"/>
                    <a:gd name="connsiteX9" fmla="*/ 76898 w 93473"/>
                    <a:gd name="connsiteY9" fmla="*/ 14794 h 175743"/>
                    <a:gd name="connsiteX10" fmla="*/ 71652 w 93473"/>
                    <a:gd name="connsiteY10" fmla="*/ 3427 h 175743"/>
                    <a:gd name="connsiteX11" fmla="*/ 74275 w 93473"/>
                    <a:gd name="connsiteY11" fmla="*/ -70 h 17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473" h="175743">
                      <a:moveTo>
                        <a:pt x="74275" y="-70"/>
                      </a:moveTo>
                      <a:cubicBezTo>
                        <a:pt x="88973" y="13124"/>
                        <a:pt x="95898" y="32911"/>
                        <a:pt x="92636" y="52391"/>
                      </a:cubicBezTo>
                      <a:cubicBezTo>
                        <a:pt x="82616" y="84279"/>
                        <a:pt x="66590" y="113953"/>
                        <a:pt x="45422" y="139826"/>
                      </a:cubicBezTo>
                      <a:cubicBezTo>
                        <a:pt x="39065" y="150379"/>
                        <a:pt x="30392" y="159350"/>
                        <a:pt x="20065" y="166056"/>
                      </a:cubicBezTo>
                      <a:cubicBezTo>
                        <a:pt x="14006" y="170462"/>
                        <a:pt x="7186" y="173724"/>
                        <a:pt x="-44" y="175674"/>
                      </a:cubicBezTo>
                      <a:cubicBezTo>
                        <a:pt x="4476" y="171599"/>
                        <a:pt x="9468" y="168076"/>
                        <a:pt x="14820" y="165182"/>
                      </a:cubicBezTo>
                      <a:cubicBezTo>
                        <a:pt x="28879" y="154768"/>
                        <a:pt x="40761" y="141697"/>
                        <a:pt x="49794" y="126711"/>
                      </a:cubicBezTo>
                      <a:cubicBezTo>
                        <a:pt x="55546" y="119690"/>
                        <a:pt x="60531" y="112065"/>
                        <a:pt x="64657" y="103977"/>
                      </a:cubicBezTo>
                      <a:cubicBezTo>
                        <a:pt x="72902" y="88519"/>
                        <a:pt x="79915" y="72439"/>
                        <a:pt x="85641" y="55889"/>
                      </a:cubicBezTo>
                      <a:cubicBezTo>
                        <a:pt x="88579" y="41567"/>
                        <a:pt x="85406" y="26676"/>
                        <a:pt x="76898" y="14794"/>
                      </a:cubicBezTo>
                      <a:cubicBezTo>
                        <a:pt x="74633" y="11262"/>
                        <a:pt x="72868" y="7441"/>
                        <a:pt x="71652" y="3427"/>
                      </a:cubicBezTo>
                      <a:lnTo>
                        <a:pt x="74275" y="-70"/>
                      </a:lnTo>
                      <a:close/>
                    </a:path>
                  </a:pathLst>
                </a:custGeom>
                <a:solidFill>
                  <a:srgbClr val="F9F9FA"/>
                </a:solidFill>
                <a:ln w="87213" cap="flat">
                  <a:noFill/>
                  <a:prstDash val="solid"/>
                  <a:miter/>
                </a:ln>
              </p:spPr>
              <p:txBody>
                <a:bodyPr rtlCol="0" anchor="ctr"/>
                <a:lstStyle/>
                <a:p>
                  <a:endParaRPr lang="en-IN" dirty="0"/>
                </a:p>
              </p:txBody>
            </p:sp>
            <p:sp>
              <p:nvSpPr>
                <p:cNvPr id="2604" name="Freeform: Shape 2603">
                  <a:extLst>
                    <a:ext uri="{FF2B5EF4-FFF2-40B4-BE49-F238E27FC236}">
                      <a16:creationId xmlns:a16="http://schemas.microsoft.com/office/drawing/2014/main" id="{92AC1E8A-F219-E74C-F3C1-3262B9DBD830}"/>
                    </a:ext>
                  </a:extLst>
                </p:cNvPr>
                <p:cNvSpPr/>
                <p:nvPr/>
              </p:nvSpPr>
              <p:spPr>
                <a:xfrm>
                  <a:off x="2912245" y="4329746"/>
                  <a:ext cx="150129" cy="125578"/>
                </a:xfrm>
                <a:custGeom>
                  <a:avLst/>
                  <a:gdLst>
                    <a:gd name="connsiteX0" fmla="*/ 150085 w 150129"/>
                    <a:gd name="connsiteY0" fmla="*/ 23209 h 125578"/>
                    <a:gd name="connsiteX1" fmla="*/ 150085 w 150129"/>
                    <a:gd name="connsiteY1" fmla="*/ 23209 h 125578"/>
                    <a:gd name="connsiteX2" fmla="*/ 142217 w 150129"/>
                    <a:gd name="connsiteY2" fmla="*/ 23209 h 125578"/>
                    <a:gd name="connsiteX3" fmla="*/ 80137 w 150129"/>
                    <a:gd name="connsiteY3" fmla="*/ 12717 h 125578"/>
                    <a:gd name="connsiteX4" fmla="*/ 41667 w 150129"/>
                    <a:gd name="connsiteY4" fmla="*/ 46817 h 125578"/>
                    <a:gd name="connsiteX5" fmla="*/ 6693 w 150129"/>
                    <a:gd name="connsiteY5" fmla="*/ 102775 h 125578"/>
                    <a:gd name="connsiteX6" fmla="*/ 572 w 150129"/>
                    <a:gd name="connsiteY6" fmla="*/ 116764 h 125578"/>
                    <a:gd name="connsiteX7" fmla="*/ 572 w 150129"/>
                    <a:gd name="connsiteY7" fmla="*/ 125508 h 125578"/>
                    <a:gd name="connsiteX8" fmla="*/ 572 w 150129"/>
                    <a:gd name="connsiteY8" fmla="*/ 125508 h 125578"/>
                    <a:gd name="connsiteX9" fmla="*/ 572 w 150129"/>
                    <a:gd name="connsiteY9" fmla="*/ 125508 h 125578"/>
                    <a:gd name="connsiteX10" fmla="*/ 7567 w 150129"/>
                    <a:gd name="connsiteY10" fmla="*/ 99277 h 125578"/>
                    <a:gd name="connsiteX11" fmla="*/ 41667 w 150129"/>
                    <a:gd name="connsiteY11" fmla="*/ 42445 h 125578"/>
                    <a:gd name="connsiteX12" fmla="*/ 81012 w 150129"/>
                    <a:gd name="connsiteY12" fmla="*/ 4848 h 125578"/>
                    <a:gd name="connsiteX13" fmla="*/ 129101 w 150129"/>
                    <a:gd name="connsiteY13" fmla="*/ 4848 h 125578"/>
                    <a:gd name="connsiteX14" fmla="*/ 150085 w 150129"/>
                    <a:gd name="connsiteY14" fmla="*/ 23209 h 12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129" h="125577">
                      <a:moveTo>
                        <a:pt x="150085" y="23209"/>
                      </a:moveTo>
                      <a:lnTo>
                        <a:pt x="150085" y="23209"/>
                      </a:lnTo>
                      <a:cubicBezTo>
                        <a:pt x="150085" y="23209"/>
                        <a:pt x="143965" y="23209"/>
                        <a:pt x="142217" y="23209"/>
                      </a:cubicBezTo>
                      <a:cubicBezTo>
                        <a:pt x="124598" y="9508"/>
                        <a:pt x="101280" y="5565"/>
                        <a:pt x="80137" y="12717"/>
                      </a:cubicBezTo>
                      <a:cubicBezTo>
                        <a:pt x="64845" y="20945"/>
                        <a:pt x="51669" y="32618"/>
                        <a:pt x="41667" y="46817"/>
                      </a:cubicBezTo>
                      <a:cubicBezTo>
                        <a:pt x="28376" y="64400"/>
                        <a:pt x="16677" y="83128"/>
                        <a:pt x="6693" y="102775"/>
                      </a:cubicBezTo>
                      <a:cubicBezTo>
                        <a:pt x="4288" y="107269"/>
                        <a:pt x="2242" y="111947"/>
                        <a:pt x="572" y="116764"/>
                      </a:cubicBezTo>
                      <a:cubicBezTo>
                        <a:pt x="-250" y="119624"/>
                        <a:pt x="-250" y="122649"/>
                        <a:pt x="572" y="125508"/>
                      </a:cubicBezTo>
                      <a:cubicBezTo>
                        <a:pt x="572" y="125508"/>
                        <a:pt x="572" y="125508"/>
                        <a:pt x="572" y="125508"/>
                      </a:cubicBezTo>
                      <a:lnTo>
                        <a:pt x="572" y="125508"/>
                      </a:lnTo>
                      <a:cubicBezTo>
                        <a:pt x="572" y="115890"/>
                        <a:pt x="572" y="108021"/>
                        <a:pt x="7567" y="99277"/>
                      </a:cubicBezTo>
                      <a:cubicBezTo>
                        <a:pt x="16170" y="78809"/>
                        <a:pt x="27659" y="59669"/>
                        <a:pt x="41667" y="42445"/>
                      </a:cubicBezTo>
                      <a:cubicBezTo>
                        <a:pt x="51599" y="26951"/>
                        <a:pt x="65090" y="14064"/>
                        <a:pt x="81012" y="4848"/>
                      </a:cubicBezTo>
                      <a:cubicBezTo>
                        <a:pt x="96375" y="-1709"/>
                        <a:pt x="113738" y="-1709"/>
                        <a:pt x="129101" y="4848"/>
                      </a:cubicBezTo>
                      <a:cubicBezTo>
                        <a:pt x="137556" y="9071"/>
                        <a:pt x="144778" y="15393"/>
                        <a:pt x="150085" y="23209"/>
                      </a:cubicBezTo>
                      <a:close/>
                    </a:path>
                  </a:pathLst>
                </a:custGeom>
                <a:solidFill>
                  <a:srgbClr val="F9F9FA"/>
                </a:solidFill>
                <a:ln w="87213" cap="flat">
                  <a:noFill/>
                  <a:prstDash val="solid"/>
                  <a:miter/>
                </a:ln>
              </p:spPr>
              <p:txBody>
                <a:bodyPr rtlCol="0" anchor="ctr"/>
                <a:lstStyle/>
                <a:p>
                  <a:endParaRPr lang="en-IN" dirty="0"/>
                </a:p>
              </p:txBody>
            </p:sp>
            <p:sp>
              <p:nvSpPr>
                <p:cNvPr id="2605" name="Freeform: Shape 2604">
                  <a:extLst>
                    <a:ext uri="{FF2B5EF4-FFF2-40B4-BE49-F238E27FC236}">
                      <a16:creationId xmlns:a16="http://schemas.microsoft.com/office/drawing/2014/main" id="{9913C8C5-261B-972B-2AEF-23DE6D7BEF53}"/>
                    </a:ext>
                  </a:extLst>
                </p:cNvPr>
                <p:cNvSpPr/>
                <p:nvPr/>
              </p:nvSpPr>
              <p:spPr>
                <a:xfrm>
                  <a:off x="2901496" y="4457073"/>
                  <a:ext cx="84810" cy="74077"/>
                </a:xfrm>
                <a:custGeom>
                  <a:avLst/>
                  <a:gdLst>
                    <a:gd name="connsiteX0" fmla="*/ 3453 w 84810"/>
                    <a:gd name="connsiteY0" fmla="*/ -70 h 74077"/>
                    <a:gd name="connsiteX1" fmla="*/ 3453 w 84810"/>
                    <a:gd name="connsiteY1" fmla="*/ -70 h 74077"/>
                    <a:gd name="connsiteX2" fmla="*/ 3453 w 84810"/>
                    <a:gd name="connsiteY2" fmla="*/ 7799 h 74077"/>
                    <a:gd name="connsiteX3" fmla="*/ 39301 w 84810"/>
                    <a:gd name="connsiteY3" fmla="*/ 67255 h 74077"/>
                    <a:gd name="connsiteX4" fmla="*/ 75149 w 84810"/>
                    <a:gd name="connsiteY4" fmla="*/ 72501 h 74077"/>
                    <a:gd name="connsiteX5" fmla="*/ 84767 w 84810"/>
                    <a:gd name="connsiteY5" fmla="*/ 72501 h 74077"/>
                    <a:gd name="connsiteX6" fmla="*/ 84767 w 84810"/>
                    <a:gd name="connsiteY6" fmla="*/ 72501 h 74077"/>
                    <a:gd name="connsiteX7" fmla="*/ 37553 w 84810"/>
                    <a:gd name="connsiteY7" fmla="*/ 67255 h 74077"/>
                    <a:gd name="connsiteX8" fmla="*/ 14820 w 84810"/>
                    <a:gd name="connsiteY8" fmla="*/ 48893 h 74077"/>
                    <a:gd name="connsiteX9" fmla="*/ -44 w 84810"/>
                    <a:gd name="connsiteY9" fmla="*/ 10422 h 74077"/>
                    <a:gd name="connsiteX10" fmla="*/ 3453 w 84810"/>
                    <a:gd name="connsiteY10" fmla="*/ -70 h 74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10" h="74077">
                      <a:moveTo>
                        <a:pt x="3453" y="-70"/>
                      </a:moveTo>
                      <a:lnTo>
                        <a:pt x="3453" y="-70"/>
                      </a:lnTo>
                      <a:cubicBezTo>
                        <a:pt x="3453" y="-70"/>
                        <a:pt x="3453" y="5176"/>
                        <a:pt x="3453" y="7799"/>
                      </a:cubicBezTo>
                      <a:cubicBezTo>
                        <a:pt x="1110" y="33330"/>
                        <a:pt x="15633" y="57418"/>
                        <a:pt x="39301" y="67255"/>
                      </a:cubicBezTo>
                      <a:cubicBezTo>
                        <a:pt x="50082" y="73699"/>
                        <a:pt x="62978" y="75587"/>
                        <a:pt x="75149" y="72501"/>
                      </a:cubicBezTo>
                      <a:cubicBezTo>
                        <a:pt x="75149" y="72501"/>
                        <a:pt x="82144" y="72501"/>
                        <a:pt x="84767" y="72501"/>
                      </a:cubicBezTo>
                      <a:lnTo>
                        <a:pt x="84767" y="72501"/>
                      </a:lnTo>
                      <a:cubicBezTo>
                        <a:pt x="68862" y="75657"/>
                        <a:pt x="52372" y="73830"/>
                        <a:pt x="37553" y="67255"/>
                      </a:cubicBezTo>
                      <a:cubicBezTo>
                        <a:pt x="28057" y="63984"/>
                        <a:pt x="20013" y="57488"/>
                        <a:pt x="14820" y="48893"/>
                      </a:cubicBezTo>
                      <a:cubicBezTo>
                        <a:pt x="5744" y="38069"/>
                        <a:pt x="515" y="24534"/>
                        <a:pt x="-44" y="10422"/>
                      </a:cubicBezTo>
                      <a:cubicBezTo>
                        <a:pt x="795" y="6820"/>
                        <a:pt x="1966" y="3314"/>
                        <a:pt x="3453" y="-70"/>
                      </a:cubicBezTo>
                      <a:close/>
                    </a:path>
                  </a:pathLst>
                </a:custGeom>
                <a:solidFill>
                  <a:srgbClr val="F9F9FA"/>
                </a:solidFill>
                <a:ln w="87213" cap="flat">
                  <a:noFill/>
                  <a:prstDash val="solid"/>
                  <a:miter/>
                </a:ln>
              </p:spPr>
              <p:txBody>
                <a:bodyPr rtlCol="0" anchor="ctr"/>
                <a:lstStyle/>
                <a:p>
                  <a:endParaRPr lang="en-IN" dirty="0"/>
                </a:p>
              </p:txBody>
            </p:sp>
            <p:sp>
              <p:nvSpPr>
                <p:cNvPr id="2606" name="Freeform: Shape 2605">
                  <a:extLst>
                    <a:ext uri="{FF2B5EF4-FFF2-40B4-BE49-F238E27FC236}">
                      <a16:creationId xmlns:a16="http://schemas.microsoft.com/office/drawing/2014/main" id="{7F2F6D63-AD29-82E0-7DBF-B81E2318B558}"/>
                    </a:ext>
                  </a:extLst>
                </p:cNvPr>
                <p:cNvSpPr/>
                <p:nvPr/>
              </p:nvSpPr>
              <p:spPr>
                <a:xfrm>
                  <a:off x="2906261" y="4332331"/>
                  <a:ext cx="165731" cy="195643"/>
                </a:xfrm>
                <a:custGeom>
                  <a:avLst/>
                  <a:gdLst>
                    <a:gd name="connsiteX0" fmla="*/ 84373 w 165731"/>
                    <a:gd name="connsiteY0" fmla="*/ 195494 h 195643"/>
                    <a:gd name="connsiteX1" fmla="*/ 67761 w 165731"/>
                    <a:gd name="connsiteY1" fmla="*/ 195494 h 195643"/>
                    <a:gd name="connsiteX2" fmla="*/ 24918 w 165731"/>
                    <a:gd name="connsiteY2" fmla="*/ 180630 h 195643"/>
                    <a:gd name="connsiteX3" fmla="*/ 7431 w 165731"/>
                    <a:gd name="connsiteY3" fmla="*/ 161394 h 195643"/>
                    <a:gd name="connsiteX4" fmla="*/ 436 w 165731"/>
                    <a:gd name="connsiteY4" fmla="*/ 126421 h 195643"/>
                    <a:gd name="connsiteX5" fmla="*/ 436 w 165731"/>
                    <a:gd name="connsiteY5" fmla="*/ 119426 h 195643"/>
                    <a:gd name="connsiteX6" fmla="*/ 436 w 165731"/>
                    <a:gd name="connsiteY6" fmla="*/ 119426 h 195643"/>
                    <a:gd name="connsiteX7" fmla="*/ 436 w 165731"/>
                    <a:gd name="connsiteY7" fmla="*/ 110683 h 195643"/>
                    <a:gd name="connsiteX8" fmla="*/ 33661 w 165731"/>
                    <a:gd name="connsiteY8" fmla="*/ 52101 h 195643"/>
                    <a:gd name="connsiteX9" fmla="*/ 64263 w 165731"/>
                    <a:gd name="connsiteY9" fmla="*/ 14504 h 195643"/>
                    <a:gd name="connsiteX10" fmla="*/ 117598 w 165731"/>
                    <a:gd name="connsiteY10" fmla="*/ 1389 h 195643"/>
                    <a:gd name="connsiteX11" fmla="*/ 149075 w 165731"/>
                    <a:gd name="connsiteY11" fmla="*/ 18002 h 195643"/>
                    <a:gd name="connsiteX12" fmla="*/ 149075 w 165731"/>
                    <a:gd name="connsiteY12" fmla="*/ 18002 h 195643"/>
                    <a:gd name="connsiteX13" fmla="*/ 165688 w 165731"/>
                    <a:gd name="connsiteY13" fmla="*/ 64342 h 195643"/>
                    <a:gd name="connsiteX14" fmla="*/ 156070 w 165731"/>
                    <a:gd name="connsiteY14" fmla="*/ 94070 h 195643"/>
                    <a:gd name="connsiteX15" fmla="*/ 131588 w 165731"/>
                    <a:gd name="connsiteY15" fmla="*/ 138662 h 195643"/>
                    <a:gd name="connsiteX16" fmla="*/ 105358 w 165731"/>
                    <a:gd name="connsiteY16" fmla="*/ 171887 h 195643"/>
                    <a:gd name="connsiteX17" fmla="*/ 84373 w 165731"/>
                    <a:gd name="connsiteY17" fmla="*/ 187625 h 195643"/>
                    <a:gd name="connsiteX18" fmla="*/ 84373 w 165731"/>
                    <a:gd name="connsiteY18" fmla="*/ 195494 h 19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5731" h="195643">
                      <a:moveTo>
                        <a:pt x="84373" y="195494"/>
                      </a:moveTo>
                      <a:cubicBezTo>
                        <a:pt x="78865" y="194680"/>
                        <a:pt x="73269" y="194680"/>
                        <a:pt x="67761" y="195494"/>
                      </a:cubicBezTo>
                      <a:cubicBezTo>
                        <a:pt x="52092" y="196298"/>
                        <a:pt x="36722" y="190965"/>
                        <a:pt x="24918" y="180630"/>
                      </a:cubicBezTo>
                      <a:cubicBezTo>
                        <a:pt x="17774" y="175541"/>
                        <a:pt x="11811" y="168983"/>
                        <a:pt x="7431" y="161394"/>
                      </a:cubicBezTo>
                      <a:cubicBezTo>
                        <a:pt x="1284" y="150832"/>
                        <a:pt x="-1173" y="138530"/>
                        <a:pt x="436" y="126421"/>
                      </a:cubicBezTo>
                      <a:cubicBezTo>
                        <a:pt x="812" y="124103"/>
                        <a:pt x="812" y="121743"/>
                        <a:pt x="436" y="119426"/>
                      </a:cubicBezTo>
                      <a:lnTo>
                        <a:pt x="436" y="119426"/>
                      </a:lnTo>
                      <a:cubicBezTo>
                        <a:pt x="436" y="119426"/>
                        <a:pt x="436" y="114179"/>
                        <a:pt x="436" y="110683"/>
                      </a:cubicBezTo>
                      <a:cubicBezTo>
                        <a:pt x="9258" y="89961"/>
                        <a:pt x="20407" y="70305"/>
                        <a:pt x="33661" y="52101"/>
                      </a:cubicBezTo>
                      <a:cubicBezTo>
                        <a:pt x="42125" y="38252"/>
                        <a:pt x="52416" y="25599"/>
                        <a:pt x="64263" y="14504"/>
                      </a:cubicBezTo>
                      <a:cubicBezTo>
                        <a:pt x="79032" y="2080"/>
                        <a:pt x="98748" y="-2772"/>
                        <a:pt x="117598" y="1389"/>
                      </a:cubicBezTo>
                      <a:cubicBezTo>
                        <a:pt x="129804" y="2780"/>
                        <a:pt x="141040" y="8716"/>
                        <a:pt x="149075" y="18002"/>
                      </a:cubicBezTo>
                      <a:lnTo>
                        <a:pt x="149075" y="18002"/>
                      </a:lnTo>
                      <a:cubicBezTo>
                        <a:pt x="159655" y="31143"/>
                        <a:pt x="165504" y="47467"/>
                        <a:pt x="165688" y="64342"/>
                      </a:cubicBezTo>
                      <a:cubicBezTo>
                        <a:pt x="165032" y="74904"/>
                        <a:pt x="161727" y="85125"/>
                        <a:pt x="156070" y="94070"/>
                      </a:cubicBezTo>
                      <a:cubicBezTo>
                        <a:pt x="148769" y="109388"/>
                        <a:pt x="140602" y="124278"/>
                        <a:pt x="131588" y="138662"/>
                      </a:cubicBezTo>
                      <a:cubicBezTo>
                        <a:pt x="123824" y="150474"/>
                        <a:pt x="115045" y="161596"/>
                        <a:pt x="105358" y="171887"/>
                      </a:cubicBezTo>
                      <a:cubicBezTo>
                        <a:pt x="99071" y="178016"/>
                        <a:pt x="92024" y="183306"/>
                        <a:pt x="84373" y="187625"/>
                      </a:cubicBezTo>
                      <a:cubicBezTo>
                        <a:pt x="84373" y="187625"/>
                        <a:pt x="86122" y="192871"/>
                        <a:pt x="84373" y="195494"/>
                      </a:cubicBezTo>
                      <a:close/>
                    </a:path>
                  </a:pathLst>
                </a:custGeom>
                <a:solidFill>
                  <a:srgbClr val="F6F6F7"/>
                </a:solidFill>
                <a:ln w="87213" cap="flat">
                  <a:noFill/>
                  <a:prstDash val="solid"/>
                  <a:miter/>
                </a:ln>
              </p:spPr>
              <p:txBody>
                <a:bodyPr rtlCol="0" anchor="ctr"/>
                <a:lstStyle/>
                <a:p>
                  <a:endParaRPr lang="en-IN" dirty="0"/>
                </a:p>
              </p:txBody>
            </p:sp>
            <p:sp>
              <p:nvSpPr>
                <p:cNvPr id="2607" name="Freeform: Shape 2606">
                  <a:extLst>
                    <a:ext uri="{FF2B5EF4-FFF2-40B4-BE49-F238E27FC236}">
                      <a16:creationId xmlns:a16="http://schemas.microsoft.com/office/drawing/2014/main" id="{BF115D54-84B0-D5BE-0529-2CA5D20C42A4}"/>
                    </a:ext>
                  </a:extLst>
                </p:cNvPr>
                <p:cNvSpPr/>
                <p:nvPr/>
              </p:nvSpPr>
              <p:spPr>
                <a:xfrm>
                  <a:off x="2907165" y="4444832"/>
                  <a:ext cx="1324" cy="8743"/>
                </a:xfrm>
                <a:custGeom>
                  <a:avLst/>
                  <a:gdLst>
                    <a:gd name="connsiteX0" fmla="*/ 1280 w 1324"/>
                    <a:gd name="connsiteY0" fmla="*/ -70 h 8743"/>
                    <a:gd name="connsiteX1" fmla="*/ 1280 w 1324"/>
                    <a:gd name="connsiteY1" fmla="*/ 8673 h 8743"/>
                    <a:gd name="connsiteX2" fmla="*/ 1280 w 1324"/>
                    <a:gd name="connsiteY2" fmla="*/ -70 h 8743"/>
                  </a:gdLst>
                  <a:ahLst/>
                  <a:cxnLst>
                    <a:cxn ang="0">
                      <a:pos x="connsiteX0" y="connsiteY0"/>
                    </a:cxn>
                    <a:cxn ang="0">
                      <a:pos x="connsiteX1" y="connsiteY1"/>
                    </a:cxn>
                    <a:cxn ang="0">
                      <a:pos x="connsiteX2" y="connsiteY2"/>
                    </a:cxn>
                  </a:cxnLst>
                  <a:rect l="l" t="t" r="r" b="b"/>
                  <a:pathLst>
                    <a:path w="1324" h="8743">
                      <a:moveTo>
                        <a:pt x="1280" y="-70"/>
                      </a:moveTo>
                      <a:cubicBezTo>
                        <a:pt x="1280" y="-70"/>
                        <a:pt x="1280" y="6050"/>
                        <a:pt x="1280" y="8673"/>
                      </a:cubicBezTo>
                      <a:cubicBezTo>
                        <a:pt x="-486" y="6024"/>
                        <a:pt x="-486" y="2580"/>
                        <a:pt x="1280" y="-70"/>
                      </a:cubicBezTo>
                      <a:close/>
                    </a:path>
                  </a:pathLst>
                </a:custGeom>
                <a:solidFill>
                  <a:srgbClr val="F9F9FA"/>
                </a:solidFill>
                <a:ln w="87213" cap="flat">
                  <a:noFill/>
                  <a:prstDash val="solid"/>
                  <a:miter/>
                </a:ln>
              </p:spPr>
              <p:txBody>
                <a:bodyPr rtlCol="0" anchor="ctr"/>
                <a:lstStyle/>
                <a:p>
                  <a:endParaRPr lang="en-IN" dirty="0"/>
                </a:p>
              </p:txBody>
            </p:sp>
            <p:sp>
              <p:nvSpPr>
                <p:cNvPr id="2608" name="Freeform: Shape 2607">
                  <a:extLst>
                    <a:ext uri="{FF2B5EF4-FFF2-40B4-BE49-F238E27FC236}">
                      <a16:creationId xmlns:a16="http://schemas.microsoft.com/office/drawing/2014/main" id="{0D4F2273-C9B2-FBE7-9EB3-EAF569D9A15C}"/>
                    </a:ext>
                  </a:extLst>
                </p:cNvPr>
                <p:cNvSpPr/>
                <p:nvPr/>
              </p:nvSpPr>
              <p:spPr>
                <a:xfrm>
                  <a:off x="2910690" y="4339036"/>
                  <a:ext cx="162715" cy="186567"/>
                </a:xfrm>
                <a:custGeom>
                  <a:avLst/>
                  <a:gdLst>
                    <a:gd name="connsiteX0" fmla="*/ 114919 w 162715"/>
                    <a:gd name="connsiteY0" fmla="*/ 805 h 186567"/>
                    <a:gd name="connsiteX1" fmla="*/ 150767 w 162715"/>
                    <a:gd name="connsiteY1" fmla="*/ 23537 h 186567"/>
                    <a:gd name="connsiteX2" fmla="*/ 161259 w 162715"/>
                    <a:gd name="connsiteY2" fmla="*/ 72501 h 186567"/>
                    <a:gd name="connsiteX3" fmla="*/ 154264 w 162715"/>
                    <a:gd name="connsiteY3" fmla="*/ 90862 h 186567"/>
                    <a:gd name="connsiteX4" fmla="*/ 127159 w 162715"/>
                    <a:gd name="connsiteY4" fmla="*/ 136328 h 186567"/>
                    <a:gd name="connsiteX5" fmla="*/ 92185 w 162715"/>
                    <a:gd name="connsiteY5" fmla="*/ 176548 h 186567"/>
                    <a:gd name="connsiteX6" fmla="*/ 63332 w 162715"/>
                    <a:gd name="connsiteY6" fmla="*/ 186165 h 186567"/>
                    <a:gd name="connsiteX7" fmla="*/ 13494 w 162715"/>
                    <a:gd name="connsiteY7" fmla="*/ 163433 h 186567"/>
                    <a:gd name="connsiteX8" fmla="*/ 5625 w 162715"/>
                    <a:gd name="connsiteY8" fmla="*/ 101354 h 186567"/>
                    <a:gd name="connsiteX9" fmla="*/ 30982 w 162715"/>
                    <a:gd name="connsiteY9" fmla="*/ 52391 h 186567"/>
                    <a:gd name="connsiteX10" fmla="*/ 59834 w 162715"/>
                    <a:gd name="connsiteY10" fmla="*/ 15668 h 186567"/>
                    <a:gd name="connsiteX11" fmla="*/ 67704 w 162715"/>
                    <a:gd name="connsiteY11" fmla="*/ 15668 h 186567"/>
                    <a:gd name="connsiteX12" fmla="*/ 67704 w 162715"/>
                    <a:gd name="connsiteY12" fmla="*/ 15668 h 186567"/>
                    <a:gd name="connsiteX13" fmla="*/ 67704 w 162715"/>
                    <a:gd name="connsiteY13" fmla="*/ 15668 h 186567"/>
                    <a:gd name="connsiteX14" fmla="*/ 67704 w 162715"/>
                    <a:gd name="connsiteY14" fmla="*/ 15668 h 186567"/>
                    <a:gd name="connsiteX15" fmla="*/ 62458 w 162715"/>
                    <a:gd name="connsiteY15" fmla="*/ 15668 h 186567"/>
                    <a:gd name="connsiteX16" fmla="*/ 54589 w 162715"/>
                    <a:gd name="connsiteY16" fmla="*/ 24412 h 186567"/>
                    <a:gd name="connsiteX17" fmla="*/ 46720 w 162715"/>
                    <a:gd name="connsiteY17" fmla="*/ 35778 h 186567"/>
                    <a:gd name="connsiteX18" fmla="*/ 32730 w 162715"/>
                    <a:gd name="connsiteY18" fmla="*/ 57636 h 186567"/>
                    <a:gd name="connsiteX19" fmla="*/ 10871 w 162715"/>
                    <a:gd name="connsiteY19" fmla="*/ 105726 h 186567"/>
                    <a:gd name="connsiteX20" fmla="*/ 10871 w 162715"/>
                    <a:gd name="connsiteY20" fmla="*/ 117092 h 186567"/>
                    <a:gd name="connsiteX21" fmla="*/ 23112 w 162715"/>
                    <a:gd name="connsiteY21" fmla="*/ 156438 h 186567"/>
                    <a:gd name="connsiteX22" fmla="*/ 23112 w 162715"/>
                    <a:gd name="connsiteY22" fmla="*/ 156438 h 186567"/>
                    <a:gd name="connsiteX23" fmla="*/ 45845 w 162715"/>
                    <a:gd name="connsiteY23" fmla="*/ 170427 h 186567"/>
                    <a:gd name="connsiteX24" fmla="*/ 108798 w 162715"/>
                    <a:gd name="connsiteY24" fmla="*/ 146820 h 186567"/>
                    <a:gd name="connsiteX25" fmla="*/ 138526 w 162715"/>
                    <a:gd name="connsiteY25" fmla="*/ 104851 h 186567"/>
                    <a:gd name="connsiteX26" fmla="*/ 158636 w 162715"/>
                    <a:gd name="connsiteY26" fmla="*/ 52391 h 186567"/>
                    <a:gd name="connsiteX27" fmla="*/ 151641 w 162715"/>
                    <a:gd name="connsiteY27" fmla="*/ 21789 h 186567"/>
                    <a:gd name="connsiteX28" fmla="*/ 143772 w 162715"/>
                    <a:gd name="connsiteY28" fmla="*/ 12171 h 186567"/>
                    <a:gd name="connsiteX29" fmla="*/ 125410 w 162715"/>
                    <a:gd name="connsiteY29" fmla="*/ -70 h 186567"/>
                    <a:gd name="connsiteX30" fmla="*/ 125410 w 162715"/>
                    <a:gd name="connsiteY30" fmla="*/ -70 h 186567"/>
                    <a:gd name="connsiteX31" fmla="*/ 119290 w 162715"/>
                    <a:gd name="connsiteY31" fmla="*/ -70 h 18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2715" h="186567">
                      <a:moveTo>
                        <a:pt x="114919" y="805"/>
                      </a:moveTo>
                      <a:cubicBezTo>
                        <a:pt x="129503" y="3095"/>
                        <a:pt x="142478" y="11323"/>
                        <a:pt x="150767" y="23537"/>
                      </a:cubicBezTo>
                      <a:cubicBezTo>
                        <a:pt x="161189" y="37570"/>
                        <a:pt x="165019" y="55433"/>
                        <a:pt x="161259" y="72501"/>
                      </a:cubicBezTo>
                      <a:cubicBezTo>
                        <a:pt x="159991" y="78979"/>
                        <a:pt x="157630" y="85187"/>
                        <a:pt x="154264" y="90862"/>
                      </a:cubicBezTo>
                      <a:cubicBezTo>
                        <a:pt x="144646" y="105726"/>
                        <a:pt x="137652" y="122339"/>
                        <a:pt x="127159" y="136328"/>
                      </a:cubicBezTo>
                      <a:cubicBezTo>
                        <a:pt x="116965" y="150938"/>
                        <a:pt x="105239" y="164421"/>
                        <a:pt x="92185" y="176548"/>
                      </a:cubicBezTo>
                      <a:cubicBezTo>
                        <a:pt x="83757" y="182581"/>
                        <a:pt x="73702" y="185929"/>
                        <a:pt x="63332" y="186165"/>
                      </a:cubicBezTo>
                      <a:cubicBezTo>
                        <a:pt x="43799" y="188351"/>
                        <a:pt x="24651" y="179617"/>
                        <a:pt x="13494" y="163433"/>
                      </a:cubicBezTo>
                      <a:cubicBezTo>
                        <a:pt x="-1090" y="146077"/>
                        <a:pt x="-4176" y="121796"/>
                        <a:pt x="5625" y="101354"/>
                      </a:cubicBezTo>
                      <a:cubicBezTo>
                        <a:pt x="11431" y="83797"/>
                        <a:pt x="19991" y="67263"/>
                        <a:pt x="30982" y="52391"/>
                      </a:cubicBezTo>
                      <a:cubicBezTo>
                        <a:pt x="39620" y="39407"/>
                        <a:pt x="49264" y="27131"/>
                        <a:pt x="59834" y="15668"/>
                      </a:cubicBezTo>
                      <a:cubicBezTo>
                        <a:pt x="59834" y="15668"/>
                        <a:pt x="59834" y="10422"/>
                        <a:pt x="67704" y="15668"/>
                      </a:cubicBezTo>
                      <a:lnTo>
                        <a:pt x="67704" y="15668"/>
                      </a:lnTo>
                      <a:lnTo>
                        <a:pt x="67704" y="15668"/>
                      </a:lnTo>
                      <a:lnTo>
                        <a:pt x="67704" y="15668"/>
                      </a:lnTo>
                      <a:cubicBezTo>
                        <a:pt x="65982" y="15257"/>
                        <a:pt x="64180" y="15257"/>
                        <a:pt x="62458" y="15668"/>
                      </a:cubicBezTo>
                      <a:lnTo>
                        <a:pt x="54589" y="24412"/>
                      </a:lnTo>
                      <a:cubicBezTo>
                        <a:pt x="51668" y="27988"/>
                        <a:pt x="49037" y="31791"/>
                        <a:pt x="46720" y="35778"/>
                      </a:cubicBezTo>
                      <a:cubicBezTo>
                        <a:pt x="46720" y="43647"/>
                        <a:pt x="37102" y="50642"/>
                        <a:pt x="32730" y="57636"/>
                      </a:cubicBezTo>
                      <a:cubicBezTo>
                        <a:pt x="23331" y="72623"/>
                        <a:pt x="15986" y="88789"/>
                        <a:pt x="10871" y="105726"/>
                      </a:cubicBezTo>
                      <a:cubicBezTo>
                        <a:pt x="10871" y="105726"/>
                        <a:pt x="10871" y="112721"/>
                        <a:pt x="10871" y="117092"/>
                      </a:cubicBezTo>
                      <a:cubicBezTo>
                        <a:pt x="9516" y="131318"/>
                        <a:pt x="13923" y="145491"/>
                        <a:pt x="23112" y="156438"/>
                      </a:cubicBezTo>
                      <a:lnTo>
                        <a:pt x="23112" y="156438"/>
                      </a:lnTo>
                      <a:cubicBezTo>
                        <a:pt x="30020" y="162112"/>
                        <a:pt x="37670" y="166816"/>
                        <a:pt x="45845" y="170427"/>
                      </a:cubicBezTo>
                      <a:cubicBezTo>
                        <a:pt x="69732" y="177143"/>
                        <a:pt x="95219" y="167585"/>
                        <a:pt x="108798" y="146820"/>
                      </a:cubicBezTo>
                      <a:cubicBezTo>
                        <a:pt x="119491" y="133399"/>
                        <a:pt x="129416" y="119392"/>
                        <a:pt x="138526" y="104851"/>
                      </a:cubicBezTo>
                      <a:cubicBezTo>
                        <a:pt x="149385" y="89253"/>
                        <a:pt x="156284" y="71250"/>
                        <a:pt x="158636" y="52391"/>
                      </a:cubicBezTo>
                      <a:cubicBezTo>
                        <a:pt x="159790" y="41697"/>
                        <a:pt x="157333" y="30917"/>
                        <a:pt x="151641" y="21789"/>
                      </a:cubicBezTo>
                      <a:cubicBezTo>
                        <a:pt x="148756" y="18807"/>
                        <a:pt x="146133" y="15590"/>
                        <a:pt x="143772" y="12171"/>
                      </a:cubicBezTo>
                      <a:cubicBezTo>
                        <a:pt x="138587" y="6838"/>
                        <a:pt x="132327" y="2666"/>
                        <a:pt x="125410" y="-70"/>
                      </a:cubicBezTo>
                      <a:lnTo>
                        <a:pt x="125410" y="-70"/>
                      </a:lnTo>
                      <a:cubicBezTo>
                        <a:pt x="123409" y="490"/>
                        <a:pt x="121293" y="490"/>
                        <a:pt x="119290" y="-70"/>
                      </a:cubicBezTo>
                      <a:close/>
                    </a:path>
                  </a:pathLst>
                </a:custGeom>
                <a:solidFill>
                  <a:srgbClr val="F1F1F3"/>
                </a:solidFill>
                <a:ln w="87213" cap="flat">
                  <a:noFill/>
                  <a:prstDash val="solid"/>
                  <a:miter/>
                </a:ln>
              </p:spPr>
              <p:txBody>
                <a:bodyPr rtlCol="0" anchor="ctr"/>
                <a:lstStyle/>
                <a:p>
                  <a:endParaRPr lang="en-IN" dirty="0"/>
                </a:p>
              </p:txBody>
            </p:sp>
            <p:sp>
              <p:nvSpPr>
                <p:cNvPr id="2609" name="Freeform: Shape 2608">
                  <a:extLst>
                    <a:ext uri="{FF2B5EF4-FFF2-40B4-BE49-F238E27FC236}">
                      <a16:creationId xmlns:a16="http://schemas.microsoft.com/office/drawing/2014/main" id="{10BD8F42-3E3C-69DE-64DC-A825E0740698}"/>
                    </a:ext>
                  </a:extLst>
                </p:cNvPr>
                <p:cNvSpPr/>
                <p:nvPr/>
              </p:nvSpPr>
              <p:spPr>
                <a:xfrm>
                  <a:off x="2998547" y="4338387"/>
                  <a:ext cx="27105" cy="3271"/>
                </a:xfrm>
                <a:custGeom>
                  <a:avLst/>
                  <a:gdLst>
                    <a:gd name="connsiteX0" fmla="*/ -44 w 27105"/>
                    <a:gd name="connsiteY0" fmla="*/ 3202 h 3271"/>
                    <a:gd name="connsiteX1" fmla="*/ 27061 w 27105"/>
                    <a:gd name="connsiteY1" fmla="*/ 3202 h 3271"/>
                    <a:gd name="connsiteX2" fmla="*/ 27061 w 27105"/>
                    <a:gd name="connsiteY2" fmla="*/ 3202 h 3271"/>
                    <a:gd name="connsiteX3" fmla="*/ 27061 w 27105"/>
                    <a:gd name="connsiteY3" fmla="*/ 3202 h 3271"/>
                    <a:gd name="connsiteX4" fmla="*/ 5202 w 27105"/>
                    <a:gd name="connsiteY4" fmla="*/ 3202 h 3271"/>
                    <a:gd name="connsiteX5" fmla="*/ -44 w 27105"/>
                    <a:gd name="connsiteY5" fmla="*/ 3202 h 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05" h="3271">
                      <a:moveTo>
                        <a:pt x="-44" y="3202"/>
                      </a:moveTo>
                      <a:cubicBezTo>
                        <a:pt x="8464" y="-1161"/>
                        <a:pt x="18553" y="-1161"/>
                        <a:pt x="27061" y="3202"/>
                      </a:cubicBezTo>
                      <a:lnTo>
                        <a:pt x="27061" y="3202"/>
                      </a:lnTo>
                      <a:cubicBezTo>
                        <a:pt x="27061" y="3202"/>
                        <a:pt x="27061" y="3202"/>
                        <a:pt x="27061" y="3202"/>
                      </a:cubicBezTo>
                      <a:lnTo>
                        <a:pt x="5202" y="3202"/>
                      </a:lnTo>
                      <a:lnTo>
                        <a:pt x="-44" y="3202"/>
                      </a:lnTo>
                      <a:close/>
                    </a:path>
                  </a:pathLst>
                </a:custGeom>
                <a:solidFill>
                  <a:srgbClr val="F1F1F3"/>
                </a:solidFill>
                <a:ln w="87213" cap="flat">
                  <a:noFill/>
                  <a:prstDash val="solid"/>
                  <a:miter/>
                </a:ln>
              </p:spPr>
              <p:txBody>
                <a:bodyPr rtlCol="0" anchor="ctr"/>
                <a:lstStyle/>
                <a:p>
                  <a:endParaRPr lang="en-IN" dirty="0"/>
                </a:p>
              </p:txBody>
            </p:sp>
            <p:sp>
              <p:nvSpPr>
                <p:cNvPr id="2610" name="Freeform: Shape 2609">
                  <a:extLst>
                    <a:ext uri="{FF2B5EF4-FFF2-40B4-BE49-F238E27FC236}">
                      <a16:creationId xmlns:a16="http://schemas.microsoft.com/office/drawing/2014/main" id="{3C7D8DB3-11E3-CA68-BCDE-684976C2E15E}"/>
                    </a:ext>
                  </a:extLst>
                </p:cNvPr>
                <p:cNvSpPr/>
                <p:nvPr/>
              </p:nvSpPr>
              <p:spPr>
                <a:xfrm>
                  <a:off x="2988056" y="4341583"/>
                  <a:ext cx="10491" cy="6196"/>
                </a:xfrm>
                <a:custGeom>
                  <a:avLst/>
                  <a:gdLst>
                    <a:gd name="connsiteX0" fmla="*/ 10448 w 10491"/>
                    <a:gd name="connsiteY0" fmla="*/ 6 h 6196"/>
                    <a:gd name="connsiteX1" fmla="*/ 10448 w 10491"/>
                    <a:gd name="connsiteY1" fmla="*/ 6 h 6196"/>
                    <a:gd name="connsiteX2" fmla="*/ -44 w 10491"/>
                    <a:gd name="connsiteY2" fmla="*/ 6126 h 6196"/>
                    <a:gd name="connsiteX3" fmla="*/ -44 w 10491"/>
                    <a:gd name="connsiteY3" fmla="*/ 6126 h 6196"/>
                    <a:gd name="connsiteX4" fmla="*/ -44 w 10491"/>
                    <a:gd name="connsiteY4" fmla="*/ 6126 h 6196"/>
                    <a:gd name="connsiteX5" fmla="*/ -44 w 10491"/>
                    <a:gd name="connsiteY5" fmla="*/ 6126 h 6196"/>
                    <a:gd name="connsiteX6" fmla="*/ 10448 w 10491"/>
                    <a:gd name="connsiteY6" fmla="*/ 6 h 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91" h="6196">
                      <a:moveTo>
                        <a:pt x="10448" y="6"/>
                      </a:moveTo>
                      <a:lnTo>
                        <a:pt x="10448" y="6"/>
                      </a:lnTo>
                      <a:cubicBezTo>
                        <a:pt x="10448" y="6"/>
                        <a:pt x="2579" y="6"/>
                        <a:pt x="-44" y="6126"/>
                      </a:cubicBezTo>
                      <a:lnTo>
                        <a:pt x="-44" y="6126"/>
                      </a:lnTo>
                      <a:cubicBezTo>
                        <a:pt x="-44" y="6126"/>
                        <a:pt x="-44" y="6126"/>
                        <a:pt x="-44" y="6126"/>
                      </a:cubicBezTo>
                      <a:cubicBezTo>
                        <a:pt x="-44" y="6126"/>
                        <a:pt x="-44" y="6126"/>
                        <a:pt x="-44" y="6126"/>
                      </a:cubicBezTo>
                      <a:cubicBezTo>
                        <a:pt x="-44" y="6126"/>
                        <a:pt x="6076" y="-869"/>
                        <a:pt x="10448" y="6"/>
                      </a:cubicBezTo>
                      <a:close/>
                    </a:path>
                  </a:pathLst>
                </a:custGeom>
                <a:solidFill>
                  <a:srgbClr val="F1F1F3"/>
                </a:solidFill>
                <a:ln w="87213" cap="flat">
                  <a:noFill/>
                  <a:prstDash val="solid"/>
                  <a:miter/>
                </a:ln>
              </p:spPr>
              <p:txBody>
                <a:bodyPr rtlCol="0" anchor="ctr"/>
                <a:lstStyle/>
                <a:p>
                  <a:endParaRPr lang="en-IN" dirty="0"/>
                </a:p>
              </p:txBody>
            </p:sp>
            <p:sp>
              <p:nvSpPr>
                <p:cNvPr id="2611" name="Freeform: Shape 2610">
                  <a:extLst>
                    <a:ext uri="{FF2B5EF4-FFF2-40B4-BE49-F238E27FC236}">
                      <a16:creationId xmlns:a16="http://schemas.microsoft.com/office/drawing/2014/main" id="{F634875B-08F3-8B45-2E08-F0A67CFB177D}"/>
                    </a:ext>
                  </a:extLst>
                </p:cNvPr>
                <p:cNvSpPr/>
                <p:nvPr/>
              </p:nvSpPr>
              <p:spPr>
                <a:xfrm>
                  <a:off x="2981061" y="4345156"/>
                  <a:ext cx="5245" cy="777"/>
                </a:xfrm>
                <a:custGeom>
                  <a:avLst/>
                  <a:gdLst>
                    <a:gd name="connsiteX0" fmla="*/ 5202 w 5245"/>
                    <a:gd name="connsiteY0" fmla="*/ -70 h 777"/>
                    <a:gd name="connsiteX1" fmla="*/ 5202 w 5245"/>
                    <a:gd name="connsiteY1" fmla="*/ -70 h 777"/>
                    <a:gd name="connsiteX2" fmla="*/ 5202 w 5245"/>
                    <a:gd name="connsiteY2" fmla="*/ -70 h 777"/>
                    <a:gd name="connsiteX3" fmla="*/ -44 w 5245"/>
                    <a:gd name="connsiteY3" fmla="*/ -70 h 777"/>
                    <a:gd name="connsiteX4" fmla="*/ -44 w 5245"/>
                    <a:gd name="connsiteY4" fmla="*/ -70 h 777"/>
                    <a:gd name="connsiteX5" fmla="*/ 5202 w 5245"/>
                    <a:gd name="connsiteY5" fmla="*/ -70 h 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5" h="777">
                      <a:moveTo>
                        <a:pt x="5202" y="-70"/>
                      </a:moveTo>
                      <a:lnTo>
                        <a:pt x="5202" y="-70"/>
                      </a:lnTo>
                      <a:cubicBezTo>
                        <a:pt x="5202" y="-70"/>
                        <a:pt x="5202" y="-70"/>
                        <a:pt x="5202" y="-70"/>
                      </a:cubicBezTo>
                      <a:cubicBezTo>
                        <a:pt x="5202" y="-70"/>
                        <a:pt x="5202" y="-70"/>
                        <a:pt x="-44" y="-70"/>
                      </a:cubicBezTo>
                      <a:lnTo>
                        <a:pt x="-44" y="-70"/>
                      </a:lnTo>
                      <a:cubicBezTo>
                        <a:pt x="-44" y="-70"/>
                        <a:pt x="2579" y="1678"/>
                        <a:pt x="5202" y="-70"/>
                      </a:cubicBezTo>
                      <a:close/>
                    </a:path>
                  </a:pathLst>
                </a:custGeom>
                <a:solidFill>
                  <a:srgbClr val="F1F1F3"/>
                </a:solidFill>
                <a:ln w="87213" cap="flat">
                  <a:noFill/>
                  <a:prstDash val="solid"/>
                  <a:miter/>
                </a:ln>
              </p:spPr>
              <p:txBody>
                <a:bodyPr rtlCol="0" anchor="ctr"/>
                <a:lstStyle/>
                <a:p>
                  <a:endParaRPr lang="en-IN" dirty="0"/>
                </a:p>
              </p:txBody>
            </p:sp>
            <p:sp>
              <p:nvSpPr>
                <p:cNvPr id="2612" name="Freeform: Shape 2611">
                  <a:extLst>
                    <a:ext uri="{FF2B5EF4-FFF2-40B4-BE49-F238E27FC236}">
                      <a16:creationId xmlns:a16="http://schemas.microsoft.com/office/drawing/2014/main" id="{AFBCC4CD-9269-3773-EE1B-2D7B19D1CE98}"/>
                    </a:ext>
                  </a:extLst>
                </p:cNvPr>
                <p:cNvSpPr/>
                <p:nvPr/>
              </p:nvSpPr>
              <p:spPr>
                <a:xfrm>
                  <a:off x="2951333" y="4341795"/>
                  <a:ext cx="116287" cy="178153"/>
                </a:xfrm>
                <a:custGeom>
                  <a:avLst/>
                  <a:gdLst>
                    <a:gd name="connsiteX0" fmla="*/ 38427 w 116287"/>
                    <a:gd name="connsiteY0" fmla="*/ 6789 h 178153"/>
                    <a:gd name="connsiteX1" fmla="*/ 49794 w 116287"/>
                    <a:gd name="connsiteY1" fmla="*/ 1543 h 178153"/>
                    <a:gd name="connsiteX2" fmla="*/ 70778 w 116287"/>
                    <a:gd name="connsiteY2" fmla="*/ 1543 h 178153"/>
                    <a:gd name="connsiteX3" fmla="*/ 80396 w 116287"/>
                    <a:gd name="connsiteY3" fmla="*/ 1543 h 178153"/>
                    <a:gd name="connsiteX4" fmla="*/ 80396 w 116287"/>
                    <a:gd name="connsiteY4" fmla="*/ 1543 h 178153"/>
                    <a:gd name="connsiteX5" fmla="*/ 99631 w 116287"/>
                    <a:gd name="connsiteY5" fmla="*/ 14658 h 178153"/>
                    <a:gd name="connsiteX6" fmla="*/ 116243 w 116287"/>
                    <a:gd name="connsiteY6" fmla="*/ 50507 h 178153"/>
                    <a:gd name="connsiteX7" fmla="*/ 116243 w 116287"/>
                    <a:gd name="connsiteY7" fmla="*/ 56627 h 178153"/>
                    <a:gd name="connsiteX8" fmla="*/ 100505 w 116287"/>
                    <a:gd name="connsiteY8" fmla="*/ 100344 h 178153"/>
                    <a:gd name="connsiteX9" fmla="*/ 71652 w 116287"/>
                    <a:gd name="connsiteY9" fmla="*/ 143187 h 178153"/>
                    <a:gd name="connsiteX10" fmla="*/ 54165 w 116287"/>
                    <a:gd name="connsiteY10" fmla="*/ 164171 h 178153"/>
                    <a:gd name="connsiteX11" fmla="*/ -44 w 116287"/>
                    <a:gd name="connsiteY11" fmla="*/ 174664 h 178153"/>
                    <a:gd name="connsiteX12" fmla="*/ -44 w 116287"/>
                    <a:gd name="connsiteY12" fmla="*/ 174664 h 178153"/>
                    <a:gd name="connsiteX13" fmla="*/ 7825 w 116287"/>
                    <a:gd name="connsiteY13" fmla="*/ 174664 h 178153"/>
                    <a:gd name="connsiteX14" fmla="*/ 53291 w 116287"/>
                    <a:gd name="connsiteY14" fmla="*/ 164171 h 178153"/>
                    <a:gd name="connsiteX15" fmla="*/ 97008 w 116287"/>
                    <a:gd name="connsiteY15" fmla="*/ 104716 h 178153"/>
                    <a:gd name="connsiteX16" fmla="*/ 113620 w 116287"/>
                    <a:gd name="connsiteY16" fmla="*/ 62747 h 178153"/>
                    <a:gd name="connsiteX17" fmla="*/ 103129 w 116287"/>
                    <a:gd name="connsiteY17" fmla="*/ 26025 h 178153"/>
                    <a:gd name="connsiteX18" fmla="*/ 78646 w 116287"/>
                    <a:gd name="connsiteY18" fmla="*/ 8538 h 178153"/>
                    <a:gd name="connsiteX19" fmla="*/ 78646 w 116287"/>
                    <a:gd name="connsiteY19" fmla="*/ 8538 h 178153"/>
                    <a:gd name="connsiteX20" fmla="*/ 63783 w 116287"/>
                    <a:gd name="connsiteY20" fmla="*/ 8538 h 178153"/>
                    <a:gd name="connsiteX21" fmla="*/ 46296 w 116287"/>
                    <a:gd name="connsiteY21" fmla="*/ 8538 h 178153"/>
                    <a:gd name="connsiteX22" fmla="*/ 38427 w 116287"/>
                    <a:gd name="connsiteY22" fmla="*/ 6789 h 17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6287" h="178153">
                      <a:moveTo>
                        <a:pt x="38427" y="6789"/>
                      </a:moveTo>
                      <a:cubicBezTo>
                        <a:pt x="40823" y="2924"/>
                        <a:pt x="45299" y="861"/>
                        <a:pt x="49794" y="1543"/>
                      </a:cubicBezTo>
                      <a:cubicBezTo>
                        <a:pt x="56622" y="-608"/>
                        <a:pt x="63949" y="-608"/>
                        <a:pt x="70778" y="1543"/>
                      </a:cubicBezTo>
                      <a:cubicBezTo>
                        <a:pt x="70778" y="1543"/>
                        <a:pt x="76898" y="1543"/>
                        <a:pt x="80396" y="1543"/>
                      </a:cubicBezTo>
                      <a:lnTo>
                        <a:pt x="80396" y="1543"/>
                      </a:lnTo>
                      <a:cubicBezTo>
                        <a:pt x="87451" y="4892"/>
                        <a:pt x="93939" y="9316"/>
                        <a:pt x="99631" y="14658"/>
                      </a:cubicBezTo>
                      <a:cubicBezTo>
                        <a:pt x="109869" y="23813"/>
                        <a:pt x="115885" y="36780"/>
                        <a:pt x="116243" y="50507"/>
                      </a:cubicBezTo>
                      <a:cubicBezTo>
                        <a:pt x="116243" y="50507"/>
                        <a:pt x="116243" y="50507"/>
                        <a:pt x="116243" y="56627"/>
                      </a:cubicBezTo>
                      <a:cubicBezTo>
                        <a:pt x="114189" y="72155"/>
                        <a:pt x="108820" y="87072"/>
                        <a:pt x="100505" y="100344"/>
                      </a:cubicBezTo>
                      <a:cubicBezTo>
                        <a:pt x="92217" y="115479"/>
                        <a:pt x="82555" y="129818"/>
                        <a:pt x="71652" y="143187"/>
                      </a:cubicBezTo>
                      <a:cubicBezTo>
                        <a:pt x="66572" y="150768"/>
                        <a:pt x="60705" y="157806"/>
                        <a:pt x="54165" y="164171"/>
                      </a:cubicBezTo>
                      <a:cubicBezTo>
                        <a:pt x="39546" y="177663"/>
                        <a:pt x="18553" y="181729"/>
                        <a:pt x="-44" y="174664"/>
                      </a:cubicBezTo>
                      <a:cubicBezTo>
                        <a:pt x="-44" y="174664"/>
                        <a:pt x="-44" y="174664"/>
                        <a:pt x="-44" y="174664"/>
                      </a:cubicBezTo>
                      <a:cubicBezTo>
                        <a:pt x="-44" y="174664"/>
                        <a:pt x="5202" y="174664"/>
                        <a:pt x="7825" y="174664"/>
                      </a:cubicBezTo>
                      <a:cubicBezTo>
                        <a:pt x="23738" y="180224"/>
                        <a:pt x="41426" y="176141"/>
                        <a:pt x="53291" y="164171"/>
                      </a:cubicBezTo>
                      <a:cubicBezTo>
                        <a:pt x="70341" y="146300"/>
                        <a:pt x="85030" y="126321"/>
                        <a:pt x="97008" y="104716"/>
                      </a:cubicBezTo>
                      <a:cubicBezTo>
                        <a:pt x="105428" y="92047"/>
                        <a:pt x="111085" y="77751"/>
                        <a:pt x="113620" y="62747"/>
                      </a:cubicBezTo>
                      <a:cubicBezTo>
                        <a:pt x="115343" y="49579"/>
                        <a:pt x="111548" y="36290"/>
                        <a:pt x="103129" y="26025"/>
                      </a:cubicBezTo>
                      <a:cubicBezTo>
                        <a:pt x="97471" y="17308"/>
                        <a:pt x="88728" y="11065"/>
                        <a:pt x="78646" y="8538"/>
                      </a:cubicBezTo>
                      <a:lnTo>
                        <a:pt x="78646" y="8538"/>
                      </a:lnTo>
                      <a:cubicBezTo>
                        <a:pt x="74275" y="8538"/>
                        <a:pt x="69029" y="8538"/>
                        <a:pt x="63783" y="8538"/>
                      </a:cubicBezTo>
                      <a:cubicBezTo>
                        <a:pt x="58021" y="7314"/>
                        <a:pt x="52058" y="7314"/>
                        <a:pt x="46296" y="8538"/>
                      </a:cubicBezTo>
                      <a:lnTo>
                        <a:pt x="38427" y="6789"/>
                      </a:lnTo>
                      <a:close/>
                    </a:path>
                  </a:pathLst>
                </a:custGeom>
                <a:solidFill>
                  <a:srgbClr val="ECECEF"/>
                </a:solidFill>
                <a:ln w="87213" cap="flat">
                  <a:noFill/>
                  <a:prstDash val="solid"/>
                  <a:miter/>
                </a:ln>
              </p:spPr>
              <p:txBody>
                <a:bodyPr rtlCol="0" anchor="ctr"/>
                <a:lstStyle/>
                <a:p>
                  <a:endParaRPr lang="en-IN" dirty="0"/>
                </a:p>
              </p:txBody>
            </p:sp>
            <p:sp>
              <p:nvSpPr>
                <p:cNvPr id="2613" name="Freeform: Shape 2612">
                  <a:extLst>
                    <a:ext uri="{FF2B5EF4-FFF2-40B4-BE49-F238E27FC236}">
                      <a16:creationId xmlns:a16="http://schemas.microsoft.com/office/drawing/2014/main" id="{B5A427F6-0054-1271-FE4B-DAAC8A61F646}"/>
                    </a:ext>
                  </a:extLst>
                </p:cNvPr>
                <p:cNvSpPr/>
                <p:nvPr/>
              </p:nvSpPr>
              <p:spPr>
                <a:xfrm>
                  <a:off x="2914610" y="4356523"/>
                  <a:ext cx="60330" cy="94429"/>
                </a:xfrm>
                <a:custGeom>
                  <a:avLst/>
                  <a:gdLst>
                    <a:gd name="connsiteX0" fmla="*/ 60286 w 60330"/>
                    <a:gd name="connsiteY0" fmla="*/ -70 h 94429"/>
                    <a:gd name="connsiteX1" fmla="*/ 60286 w 60330"/>
                    <a:gd name="connsiteY1" fmla="*/ -70 h 94429"/>
                    <a:gd name="connsiteX2" fmla="*/ 60286 w 60330"/>
                    <a:gd name="connsiteY2" fmla="*/ -70 h 94429"/>
                    <a:gd name="connsiteX3" fmla="*/ 13071 w 60330"/>
                    <a:gd name="connsiteY3" fmla="*/ 67255 h 94429"/>
                    <a:gd name="connsiteX4" fmla="*/ -44 w 60330"/>
                    <a:gd name="connsiteY4" fmla="*/ 94359 h 94429"/>
                    <a:gd name="connsiteX5" fmla="*/ -44 w 60330"/>
                    <a:gd name="connsiteY5" fmla="*/ 94359 h 94429"/>
                    <a:gd name="connsiteX6" fmla="*/ 6076 w 60330"/>
                    <a:gd name="connsiteY6" fmla="*/ 73375 h 94429"/>
                    <a:gd name="connsiteX7" fmla="*/ 35804 w 60330"/>
                    <a:gd name="connsiteY7" fmla="*/ 20915 h 94429"/>
                    <a:gd name="connsiteX8" fmla="*/ 44548 w 60330"/>
                    <a:gd name="connsiteY8" fmla="*/ 10422 h 94429"/>
                    <a:gd name="connsiteX9" fmla="*/ 52417 w 60330"/>
                    <a:gd name="connsiteY9" fmla="*/ 805 h 94429"/>
                    <a:gd name="connsiteX10" fmla="*/ 60286 w 60330"/>
                    <a:gd name="connsiteY10" fmla="*/ -70 h 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330" h="94429">
                      <a:moveTo>
                        <a:pt x="60286" y="-70"/>
                      </a:moveTo>
                      <a:lnTo>
                        <a:pt x="60286" y="-70"/>
                      </a:lnTo>
                      <a:cubicBezTo>
                        <a:pt x="60286" y="-70"/>
                        <a:pt x="60286" y="-70"/>
                        <a:pt x="60286" y="-70"/>
                      </a:cubicBezTo>
                      <a:cubicBezTo>
                        <a:pt x="42781" y="21081"/>
                        <a:pt x="27000" y="43595"/>
                        <a:pt x="13071" y="67255"/>
                      </a:cubicBezTo>
                      <a:cubicBezTo>
                        <a:pt x="6951" y="75998"/>
                        <a:pt x="5202" y="85616"/>
                        <a:pt x="-44" y="94359"/>
                      </a:cubicBezTo>
                      <a:lnTo>
                        <a:pt x="-44" y="94359"/>
                      </a:lnTo>
                      <a:cubicBezTo>
                        <a:pt x="-44" y="85616"/>
                        <a:pt x="-44" y="80370"/>
                        <a:pt x="6076" y="73375"/>
                      </a:cubicBezTo>
                      <a:cubicBezTo>
                        <a:pt x="14261" y="54970"/>
                        <a:pt x="24219" y="37396"/>
                        <a:pt x="35804" y="20915"/>
                      </a:cubicBezTo>
                      <a:cubicBezTo>
                        <a:pt x="40176" y="20915"/>
                        <a:pt x="40176" y="13045"/>
                        <a:pt x="44548" y="10422"/>
                      </a:cubicBezTo>
                      <a:cubicBezTo>
                        <a:pt x="46445" y="6680"/>
                        <a:pt x="49129" y="3401"/>
                        <a:pt x="52417" y="805"/>
                      </a:cubicBezTo>
                      <a:cubicBezTo>
                        <a:pt x="52417" y="805"/>
                        <a:pt x="58538" y="-70"/>
                        <a:pt x="60286" y="-70"/>
                      </a:cubicBezTo>
                      <a:close/>
                    </a:path>
                  </a:pathLst>
                </a:custGeom>
                <a:solidFill>
                  <a:srgbClr val="EDEDF0"/>
                </a:solidFill>
                <a:ln w="87213" cap="flat">
                  <a:noFill/>
                  <a:prstDash val="solid"/>
                  <a:miter/>
                </a:ln>
              </p:spPr>
              <p:txBody>
                <a:bodyPr rtlCol="0" anchor="ctr"/>
                <a:lstStyle/>
                <a:p>
                  <a:endParaRPr lang="en-IN" dirty="0"/>
                </a:p>
              </p:txBody>
            </p:sp>
            <p:sp>
              <p:nvSpPr>
                <p:cNvPr id="2614" name="Freeform: Shape 2613">
                  <a:extLst>
                    <a:ext uri="{FF2B5EF4-FFF2-40B4-BE49-F238E27FC236}">
                      <a16:creationId xmlns:a16="http://schemas.microsoft.com/office/drawing/2014/main" id="{931E46E5-B576-F202-7087-DD23F41FCD31}"/>
                    </a:ext>
                  </a:extLst>
                </p:cNvPr>
                <p:cNvSpPr/>
                <p:nvPr/>
              </p:nvSpPr>
              <p:spPr>
                <a:xfrm>
                  <a:off x="2911840" y="4463193"/>
                  <a:ext cx="13262" cy="39345"/>
                </a:xfrm>
                <a:custGeom>
                  <a:avLst/>
                  <a:gdLst>
                    <a:gd name="connsiteX0" fmla="*/ 13218 w 13262"/>
                    <a:gd name="connsiteY0" fmla="*/ 39276 h 39345"/>
                    <a:gd name="connsiteX1" fmla="*/ 978 w 13262"/>
                    <a:gd name="connsiteY1" fmla="*/ -70 h 39345"/>
                    <a:gd name="connsiteX2" fmla="*/ 978 w 13262"/>
                    <a:gd name="connsiteY2" fmla="*/ -70 h 39345"/>
                    <a:gd name="connsiteX3" fmla="*/ 978 w 13262"/>
                    <a:gd name="connsiteY3" fmla="*/ 11297 h 39345"/>
                    <a:gd name="connsiteX4" fmla="*/ 8846 w 13262"/>
                    <a:gd name="connsiteY4" fmla="*/ 29658 h 39345"/>
                    <a:gd name="connsiteX5" fmla="*/ 8846 w 13262"/>
                    <a:gd name="connsiteY5" fmla="*/ 37527 h 39345"/>
                    <a:gd name="connsiteX6" fmla="*/ 13218 w 13262"/>
                    <a:gd name="connsiteY6" fmla="*/ 39276 h 3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62" h="39345">
                      <a:moveTo>
                        <a:pt x="13218" y="39276"/>
                      </a:moveTo>
                      <a:cubicBezTo>
                        <a:pt x="2385" y="29299"/>
                        <a:pt x="-2284" y="14295"/>
                        <a:pt x="978" y="-70"/>
                      </a:cubicBezTo>
                      <a:lnTo>
                        <a:pt x="978" y="-70"/>
                      </a:lnTo>
                      <a:cubicBezTo>
                        <a:pt x="978" y="-70"/>
                        <a:pt x="978" y="7799"/>
                        <a:pt x="978" y="11297"/>
                      </a:cubicBezTo>
                      <a:cubicBezTo>
                        <a:pt x="2534" y="17819"/>
                        <a:pt x="5192" y="24036"/>
                        <a:pt x="8846" y="29658"/>
                      </a:cubicBezTo>
                      <a:cubicBezTo>
                        <a:pt x="8846" y="29658"/>
                        <a:pt x="8846" y="34904"/>
                        <a:pt x="8846" y="37527"/>
                      </a:cubicBezTo>
                      <a:lnTo>
                        <a:pt x="13218" y="39276"/>
                      </a:lnTo>
                      <a:close/>
                    </a:path>
                  </a:pathLst>
                </a:custGeom>
                <a:solidFill>
                  <a:srgbClr val="EDEDF0"/>
                </a:solidFill>
                <a:ln w="87213" cap="flat">
                  <a:noFill/>
                  <a:prstDash val="solid"/>
                  <a:miter/>
                </a:ln>
              </p:spPr>
              <p:txBody>
                <a:bodyPr rtlCol="0" anchor="ctr"/>
                <a:lstStyle/>
                <a:p>
                  <a:endParaRPr lang="en-IN" dirty="0"/>
                </a:p>
              </p:txBody>
            </p:sp>
            <p:sp>
              <p:nvSpPr>
                <p:cNvPr id="2615" name="Freeform: Shape 2614">
                  <a:extLst>
                    <a:ext uri="{FF2B5EF4-FFF2-40B4-BE49-F238E27FC236}">
                      <a16:creationId xmlns:a16="http://schemas.microsoft.com/office/drawing/2014/main" id="{F2D615A9-11D7-7015-2659-D21A3AD54970}"/>
                    </a:ext>
                  </a:extLst>
                </p:cNvPr>
                <p:cNvSpPr/>
                <p:nvPr/>
              </p:nvSpPr>
              <p:spPr>
                <a:xfrm>
                  <a:off x="2925977" y="4501664"/>
                  <a:ext cx="23607" cy="14863"/>
                </a:xfrm>
                <a:custGeom>
                  <a:avLst/>
                  <a:gdLst>
                    <a:gd name="connsiteX0" fmla="*/ 23563 w 23607"/>
                    <a:gd name="connsiteY0" fmla="*/ 14794 h 14863"/>
                    <a:gd name="connsiteX1" fmla="*/ 23563 w 23607"/>
                    <a:gd name="connsiteY1" fmla="*/ 14794 h 14863"/>
                    <a:gd name="connsiteX2" fmla="*/ -44 w 23607"/>
                    <a:gd name="connsiteY2" fmla="*/ -70 h 14863"/>
                    <a:gd name="connsiteX3" fmla="*/ 6950 w 23607"/>
                    <a:gd name="connsiteY3" fmla="*/ -70 h 14863"/>
                    <a:gd name="connsiteX4" fmla="*/ 23563 w 23607"/>
                    <a:gd name="connsiteY4" fmla="*/ 14794 h 14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07" h="14863">
                      <a:moveTo>
                        <a:pt x="23563" y="14794"/>
                      </a:moveTo>
                      <a:lnTo>
                        <a:pt x="23563" y="14794"/>
                      </a:lnTo>
                      <a:cubicBezTo>
                        <a:pt x="14583" y="11873"/>
                        <a:pt x="6470" y="6767"/>
                        <a:pt x="-44" y="-70"/>
                      </a:cubicBezTo>
                      <a:cubicBezTo>
                        <a:pt x="-44" y="-70"/>
                        <a:pt x="-44" y="-70"/>
                        <a:pt x="6950" y="-70"/>
                      </a:cubicBezTo>
                      <a:cubicBezTo>
                        <a:pt x="13945" y="-70"/>
                        <a:pt x="20940" y="8673"/>
                        <a:pt x="23563" y="14794"/>
                      </a:cubicBezTo>
                      <a:close/>
                    </a:path>
                  </a:pathLst>
                </a:custGeom>
                <a:solidFill>
                  <a:srgbClr val="EDEDF0"/>
                </a:solidFill>
                <a:ln w="87213" cap="flat">
                  <a:noFill/>
                  <a:prstDash val="solid"/>
                  <a:miter/>
                </a:ln>
              </p:spPr>
              <p:txBody>
                <a:bodyPr rtlCol="0" anchor="ctr"/>
                <a:lstStyle/>
                <a:p>
                  <a:endParaRPr lang="en-IN" dirty="0"/>
                </a:p>
              </p:txBody>
            </p:sp>
            <p:sp>
              <p:nvSpPr>
                <p:cNvPr id="2616" name="Freeform: Shape 2615">
                  <a:extLst>
                    <a:ext uri="{FF2B5EF4-FFF2-40B4-BE49-F238E27FC236}">
                      <a16:creationId xmlns:a16="http://schemas.microsoft.com/office/drawing/2014/main" id="{1E8F6016-4A55-940D-1BA7-AD771BD45189}"/>
                    </a:ext>
                  </a:extLst>
                </p:cNvPr>
                <p:cNvSpPr/>
                <p:nvPr/>
              </p:nvSpPr>
              <p:spPr>
                <a:xfrm>
                  <a:off x="3033521" y="4345156"/>
                  <a:ext cx="19235" cy="13115"/>
                </a:xfrm>
                <a:custGeom>
                  <a:avLst/>
                  <a:gdLst>
                    <a:gd name="connsiteX0" fmla="*/ 19192 w 19235"/>
                    <a:gd name="connsiteY0" fmla="*/ 13045 h 13115"/>
                    <a:gd name="connsiteX1" fmla="*/ -44 w 19235"/>
                    <a:gd name="connsiteY1" fmla="*/ -70 h 13115"/>
                    <a:gd name="connsiteX2" fmla="*/ 19192 w 19235"/>
                    <a:gd name="connsiteY2" fmla="*/ 13045 h 13115"/>
                  </a:gdLst>
                  <a:ahLst/>
                  <a:cxnLst>
                    <a:cxn ang="0">
                      <a:pos x="connsiteX0" y="connsiteY0"/>
                    </a:cxn>
                    <a:cxn ang="0">
                      <a:pos x="connsiteX1" y="connsiteY1"/>
                    </a:cxn>
                    <a:cxn ang="0">
                      <a:pos x="connsiteX2" y="connsiteY2"/>
                    </a:cxn>
                  </a:cxnLst>
                  <a:rect l="l" t="t" r="r" b="b"/>
                  <a:pathLst>
                    <a:path w="19235" h="13115">
                      <a:moveTo>
                        <a:pt x="19192" y="13045"/>
                      </a:moveTo>
                      <a:lnTo>
                        <a:pt x="-44" y="-70"/>
                      </a:lnTo>
                      <a:cubicBezTo>
                        <a:pt x="7887" y="1504"/>
                        <a:pt x="14829" y="6242"/>
                        <a:pt x="19192" y="13045"/>
                      </a:cubicBezTo>
                      <a:close/>
                    </a:path>
                  </a:pathLst>
                </a:custGeom>
                <a:solidFill>
                  <a:srgbClr val="F1F1F3"/>
                </a:solidFill>
                <a:ln w="87213" cap="flat">
                  <a:noFill/>
                  <a:prstDash val="solid"/>
                  <a:miter/>
                </a:ln>
              </p:spPr>
              <p:txBody>
                <a:bodyPr rtlCol="0" anchor="ctr"/>
                <a:lstStyle/>
                <a:p>
                  <a:endParaRPr lang="en-IN" dirty="0"/>
                </a:p>
              </p:txBody>
            </p:sp>
            <p:sp>
              <p:nvSpPr>
                <p:cNvPr id="2617" name="Freeform: Shape 2616">
                  <a:extLst>
                    <a:ext uri="{FF2B5EF4-FFF2-40B4-BE49-F238E27FC236}">
                      <a16:creationId xmlns:a16="http://schemas.microsoft.com/office/drawing/2014/main" id="{C9CB45A8-749E-1350-4371-1BF7375B0BF6}"/>
                    </a:ext>
                  </a:extLst>
                </p:cNvPr>
                <p:cNvSpPr/>
                <p:nvPr/>
              </p:nvSpPr>
              <p:spPr>
                <a:xfrm>
                  <a:off x="2914027" y="4452701"/>
                  <a:ext cx="4698" cy="10491"/>
                </a:xfrm>
                <a:custGeom>
                  <a:avLst/>
                  <a:gdLst>
                    <a:gd name="connsiteX0" fmla="*/ 2288 w 4698"/>
                    <a:gd name="connsiteY0" fmla="*/ 10422 h 10491"/>
                    <a:gd name="connsiteX1" fmla="*/ 2288 w 4698"/>
                    <a:gd name="connsiteY1" fmla="*/ -70 h 10491"/>
                    <a:gd name="connsiteX2" fmla="*/ 2288 w 4698"/>
                    <a:gd name="connsiteY2" fmla="*/ -70 h 10491"/>
                    <a:gd name="connsiteX3" fmla="*/ 2908 w 4698"/>
                    <a:gd name="connsiteY3" fmla="*/ 9801 h 10491"/>
                    <a:gd name="connsiteX4" fmla="*/ 2288 w 4698"/>
                    <a:gd name="connsiteY4" fmla="*/ 10422 h 10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8" h="10491">
                      <a:moveTo>
                        <a:pt x="2288" y="10422"/>
                      </a:moveTo>
                      <a:cubicBezTo>
                        <a:pt x="-2959" y="10422"/>
                        <a:pt x="2288" y="2553"/>
                        <a:pt x="2288" y="-70"/>
                      </a:cubicBezTo>
                      <a:lnTo>
                        <a:pt x="2288" y="-70"/>
                      </a:lnTo>
                      <a:cubicBezTo>
                        <a:pt x="5181" y="2483"/>
                        <a:pt x="5462" y="6907"/>
                        <a:pt x="2908" y="9801"/>
                      </a:cubicBezTo>
                      <a:cubicBezTo>
                        <a:pt x="2716" y="10019"/>
                        <a:pt x="2506" y="10230"/>
                        <a:pt x="2288" y="10422"/>
                      </a:cubicBezTo>
                      <a:close/>
                    </a:path>
                  </a:pathLst>
                </a:custGeom>
                <a:solidFill>
                  <a:srgbClr val="EDEDF0"/>
                </a:solidFill>
                <a:ln w="87213" cap="flat">
                  <a:noFill/>
                  <a:prstDash val="solid"/>
                  <a:miter/>
                </a:ln>
              </p:spPr>
              <p:txBody>
                <a:bodyPr rtlCol="0" anchor="ctr"/>
                <a:lstStyle/>
                <a:p>
                  <a:endParaRPr lang="en-IN" dirty="0"/>
                </a:p>
              </p:txBody>
            </p:sp>
            <p:sp>
              <p:nvSpPr>
                <p:cNvPr id="2618" name="Freeform: Shape 2617">
                  <a:extLst>
                    <a:ext uri="{FF2B5EF4-FFF2-40B4-BE49-F238E27FC236}">
                      <a16:creationId xmlns:a16="http://schemas.microsoft.com/office/drawing/2014/main" id="{44B6DC6F-DF74-7E1D-DBBF-B59A9D9A7F97}"/>
                    </a:ext>
                  </a:extLst>
                </p:cNvPr>
                <p:cNvSpPr/>
                <p:nvPr/>
              </p:nvSpPr>
              <p:spPr>
                <a:xfrm>
                  <a:off x="2950021" y="4368763"/>
                  <a:ext cx="11803" cy="10688"/>
                </a:xfrm>
                <a:custGeom>
                  <a:avLst/>
                  <a:gdLst>
                    <a:gd name="connsiteX0" fmla="*/ 11759 w 11803"/>
                    <a:gd name="connsiteY0" fmla="*/ -70 h 10688"/>
                    <a:gd name="connsiteX1" fmla="*/ 3016 w 11803"/>
                    <a:gd name="connsiteY1" fmla="*/ 10422 h 10688"/>
                    <a:gd name="connsiteX2" fmla="*/ 11759 w 11803"/>
                    <a:gd name="connsiteY2" fmla="*/ -70 h 10688"/>
                  </a:gdLst>
                  <a:ahLst/>
                  <a:cxnLst>
                    <a:cxn ang="0">
                      <a:pos x="connsiteX0" y="connsiteY0"/>
                    </a:cxn>
                    <a:cxn ang="0">
                      <a:pos x="connsiteX1" y="connsiteY1"/>
                    </a:cxn>
                    <a:cxn ang="0">
                      <a:pos x="connsiteX2" y="connsiteY2"/>
                    </a:cxn>
                  </a:cxnLst>
                  <a:rect l="l" t="t" r="r" b="b"/>
                  <a:pathLst>
                    <a:path w="11803" h="10688">
                      <a:moveTo>
                        <a:pt x="11759" y="-70"/>
                      </a:moveTo>
                      <a:cubicBezTo>
                        <a:pt x="11759" y="-70"/>
                        <a:pt x="11759" y="8674"/>
                        <a:pt x="3016" y="10422"/>
                      </a:cubicBezTo>
                      <a:cubicBezTo>
                        <a:pt x="-5727" y="12171"/>
                        <a:pt x="6513" y="1679"/>
                        <a:pt x="11759" y="-70"/>
                      </a:cubicBezTo>
                      <a:close/>
                    </a:path>
                  </a:pathLst>
                </a:custGeom>
                <a:solidFill>
                  <a:srgbClr val="F1F1F3"/>
                </a:solidFill>
                <a:ln w="87213" cap="flat">
                  <a:noFill/>
                  <a:prstDash val="solid"/>
                  <a:miter/>
                </a:ln>
              </p:spPr>
              <p:txBody>
                <a:bodyPr rtlCol="0" anchor="ctr"/>
                <a:lstStyle/>
                <a:p>
                  <a:endParaRPr lang="en-IN" dirty="0"/>
                </a:p>
              </p:txBody>
            </p:sp>
            <p:sp>
              <p:nvSpPr>
                <p:cNvPr id="2619" name="Freeform: Shape 2618">
                  <a:extLst>
                    <a:ext uri="{FF2B5EF4-FFF2-40B4-BE49-F238E27FC236}">
                      <a16:creationId xmlns:a16="http://schemas.microsoft.com/office/drawing/2014/main" id="{752F6882-CADC-CB28-FA50-A528BE9540D3}"/>
                    </a:ext>
                  </a:extLst>
                </p:cNvPr>
                <p:cNvSpPr/>
                <p:nvPr/>
              </p:nvSpPr>
              <p:spPr>
                <a:xfrm>
                  <a:off x="2979312" y="4355649"/>
                  <a:ext cx="87434" cy="5245"/>
                </a:xfrm>
                <a:custGeom>
                  <a:avLst/>
                  <a:gdLst>
                    <a:gd name="connsiteX0" fmla="*/ -44 w 87434"/>
                    <a:gd name="connsiteY0" fmla="*/ -70 h 5245"/>
                    <a:gd name="connsiteX1" fmla="*/ -44 w 87434"/>
                    <a:gd name="connsiteY1" fmla="*/ -70 h 5245"/>
                    <a:gd name="connsiteX2" fmla="*/ -44 w 87434"/>
                    <a:gd name="connsiteY2" fmla="*/ -70 h 5245"/>
                    <a:gd name="connsiteX3" fmla="*/ -44 w 87434"/>
                    <a:gd name="connsiteY3" fmla="*/ -70 h 5245"/>
                    <a:gd name="connsiteX4" fmla="*/ -44 w 87434"/>
                    <a:gd name="connsiteY4" fmla="*/ 5176 h 5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34" h="5245">
                      <a:moveTo>
                        <a:pt x="-44" y="-70"/>
                      </a:moveTo>
                      <a:lnTo>
                        <a:pt x="-44" y="-70"/>
                      </a:lnTo>
                      <a:lnTo>
                        <a:pt x="-44" y="-70"/>
                      </a:lnTo>
                      <a:lnTo>
                        <a:pt x="-44" y="-70"/>
                      </a:lnTo>
                      <a:cubicBezTo>
                        <a:pt x="-44" y="-70"/>
                        <a:pt x="-44" y="-70"/>
                        <a:pt x="-44" y="5176"/>
                      </a:cubicBezTo>
                      <a:close/>
                    </a:path>
                  </a:pathLst>
                </a:custGeom>
                <a:solidFill>
                  <a:srgbClr val="F1F1F3"/>
                </a:solidFill>
                <a:ln w="87213" cap="flat">
                  <a:noFill/>
                  <a:prstDash val="solid"/>
                  <a:miter/>
                </a:ln>
              </p:spPr>
              <p:txBody>
                <a:bodyPr rtlCol="0" anchor="ctr"/>
                <a:lstStyle/>
                <a:p>
                  <a:endParaRPr lang="en-IN" dirty="0"/>
                </a:p>
              </p:txBody>
            </p:sp>
            <p:sp>
              <p:nvSpPr>
                <p:cNvPr id="2620" name="Freeform: Shape 2619">
                  <a:extLst>
                    <a:ext uri="{FF2B5EF4-FFF2-40B4-BE49-F238E27FC236}">
                      <a16:creationId xmlns:a16="http://schemas.microsoft.com/office/drawing/2014/main" id="{EDE4D516-3DAA-04DD-CE02-1134F77E9D02}"/>
                    </a:ext>
                  </a:extLst>
                </p:cNvPr>
                <p:cNvSpPr/>
                <p:nvPr/>
              </p:nvSpPr>
              <p:spPr>
                <a:xfrm>
                  <a:off x="3022155" y="4344282"/>
                  <a:ext cx="9617" cy="87434"/>
                </a:xfrm>
                <a:custGeom>
                  <a:avLst/>
                  <a:gdLst>
                    <a:gd name="connsiteX0" fmla="*/ 9574 w 9617"/>
                    <a:gd name="connsiteY0" fmla="*/ -70 h 87434"/>
                    <a:gd name="connsiteX1" fmla="*/ -44 w 9617"/>
                    <a:gd name="connsiteY1" fmla="*/ -70 h 87434"/>
                    <a:gd name="connsiteX2" fmla="*/ -44 w 9617"/>
                    <a:gd name="connsiteY2" fmla="*/ -70 h 87434"/>
                  </a:gdLst>
                  <a:ahLst/>
                  <a:cxnLst>
                    <a:cxn ang="0">
                      <a:pos x="connsiteX0" y="connsiteY0"/>
                    </a:cxn>
                    <a:cxn ang="0">
                      <a:pos x="connsiteX1" y="connsiteY1"/>
                    </a:cxn>
                    <a:cxn ang="0">
                      <a:pos x="connsiteX2" y="connsiteY2"/>
                    </a:cxn>
                  </a:cxnLst>
                  <a:rect l="l" t="t" r="r" b="b"/>
                  <a:pathLst>
                    <a:path w="9617" h="87434">
                      <a:moveTo>
                        <a:pt x="9574" y="-70"/>
                      </a:moveTo>
                      <a:cubicBezTo>
                        <a:pt x="9574" y="-70"/>
                        <a:pt x="3453" y="-70"/>
                        <a:pt x="-44" y="-70"/>
                      </a:cubicBezTo>
                      <a:lnTo>
                        <a:pt x="-44" y="-70"/>
                      </a:lnTo>
                      <a:close/>
                    </a:path>
                  </a:pathLst>
                </a:custGeom>
                <a:solidFill>
                  <a:srgbClr val="F1F1F3"/>
                </a:solidFill>
                <a:ln w="87213" cap="flat">
                  <a:noFill/>
                  <a:prstDash val="solid"/>
                  <a:miter/>
                </a:ln>
              </p:spPr>
              <p:txBody>
                <a:bodyPr rtlCol="0" anchor="ctr"/>
                <a:lstStyle/>
                <a:p>
                  <a:endParaRPr lang="en-IN" dirty="0"/>
                </a:p>
              </p:txBody>
            </p:sp>
            <p:sp>
              <p:nvSpPr>
                <p:cNvPr id="2621" name="Freeform: Shape 2620">
                  <a:extLst>
                    <a:ext uri="{FF2B5EF4-FFF2-40B4-BE49-F238E27FC236}">
                      <a16:creationId xmlns:a16="http://schemas.microsoft.com/office/drawing/2014/main" id="{FCAB6FD0-1394-86B9-4641-B113FA4293D6}"/>
                    </a:ext>
                  </a:extLst>
                </p:cNvPr>
                <p:cNvSpPr/>
                <p:nvPr/>
              </p:nvSpPr>
              <p:spPr>
                <a:xfrm>
                  <a:off x="2967929" y="4355746"/>
                  <a:ext cx="7010" cy="777"/>
                </a:xfrm>
                <a:custGeom>
                  <a:avLst/>
                  <a:gdLst>
                    <a:gd name="connsiteX0" fmla="*/ 6967 w 7010"/>
                    <a:gd name="connsiteY0" fmla="*/ 707 h 777"/>
                    <a:gd name="connsiteX1" fmla="*/ 1721 w 7010"/>
                    <a:gd name="connsiteY1" fmla="*/ 707 h 777"/>
                    <a:gd name="connsiteX2" fmla="*/ 6967 w 7010"/>
                    <a:gd name="connsiteY2" fmla="*/ 707 h 777"/>
                  </a:gdLst>
                  <a:ahLst/>
                  <a:cxnLst>
                    <a:cxn ang="0">
                      <a:pos x="connsiteX0" y="connsiteY0"/>
                    </a:cxn>
                    <a:cxn ang="0">
                      <a:pos x="connsiteX1" y="connsiteY1"/>
                    </a:cxn>
                    <a:cxn ang="0">
                      <a:pos x="connsiteX2" y="connsiteY2"/>
                    </a:cxn>
                  </a:cxnLst>
                  <a:rect l="l" t="t" r="r" b="b"/>
                  <a:pathLst>
                    <a:path w="7010" h="777">
                      <a:moveTo>
                        <a:pt x="6967" y="707"/>
                      </a:moveTo>
                      <a:cubicBezTo>
                        <a:pt x="6967" y="707"/>
                        <a:pt x="6967" y="707"/>
                        <a:pt x="1721" y="707"/>
                      </a:cubicBezTo>
                      <a:cubicBezTo>
                        <a:pt x="-3526" y="707"/>
                        <a:pt x="4344" y="-1041"/>
                        <a:pt x="6967" y="707"/>
                      </a:cubicBezTo>
                      <a:close/>
                    </a:path>
                  </a:pathLst>
                </a:custGeom>
                <a:solidFill>
                  <a:srgbClr val="F1F1F3"/>
                </a:solidFill>
                <a:ln w="87213" cap="flat">
                  <a:noFill/>
                  <a:prstDash val="solid"/>
                  <a:miter/>
                </a:ln>
              </p:spPr>
              <p:txBody>
                <a:bodyPr rtlCol="0" anchor="ctr"/>
                <a:lstStyle/>
                <a:p>
                  <a:endParaRPr lang="en-IN" dirty="0"/>
                </a:p>
              </p:txBody>
            </p:sp>
            <p:sp>
              <p:nvSpPr>
                <p:cNvPr id="2622" name="Freeform: Shape 2621">
                  <a:extLst>
                    <a:ext uri="{FF2B5EF4-FFF2-40B4-BE49-F238E27FC236}">
                      <a16:creationId xmlns:a16="http://schemas.microsoft.com/office/drawing/2014/main" id="{1CC310D5-AEC0-71E5-0F51-7E3345F7C5DC}"/>
                    </a:ext>
                  </a:extLst>
                </p:cNvPr>
                <p:cNvSpPr/>
                <p:nvPr/>
              </p:nvSpPr>
              <p:spPr>
                <a:xfrm>
                  <a:off x="2929475" y="4504579"/>
                  <a:ext cx="5526" cy="2331"/>
                </a:xfrm>
                <a:custGeom>
                  <a:avLst/>
                  <a:gdLst>
                    <a:gd name="connsiteX0" fmla="*/ 5202 w 5526"/>
                    <a:gd name="connsiteY0" fmla="*/ 2261 h 2331"/>
                    <a:gd name="connsiteX1" fmla="*/ -44 w 5526"/>
                    <a:gd name="connsiteY1" fmla="*/ 2261 h 2331"/>
                    <a:gd name="connsiteX2" fmla="*/ -44 w 5526"/>
                    <a:gd name="connsiteY2" fmla="*/ 2261 h 2331"/>
                    <a:gd name="connsiteX3" fmla="*/ -44 w 5526"/>
                    <a:gd name="connsiteY3" fmla="*/ 2261 h 2331"/>
                    <a:gd name="connsiteX4" fmla="*/ 5202 w 5526"/>
                    <a:gd name="connsiteY4" fmla="*/ 2261 h 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6" h="2331">
                      <a:moveTo>
                        <a:pt x="5202" y="2261"/>
                      </a:moveTo>
                      <a:lnTo>
                        <a:pt x="-44" y="2261"/>
                      </a:lnTo>
                      <a:lnTo>
                        <a:pt x="-44" y="2261"/>
                      </a:lnTo>
                      <a:lnTo>
                        <a:pt x="-44" y="2261"/>
                      </a:lnTo>
                      <a:cubicBezTo>
                        <a:pt x="-44" y="2261"/>
                        <a:pt x="6950" y="-2984"/>
                        <a:pt x="5202" y="2261"/>
                      </a:cubicBezTo>
                      <a:close/>
                    </a:path>
                  </a:pathLst>
                </a:custGeom>
                <a:solidFill>
                  <a:srgbClr val="ECECEF"/>
                </a:solidFill>
                <a:ln w="87213" cap="flat">
                  <a:noFill/>
                  <a:prstDash val="solid"/>
                  <a:miter/>
                </a:ln>
              </p:spPr>
              <p:txBody>
                <a:bodyPr rtlCol="0" anchor="ctr"/>
                <a:lstStyle/>
                <a:p>
                  <a:endParaRPr lang="en-IN" dirty="0"/>
                </a:p>
              </p:txBody>
            </p:sp>
            <p:sp>
              <p:nvSpPr>
                <p:cNvPr id="2623" name="Freeform: Shape 2622">
                  <a:extLst>
                    <a:ext uri="{FF2B5EF4-FFF2-40B4-BE49-F238E27FC236}">
                      <a16:creationId xmlns:a16="http://schemas.microsoft.com/office/drawing/2014/main" id="{B8F5652E-F762-7476-94B3-F1F2B32DB1CB}"/>
                    </a:ext>
                  </a:extLst>
                </p:cNvPr>
                <p:cNvSpPr/>
                <p:nvPr/>
              </p:nvSpPr>
              <p:spPr>
                <a:xfrm>
                  <a:off x="2916359" y="4349528"/>
                  <a:ext cx="87434" cy="168162"/>
                </a:xfrm>
                <a:custGeom>
                  <a:avLst/>
                  <a:gdLst>
                    <a:gd name="connsiteX0" fmla="*/ 18317 w 87434"/>
                    <a:gd name="connsiteY0" fmla="*/ 157312 h 168162"/>
                    <a:gd name="connsiteX1" fmla="*/ 12197 w 87434"/>
                    <a:gd name="connsiteY1" fmla="*/ 151191 h 168162"/>
                    <a:gd name="connsiteX2" fmla="*/ 6076 w 87434"/>
                    <a:gd name="connsiteY2" fmla="*/ 140699 h 168162"/>
                    <a:gd name="connsiteX3" fmla="*/ -44 w 87434"/>
                    <a:gd name="connsiteY3" fmla="*/ 113595 h 168162"/>
                    <a:gd name="connsiteX4" fmla="*/ -44 w 87434"/>
                    <a:gd name="connsiteY4" fmla="*/ 103103 h 168162"/>
                    <a:gd name="connsiteX5" fmla="*/ 15694 w 87434"/>
                    <a:gd name="connsiteY5" fmla="*/ 69003 h 168162"/>
                    <a:gd name="connsiteX6" fmla="*/ 57662 w 87434"/>
                    <a:gd name="connsiteY6" fmla="*/ 11296 h 168162"/>
                    <a:gd name="connsiteX7" fmla="*/ 62034 w 87434"/>
                    <a:gd name="connsiteY7" fmla="*/ 6050 h 168162"/>
                    <a:gd name="connsiteX8" fmla="*/ 62034 w 87434"/>
                    <a:gd name="connsiteY8" fmla="*/ 6050 h 168162"/>
                    <a:gd name="connsiteX9" fmla="*/ 69903 w 87434"/>
                    <a:gd name="connsiteY9" fmla="*/ -70 h 168162"/>
                    <a:gd name="connsiteX10" fmla="*/ 76024 w 87434"/>
                    <a:gd name="connsiteY10" fmla="*/ -70 h 168162"/>
                    <a:gd name="connsiteX11" fmla="*/ 76024 w 87434"/>
                    <a:gd name="connsiteY11" fmla="*/ -70 h 168162"/>
                    <a:gd name="connsiteX12" fmla="*/ 43673 w 87434"/>
                    <a:gd name="connsiteY12" fmla="*/ 33155 h 168162"/>
                    <a:gd name="connsiteX13" fmla="*/ 13945 w 87434"/>
                    <a:gd name="connsiteY13" fmla="*/ 82118 h 168162"/>
                    <a:gd name="connsiteX14" fmla="*/ 9574 w 87434"/>
                    <a:gd name="connsiteY14" fmla="*/ 96982 h 168162"/>
                    <a:gd name="connsiteX15" fmla="*/ 9574 w 87434"/>
                    <a:gd name="connsiteY15" fmla="*/ 115344 h 168162"/>
                    <a:gd name="connsiteX16" fmla="*/ 51542 w 87434"/>
                    <a:gd name="connsiteY16" fmla="*/ 159935 h 168162"/>
                    <a:gd name="connsiteX17" fmla="*/ 63783 w 87434"/>
                    <a:gd name="connsiteY17" fmla="*/ 159935 h 168162"/>
                    <a:gd name="connsiteX18" fmla="*/ 78647 w 87434"/>
                    <a:gd name="connsiteY18" fmla="*/ 159935 h 168162"/>
                    <a:gd name="connsiteX19" fmla="*/ 87390 w 87434"/>
                    <a:gd name="connsiteY19" fmla="*/ 155563 h 168162"/>
                    <a:gd name="connsiteX20" fmla="*/ 87390 w 87434"/>
                    <a:gd name="connsiteY20" fmla="*/ 155563 h 168162"/>
                    <a:gd name="connsiteX21" fmla="*/ 87390 w 87434"/>
                    <a:gd name="connsiteY21" fmla="*/ 155563 h 168162"/>
                    <a:gd name="connsiteX22" fmla="*/ 49794 w 87434"/>
                    <a:gd name="connsiteY22" fmla="*/ 167804 h 168162"/>
                    <a:gd name="connsiteX23" fmla="*/ 37553 w 87434"/>
                    <a:gd name="connsiteY23" fmla="*/ 167804 h 168162"/>
                    <a:gd name="connsiteX24" fmla="*/ 32306 w 87434"/>
                    <a:gd name="connsiteY24" fmla="*/ 167804 h 16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434" h="168162">
                      <a:moveTo>
                        <a:pt x="18317" y="157312"/>
                      </a:moveTo>
                      <a:cubicBezTo>
                        <a:pt x="18317" y="157312"/>
                        <a:pt x="18317" y="157312"/>
                        <a:pt x="12197" y="151191"/>
                      </a:cubicBezTo>
                      <a:cubicBezTo>
                        <a:pt x="6076" y="145071"/>
                        <a:pt x="7825" y="144196"/>
                        <a:pt x="6076" y="140699"/>
                      </a:cubicBezTo>
                      <a:cubicBezTo>
                        <a:pt x="2387" y="132113"/>
                        <a:pt x="314" y="122924"/>
                        <a:pt x="-44" y="113595"/>
                      </a:cubicBezTo>
                      <a:lnTo>
                        <a:pt x="-44" y="103103"/>
                      </a:lnTo>
                      <a:cubicBezTo>
                        <a:pt x="3768" y="91124"/>
                        <a:pt x="9049" y="79670"/>
                        <a:pt x="15694" y="69003"/>
                      </a:cubicBezTo>
                      <a:cubicBezTo>
                        <a:pt x="27891" y="48526"/>
                        <a:pt x="41933" y="29202"/>
                        <a:pt x="57662" y="11296"/>
                      </a:cubicBezTo>
                      <a:lnTo>
                        <a:pt x="62034" y="6050"/>
                      </a:lnTo>
                      <a:lnTo>
                        <a:pt x="62034" y="6050"/>
                      </a:lnTo>
                      <a:cubicBezTo>
                        <a:pt x="62034" y="6050"/>
                        <a:pt x="62034" y="-70"/>
                        <a:pt x="69903" y="-70"/>
                      </a:cubicBezTo>
                      <a:lnTo>
                        <a:pt x="76024" y="-70"/>
                      </a:lnTo>
                      <a:lnTo>
                        <a:pt x="76024" y="-70"/>
                      </a:lnTo>
                      <a:cubicBezTo>
                        <a:pt x="62935" y="8499"/>
                        <a:pt x="51892" y="19839"/>
                        <a:pt x="43673" y="33155"/>
                      </a:cubicBezTo>
                      <a:cubicBezTo>
                        <a:pt x="32744" y="48840"/>
                        <a:pt x="22820" y="65191"/>
                        <a:pt x="13945" y="82118"/>
                      </a:cubicBezTo>
                      <a:cubicBezTo>
                        <a:pt x="10920" y="86473"/>
                        <a:pt x="9381" y="91684"/>
                        <a:pt x="9574" y="96982"/>
                      </a:cubicBezTo>
                      <a:cubicBezTo>
                        <a:pt x="9574" y="103103"/>
                        <a:pt x="9574" y="109223"/>
                        <a:pt x="9574" y="115344"/>
                      </a:cubicBezTo>
                      <a:cubicBezTo>
                        <a:pt x="11995" y="137927"/>
                        <a:pt x="29142" y="156149"/>
                        <a:pt x="51542" y="159935"/>
                      </a:cubicBezTo>
                      <a:cubicBezTo>
                        <a:pt x="55433" y="161692"/>
                        <a:pt x="59892" y="161692"/>
                        <a:pt x="63783" y="159935"/>
                      </a:cubicBezTo>
                      <a:lnTo>
                        <a:pt x="78647" y="159935"/>
                      </a:lnTo>
                      <a:lnTo>
                        <a:pt x="87390" y="155563"/>
                      </a:lnTo>
                      <a:lnTo>
                        <a:pt x="87390" y="155563"/>
                      </a:lnTo>
                      <a:lnTo>
                        <a:pt x="87390" y="155563"/>
                      </a:lnTo>
                      <a:cubicBezTo>
                        <a:pt x="76653" y="163878"/>
                        <a:pt x="63363" y="168206"/>
                        <a:pt x="49794" y="167804"/>
                      </a:cubicBezTo>
                      <a:cubicBezTo>
                        <a:pt x="45719" y="168189"/>
                        <a:pt x="41627" y="168189"/>
                        <a:pt x="37553" y="167804"/>
                      </a:cubicBezTo>
                      <a:cubicBezTo>
                        <a:pt x="37553" y="167804"/>
                        <a:pt x="37553" y="167804"/>
                        <a:pt x="32306" y="167804"/>
                      </a:cubicBezTo>
                      <a:close/>
                    </a:path>
                  </a:pathLst>
                </a:custGeom>
                <a:solidFill>
                  <a:srgbClr val="E8E8ED"/>
                </a:solidFill>
                <a:ln w="87213" cap="flat">
                  <a:noFill/>
                  <a:prstDash val="solid"/>
                  <a:miter/>
                </a:ln>
              </p:spPr>
              <p:txBody>
                <a:bodyPr rtlCol="0" anchor="ctr"/>
                <a:lstStyle/>
                <a:p>
                  <a:endParaRPr lang="en-IN" dirty="0"/>
                </a:p>
              </p:txBody>
            </p:sp>
            <p:sp>
              <p:nvSpPr>
                <p:cNvPr id="2624" name="Freeform: Shape 2623">
                  <a:extLst>
                    <a:ext uri="{FF2B5EF4-FFF2-40B4-BE49-F238E27FC236}">
                      <a16:creationId xmlns:a16="http://schemas.microsoft.com/office/drawing/2014/main" id="{8AA56D03-49EA-2E1C-7CAA-12BE4F900162}"/>
                    </a:ext>
                  </a:extLst>
                </p:cNvPr>
                <p:cNvSpPr/>
                <p:nvPr/>
              </p:nvSpPr>
              <p:spPr>
                <a:xfrm>
                  <a:off x="2979312" y="4349528"/>
                  <a:ext cx="7868" cy="6120"/>
                </a:xfrm>
                <a:custGeom>
                  <a:avLst/>
                  <a:gdLst>
                    <a:gd name="connsiteX0" fmla="*/ 7825 w 7868"/>
                    <a:gd name="connsiteY0" fmla="*/ -70 h 6120"/>
                    <a:gd name="connsiteX1" fmla="*/ -44 w 7868"/>
                    <a:gd name="connsiteY1" fmla="*/ 6050 h 6120"/>
                    <a:gd name="connsiteX2" fmla="*/ -44 w 7868"/>
                    <a:gd name="connsiteY2" fmla="*/ 804 h 6120"/>
                    <a:gd name="connsiteX3" fmla="*/ -44 w 7868"/>
                    <a:gd name="connsiteY3" fmla="*/ 804 h 6120"/>
                  </a:gdLst>
                  <a:ahLst/>
                  <a:cxnLst>
                    <a:cxn ang="0">
                      <a:pos x="connsiteX0" y="connsiteY0"/>
                    </a:cxn>
                    <a:cxn ang="0">
                      <a:pos x="connsiteX1" y="connsiteY1"/>
                    </a:cxn>
                    <a:cxn ang="0">
                      <a:pos x="connsiteX2" y="connsiteY2"/>
                    </a:cxn>
                    <a:cxn ang="0">
                      <a:pos x="connsiteX3" y="connsiteY3"/>
                    </a:cxn>
                  </a:cxnLst>
                  <a:rect l="l" t="t" r="r" b="b"/>
                  <a:pathLst>
                    <a:path w="7868" h="6120">
                      <a:moveTo>
                        <a:pt x="7825" y="-70"/>
                      </a:moveTo>
                      <a:cubicBezTo>
                        <a:pt x="7825" y="-70"/>
                        <a:pt x="7825" y="5176"/>
                        <a:pt x="-44" y="6050"/>
                      </a:cubicBezTo>
                      <a:lnTo>
                        <a:pt x="-44" y="804"/>
                      </a:lnTo>
                      <a:lnTo>
                        <a:pt x="-44" y="804"/>
                      </a:lnTo>
                      <a:close/>
                    </a:path>
                  </a:pathLst>
                </a:custGeom>
                <a:solidFill>
                  <a:srgbClr val="EDEDF0"/>
                </a:solidFill>
                <a:ln w="87213" cap="flat">
                  <a:noFill/>
                  <a:prstDash val="solid"/>
                  <a:miter/>
                </a:ln>
              </p:spPr>
              <p:txBody>
                <a:bodyPr rtlCol="0" anchor="ctr"/>
                <a:lstStyle/>
                <a:p>
                  <a:endParaRPr lang="en-IN" dirty="0"/>
                </a:p>
              </p:txBody>
            </p:sp>
            <p:sp>
              <p:nvSpPr>
                <p:cNvPr id="2625" name="Freeform: Shape 2624">
                  <a:extLst>
                    <a:ext uri="{FF2B5EF4-FFF2-40B4-BE49-F238E27FC236}">
                      <a16:creationId xmlns:a16="http://schemas.microsoft.com/office/drawing/2014/main" id="{5FDED453-FB81-492B-9ACE-2013C391C84C}"/>
                    </a:ext>
                  </a:extLst>
                </p:cNvPr>
                <p:cNvSpPr/>
                <p:nvPr/>
              </p:nvSpPr>
              <p:spPr>
                <a:xfrm>
                  <a:off x="3004294" y="4350694"/>
                  <a:ext cx="59064" cy="156216"/>
                </a:xfrm>
                <a:custGeom>
                  <a:avLst/>
                  <a:gdLst>
                    <a:gd name="connsiteX0" fmla="*/ 330 w 59064"/>
                    <a:gd name="connsiteY0" fmla="*/ 156147 h 156216"/>
                    <a:gd name="connsiteX1" fmla="*/ 330 w 59064"/>
                    <a:gd name="connsiteY1" fmla="*/ 156147 h 156216"/>
                    <a:gd name="connsiteX2" fmla="*/ 330 w 59064"/>
                    <a:gd name="connsiteY2" fmla="*/ 149152 h 156216"/>
                    <a:gd name="connsiteX3" fmla="*/ 9073 w 59064"/>
                    <a:gd name="connsiteY3" fmla="*/ 139534 h 156216"/>
                    <a:gd name="connsiteX4" fmla="*/ 20440 w 59064"/>
                    <a:gd name="connsiteY4" fmla="*/ 124670 h 156216"/>
                    <a:gd name="connsiteX5" fmla="*/ 25686 w 59064"/>
                    <a:gd name="connsiteY5" fmla="*/ 115052 h 156216"/>
                    <a:gd name="connsiteX6" fmla="*/ 34430 w 59064"/>
                    <a:gd name="connsiteY6" fmla="*/ 102811 h 156216"/>
                    <a:gd name="connsiteX7" fmla="*/ 40550 w 59064"/>
                    <a:gd name="connsiteY7" fmla="*/ 90571 h 156216"/>
                    <a:gd name="connsiteX8" fmla="*/ 48419 w 59064"/>
                    <a:gd name="connsiteY8" fmla="*/ 76581 h 156216"/>
                    <a:gd name="connsiteX9" fmla="*/ 48419 w 59064"/>
                    <a:gd name="connsiteY9" fmla="*/ 65214 h 156216"/>
                    <a:gd name="connsiteX10" fmla="*/ 23998 w 59064"/>
                    <a:gd name="connsiteY10" fmla="*/ 4404 h 156216"/>
                    <a:gd name="connsiteX11" fmla="*/ 17817 w 59064"/>
                    <a:gd name="connsiteY11" fmla="*/ 2261 h 156216"/>
                    <a:gd name="connsiteX12" fmla="*/ 13445 w 59064"/>
                    <a:gd name="connsiteY12" fmla="*/ 2261 h 156216"/>
                    <a:gd name="connsiteX13" fmla="*/ 18691 w 59064"/>
                    <a:gd name="connsiteY13" fmla="*/ 2261 h 156216"/>
                    <a:gd name="connsiteX14" fmla="*/ 46670 w 59064"/>
                    <a:gd name="connsiteY14" fmla="*/ 19749 h 156216"/>
                    <a:gd name="connsiteX15" fmla="*/ 58037 w 59064"/>
                    <a:gd name="connsiteY15" fmla="*/ 53848 h 156216"/>
                    <a:gd name="connsiteX16" fmla="*/ 58037 w 59064"/>
                    <a:gd name="connsiteY16" fmla="*/ 67837 h 156216"/>
                    <a:gd name="connsiteX17" fmla="*/ 18691 w 59064"/>
                    <a:gd name="connsiteY17" fmla="*/ 138660 h 156216"/>
                    <a:gd name="connsiteX18" fmla="*/ 330 w 59064"/>
                    <a:gd name="connsiteY18" fmla="*/ 156147 h 15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063" h="156216">
                      <a:moveTo>
                        <a:pt x="330" y="156147"/>
                      </a:moveTo>
                      <a:lnTo>
                        <a:pt x="330" y="156147"/>
                      </a:lnTo>
                      <a:cubicBezTo>
                        <a:pt x="-169" y="153838"/>
                        <a:pt x="-169" y="151460"/>
                        <a:pt x="330" y="149152"/>
                      </a:cubicBezTo>
                      <a:cubicBezTo>
                        <a:pt x="2524" y="145357"/>
                        <a:pt x="5506" y="142079"/>
                        <a:pt x="9073" y="139534"/>
                      </a:cubicBezTo>
                      <a:cubicBezTo>
                        <a:pt x="14319" y="139534"/>
                        <a:pt x="16068" y="129042"/>
                        <a:pt x="20440" y="124670"/>
                      </a:cubicBezTo>
                      <a:lnTo>
                        <a:pt x="25686" y="115052"/>
                      </a:lnTo>
                      <a:lnTo>
                        <a:pt x="34430" y="102811"/>
                      </a:lnTo>
                      <a:cubicBezTo>
                        <a:pt x="36816" y="98912"/>
                        <a:pt x="38862" y="94820"/>
                        <a:pt x="40550" y="90571"/>
                      </a:cubicBezTo>
                      <a:cubicBezTo>
                        <a:pt x="40550" y="85325"/>
                        <a:pt x="46670" y="81827"/>
                        <a:pt x="48419" y="76581"/>
                      </a:cubicBezTo>
                      <a:cubicBezTo>
                        <a:pt x="47920" y="72812"/>
                        <a:pt x="47920" y="68983"/>
                        <a:pt x="48419" y="65214"/>
                      </a:cubicBezTo>
                      <a:cubicBezTo>
                        <a:pt x="58465" y="41677"/>
                        <a:pt x="47536" y="14450"/>
                        <a:pt x="23998" y="4404"/>
                      </a:cubicBezTo>
                      <a:cubicBezTo>
                        <a:pt x="21987" y="3547"/>
                        <a:pt x="19924" y="2830"/>
                        <a:pt x="17817" y="2261"/>
                      </a:cubicBezTo>
                      <a:cubicBezTo>
                        <a:pt x="16461" y="3040"/>
                        <a:pt x="14800" y="3040"/>
                        <a:pt x="13445" y="2261"/>
                      </a:cubicBezTo>
                      <a:cubicBezTo>
                        <a:pt x="13445" y="-2984"/>
                        <a:pt x="13445" y="2261"/>
                        <a:pt x="18691" y="2261"/>
                      </a:cubicBezTo>
                      <a:cubicBezTo>
                        <a:pt x="29655" y="4928"/>
                        <a:pt x="39465" y="11066"/>
                        <a:pt x="46670" y="19749"/>
                      </a:cubicBezTo>
                      <a:cubicBezTo>
                        <a:pt x="53883" y="29673"/>
                        <a:pt x="57853" y="41581"/>
                        <a:pt x="58037" y="53848"/>
                      </a:cubicBezTo>
                      <a:cubicBezTo>
                        <a:pt x="59348" y="58421"/>
                        <a:pt x="59348" y="63265"/>
                        <a:pt x="58037" y="67837"/>
                      </a:cubicBezTo>
                      <a:cubicBezTo>
                        <a:pt x="50202" y="94015"/>
                        <a:pt x="36772" y="118174"/>
                        <a:pt x="18691" y="138660"/>
                      </a:cubicBezTo>
                      <a:cubicBezTo>
                        <a:pt x="12876" y="144806"/>
                        <a:pt x="6747" y="150638"/>
                        <a:pt x="330" y="156147"/>
                      </a:cubicBezTo>
                      <a:close/>
                    </a:path>
                  </a:pathLst>
                </a:custGeom>
                <a:solidFill>
                  <a:srgbClr val="E4E4E9"/>
                </a:solidFill>
                <a:ln w="87213" cap="flat">
                  <a:noFill/>
                  <a:prstDash val="solid"/>
                  <a:miter/>
                </a:ln>
              </p:spPr>
              <p:txBody>
                <a:bodyPr rtlCol="0" anchor="ctr"/>
                <a:lstStyle/>
                <a:p>
                  <a:endParaRPr lang="en-IN" dirty="0"/>
                </a:p>
              </p:txBody>
            </p:sp>
            <p:sp>
              <p:nvSpPr>
                <p:cNvPr id="2626" name="Freeform: Shape 2625">
                  <a:extLst>
                    <a:ext uri="{FF2B5EF4-FFF2-40B4-BE49-F238E27FC236}">
                      <a16:creationId xmlns:a16="http://schemas.microsoft.com/office/drawing/2014/main" id="{287B5D50-CE81-5065-4BAD-F2717F15DD06}"/>
                    </a:ext>
                  </a:extLst>
                </p:cNvPr>
                <p:cNvSpPr/>
                <p:nvPr/>
              </p:nvSpPr>
              <p:spPr>
                <a:xfrm>
                  <a:off x="3026527" y="4346905"/>
                  <a:ext cx="27979" cy="17487"/>
                </a:xfrm>
                <a:custGeom>
                  <a:avLst/>
                  <a:gdLst>
                    <a:gd name="connsiteX0" fmla="*/ 27935 w 27979"/>
                    <a:gd name="connsiteY0" fmla="*/ 17417 h 17487"/>
                    <a:gd name="connsiteX1" fmla="*/ -44 w 27979"/>
                    <a:gd name="connsiteY1" fmla="*/ -70 h 17487"/>
                    <a:gd name="connsiteX2" fmla="*/ 27935 w 27979"/>
                    <a:gd name="connsiteY2" fmla="*/ 17417 h 17487"/>
                  </a:gdLst>
                  <a:ahLst/>
                  <a:cxnLst>
                    <a:cxn ang="0">
                      <a:pos x="connsiteX0" y="connsiteY0"/>
                    </a:cxn>
                    <a:cxn ang="0">
                      <a:pos x="connsiteX1" y="connsiteY1"/>
                    </a:cxn>
                    <a:cxn ang="0">
                      <a:pos x="connsiteX2" y="connsiteY2"/>
                    </a:cxn>
                  </a:cxnLst>
                  <a:rect l="l" t="t" r="r" b="b"/>
                  <a:pathLst>
                    <a:path w="27979" h="17487">
                      <a:moveTo>
                        <a:pt x="27935" y="17417"/>
                      </a:moveTo>
                      <a:cubicBezTo>
                        <a:pt x="19497" y="10282"/>
                        <a:pt x="10072" y="4389"/>
                        <a:pt x="-44" y="-70"/>
                      </a:cubicBezTo>
                      <a:cubicBezTo>
                        <a:pt x="11357" y="1486"/>
                        <a:pt x="21543" y="7852"/>
                        <a:pt x="27935" y="17417"/>
                      </a:cubicBezTo>
                      <a:close/>
                    </a:path>
                  </a:pathLst>
                </a:custGeom>
                <a:solidFill>
                  <a:srgbClr val="E8E8ED"/>
                </a:solidFill>
                <a:ln w="87213" cap="flat">
                  <a:noFill/>
                  <a:prstDash val="solid"/>
                  <a:miter/>
                </a:ln>
              </p:spPr>
              <p:txBody>
                <a:bodyPr rtlCol="0" anchor="ctr"/>
                <a:lstStyle/>
                <a:p>
                  <a:endParaRPr lang="en-IN" dirty="0"/>
                </a:p>
              </p:txBody>
            </p:sp>
            <p:sp>
              <p:nvSpPr>
                <p:cNvPr id="2627" name="Freeform: Shape 2626">
                  <a:extLst>
                    <a:ext uri="{FF2B5EF4-FFF2-40B4-BE49-F238E27FC236}">
                      <a16:creationId xmlns:a16="http://schemas.microsoft.com/office/drawing/2014/main" id="{27446AF1-5AFA-AA5B-776C-097A6D6517BB}"/>
                    </a:ext>
                  </a:extLst>
                </p:cNvPr>
                <p:cNvSpPr/>
                <p:nvPr/>
              </p:nvSpPr>
              <p:spPr>
                <a:xfrm>
                  <a:off x="3012537" y="4344242"/>
                  <a:ext cx="13989" cy="2662"/>
                </a:xfrm>
                <a:custGeom>
                  <a:avLst/>
                  <a:gdLst>
                    <a:gd name="connsiteX0" fmla="*/ 13946 w 13989"/>
                    <a:gd name="connsiteY0" fmla="*/ 2593 h 2662"/>
                    <a:gd name="connsiteX1" fmla="*/ 8699 w 13989"/>
                    <a:gd name="connsiteY1" fmla="*/ 2593 h 2662"/>
                    <a:gd name="connsiteX2" fmla="*/ -44 w 13989"/>
                    <a:gd name="connsiteY2" fmla="*/ 2593 h 2662"/>
                    <a:gd name="connsiteX3" fmla="*/ -44 w 13989"/>
                    <a:gd name="connsiteY3" fmla="*/ 2593 h 2662"/>
                    <a:gd name="connsiteX4" fmla="*/ -44 w 13989"/>
                    <a:gd name="connsiteY4" fmla="*/ 2593 h 2662"/>
                    <a:gd name="connsiteX5" fmla="*/ 13946 w 13989"/>
                    <a:gd name="connsiteY5" fmla="*/ 2593 h 2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89" h="2662">
                      <a:moveTo>
                        <a:pt x="13946" y="2593"/>
                      </a:moveTo>
                      <a:cubicBezTo>
                        <a:pt x="13946" y="2593"/>
                        <a:pt x="13946" y="2593"/>
                        <a:pt x="8699" y="2593"/>
                      </a:cubicBezTo>
                      <a:lnTo>
                        <a:pt x="-44" y="2593"/>
                      </a:lnTo>
                      <a:lnTo>
                        <a:pt x="-44" y="2593"/>
                      </a:lnTo>
                      <a:lnTo>
                        <a:pt x="-44" y="2593"/>
                      </a:lnTo>
                      <a:cubicBezTo>
                        <a:pt x="-44" y="-30"/>
                        <a:pt x="8699" y="-1779"/>
                        <a:pt x="13946" y="2593"/>
                      </a:cubicBezTo>
                      <a:close/>
                    </a:path>
                  </a:pathLst>
                </a:custGeom>
                <a:solidFill>
                  <a:srgbClr val="E8E8ED"/>
                </a:solidFill>
                <a:ln w="87213" cap="flat">
                  <a:noFill/>
                  <a:prstDash val="solid"/>
                  <a:miter/>
                </a:ln>
              </p:spPr>
              <p:txBody>
                <a:bodyPr rtlCol="0" anchor="ctr"/>
                <a:lstStyle/>
                <a:p>
                  <a:endParaRPr lang="en-IN" dirty="0"/>
                </a:p>
              </p:txBody>
            </p:sp>
            <p:sp>
              <p:nvSpPr>
                <p:cNvPr id="2628" name="Freeform: Shape 2627">
                  <a:extLst>
                    <a:ext uri="{FF2B5EF4-FFF2-40B4-BE49-F238E27FC236}">
                      <a16:creationId xmlns:a16="http://schemas.microsoft.com/office/drawing/2014/main" id="{013D3E15-5281-130B-4F9A-FBE46E8B699A}"/>
                    </a:ext>
                  </a:extLst>
                </p:cNvPr>
                <p:cNvSpPr/>
                <p:nvPr/>
              </p:nvSpPr>
              <p:spPr>
                <a:xfrm>
                  <a:off x="2993301" y="4347915"/>
                  <a:ext cx="17487" cy="1613"/>
                </a:xfrm>
                <a:custGeom>
                  <a:avLst/>
                  <a:gdLst>
                    <a:gd name="connsiteX0" fmla="*/ -44 w 17487"/>
                    <a:gd name="connsiteY0" fmla="*/ 1543 h 1613"/>
                    <a:gd name="connsiteX1" fmla="*/ 17443 w 17487"/>
                    <a:gd name="connsiteY1" fmla="*/ 1543 h 1613"/>
                    <a:gd name="connsiteX2" fmla="*/ 17443 w 17487"/>
                    <a:gd name="connsiteY2" fmla="*/ 1543 h 1613"/>
                    <a:gd name="connsiteX3" fmla="*/ 12197 w 17487"/>
                    <a:gd name="connsiteY3" fmla="*/ 1543 h 1613"/>
                    <a:gd name="connsiteX4" fmla="*/ 12197 w 17487"/>
                    <a:gd name="connsiteY4" fmla="*/ 1543 h 1613"/>
                    <a:gd name="connsiteX5" fmla="*/ 2579 w 17487"/>
                    <a:gd name="connsiteY5" fmla="*/ 1543 h 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87" h="1613">
                      <a:moveTo>
                        <a:pt x="-44" y="1543"/>
                      </a:moveTo>
                      <a:cubicBezTo>
                        <a:pt x="5587" y="-608"/>
                        <a:pt x="11812" y="-608"/>
                        <a:pt x="17443" y="1543"/>
                      </a:cubicBezTo>
                      <a:lnTo>
                        <a:pt x="17443" y="1543"/>
                      </a:lnTo>
                      <a:cubicBezTo>
                        <a:pt x="17443" y="1543"/>
                        <a:pt x="17443" y="1543"/>
                        <a:pt x="12197" y="1543"/>
                      </a:cubicBezTo>
                      <a:lnTo>
                        <a:pt x="12197" y="1543"/>
                      </a:lnTo>
                      <a:cubicBezTo>
                        <a:pt x="12197" y="1543"/>
                        <a:pt x="5202" y="1543"/>
                        <a:pt x="2579" y="1543"/>
                      </a:cubicBezTo>
                      <a:close/>
                    </a:path>
                  </a:pathLst>
                </a:custGeom>
                <a:solidFill>
                  <a:srgbClr val="E8E8ED"/>
                </a:solidFill>
                <a:ln w="87213" cap="flat">
                  <a:noFill/>
                  <a:prstDash val="solid"/>
                  <a:miter/>
                </a:ln>
              </p:spPr>
              <p:txBody>
                <a:bodyPr rtlCol="0" anchor="ctr"/>
                <a:lstStyle/>
                <a:p>
                  <a:endParaRPr lang="en-IN" dirty="0"/>
                </a:p>
              </p:txBody>
            </p:sp>
            <p:sp>
              <p:nvSpPr>
                <p:cNvPr id="2629" name="Freeform: Shape 2628">
                  <a:extLst>
                    <a:ext uri="{FF2B5EF4-FFF2-40B4-BE49-F238E27FC236}">
                      <a16:creationId xmlns:a16="http://schemas.microsoft.com/office/drawing/2014/main" id="{07BE2066-2CCE-C48C-75F5-D551C08A4D94}"/>
                    </a:ext>
                  </a:extLst>
                </p:cNvPr>
                <p:cNvSpPr/>
                <p:nvPr/>
              </p:nvSpPr>
              <p:spPr>
                <a:xfrm>
                  <a:off x="2921218" y="4441334"/>
                  <a:ext cx="44132" cy="73445"/>
                </a:xfrm>
                <a:custGeom>
                  <a:avLst/>
                  <a:gdLst>
                    <a:gd name="connsiteX0" fmla="*/ 44060 w 44132"/>
                    <a:gd name="connsiteY0" fmla="*/ 73375 h 73445"/>
                    <a:gd name="connsiteX1" fmla="*/ 124 w 44132"/>
                    <a:gd name="connsiteY1" fmla="*/ 21465 h 73445"/>
                    <a:gd name="connsiteX2" fmla="*/ 2092 w 44132"/>
                    <a:gd name="connsiteY2" fmla="*/ 11297 h 73445"/>
                    <a:gd name="connsiteX3" fmla="*/ 2092 w 44132"/>
                    <a:gd name="connsiteY3" fmla="*/ -70 h 73445"/>
                    <a:gd name="connsiteX4" fmla="*/ 2092 w 44132"/>
                    <a:gd name="connsiteY4" fmla="*/ -70 h 73445"/>
                    <a:gd name="connsiteX5" fmla="*/ 2092 w 44132"/>
                    <a:gd name="connsiteY5" fmla="*/ 17417 h 73445"/>
                    <a:gd name="connsiteX6" fmla="*/ 2092 w 44132"/>
                    <a:gd name="connsiteY6" fmla="*/ 30532 h 73445"/>
                    <a:gd name="connsiteX7" fmla="*/ 3841 w 44132"/>
                    <a:gd name="connsiteY7" fmla="*/ 41024 h 73445"/>
                    <a:gd name="connsiteX8" fmla="*/ 3841 w 44132"/>
                    <a:gd name="connsiteY8" fmla="*/ 47145 h 73445"/>
                    <a:gd name="connsiteX9" fmla="*/ 3841 w 44132"/>
                    <a:gd name="connsiteY9" fmla="*/ 47145 h 73445"/>
                    <a:gd name="connsiteX10" fmla="*/ 3841 w 44132"/>
                    <a:gd name="connsiteY10" fmla="*/ 52391 h 73445"/>
                    <a:gd name="connsiteX11" fmla="*/ 3841 w 44132"/>
                    <a:gd name="connsiteY11" fmla="*/ 52391 h 73445"/>
                    <a:gd name="connsiteX12" fmla="*/ 24825 w 44132"/>
                    <a:gd name="connsiteY12" fmla="*/ 63758 h 73445"/>
                    <a:gd name="connsiteX13" fmla="*/ 24825 w 44132"/>
                    <a:gd name="connsiteY13" fmla="*/ 63758 h 73445"/>
                    <a:gd name="connsiteX14" fmla="*/ 44060 w 44132"/>
                    <a:gd name="connsiteY14" fmla="*/ 73375 h 7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2" h="73445">
                      <a:moveTo>
                        <a:pt x="44060" y="73375"/>
                      </a:moveTo>
                      <a:cubicBezTo>
                        <a:pt x="17594" y="71172"/>
                        <a:pt x="-2079" y="47932"/>
                        <a:pt x="124" y="21465"/>
                      </a:cubicBezTo>
                      <a:cubicBezTo>
                        <a:pt x="413" y="18012"/>
                        <a:pt x="1069" y="14602"/>
                        <a:pt x="2092" y="11297"/>
                      </a:cubicBezTo>
                      <a:cubicBezTo>
                        <a:pt x="64" y="7781"/>
                        <a:pt x="64" y="3445"/>
                        <a:pt x="2092" y="-70"/>
                      </a:cubicBezTo>
                      <a:lnTo>
                        <a:pt x="2092" y="-70"/>
                      </a:lnTo>
                      <a:cubicBezTo>
                        <a:pt x="2092" y="6050"/>
                        <a:pt x="2092" y="12171"/>
                        <a:pt x="2092" y="17417"/>
                      </a:cubicBezTo>
                      <a:cubicBezTo>
                        <a:pt x="754" y="21684"/>
                        <a:pt x="754" y="26265"/>
                        <a:pt x="2092" y="30532"/>
                      </a:cubicBezTo>
                      <a:cubicBezTo>
                        <a:pt x="3106" y="33942"/>
                        <a:pt x="3692" y="37465"/>
                        <a:pt x="3841" y="41024"/>
                      </a:cubicBezTo>
                      <a:cubicBezTo>
                        <a:pt x="3106" y="43000"/>
                        <a:pt x="3106" y="45169"/>
                        <a:pt x="3841" y="47145"/>
                      </a:cubicBezTo>
                      <a:lnTo>
                        <a:pt x="3841" y="47145"/>
                      </a:lnTo>
                      <a:cubicBezTo>
                        <a:pt x="3430" y="48867"/>
                        <a:pt x="3430" y="50668"/>
                        <a:pt x="3841" y="52391"/>
                      </a:cubicBezTo>
                      <a:lnTo>
                        <a:pt x="3841" y="52391"/>
                      </a:lnTo>
                      <a:cubicBezTo>
                        <a:pt x="9795" y="57855"/>
                        <a:pt x="16999" y="61755"/>
                        <a:pt x="24825" y="63758"/>
                      </a:cubicBezTo>
                      <a:lnTo>
                        <a:pt x="24825" y="63758"/>
                      </a:lnTo>
                      <a:cubicBezTo>
                        <a:pt x="24825" y="63758"/>
                        <a:pt x="44935" y="73375"/>
                        <a:pt x="44060" y="73375"/>
                      </a:cubicBezTo>
                      <a:close/>
                    </a:path>
                  </a:pathLst>
                </a:custGeom>
                <a:solidFill>
                  <a:srgbClr val="DFDFE5"/>
                </a:solidFill>
                <a:ln w="87213" cap="flat">
                  <a:noFill/>
                  <a:prstDash val="solid"/>
                  <a:miter/>
                </a:ln>
              </p:spPr>
              <p:txBody>
                <a:bodyPr rtlCol="0" anchor="ctr"/>
                <a:lstStyle/>
                <a:p>
                  <a:endParaRPr lang="en-IN" dirty="0"/>
                </a:p>
              </p:txBody>
            </p:sp>
            <p:sp>
              <p:nvSpPr>
                <p:cNvPr id="2630" name="Freeform: Shape 2629">
                  <a:extLst>
                    <a:ext uri="{FF2B5EF4-FFF2-40B4-BE49-F238E27FC236}">
                      <a16:creationId xmlns:a16="http://schemas.microsoft.com/office/drawing/2014/main" id="{50C6162B-F687-F917-640B-1E5DE3A9D8A8}"/>
                    </a:ext>
                  </a:extLst>
                </p:cNvPr>
                <p:cNvSpPr/>
                <p:nvPr/>
              </p:nvSpPr>
              <p:spPr>
                <a:xfrm>
                  <a:off x="2925103" y="4352151"/>
                  <a:ext cx="69073" cy="101306"/>
                </a:xfrm>
                <a:custGeom>
                  <a:avLst/>
                  <a:gdLst>
                    <a:gd name="connsiteX0" fmla="*/ -44 w 69073"/>
                    <a:gd name="connsiteY0" fmla="*/ 89113 h 101306"/>
                    <a:gd name="connsiteX1" fmla="*/ -44 w 69073"/>
                    <a:gd name="connsiteY1" fmla="*/ 100480 h 101306"/>
                    <a:gd name="connsiteX2" fmla="*/ -44 w 69073"/>
                    <a:gd name="connsiteY2" fmla="*/ 91736 h 101306"/>
                    <a:gd name="connsiteX3" fmla="*/ 20066 w 69073"/>
                    <a:gd name="connsiteY3" fmla="*/ 55014 h 101306"/>
                    <a:gd name="connsiteX4" fmla="*/ 51542 w 69073"/>
                    <a:gd name="connsiteY4" fmla="*/ 12171 h 101306"/>
                    <a:gd name="connsiteX5" fmla="*/ 69029 w 69073"/>
                    <a:gd name="connsiteY5" fmla="*/ -70 h 101306"/>
                    <a:gd name="connsiteX6" fmla="*/ 69029 w 69073"/>
                    <a:gd name="connsiteY6" fmla="*/ -70 h 101306"/>
                    <a:gd name="connsiteX7" fmla="*/ 69029 w 69073"/>
                    <a:gd name="connsiteY7" fmla="*/ 5176 h 101306"/>
                    <a:gd name="connsiteX8" fmla="*/ 60286 w 69073"/>
                    <a:gd name="connsiteY8" fmla="*/ 11296 h 101306"/>
                    <a:gd name="connsiteX9" fmla="*/ 37553 w 69073"/>
                    <a:gd name="connsiteY9" fmla="*/ 38401 h 101306"/>
                    <a:gd name="connsiteX10" fmla="*/ 10448 w 69073"/>
                    <a:gd name="connsiteY10" fmla="*/ 83867 h 101306"/>
                    <a:gd name="connsiteX11" fmla="*/ 2710 w 69073"/>
                    <a:gd name="connsiteY11" fmla="*/ 90031 h 101306"/>
                    <a:gd name="connsiteX12" fmla="*/ -44 w 69073"/>
                    <a:gd name="connsiteY12" fmla="*/ 89113 h 10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073" h="101306">
                      <a:moveTo>
                        <a:pt x="-44" y="89113"/>
                      </a:moveTo>
                      <a:cubicBezTo>
                        <a:pt x="-44" y="89113"/>
                        <a:pt x="-44" y="96982"/>
                        <a:pt x="-44" y="100480"/>
                      </a:cubicBezTo>
                      <a:cubicBezTo>
                        <a:pt x="-44" y="103977"/>
                        <a:pt x="-44" y="94359"/>
                        <a:pt x="-44" y="91736"/>
                      </a:cubicBezTo>
                      <a:cubicBezTo>
                        <a:pt x="5254" y="78778"/>
                        <a:pt x="12005" y="66458"/>
                        <a:pt x="20066" y="55014"/>
                      </a:cubicBezTo>
                      <a:cubicBezTo>
                        <a:pt x="28757" y="39494"/>
                        <a:pt x="39328" y="25102"/>
                        <a:pt x="51542" y="12171"/>
                      </a:cubicBezTo>
                      <a:cubicBezTo>
                        <a:pt x="56220" y="6653"/>
                        <a:pt x="62244" y="2439"/>
                        <a:pt x="69029" y="-70"/>
                      </a:cubicBezTo>
                      <a:lnTo>
                        <a:pt x="69029" y="-70"/>
                      </a:lnTo>
                      <a:cubicBezTo>
                        <a:pt x="69029" y="-70"/>
                        <a:pt x="69029" y="-70"/>
                        <a:pt x="69029" y="5176"/>
                      </a:cubicBezTo>
                      <a:lnTo>
                        <a:pt x="60286" y="11296"/>
                      </a:lnTo>
                      <a:cubicBezTo>
                        <a:pt x="51787" y="19515"/>
                        <a:pt x="44163" y="28599"/>
                        <a:pt x="37553" y="38401"/>
                      </a:cubicBezTo>
                      <a:cubicBezTo>
                        <a:pt x="27384" y="52845"/>
                        <a:pt x="18326" y="68050"/>
                        <a:pt x="10448" y="83867"/>
                      </a:cubicBezTo>
                      <a:cubicBezTo>
                        <a:pt x="10011" y="87705"/>
                        <a:pt x="6549" y="90468"/>
                        <a:pt x="2710" y="90031"/>
                      </a:cubicBezTo>
                      <a:cubicBezTo>
                        <a:pt x="1740" y="89917"/>
                        <a:pt x="804" y="89611"/>
                        <a:pt x="-44" y="89113"/>
                      </a:cubicBezTo>
                      <a:close/>
                    </a:path>
                  </a:pathLst>
                </a:custGeom>
                <a:solidFill>
                  <a:srgbClr val="E3E3E8"/>
                </a:solidFill>
                <a:ln w="87213" cap="flat">
                  <a:noFill/>
                  <a:prstDash val="solid"/>
                  <a:miter/>
                </a:ln>
              </p:spPr>
              <p:txBody>
                <a:bodyPr rtlCol="0" anchor="ctr"/>
                <a:lstStyle/>
                <a:p>
                  <a:endParaRPr lang="en-IN" dirty="0"/>
                </a:p>
              </p:txBody>
            </p:sp>
            <p:sp>
              <p:nvSpPr>
                <p:cNvPr id="2631" name="Freeform: Shape 2630">
                  <a:extLst>
                    <a:ext uri="{FF2B5EF4-FFF2-40B4-BE49-F238E27FC236}">
                      <a16:creationId xmlns:a16="http://schemas.microsoft.com/office/drawing/2014/main" id="{5F3A1CDA-22CF-28D7-C5F9-5B317138EED1}"/>
                    </a:ext>
                  </a:extLst>
                </p:cNvPr>
                <p:cNvSpPr/>
                <p:nvPr/>
              </p:nvSpPr>
              <p:spPr>
                <a:xfrm>
                  <a:off x="2977563" y="4507785"/>
                  <a:ext cx="14863" cy="6428"/>
                </a:xfrm>
                <a:custGeom>
                  <a:avLst/>
                  <a:gdLst>
                    <a:gd name="connsiteX0" fmla="*/ 14820 w 14863"/>
                    <a:gd name="connsiteY0" fmla="*/ -70 h 6428"/>
                    <a:gd name="connsiteX1" fmla="*/ -44 w 14863"/>
                    <a:gd name="connsiteY1" fmla="*/ 6050 h 6428"/>
                    <a:gd name="connsiteX2" fmla="*/ -44 w 14863"/>
                    <a:gd name="connsiteY2" fmla="*/ 6050 h 6428"/>
                    <a:gd name="connsiteX3" fmla="*/ -44 w 14863"/>
                    <a:gd name="connsiteY3" fmla="*/ 6050 h 6428"/>
                    <a:gd name="connsiteX4" fmla="*/ 12197 w 14863"/>
                    <a:gd name="connsiteY4" fmla="*/ 6050 h 6428"/>
                    <a:gd name="connsiteX5" fmla="*/ 12197 w 14863"/>
                    <a:gd name="connsiteY5" fmla="*/ 6050 h 6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63" h="6428">
                      <a:moveTo>
                        <a:pt x="14820" y="-70"/>
                      </a:moveTo>
                      <a:cubicBezTo>
                        <a:pt x="10693" y="3585"/>
                        <a:pt x="5456" y="5744"/>
                        <a:pt x="-44" y="6050"/>
                      </a:cubicBezTo>
                      <a:cubicBezTo>
                        <a:pt x="-44" y="6050"/>
                        <a:pt x="-44" y="6050"/>
                        <a:pt x="-44" y="6050"/>
                      </a:cubicBezTo>
                      <a:cubicBezTo>
                        <a:pt x="-44" y="6050"/>
                        <a:pt x="-44" y="6050"/>
                        <a:pt x="-44" y="6050"/>
                      </a:cubicBezTo>
                      <a:cubicBezTo>
                        <a:pt x="4022" y="6461"/>
                        <a:pt x="8131" y="6461"/>
                        <a:pt x="12197" y="6050"/>
                      </a:cubicBezTo>
                      <a:lnTo>
                        <a:pt x="12197" y="6050"/>
                      </a:lnTo>
                      <a:close/>
                    </a:path>
                  </a:pathLst>
                </a:custGeom>
                <a:solidFill>
                  <a:srgbClr val="DFDFE5"/>
                </a:solidFill>
                <a:ln w="87213" cap="flat">
                  <a:noFill/>
                  <a:prstDash val="solid"/>
                  <a:miter/>
                </a:ln>
              </p:spPr>
              <p:txBody>
                <a:bodyPr rtlCol="0" anchor="ctr"/>
                <a:lstStyle/>
                <a:p>
                  <a:endParaRPr lang="en-IN" dirty="0"/>
                </a:p>
              </p:txBody>
            </p:sp>
            <p:sp>
              <p:nvSpPr>
                <p:cNvPr id="2632" name="Freeform: Shape 2631">
                  <a:extLst>
                    <a:ext uri="{FF2B5EF4-FFF2-40B4-BE49-F238E27FC236}">
                      <a16:creationId xmlns:a16="http://schemas.microsoft.com/office/drawing/2014/main" id="{97D074C1-E614-F3FD-18F8-4078E0A8CA0B}"/>
                    </a:ext>
                  </a:extLst>
                </p:cNvPr>
                <p:cNvSpPr/>
                <p:nvPr/>
              </p:nvSpPr>
              <p:spPr>
                <a:xfrm>
                  <a:off x="2962699" y="4510602"/>
                  <a:ext cx="12240" cy="1554"/>
                </a:xfrm>
                <a:custGeom>
                  <a:avLst/>
                  <a:gdLst>
                    <a:gd name="connsiteX0" fmla="*/ 12197 w 12240"/>
                    <a:gd name="connsiteY0" fmla="*/ 1484 h 1554"/>
                    <a:gd name="connsiteX1" fmla="*/ 12197 w 12240"/>
                    <a:gd name="connsiteY1" fmla="*/ 1484 h 1554"/>
                    <a:gd name="connsiteX2" fmla="*/ -44 w 12240"/>
                    <a:gd name="connsiteY2" fmla="*/ 1484 h 1554"/>
                    <a:gd name="connsiteX3" fmla="*/ -44 w 12240"/>
                    <a:gd name="connsiteY3" fmla="*/ 1484 h 1554"/>
                    <a:gd name="connsiteX4" fmla="*/ 12197 w 12240"/>
                    <a:gd name="connsiteY4" fmla="*/ 1484 h 1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 h="1554">
                      <a:moveTo>
                        <a:pt x="12197" y="1484"/>
                      </a:moveTo>
                      <a:lnTo>
                        <a:pt x="12197" y="1484"/>
                      </a:lnTo>
                      <a:cubicBezTo>
                        <a:pt x="12197" y="1484"/>
                        <a:pt x="4328" y="1484"/>
                        <a:pt x="-44" y="1484"/>
                      </a:cubicBezTo>
                      <a:lnTo>
                        <a:pt x="-44" y="1484"/>
                      </a:lnTo>
                      <a:cubicBezTo>
                        <a:pt x="-44" y="1484"/>
                        <a:pt x="8699" y="-2013"/>
                        <a:pt x="12197" y="1484"/>
                      </a:cubicBezTo>
                      <a:close/>
                    </a:path>
                  </a:pathLst>
                </a:custGeom>
                <a:solidFill>
                  <a:srgbClr val="DFDFE5"/>
                </a:solidFill>
                <a:ln w="87213" cap="flat">
                  <a:noFill/>
                  <a:prstDash val="solid"/>
                  <a:miter/>
                </a:ln>
              </p:spPr>
              <p:txBody>
                <a:bodyPr rtlCol="0" anchor="ctr"/>
                <a:lstStyle/>
                <a:p>
                  <a:endParaRPr lang="en-IN" dirty="0"/>
                </a:p>
              </p:txBody>
            </p:sp>
            <p:sp>
              <p:nvSpPr>
                <p:cNvPr id="2633" name="Freeform: Shape 2632">
                  <a:extLst>
                    <a:ext uri="{FF2B5EF4-FFF2-40B4-BE49-F238E27FC236}">
                      <a16:creationId xmlns:a16="http://schemas.microsoft.com/office/drawing/2014/main" id="{6B894D65-EE8A-90F8-B3FD-7D1437E491AE}"/>
                    </a:ext>
                  </a:extLst>
                </p:cNvPr>
                <p:cNvSpPr/>
                <p:nvPr/>
              </p:nvSpPr>
              <p:spPr>
                <a:xfrm>
                  <a:off x="2991553" y="4349528"/>
                  <a:ext cx="12165" cy="3108"/>
                </a:xfrm>
                <a:custGeom>
                  <a:avLst/>
                  <a:gdLst>
                    <a:gd name="connsiteX0" fmla="*/ 1704 w 12165"/>
                    <a:gd name="connsiteY0" fmla="*/ -70 h 3108"/>
                    <a:gd name="connsiteX1" fmla="*/ 11322 w 12165"/>
                    <a:gd name="connsiteY1" fmla="*/ -70 h 3108"/>
                    <a:gd name="connsiteX2" fmla="*/ -44 w 12165"/>
                    <a:gd name="connsiteY2" fmla="*/ -70 h 3108"/>
                    <a:gd name="connsiteX3" fmla="*/ -44 w 12165"/>
                    <a:gd name="connsiteY3" fmla="*/ -70 h 3108"/>
                  </a:gdLst>
                  <a:ahLst/>
                  <a:cxnLst>
                    <a:cxn ang="0">
                      <a:pos x="connsiteX0" y="connsiteY0"/>
                    </a:cxn>
                    <a:cxn ang="0">
                      <a:pos x="connsiteX1" y="connsiteY1"/>
                    </a:cxn>
                    <a:cxn ang="0">
                      <a:pos x="connsiteX2" y="connsiteY2"/>
                    </a:cxn>
                    <a:cxn ang="0">
                      <a:pos x="connsiteX3" y="connsiteY3"/>
                    </a:cxn>
                  </a:cxnLst>
                  <a:rect l="l" t="t" r="r" b="b"/>
                  <a:pathLst>
                    <a:path w="12165" h="3108">
                      <a:moveTo>
                        <a:pt x="1704" y="-70"/>
                      </a:moveTo>
                      <a:cubicBezTo>
                        <a:pt x="1704" y="-70"/>
                        <a:pt x="7825" y="-70"/>
                        <a:pt x="11322" y="-70"/>
                      </a:cubicBezTo>
                      <a:cubicBezTo>
                        <a:pt x="14820" y="-70"/>
                        <a:pt x="6076" y="6924"/>
                        <a:pt x="-44" y="-70"/>
                      </a:cubicBezTo>
                      <a:lnTo>
                        <a:pt x="-44" y="-70"/>
                      </a:lnTo>
                      <a:close/>
                    </a:path>
                  </a:pathLst>
                </a:custGeom>
                <a:solidFill>
                  <a:srgbClr val="E4E4E9"/>
                </a:solidFill>
                <a:ln w="87213" cap="flat">
                  <a:noFill/>
                  <a:prstDash val="solid"/>
                  <a:miter/>
                </a:ln>
              </p:spPr>
              <p:txBody>
                <a:bodyPr rtlCol="0" anchor="ctr"/>
                <a:lstStyle/>
                <a:p>
                  <a:endParaRPr lang="en-IN" dirty="0"/>
                </a:p>
              </p:txBody>
            </p:sp>
            <p:sp>
              <p:nvSpPr>
                <p:cNvPr id="2634" name="Freeform: Shape 2633">
                  <a:extLst>
                    <a:ext uri="{FF2B5EF4-FFF2-40B4-BE49-F238E27FC236}">
                      <a16:creationId xmlns:a16="http://schemas.microsoft.com/office/drawing/2014/main" id="{0A3159E6-A670-9771-2476-F94D04ADAF09}"/>
                    </a:ext>
                  </a:extLst>
                </p:cNvPr>
                <p:cNvSpPr/>
                <p:nvPr/>
              </p:nvSpPr>
              <p:spPr>
                <a:xfrm>
                  <a:off x="3004862" y="4499651"/>
                  <a:ext cx="1554" cy="6385"/>
                </a:xfrm>
                <a:custGeom>
                  <a:avLst/>
                  <a:gdLst>
                    <a:gd name="connsiteX0" fmla="*/ 1510 w 1554"/>
                    <a:gd name="connsiteY0" fmla="*/ 1069 h 6385"/>
                    <a:gd name="connsiteX1" fmla="*/ 1510 w 1554"/>
                    <a:gd name="connsiteY1" fmla="*/ 6315 h 6385"/>
                    <a:gd name="connsiteX2" fmla="*/ 1510 w 1554"/>
                    <a:gd name="connsiteY2" fmla="*/ 6315 h 6385"/>
                    <a:gd name="connsiteX3" fmla="*/ 1510 w 1554"/>
                    <a:gd name="connsiteY3" fmla="*/ 6315 h 6385"/>
                    <a:gd name="connsiteX4" fmla="*/ 1510 w 1554"/>
                    <a:gd name="connsiteY4" fmla="*/ 1069 h 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 h="6385">
                      <a:moveTo>
                        <a:pt x="1510" y="1069"/>
                      </a:moveTo>
                      <a:lnTo>
                        <a:pt x="1510" y="6315"/>
                      </a:lnTo>
                      <a:lnTo>
                        <a:pt x="1510" y="6315"/>
                      </a:lnTo>
                      <a:lnTo>
                        <a:pt x="1510" y="6315"/>
                      </a:lnTo>
                      <a:cubicBezTo>
                        <a:pt x="1510" y="6315"/>
                        <a:pt x="-1987" y="-3302"/>
                        <a:pt x="1510" y="1069"/>
                      </a:cubicBezTo>
                      <a:close/>
                    </a:path>
                  </a:pathLst>
                </a:custGeom>
                <a:solidFill>
                  <a:srgbClr val="DFDFE5"/>
                </a:solidFill>
                <a:ln w="87213" cap="flat">
                  <a:noFill/>
                  <a:prstDash val="solid"/>
                  <a:miter/>
                </a:ln>
              </p:spPr>
              <p:txBody>
                <a:bodyPr rtlCol="0" anchor="ctr"/>
                <a:lstStyle/>
                <a:p>
                  <a:endParaRPr lang="en-IN" dirty="0"/>
                </a:p>
              </p:txBody>
            </p:sp>
            <p:sp>
              <p:nvSpPr>
                <p:cNvPr id="2635" name="Freeform: Shape 2634">
                  <a:extLst>
                    <a:ext uri="{FF2B5EF4-FFF2-40B4-BE49-F238E27FC236}">
                      <a16:creationId xmlns:a16="http://schemas.microsoft.com/office/drawing/2014/main" id="{A4FBB7C5-C67A-A67E-5839-161A7DE8A749}"/>
                    </a:ext>
                  </a:extLst>
                </p:cNvPr>
                <p:cNvSpPr/>
                <p:nvPr/>
              </p:nvSpPr>
              <p:spPr>
                <a:xfrm>
                  <a:off x="2992427" y="4501567"/>
                  <a:ext cx="7869" cy="5051"/>
                </a:xfrm>
                <a:custGeom>
                  <a:avLst/>
                  <a:gdLst>
                    <a:gd name="connsiteX0" fmla="*/ 7825 w 7869"/>
                    <a:gd name="connsiteY0" fmla="*/ 2650 h 5051"/>
                    <a:gd name="connsiteX1" fmla="*/ -44 w 7869"/>
                    <a:gd name="connsiteY1" fmla="*/ 2650 h 5051"/>
                    <a:gd name="connsiteX2" fmla="*/ -44 w 7869"/>
                    <a:gd name="connsiteY2" fmla="*/ 2650 h 5051"/>
                    <a:gd name="connsiteX3" fmla="*/ 7825 w 7869"/>
                    <a:gd name="connsiteY3" fmla="*/ 2650 h 5051"/>
                  </a:gdLst>
                  <a:ahLst/>
                  <a:cxnLst>
                    <a:cxn ang="0">
                      <a:pos x="connsiteX0" y="connsiteY0"/>
                    </a:cxn>
                    <a:cxn ang="0">
                      <a:pos x="connsiteX1" y="connsiteY1"/>
                    </a:cxn>
                    <a:cxn ang="0">
                      <a:pos x="connsiteX2" y="connsiteY2"/>
                    </a:cxn>
                    <a:cxn ang="0">
                      <a:pos x="connsiteX3" y="connsiteY3"/>
                    </a:cxn>
                  </a:cxnLst>
                  <a:rect l="l" t="t" r="r" b="b"/>
                  <a:pathLst>
                    <a:path w="7869" h="5051">
                      <a:moveTo>
                        <a:pt x="7825" y="2650"/>
                      </a:moveTo>
                      <a:cubicBezTo>
                        <a:pt x="7825" y="2650"/>
                        <a:pt x="7825" y="7896"/>
                        <a:pt x="-44" y="2650"/>
                      </a:cubicBezTo>
                      <a:lnTo>
                        <a:pt x="-44" y="2650"/>
                      </a:lnTo>
                      <a:cubicBezTo>
                        <a:pt x="-44" y="2650"/>
                        <a:pt x="-44" y="-3470"/>
                        <a:pt x="7825" y="2650"/>
                      </a:cubicBezTo>
                      <a:close/>
                    </a:path>
                  </a:pathLst>
                </a:custGeom>
                <a:solidFill>
                  <a:srgbClr val="DFDFE5"/>
                </a:solidFill>
                <a:ln w="87213" cap="flat">
                  <a:noFill/>
                  <a:prstDash val="solid"/>
                  <a:miter/>
                </a:ln>
              </p:spPr>
              <p:txBody>
                <a:bodyPr rtlCol="0" anchor="ctr"/>
                <a:lstStyle/>
                <a:p>
                  <a:endParaRPr lang="en-IN" dirty="0"/>
                </a:p>
              </p:txBody>
            </p:sp>
            <p:sp>
              <p:nvSpPr>
                <p:cNvPr id="2636" name="Freeform: Shape 2635">
                  <a:extLst>
                    <a:ext uri="{FF2B5EF4-FFF2-40B4-BE49-F238E27FC236}">
                      <a16:creationId xmlns:a16="http://schemas.microsoft.com/office/drawing/2014/main" id="{FBA2B922-A6A7-8447-B85A-873213B62EB7}"/>
                    </a:ext>
                  </a:extLst>
                </p:cNvPr>
                <p:cNvSpPr/>
                <p:nvPr/>
              </p:nvSpPr>
              <p:spPr>
                <a:xfrm>
                  <a:off x="2988056" y="4346031"/>
                  <a:ext cx="70353" cy="158256"/>
                </a:xfrm>
                <a:custGeom>
                  <a:avLst/>
                  <a:gdLst>
                    <a:gd name="connsiteX0" fmla="*/ 12197 w 70353"/>
                    <a:gd name="connsiteY0" fmla="*/ 158186 h 158256"/>
                    <a:gd name="connsiteX1" fmla="*/ 4327 w 70353"/>
                    <a:gd name="connsiteY1" fmla="*/ 158186 h 158256"/>
                    <a:gd name="connsiteX2" fmla="*/ 4327 w 70353"/>
                    <a:gd name="connsiteY2" fmla="*/ 158186 h 158256"/>
                    <a:gd name="connsiteX3" fmla="*/ 15694 w 70353"/>
                    <a:gd name="connsiteY3" fmla="*/ 146820 h 158256"/>
                    <a:gd name="connsiteX4" fmla="*/ 21814 w 70353"/>
                    <a:gd name="connsiteY4" fmla="*/ 140700 h 158256"/>
                    <a:gd name="connsiteX5" fmla="*/ 55914 w 70353"/>
                    <a:gd name="connsiteY5" fmla="*/ 89987 h 158256"/>
                    <a:gd name="connsiteX6" fmla="*/ 67280 w 70353"/>
                    <a:gd name="connsiteY6" fmla="*/ 68129 h 158256"/>
                    <a:gd name="connsiteX7" fmla="*/ 67280 w 70353"/>
                    <a:gd name="connsiteY7" fmla="*/ 35778 h 158256"/>
                    <a:gd name="connsiteX8" fmla="*/ 27060 w 70353"/>
                    <a:gd name="connsiteY8" fmla="*/ 5176 h 158256"/>
                    <a:gd name="connsiteX9" fmla="*/ 7825 w 70353"/>
                    <a:gd name="connsiteY9" fmla="*/ 5176 h 158256"/>
                    <a:gd name="connsiteX10" fmla="*/ -44 w 70353"/>
                    <a:gd name="connsiteY10" fmla="*/ 5176 h 158256"/>
                    <a:gd name="connsiteX11" fmla="*/ -44 w 70353"/>
                    <a:gd name="connsiteY11" fmla="*/ -70 h 158256"/>
                    <a:gd name="connsiteX12" fmla="*/ 11322 w 70353"/>
                    <a:gd name="connsiteY12" fmla="*/ -70 h 158256"/>
                    <a:gd name="connsiteX13" fmla="*/ 29683 w 70353"/>
                    <a:gd name="connsiteY13" fmla="*/ -70 h 158256"/>
                    <a:gd name="connsiteX14" fmla="*/ 54165 w 70353"/>
                    <a:gd name="connsiteY14" fmla="*/ 11296 h 158256"/>
                    <a:gd name="connsiteX15" fmla="*/ 66406 w 70353"/>
                    <a:gd name="connsiteY15" fmla="*/ 69003 h 158256"/>
                    <a:gd name="connsiteX16" fmla="*/ 66406 w 70353"/>
                    <a:gd name="connsiteY16" fmla="*/ 77747 h 158256"/>
                    <a:gd name="connsiteX17" fmla="*/ 58537 w 70353"/>
                    <a:gd name="connsiteY17" fmla="*/ 92610 h 158256"/>
                    <a:gd name="connsiteX18" fmla="*/ 52416 w 70353"/>
                    <a:gd name="connsiteY18" fmla="*/ 103977 h 158256"/>
                    <a:gd name="connsiteX19" fmla="*/ 43673 w 70353"/>
                    <a:gd name="connsiteY19" fmla="*/ 117967 h 158256"/>
                    <a:gd name="connsiteX20" fmla="*/ 38427 w 70353"/>
                    <a:gd name="connsiteY20" fmla="*/ 126710 h 158256"/>
                    <a:gd name="connsiteX21" fmla="*/ 26186 w 70353"/>
                    <a:gd name="connsiteY21" fmla="*/ 141574 h 158256"/>
                    <a:gd name="connsiteX22" fmla="*/ 18317 w 70353"/>
                    <a:gd name="connsiteY22" fmla="*/ 152066 h 158256"/>
                    <a:gd name="connsiteX23" fmla="*/ 12197 w 70353"/>
                    <a:gd name="connsiteY23" fmla="*/ 158186 h 15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353" h="158256">
                      <a:moveTo>
                        <a:pt x="12197" y="158186"/>
                      </a:moveTo>
                      <a:cubicBezTo>
                        <a:pt x="12197" y="158186"/>
                        <a:pt x="6951" y="158186"/>
                        <a:pt x="4327" y="158186"/>
                      </a:cubicBezTo>
                      <a:lnTo>
                        <a:pt x="4327" y="158186"/>
                      </a:lnTo>
                      <a:cubicBezTo>
                        <a:pt x="4327" y="152066"/>
                        <a:pt x="12197" y="150318"/>
                        <a:pt x="15694" y="146820"/>
                      </a:cubicBezTo>
                      <a:lnTo>
                        <a:pt x="21814" y="140700"/>
                      </a:lnTo>
                      <a:cubicBezTo>
                        <a:pt x="34055" y="124087"/>
                        <a:pt x="44548" y="106600"/>
                        <a:pt x="55914" y="89987"/>
                      </a:cubicBezTo>
                      <a:cubicBezTo>
                        <a:pt x="60557" y="83176"/>
                        <a:pt x="64369" y="75840"/>
                        <a:pt x="67280" y="68129"/>
                      </a:cubicBezTo>
                      <a:cubicBezTo>
                        <a:pt x="71163" y="57698"/>
                        <a:pt x="71163" y="46209"/>
                        <a:pt x="67280" y="35778"/>
                      </a:cubicBezTo>
                      <a:cubicBezTo>
                        <a:pt x="61510" y="18230"/>
                        <a:pt x="45509" y="6059"/>
                        <a:pt x="27060" y="5176"/>
                      </a:cubicBezTo>
                      <a:cubicBezTo>
                        <a:pt x="20678" y="4275"/>
                        <a:pt x="14208" y="4275"/>
                        <a:pt x="7825" y="5176"/>
                      </a:cubicBezTo>
                      <a:cubicBezTo>
                        <a:pt x="7825" y="5176"/>
                        <a:pt x="2579" y="5176"/>
                        <a:pt x="-44" y="5176"/>
                      </a:cubicBezTo>
                      <a:lnTo>
                        <a:pt x="-44" y="-70"/>
                      </a:lnTo>
                      <a:cubicBezTo>
                        <a:pt x="-44" y="-70"/>
                        <a:pt x="9574" y="-70"/>
                        <a:pt x="11322" y="-70"/>
                      </a:cubicBezTo>
                      <a:lnTo>
                        <a:pt x="29683" y="-70"/>
                      </a:lnTo>
                      <a:cubicBezTo>
                        <a:pt x="38567" y="1906"/>
                        <a:pt x="46926" y="5779"/>
                        <a:pt x="54165" y="11296"/>
                      </a:cubicBezTo>
                      <a:cubicBezTo>
                        <a:pt x="69694" y="26195"/>
                        <a:pt x="74555" y="49077"/>
                        <a:pt x="66406" y="69003"/>
                      </a:cubicBezTo>
                      <a:cubicBezTo>
                        <a:pt x="65917" y="71897"/>
                        <a:pt x="65917" y="74852"/>
                        <a:pt x="66406" y="77747"/>
                      </a:cubicBezTo>
                      <a:cubicBezTo>
                        <a:pt x="66406" y="82993"/>
                        <a:pt x="59411" y="87365"/>
                        <a:pt x="58537" y="92610"/>
                      </a:cubicBezTo>
                      <a:cubicBezTo>
                        <a:pt x="57662" y="97856"/>
                        <a:pt x="58537" y="100479"/>
                        <a:pt x="52416" y="103977"/>
                      </a:cubicBezTo>
                      <a:cubicBezTo>
                        <a:pt x="47782" y="107317"/>
                        <a:pt x="44652" y="112336"/>
                        <a:pt x="43673" y="117967"/>
                      </a:cubicBezTo>
                      <a:lnTo>
                        <a:pt x="38427" y="126710"/>
                      </a:lnTo>
                      <a:cubicBezTo>
                        <a:pt x="33181" y="126710"/>
                        <a:pt x="31432" y="138076"/>
                        <a:pt x="26186" y="141574"/>
                      </a:cubicBezTo>
                      <a:cubicBezTo>
                        <a:pt x="20940" y="145071"/>
                        <a:pt x="20065" y="147694"/>
                        <a:pt x="18317" y="152066"/>
                      </a:cubicBezTo>
                      <a:cubicBezTo>
                        <a:pt x="16569" y="156438"/>
                        <a:pt x="13945" y="155563"/>
                        <a:pt x="12197" y="158186"/>
                      </a:cubicBezTo>
                      <a:close/>
                    </a:path>
                  </a:pathLst>
                </a:custGeom>
                <a:solidFill>
                  <a:srgbClr val="DDDDE4"/>
                </a:solidFill>
                <a:ln w="87213" cap="flat">
                  <a:noFill/>
                  <a:prstDash val="solid"/>
                  <a:miter/>
                </a:ln>
              </p:spPr>
              <p:txBody>
                <a:bodyPr rtlCol="0" anchor="ctr"/>
                <a:lstStyle/>
                <a:p>
                  <a:endParaRPr lang="en-IN" dirty="0"/>
                </a:p>
              </p:txBody>
            </p:sp>
            <p:sp>
              <p:nvSpPr>
                <p:cNvPr id="2637" name="Freeform: Shape 2636">
                  <a:extLst>
                    <a:ext uri="{FF2B5EF4-FFF2-40B4-BE49-F238E27FC236}">
                      <a16:creationId xmlns:a16="http://schemas.microsoft.com/office/drawing/2014/main" id="{380C044D-30DB-8F2F-8071-ED366CC38323}"/>
                    </a:ext>
                  </a:extLst>
                </p:cNvPr>
                <p:cNvSpPr/>
                <p:nvPr/>
              </p:nvSpPr>
              <p:spPr>
                <a:xfrm>
                  <a:off x="3031572" y="4452701"/>
                  <a:ext cx="8944" cy="13989"/>
                </a:xfrm>
                <a:custGeom>
                  <a:avLst/>
                  <a:gdLst>
                    <a:gd name="connsiteX0" fmla="*/ 157 w 8944"/>
                    <a:gd name="connsiteY0" fmla="*/ 13919 h 13989"/>
                    <a:gd name="connsiteX1" fmla="*/ 8900 w 8944"/>
                    <a:gd name="connsiteY1" fmla="*/ -70 h 13989"/>
                  </a:gdLst>
                  <a:ahLst/>
                  <a:cxnLst>
                    <a:cxn ang="0">
                      <a:pos x="connsiteX0" y="connsiteY0"/>
                    </a:cxn>
                    <a:cxn ang="0">
                      <a:pos x="connsiteX1" y="connsiteY1"/>
                    </a:cxn>
                  </a:cxnLst>
                  <a:rect l="l" t="t" r="r" b="b"/>
                  <a:pathLst>
                    <a:path w="8944" h="13989">
                      <a:moveTo>
                        <a:pt x="157" y="13919"/>
                      </a:moveTo>
                      <a:cubicBezTo>
                        <a:pt x="-980" y="7694"/>
                        <a:pt x="2806" y="1634"/>
                        <a:pt x="8900" y="-70"/>
                      </a:cubicBezTo>
                      <a:close/>
                    </a:path>
                  </a:pathLst>
                </a:custGeom>
                <a:solidFill>
                  <a:srgbClr val="DFDFE5"/>
                </a:solidFill>
                <a:ln w="87213" cap="flat">
                  <a:noFill/>
                  <a:prstDash val="solid"/>
                  <a:miter/>
                </a:ln>
              </p:spPr>
              <p:txBody>
                <a:bodyPr rtlCol="0" anchor="ctr"/>
                <a:lstStyle/>
                <a:p>
                  <a:endParaRPr lang="en-IN" dirty="0"/>
                </a:p>
              </p:txBody>
            </p:sp>
            <p:sp>
              <p:nvSpPr>
                <p:cNvPr id="2638" name="Freeform: Shape 2637">
                  <a:extLst>
                    <a:ext uri="{FF2B5EF4-FFF2-40B4-BE49-F238E27FC236}">
                      <a16:creationId xmlns:a16="http://schemas.microsoft.com/office/drawing/2014/main" id="{8563D6A2-0C33-CBB7-40C0-DAA29B4EF9C9}"/>
                    </a:ext>
                  </a:extLst>
                </p:cNvPr>
                <p:cNvSpPr/>
                <p:nvPr/>
              </p:nvSpPr>
              <p:spPr>
                <a:xfrm>
                  <a:off x="3012537" y="4474929"/>
                  <a:ext cx="14076" cy="15368"/>
                </a:xfrm>
                <a:custGeom>
                  <a:avLst/>
                  <a:gdLst>
                    <a:gd name="connsiteX0" fmla="*/ -44 w 14076"/>
                    <a:gd name="connsiteY0" fmla="*/ 15298 h 15368"/>
                    <a:gd name="connsiteX1" fmla="*/ 12197 w 14076"/>
                    <a:gd name="connsiteY1" fmla="*/ 435 h 15368"/>
                    <a:gd name="connsiteX2" fmla="*/ -44 w 14076"/>
                    <a:gd name="connsiteY2" fmla="*/ 15298 h 15368"/>
                  </a:gdLst>
                  <a:ahLst/>
                  <a:cxnLst>
                    <a:cxn ang="0">
                      <a:pos x="connsiteX0" y="connsiteY0"/>
                    </a:cxn>
                    <a:cxn ang="0">
                      <a:pos x="connsiteX1" y="connsiteY1"/>
                    </a:cxn>
                    <a:cxn ang="0">
                      <a:pos x="connsiteX2" y="connsiteY2"/>
                    </a:cxn>
                  </a:cxnLst>
                  <a:rect l="l" t="t" r="r" b="b"/>
                  <a:pathLst>
                    <a:path w="14076" h="15368">
                      <a:moveTo>
                        <a:pt x="-44" y="15298"/>
                      </a:moveTo>
                      <a:cubicBezTo>
                        <a:pt x="-44" y="15298"/>
                        <a:pt x="6076" y="3932"/>
                        <a:pt x="12197" y="435"/>
                      </a:cubicBezTo>
                      <a:cubicBezTo>
                        <a:pt x="18317" y="-3063"/>
                        <a:pt x="7825" y="12675"/>
                        <a:pt x="-44" y="15298"/>
                      </a:cubicBezTo>
                      <a:close/>
                    </a:path>
                  </a:pathLst>
                </a:custGeom>
                <a:solidFill>
                  <a:srgbClr val="DFDFE5"/>
                </a:solidFill>
                <a:ln w="87213" cap="flat">
                  <a:noFill/>
                  <a:prstDash val="solid"/>
                  <a:miter/>
                </a:ln>
              </p:spPr>
              <p:txBody>
                <a:bodyPr rtlCol="0" anchor="ctr"/>
                <a:lstStyle/>
                <a:p>
                  <a:endParaRPr lang="en-IN" dirty="0"/>
                </a:p>
              </p:txBody>
            </p:sp>
            <p:sp>
              <p:nvSpPr>
                <p:cNvPr id="2639" name="Freeform: Shape 2638">
                  <a:extLst>
                    <a:ext uri="{FF2B5EF4-FFF2-40B4-BE49-F238E27FC236}">
                      <a16:creationId xmlns:a16="http://schemas.microsoft.com/office/drawing/2014/main" id="{0530E795-8CF7-453C-7D9D-BAEE2BB10E54}"/>
                    </a:ext>
                  </a:extLst>
                </p:cNvPr>
                <p:cNvSpPr/>
                <p:nvPr/>
              </p:nvSpPr>
              <p:spPr>
                <a:xfrm>
                  <a:off x="3046637" y="4425366"/>
                  <a:ext cx="8356" cy="15967"/>
                </a:xfrm>
                <a:custGeom>
                  <a:avLst/>
                  <a:gdLst>
                    <a:gd name="connsiteX0" fmla="*/ -44 w 8356"/>
                    <a:gd name="connsiteY0" fmla="*/ 15898 h 15967"/>
                    <a:gd name="connsiteX1" fmla="*/ 7825 w 8356"/>
                    <a:gd name="connsiteY1" fmla="*/ 1034 h 15967"/>
                    <a:gd name="connsiteX2" fmla="*/ -44 w 8356"/>
                    <a:gd name="connsiteY2" fmla="*/ 15898 h 15967"/>
                  </a:gdLst>
                  <a:ahLst/>
                  <a:cxnLst>
                    <a:cxn ang="0">
                      <a:pos x="connsiteX0" y="connsiteY0"/>
                    </a:cxn>
                    <a:cxn ang="0">
                      <a:pos x="connsiteX1" y="connsiteY1"/>
                    </a:cxn>
                    <a:cxn ang="0">
                      <a:pos x="connsiteX2" y="connsiteY2"/>
                    </a:cxn>
                  </a:cxnLst>
                  <a:rect l="l" t="t" r="r" b="b"/>
                  <a:pathLst>
                    <a:path w="8356" h="15967">
                      <a:moveTo>
                        <a:pt x="-44" y="15898"/>
                      </a:moveTo>
                      <a:cubicBezTo>
                        <a:pt x="-44" y="9778"/>
                        <a:pt x="5202" y="6280"/>
                        <a:pt x="7825" y="1034"/>
                      </a:cubicBezTo>
                      <a:cubicBezTo>
                        <a:pt x="10448" y="-4212"/>
                        <a:pt x="1705" y="10652"/>
                        <a:pt x="-44" y="15898"/>
                      </a:cubicBezTo>
                      <a:close/>
                    </a:path>
                  </a:pathLst>
                </a:custGeom>
                <a:solidFill>
                  <a:srgbClr val="DFDFE5"/>
                </a:solidFill>
                <a:ln w="87213" cap="flat">
                  <a:noFill/>
                  <a:prstDash val="solid"/>
                  <a:miter/>
                </a:ln>
              </p:spPr>
              <p:txBody>
                <a:bodyPr rtlCol="0" anchor="ctr"/>
                <a:lstStyle/>
                <a:p>
                  <a:endParaRPr lang="en-IN" dirty="0"/>
                </a:p>
              </p:txBody>
            </p:sp>
            <p:sp>
              <p:nvSpPr>
                <p:cNvPr id="2640" name="Freeform: Shape 2639">
                  <a:extLst>
                    <a:ext uri="{FF2B5EF4-FFF2-40B4-BE49-F238E27FC236}">
                      <a16:creationId xmlns:a16="http://schemas.microsoft.com/office/drawing/2014/main" id="{F404A047-2CBA-6B18-376B-A498FF1748B9}"/>
                    </a:ext>
                  </a:extLst>
                </p:cNvPr>
                <p:cNvSpPr/>
                <p:nvPr/>
              </p:nvSpPr>
              <p:spPr>
                <a:xfrm>
                  <a:off x="3003794" y="4347779"/>
                  <a:ext cx="8743" cy="951"/>
                </a:xfrm>
                <a:custGeom>
                  <a:avLst/>
                  <a:gdLst>
                    <a:gd name="connsiteX0" fmla="*/ 8699 w 8743"/>
                    <a:gd name="connsiteY0" fmla="*/ -70 h 951"/>
                    <a:gd name="connsiteX1" fmla="*/ -44 w 8743"/>
                    <a:gd name="connsiteY1" fmla="*/ -70 h 951"/>
                    <a:gd name="connsiteX2" fmla="*/ 5202 w 8743"/>
                    <a:gd name="connsiteY2" fmla="*/ -70 h 951"/>
                  </a:gdLst>
                  <a:ahLst/>
                  <a:cxnLst>
                    <a:cxn ang="0">
                      <a:pos x="connsiteX0" y="connsiteY0"/>
                    </a:cxn>
                    <a:cxn ang="0">
                      <a:pos x="connsiteX1" y="connsiteY1"/>
                    </a:cxn>
                    <a:cxn ang="0">
                      <a:pos x="connsiteX2" y="connsiteY2"/>
                    </a:cxn>
                  </a:cxnLst>
                  <a:rect l="l" t="t" r="r" b="b"/>
                  <a:pathLst>
                    <a:path w="8743" h="951">
                      <a:moveTo>
                        <a:pt x="8699" y="-70"/>
                      </a:moveTo>
                      <a:cubicBezTo>
                        <a:pt x="5927" y="1198"/>
                        <a:pt x="2728" y="1198"/>
                        <a:pt x="-44" y="-70"/>
                      </a:cubicBezTo>
                      <a:lnTo>
                        <a:pt x="5202" y="-70"/>
                      </a:lnTo>
                      <a:close/>
                    </a:path>
                  </a:pathLst>
                </a:custGeom>
                <a:solidFill>
                  <a:srgbClr val="E4E4E9"/>
                </a:solidFill>
                <a:ln w="87213" cap="flat">
                  <a:noFill/>
                  <a:prstDash val="solid"/>
                  <a:miter/>
                </a:ln>
              </p:spPr>
              <p:txBody>
                <a:bodyPr rtlCol="0" anchor="ctr"/>
                <a:lstStyle/>
                <a:p>
                  <a:endParaRPr lang="en-IN" dirty="0"/>
                </a:p>
              </p:txBody>
            </p:sp>
            <p:sp>
              <p:nvSpPr>
                <p:cNvPr id="2641" name="Freeform: Shape 2640">
                  <a:extLst>
                    <a:ext uri="{FF2B5EF4-FFF2-40B4-BE49-F238E27FC236}">
                      <a16:creationId xmlns:a16="http://schemas.microsoft.com/office/drawing/2014/main" id="{B833B26F-274B-8525-DBBD-76CF63948297}"/>
                    </a:ext>
                  </a:extLst>
                </p:cNvPr>
                <p:cNvSpPr/>
                <p:nvPr/>
              </p:nvSpPr>
              <p:spPr>
                <a:xfrm>
                  <a:off x="3014286" y="4347316"/>
                  <a:ext cx="6994" cy="2275"/>
                </a:xfrm>
                <a:custGeom>
                  <a:avLst/>
                  <a:gdLst>
                    <a:gd name="connsiteX0" fmla="*/ 6951 w 6994"/>
                    <a:gd name="connsiteY0" fmla="*/ 1268 h 2275"/>
                    <a:gd name="connsiteX1" fmla="*/ -44 w 6994"/>
                    <a:gd name="connsiteY1" fmla="*/ 1268 h 2275"/>
                    <a:gd name="connsiteX2" fmla="*/ 6951 w 6994"/>
                    <a:gd name="connsiteY2" fmla="*/ 1268 h 2275"/>
                  </a:gdLst>
                  <a:ahLst/>
                  <a:cxnLst>
                    <a:cxn ang="0">
                      <a:pos x="connsiteX0" y="connsiteY0"/>
                    </a:cxn>
                    <a:cxn ang="0">
                      <a:pos x="connsiteX1" y="connsiteY1"/>
                    </a:cxn>
                    <a:cxn ang="0">
                      <a:pos x="connsiteX2" y="connsiteY2"/>
                    </a:cxn>
                  </a:cxnLst>
                  <a:rect l="l" t="t" r="r" b="b"/>
                  <a:pathLst>
                    <a:path w="6994" h="2275">
                      <a:moveTo>
                        <a:pt x="6951" y="1268"/>
                      </a:moveTo>
                      <a:cubicBezTo>
                        <a:pt x="4783" y="2518"/>
                        <a:pt x="2125" y="2518"/>
                        <a:pt x="-44" y="1268"/>
                      </a:cubicBezTo>
                      <a:cubicBezTo>
                        <a:pt x="1950" y="-516"/>
                        <a:pt x="4958" y="-516"/>
                        <a:pt x="6951" y="1268"/>
                      </a:cubicBezTo>
                      <a:close/>
                    </a:path>
                  </a:pathLst>
                </a:custGeom>
                <a:solidFill>
                  <a:srgbClr val="E4E4E9"/>
                </a:solidFill>
                <a:ln w="87213" cap="flat">
                  <a:noFill/>
                  <a:prstDash val="solid"/>
                  <a:miter/>
                </a:ln>
              </p:spPr>
              <p:txBody>
                <a:bodyPr rtlCol="0" anchor="ctr"/>
                <a:lstStyle/>
                <a:p>
                  <a:endParaRPr lang="en-IN" dirty="0"/>
                </a:p>
              </p:txBody>
            </p:sp>
            <p:sp>
              <p:nvSpPr>
                <p:cNvPr id="2642" name="Freeform: Shape 2641">
                  <a:extLst>
                    <a:ext uri="{FF2B5EF4-FFF2-40B4-BE49-F238E27FC236}">
                      <a16:creationId xmlns:a16="http://schemas.microsoft.com/office/drawing/2014/main" id="{2F2E646B-1909-150B-4E02-B1BD7C9D2BC3}"/>
                    </a:ext>
                  </a:extLst>
                </p:cNvPr>
                <p:cNvSpPr/>
                <p:nvPr/>
              </p:nvSpPr>
              <p:spPr>
                <a:xfrm>
                  <a:off x="2925103" y="4361769"/>
                  <a:ext cx="56139" cy="79565"/>
                </a:xfrm>
                <a:custGeom>
                  <a:avLst/>
                  <a:gdLst>
                    <a:gd name="connsiteX0" fmla="*/ -44 w 56139"/>
                    <a:gd name="connsiteY0" fmla="*/ 79495 h 79565"/>
                    <a:gd name="connsiteX1" fmla="*/ 35804 w 56139"/>
                    <a:gd name="connsiteY1" fmla="*/ 20040 h 79565"/>
                    <a:gd name="connsiteX2" fmla="*/ 48045 w 56139"/>
                    <a:gd name="connsiteY2" fmla="*/ 5176 h 79565"/>
                    <a:gd name="connsiteX3" fmla="*/ 55039 w 56139"/>
                    <a:gd name="connsiteY3" fmla="*/ -70 h 79565"/>
                    <a:gd name="connsiteX4" fmla="*/ 55039 w 56139"/>
                    <a:gd name="connsiteY4" fmla="*/ 7799 h 79565"/>
                    <a:gd name="connsiteX5" fmla="*/ 55039 w 56139"/>
                    <a:gd name="connsiteY5" fmla="*/ 7799 h 79565"/>
                    <a:gd name="connsiteX6" fmla="*/ 12197 w 56139"/>
                    <a:gd name="connsiteY6" fmla="*/ 70752 h 79565"/>
                    <a:gd name="connsiteX7" fmla="*/ 6076 w 56139"/>
                    <a:gd name="connsiteY7" fmla="*/ 77747 h 7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38" h="79565">
                      <a:moveTo>
                        <a:pt x="-44" y="79495"/>
                      </a:moveTo>
                      <a:cubicBezTo>
                        <a:pt x="9687" y="58424"/>
                        <a:pt x="21710" y="38479"/>
                        <a:pt x="35804" y="20040"/>
                      </a:cubicBezTo>
                      <a:cubicBezTo>
                        <a:pt x="40350" y="15484"/>
                        <a:pt x="44452" y="10509"/>
                        <a:pt x="48045" y="5176"/>
                      </a:cubicBezTo>
                      <a:cubicBezTo>
                        <a:pt x="49505" y="2492"/>
                        <a:pt x="52058" y="577"/>
                        <a:pt x="55039" y="-70"/>
                      </a:cubicBezTo>
                      <a:cubicBezTo>
                        <a:pt x="56448" y="2369"/>
                        <a:pt x="56448" y="5368"/>
                        <a:pt x="55039" y="7799"/>
                      </a:cubicBezTo>
                      <a:lnTo>
                        <a:pt x="55039" y="7799"/>
                      </a:lnTo>
                      <a:cubicBezTo>
                        <a:pt x="38689" y="27297"/>
                        <a:pt x="24333" y="48386"/>
                        <a:pt x="12197" y="70752"/>
                      </a:cubicBezTo>
                      <a:cubicBezTo>
                        <a:pt x="12197" y="70752"/>
                        <a:pt x="12197" y="76872"/>
                        <a:pt x="6076" y="77747"/>
                      </a:cubicBezTo>
                      <a:close/>
                    </a:path>
                  </a:pathLst>
                </a:custGeom>
                <a:solidFill>
                  <a:srgbClr val="DCDCE2"/>
                </a:solidFill>
                <a:ln w="87213" cap="flat">
                  <a:noFill/>
                  <a:prstDash val="solid"/>
                  <a:miter/>
                </a:ln>
              </p:spPr>
              <p:txBody>
                <a:bodyPr rtlCol="0" anchor="ctr"/>
                <a:lstStyle/>
                <a:p>
                  <a:endParaRPr lang="en-IN" dirty="0"/>
                </a:p>
              </p:txBody>
            </p:sp>
            <p:sp>
              <p:nvSpPr>
                <p:cNvPr id="2643" name="Freeform: Shape 2642">
                  <a:extLst>
                    <a:ext uri="{FF2B5EF4-FFF2-40B4-BE49-F238E27FC236}">
                      <a16:creationId xmlns:a16="http://schemas.microsoft.com/office/drawing/2014/main" id="{D30A2FCD-5318-443D-DE2E-C0B3581BFB24}"/>
                    </a:ext>
                  </a:extLst>
                </p:cNvPr>
                <p:cNvSpPr/>
                <p:nvPr/>
              </p:nvSpPr>
              <p:spPr>
                <a:xfrm>
                  <a:off x="2925103" y="4370513"/>
                  <a:ext cx="48679" cy="101423"/>
                </a:xfrm>
                <a:custGeom>
                  <a:avLst/>
                  <a:gdLst>
                    <a:gd name="connsiteX0" fmla="*/ -44 w 48679"/>
                    <a:gd name="connsiteY0" fmla="*/ 71626 h 101423"/>
                    <a:gd name="connsiteX1" fmla="*/ 35804 w 48679"/>
                    <a:gd name="connsiteY1" fmla="*/ 12171 h 101423"/>
                    <a:gd name="connsiteX2" fmla="*/ 48045 w 48679"/>
                    <a:gd name="connsiteY2" fmla="*/ -70 h 101423"/>
                    <a:gd name="connsiteX3" fmla="*/ 48045 w 48679"/>
                    <a:gd name="connsiteY3" fmla="*/ 5176 h 101423"/>
                    <a:gd name="connsiteX4" fmla="*/ 13946 w 48679"/>
                    <a:gd name="connsiteY4" fmla="*/ 55888 h 101423"/>
                    <a:gd name="connsiteX5" fmla="*/ 3453 w 48679"/>
                    <a:gd name="connsiteY5" fmla="*/ 83867 h 101423"/>
                    <a:gd name="connsiteX6" fmla="*/ 3453 w 48679"/>
                    <a:gd name="connsiteY6" fmla="*/ 101354 h 101423"/>
                    <a:gd name="connsiteX7" fmla="*/ 3453 w 48679"/>
                    <a:gd name="connsiteY7" fmla="*/ 101354 h 101423"/>
                    <a:gd name="connsiteX8" fmla="*/ 3453 w 48679"/>
                    <a:gd name="connsiteY8" fmla="*/ 80370 h 101423"/>
                    <a:gd name="connsiteX9" fmla="*/ -44 w 48679"/>
                    <a:gd name="connsiteY9" fmla="*/ 71626 h 10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679" h="101423">
                      <a:moveTo>
                        <a:pt x="-44" y="71626"/>
                      </a:moveTo>
                      <a:cubicBezTo>
                        <a:pt x="10448" y="50642"/>
                        <a:pt x="23563" y="32280"/>
                        <a:pt x="35804" y="12171"/>
                      </a:cubicBezTo>
                      <a:cubicBezTo>
                        <a:pt x="39205" y="7458"/>
                        <a:pt x="43332" y="3331"/>
                        <a:pt x="48045" y="-70"/>
                      </a:cubicBezTo>
                      <a:cubicBezTo>
                        <a:pt x="48832" y="1591"/>
                        <a:pt x="48832" y="3515"/>
                        <a:pt x="48045" y="5176"/>
                      </a:cubicBezTo>
                      <a:cubicBezTo>
                        <a:pt x="35384" y="21176"/>
                        <a:pt x="23983" y="38130"/>
                        <a:pt x="13946" y="55888"/>
                      </a:cubicBezTo>
                      <a:cubicBezTo>
                        <a:pt x="9171" y="64684"/>
                        <a:pt x="5639" y="74100"/>
                        <a:pt x="3453" y="83867"/>
                      </a:cubicBezTo>
                      <a:cubicBezTo>
                        <a:pt x="2115" y="89620"/>
                        <a:pt x="2115" y="95601"/>
                        <a:pt x="3453" y="101354"/>
                      </a:cubicBezTo>
                      <a:lnTo>
                        <a:pt x="3453" y="101354"/>
                      </a:lnTo>
                      <a:cubicBezTo>
                        <a:pt x="-2667" y="95233"/>
                        <a:pt x="3453" y="87365"/>
                        <a:pt x="3453" y="80370"/>
                      </a:cubicBezTo>
                      <a:cubicBezTo>
                        <a:pt x="1853" y="77651"/>
                        <a:pt x="673" y="74696"/>
                        <a:pt x="-44" y="71626"/>
                      </a:cubicBezTo>
                      <a:close/>
                    </a:path>
                  </a:pathLst>
                </a:custGeom>
                <a:solidFill>
                  <a:srgbClr val="D5D5DD"/>
                </a:solidFill>
                <a:ln w="87213" cap="flat">
                  <a:noFill/>
                  <a:prstDash val="solid"/>
                  <a:miter/>
                </a:ln>
              </p:spPr>
              <p:txBody>
                <a:bodyPr rtlCol="0" anchor="ctr"/>
                <a:lstStyle/>
                <a:p>
                  <a:endParaRPr lang="en-IN" dirty="0"/>
                </a:p>
              </p:txBody>
            </p:sp>
            <p:sp>
              <p:nvSpPr>
                <p:cNvPr id="2644" name="Freeform: Shape 2643">
                  <a:extLst>
                    <a:ext uri="{FF2B5EF4-FFF2-40B4-BE49-F238E27FC236}">
                      <a16:creationId xmlns:a16="http://schemas.microsoft.com/office/drawing/2014/main" id="{20EDDF28-46C8-A587-0E94-50F5ECC60ADA}"/>
                    </a:ext>
                  </a:extLst>
                </p:cNvPr>
                <p:cNvSpPr/>
                <p:nvPr/>
              </p:nvSpPr>
              <p:spPr>
                <a:xfrm>
                  <a:off x="2925103" y="4472811"/>
                  <a:ext cx="43717" cy="36333"/>
                </a:xfrm>
                <a:custGeom>
                  <a:avLst/>
                  <a:gdLst>
                    <a:gd name="connsiteX0" fmla="*/ -44 w 43717"/>
                    <a:gd name="connsiteY0" fmla="*/ -70 h 36333"/>
                    <a:gd name="connsiteX1" fmla="*/ -44 w 43717"/>
                    <a:gd name="connsiteY1" fmla="*/ -70 h 36333"/>
                    <a:gd name="connsiteX2" fmla="*/ 14820 w 43717"/>
                    <a:gd name="connsiteY2" fmla="*/ 24412 h 36333"/>
                    <a:gd name="connsiteX3" fmla="*/ 34930 w 43717"/>
                    <a:gd name="connsiteY3" fmla="*/ 33155 h 36333"/>
                    <a:gd name="connsiteX4" fmla="*/ 43673 w 43717"/>
                    <a:gd name="connsiteY4" fmla="*/ 33155 h 36333"/>
                    <a:gd name="connsiteX5" fmla="*/ 31432 w 43717"/>
                    <a:gd name="connsiteY5" fmla="*/ 33155 h 36333"/>
                    <a:gd name="connsiteX6" fmla="*/ 31432 w 43717"/>
                    <a:gd name="connsiteY6" fmla="*/ 33155 h 36333"/>
                    <a:gd name="connsiteX7" fmla="*/ 7825 w 43717"/>
                    <a:gd name="connsiteY7" fmla="*/ 20040 h 36333"/>
                    <a:gd name="connsiteX8" fmla="*/ 7825 w 43717"/>
                    <a:gd name="connsiteY8" fmla="*/ 20040 h 36333"/>
                    <a:gd name="connsiteX9" fmla="*/ 2579 w 43717"/>
                    <a:gd name="connsiteY9" fmla="*/ 13045 h 36333"/>
                    <a:gd name="connsiteX10" fmla="*/ 2579 w 43717"/>
                    <a:gd name="connsiteY10" fmla="*/ 13045 h 36333"/>
                    <a:gd name="connsiteX11" fmla="*/ 2579 w 43717"/>
                    <a:gd name="connsiteY11" fmla="*/ 6050 h 36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17" h="36333">
                      <a:moveTo>
                        <a:pt x="-44" y="-70"/>
                      </a:moveTo>
                      <a:lnTo>
                        <a:pt x="-44" y="-70"/>
                      </a:lnTo>
                      <a:cubicBezTo>
                        <a:pt x="5202" y="7799"/>
                        <a:pt x="6951" y="17417"/>
                        <a:pt x="14820" y="24412"/>
                      </a:cubicBezTo>
                      <a:cubicBezTo>
                        <a:pt x="20416" y="29404"/>
                        <a:pt x="27463" y="32473"/>
                        <a:pt x="34930" y="33155"/>
                      </a:cubicBezTo>
                      <a:cubicBezTo>
                        <a:pt x="37631" y="31590"/>
                        <a:pt x="40972" y="31590"/>
                        <a:pt x="43673" y="33155"/>
                      </a:cubicBezTo>
                      <a:cubicBezTo>
                        <a:pt x="43673" y="40150"/>
                        <a:pt x="35804" y="33155"/>
                        <a:pt x="31432" y="33155"/>
                      </a:cubicBezTo>
                      <a:lnTo>
                        <a:pt x="31432" y="33155"/>
                      </a:lnTo>
                      <a:cubicBezTo>
                        <a:pt x="22706" y="30541"/>
                        <a:pt x="14653" y="26065"/>
                        <a:pt x="7825" y="20040"/>
                      </a:cubicBezTo>
                      <a:lnTo>
                        <a:pt x="7825" y="20040"/>
                      </a:lnTo>
                      <a:cubicBezTo>
                        <a:pt x="7825" y="20040"/>
                        <a:pt x="7825" y="20040"/>
                        <a:pt x="2579" y="13045"/>
                      </a:cubicBezTo>
                      <a:lnTo>
                        <a:pt x="2579" y="13045"/>
                      </a:lnTo>
                      <a:cubicBezTo>
                        <a:pt x="2579" y="13045"/>
                        <a:pt x="2579" y="13045"/>
                        <a:pt x="2579" y="6050"/>
                      </a:cubicBezTo>
                      <a:close/>
                    </a:path>
                  </a:pathLst>
                </a:custGeom>
                <a:solidFill>
                  <a:srgbClr val="D3D3DC"/>
                </a:solidFill>
                <a:ln w="87213" cap="flat">
                  <a:noFill/>
                  <a:prstDash val="solid"/>
                  <a:miter/>
                </a:ln>
              </p:spPr>
              <p:txBody>
                <a:bodyPr rtlCol="0" anchor="ctr"/>
                <a:lstStyle/>
                <a:p>
                  <a:endParaRPr lang="en-IN" dirty="0"/>
                </a:p>
              </p:txBody>
            </p:sp>
            <p:sp>
              <p:nvSpPr>
                <p:cNvPr id="2645" name="Freeform: Shape 2644">
                  <a:extLst>
                    <a:ext uri="{FF2B5EF4-FFF2-40B4-BE49-F238E27FC236}">
                      <a16:creationId xmlns:a16="http://schemas.microsoft.com/office/drawing/2014/main" id="{762976F6-5B4D-B5AF-15BB-559B79505A71}"/>
                    </a:ext>
                  </a:extLst>
                </p:cNvPr>
                <p:cNvSpPr/>
                <p:nvPr/>
              </p:nvSpPr>
              <p:spPr>
                <a:xfrm>
                  <a:off x="2937343" y="4497292"/>
                  <a:ext cx="23607" cy="13115"/>
                </a:xfrm>
                <a:custGeom>
                  <a:avLst/>
                  <a:gdLst>
                    <a:gd name="connsiteX0" fmla="*/ -44 w 23607"/>
                    <a:gd name="connsiteY0" fmla="*/ -70 h 13115"/>
                    <a:gd name="connsiteX1" fmla="*/ 23564 w 23607"/>
                    <a:gd name="connsiteY1" fmla="*/ 13045 h 13115"/>
                    <a:gd name="connsiteX2" fmla="*/ -44 w 23607"/>
                    <a:gd name="connsiteY2" fmla="*/ -70 h 13115"/>
                  </a:gdLst>
                  <a:ahLst/>
                  <a:cxnLst>
                    <a:cxn ang="0">
                      <a:pos x="connsiteX0" y="connsiteY0"/>
                    </a:cxn>
                    <a:cxn ang="0">
                      <a:pos x="connsiteX1" y="connsiteY1"/>
                    </a:cxn>
                    <a:cxn ang="0">
                      <a:pos x="connsiteX2" y="connsiteY2"/>
                    </a:cxn>
                  </a:cxnLst>
                  <a:rect l="l" t="t" r="r" b="b"/>
                  <a:pathLst>
                    <a:path w="23607" h="13115">
                      <a:moveTo>
                        <a:pt x="-44" y="-70"/>
                      </a:moveTo>
                      <a:cubicBezTo>
                        <a:pt x="7414" y="5001"/>
                        <a:pt x="15318" y="9382"/>
                        <a:pt x="23564" y="13045"/>
                      </a:cubicBezTo>
                      <a:cubicBezTo>
                        <a:pt x="14417" y="11524"/>
                        <a:pt x="6076" y="6890"/>
                        <a:pt x="-44" y="-70"/>
                      </a:cubicBezTo>
                      <a:close/>
                    </a:path>
                  </a:pathLst>
                </a:custGeom>
                <a:solidFill>
                  <a:srgbClr val="D5D5DD"/>
                </a:solidFill>
                <a:ln w="87213" cap="flat">
                  <a:noFill/>
                  <a:prstDash val="solid"/>
                  <a:miter/>
                </a:ln>
              </p:spPr>
              <p:txBody>
                <a:bodyPr rtlCol="0" anchor="ctr"/>
                <a:lstStyle/>
                <a:p>
                  <a:endParaRPr lang="en-IN" dirty="0"/>
                </a:p>
              </p:txBody>
            </p:sp>
            <p:sp>
              <p:nvSpPr>
                <p:cNvPr id="2646" name="Freeform: Shape 2645">
                  <a:extLst>
                    <a:ext uri="{FF2B5EF4-FFF2-40B4-BE49-F238E27FC236}">
                      <a16:creationId xmlns:a16="http://schemas.microsoft.com/office/drawing/2014/main" id="{7DB980C7-4BDB-2052-D470-F2F91B3F1942}"/>
                    </a:ext>
                  </a:extLst>
                </p:cNvPr>
                <p:cNvSpPr/>
                <p:nvPr/>
              </p:nvSpPr>
              <p:spPr>
                <a:xfrm>
                  <a:off x="2960951" y="4510408"/>
                  <a:ext cx="14183" cy="87434"/>
                </a:xfrm>
                <a:custGeom>
                  <a:avLst/>
                  <a:gdLst>
                    <a:gd name="connsiteX0" fmla="*/ -44 w 14183"/>
                    <a:gd name="connsiteY0" fmla="*/ -70 h 87434"/>
                    <a:gd name="connsiteX1" fmla="*/ 12197 w 14183"/>
                    <a:gd name="connsiteY1" fmla="*/ -70 h 87434"/>
                    <a:gd name="connsiteX2" fmla="*/ 12197 w 14183"/>
                    <a:gd name="connsiteY2" fmla="*/ -70 h 87434"/>
                    <a:gd name="connsiteX3" fmla="*/ 12197 w 14183"/>
                    <a:gd name="connsiteY3" fmla="*/ -70 h 87434"/>
                    <a:gd name="connsiteX4" fmla="*/ 12197 w 14183"/>
                    <a:gd name="connsiteY4" fmla="*/ -70 h 87434"/>
                    <a:gd name="connsiteX5" fmla="*/ 3453 w 14183"/>
                    <a:gd name="connsiteY5" fmla="*/ -70 h 8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2" h="87434">
                      <a:moveTo>
                        <a:pt x="-44" y="-70"/>
                      </a:moveTo>
                      <a:cubicBezTo>
                        <a:pt x="-44" y="-70"/>
                        <a:pt x="7825" y="-70"/>
                        <a:pt x="12197" y="-70"/>
                      </a:cubicBezTo>
                      <a:cubicBezTo>
                        <a:pt x="16568" y="-70"/>
                        <a:pt x="12197" y="-70"/>
                        <a:pt x="12197" y="-70"/>
                      </a:cubicBezTo>
                      <a:cubicBezTo>
                        <a:pt x="12197" y="-70"/>
                        <a:pt x="12197" y="-70"/>
                        <a:pt x="12197" y="-70"/>
                      </a:cubicBezTo>
                      <a:lnTo>
                        <a:pt x="12197" y="-70"/>
                      </a:lnTo>
                      <a:lnTo>
                        <a:pt x="3453" y="-70"/>
                      </a:lnTo>
                      <a:close/>
                    </a:path>
                  </a:pathLst>
                </a:custGeom>
                <a:solidFill>
                  <a:srgbClr val="D5D5DD"/>
                </a:solidFill>
                <a:ln w="87213" cap="flat">
                  <a:noFill/>
                  <a:prstDash val="solid"/>
                  <a:miter/>
                </a:ln>
              </p:spPr>
              <p:txBody>
                <a:bodyPr rtlCol="0" anchor="ctr"/>
                <a:lstStyle/>
                <a:p>
                  <a:endParaRPr lang="en-IN" dirty="0"/>
                </a:p>
              </p:txBody>
            </p:sp>
            <p:sp>
              <p:nvSpPr>
                <p:cNvPr id="2647" name="Freeform: Shape 2646">
                  <a:extLst>
                    <a:ext uri="{FF2B5EF4-FFF2-40B4-BE49-F238E27FC236}">
                      <a16:creationId xmlns:a16="http://schemas.microsoft.com/office/drawing/2014/main" id="{96F4F067-119E-CD12-DF76-BFF5DB911123}"/>
                    </a:ext>
                  </a:extLst>
                </p:cNvPr>
                <p:cNvSpPr/>
                <p:nvPr/>
              </p:nvSpPr>
              <p:spPr>
                <a:xfrm>
                  <a:off x="2925103" y="4482429"/>
                  <a:ext cx="87434" cy="9467"/>
                </a:xfrm>
                <a:custGeom>
                  <a:avLst/>
                  <a:gdLst>
                    <a:gd name="connsiteX0" fmla="*/ -44 w 87434"/>
                    <a:gd name="connsiteY0" fmla="*/ -70 h 9467"/>
                    <a:gd name="connsiteX1" fmla="*/ -44 w 87434"/>
                    <a:gd name="connsiteY1" fmla="*/ 6925 h 9467"/>
                    <a:gd name="connsiteX2" fmla="*/ -44 w 87434"/>
                    <a:gd name="connsiteY2" fmla="*/ -70 h 9467"/>
                  </a:gdLst>
                  <a:ahLst/>
                  <a:cxnLst>
                    <a:cxn ang="0">
                      <a:pos x="connsiteX0" y="connsiteY0"/>
                    </a:cxn>
                    <a:cxn ang="0">
                      <a:pos x="connsiteX1" y="connsiteY1"/>
                    </a:cxn>
                    <a:cxn ang="0">
                      <a:pos x="connsiteX2" y="connsiteY2"/>
                    </a:cxn>
                  </a:cxnLst>
                  <a:rect l="l" t="t" r="r" b="b"/>
                  <a:pathLst>
                    <a:path w="87434" h="9467">
                      <a:moveTo>
                        <a:pt x="-44" y="-70"/>
                      </a:moveTo>
                      <a:cubicBezTo>
                        <a:pt x="-44" y="-70"/>
                        <a:pt x="-44" y="-70"/>
                        <a:pt x="-44" y="6925"/>
                      </a:cubicBezTo>
                      <a:cubicBezTo>
                        <a:pt x="-44" y="13920"/>
                        <a:pt x="-44" y="4302"/>
                        <a:pt x="-44" y="-70"/>
                      </a:cubicBezTo>
                      <a:close/>
                    </a:path>
                  </a:pathLst>
                </a:custGeom>
                <a:solidFill>
                  <a:srgbClr val="D5D5DD"/>
                </a:solidFill>
                <a:ln w="87213" cap="flat">
                  <a:noFill/>
                  <a:prstDash val="solid"/>
                  <a:miter/>
                </a:ln>
              </p:spPr>
              <p:txBody>
                <a:bodyPr rtlCol="0" anchor="ctr"/>
                <a:lstStyle/>
                <a:p>
                  <a:endParaRPr lang="en-IN" dirty="0"/>
                </a:p>
              </p:txBody>
            </p:sp>
            <p:sp>
              <p:nvSpPr>
                <p:cNvPr id="2648" name="Freeform: Shape 2647">
                  <a:extLst>
                    <a:ext uri="{FF2B5EF4-FFF2-40B4-BE49-F238E27FC236}">
                      <a16:creationId xmlns:a16="http://schemas.microsoft.com/office/drawing/2014/main" id="{464F022F-F07C-2380-68C0-371309A102A5}"/>
                    </a:ext>
                  </a:extLst>
                </p:cNvPr>
                <p:cNvSpPr/>
                <p:nvPr/>
              </p:nvSpPr>
              <p:spPr>
                <a:xfrm>
                  <a:off x="2932097" y="4490297"/>
                  <a:ext cx="5245" cy="6994"/>
                </a:xfrm>
                <a:custGeom>
                  <a:avLst/>
                  <a:gdLst>
                    <a:gd name="connsiteX0" fmla="*/ -44 w 5245"/>
                    <a:gd name="connsiteY0" fmla="*/ -70 h 6994"/>
                    <a:gd name="connsiteX1" fmla="*/ 5202 w 5245"/>
                    <a:gd name="connsiteY1" fmla="*/ 6925 h 6994"/>
                    <a:gd name="connsiteX2" fmla="*/ -44 w 5245"/>
                    <a:gd name="connsiteY2" fmla="*/ -70 h 6994"/>
                  </a:gdLst>
                  <a:ahLst/>
                  <a:cxnLst>
                    <a:cxn ang="0">
                      <a:pos x="connsiteX0" y="connsiteY0"/>
                    </a:cxn>
                    <a:cxn ang="0">
                      <a:pos x="connsiteX1" y="connsiteY1"/>
                    </a:cxn>
                    <a:cxn ang="0">
                      <a:pos x="connsiteX2" y="connsiteY2"/>
                    </a:cxn>
                  </a:cxnLst>
                  <a:rect l="l" t="t" r="r" b="b"/>
                  <a:pathLst>
                    <a:path w="5245" h="6994">
                      <a:moveTo>
                        <a:pt x="-44" y="-70"/>
                      </a:moveTo>
                      <a:cubicBezTo>
                        <a:pt x="2640" y="1390"/>
                        <a:pt x="4555" y="3944"/>
                        <a:pt x="5202" y="6925"/>
                      </a:cubicBezTo>
                      <a:cubicBezTo>
                        <a:pt x="5202" y="6925"/>
                        <a:pt x="-44" y="3427"/>
                        <a:pt x="-44" y="-70"/>
                      </a:cubicBezTo>
                      <a:close/>
                    </a:path>
                  </a:pathLst>
                </a:custGeom>
                <a:solidFill>
                  <a:srgbClr val="D5D5DD"/>
                </a:solidFill>
                <a:ln w="87213" cap="flat">
                  <a:noFill/>
                  <a:prstDash val="solid"/>
                  <a:miter/>
                </a:ln>
              </p:spPr>
              <p:txBody>
                <a:bodyPr rtlCol="0" anchor="ctr"/>
                <a:lstStyle/>
                <a:p>
                  <a:endParaRPr lang="en-IN" dirty="0"/>
                </a:p>
              </p:txBody>
            </p:sp>
            <p:sp>
              <p:nvSpPr>
                <p:cNvPr id="2649" name="Freeform: Shape 2648">
                  <a:extLst>
                    <a:ext uri="{FF2B5EF4-FFF2-40B4-BE49-F238E27FC236}">
                      <a16:creationId xmlns:a16="http://schemas.microsoft.com/office/drawing/2014/main" id="{02D1371A-3443-01B2-D38A-C51644111AE0}"/>
                    </a:ext>
                  </a:extLst>
                </p:cNvPr>
                <p:cNvSpPr/>
                <p:nvPr/>
              </p:nvSpPr>
              <p:spPr>
                <a:xfrm>
                  <a:off x="2976689" y="4357397"/>
                  <a:ext cx="16030" cy="11647"/>
                </a:xfrm>
                <a:custGeom>
                  <a:avLst/>
                  <a:gdLst>
                    <a:gd name="connsiteX0" fmla="*/ -44 w 16030"/>
                    <a:gd name="connsiteY0" fmla="*/ 11296 h 11647"/>
                    <a:gd name="connsiteX1" fmla="*/ -44 w 16030"/>
                    <a:gd name="connsiteY1" fmla="*/ 4302 h 11647"/>
                    <a:gd name="connsiteX2" fmla="*/ 6951 w 16030"/>
                    <a:gd name="connsiteY2" fmla="*/ -70 h 11647"/>
                    <a:gd name="connsiteX3" fmla="*/ 14820 w 16030"/>
                    <a:gd name="connsiteY3" fmla="*/ -70 h 11647"/>
                    <a:gd name="connsiteX4" fmla="*/ 14820 w 16030"/>
                    <a:gd name="connsiteY4" fmla="*/ 6050 h 11647"/>
                    <a:gd name="connsiteX5" fmla="*/ 10448 w 16030"/>
                    <a:gd name="connsiteY5" fmla="*/ 6050 h 11647"/>
                    <a:gd name="connsiteX6" fmla="*/ -44 w 16030"/>
                    <a:gd name="connsiteY6" fmla="*/ 11296 h 1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30" h="11647">
                      <a:moveTo>
                        <a:pt x="-44" y="11296"/>
                      </a:moveTo>
                      <a:lnTo>
                        <a:pt x="-44" y="4302"/>
                      </a:lnTo>
                      <a:lnTo>
                        <a:pt x="6951" y="-70"/>
                      </a:lnTo>
                      <a:cubicBezTo>
                        <a:pt x="6951" y="-70"/>
                        <a:pt x="12197" y="-70"/>
                        <a:pt x="14820" y="-70"/>
                      </a:cubicBezTo>
                      <a:cubicBezTo>
                        <a:pt x="17443" y="-70"/>
                        <a:pt x="14820" y="-70"/>
                        <a:pt x="14820" y="6050"/>
                      </a:cubicBezTo>
                      <a:lnTo>
                        <a:pt x="10448" y="6050"/>
                      </a:lnTo>
                      <a:cubicBezTo>
                        <a:pt x="10448" y="6050"/>
                        <a:pt x="5202" y="13045"/>
                        <a:pt x="-44" y="11296"/>
                      </a:cubicBezTo>
                      <a:close/>
                    </a:path>
                  </a:pathLst>
                </a:custGeom>
                <a:solidFill>
                  <a:srgbClr val="D5D5DD"/>
                </a:solidFill>
                <a:ln w="87213" cap="flat">
                  <a:noFill/>
                  <a:prstDash val="solid"/>
                  <a:miter/>
                </a:ln>
              </p:spPr>
              <p:txBody>
                <a:bodyPr rtlCol="0" anchor="ctr"/>
                <a:lstStyle/>
                <a:p>
                  <a:endParaRPr lang="en-IN" dirty="0"/>
                </a:p>
              </p:txBody>
            </p:sp>
            <p:sp>
              <p:nvSpPr>
                <p:cNvPr id="2650" name="Freeform: Shape 2649">
                  <a:extLst>
                    <a:ext uri="{FF2B5EF4-FFF2-40B4-BE49-F238E27FC236}">
                      <a16:creationId xmlns:a16="http://schemas.microsoft.com/office/drawing/2014/main" id="{634F127B-D228-DE4B-E3B3-87CF0EEE1531}"/>
                    </a:ext>
                  </a:extLst>
                </p:cNvPr>
                <p:cNvSpPr/>
                <p:nvPr/>
              </p:nvSpPr>
              <p:spPr>
                <a:xfrm>
                  <a:off x="2977563" y="4501956"/>
                  <a:ext cx="34099" cy="12823"/>
                </a:xfrm>
                <a:custGeom>
                  <a:avLst/>
                  <a:gdLst>
                    <a:gd name="connsiteX0" fmla="*/ -44 w 34099"/>
                    <a:gd name="connsiteY0" fmla="*/ 8382 h 12823"/>
                    <a:gd name="connsiteX1" fmla="*/ -44 w 34099"/>
                    <a:gd name="connsiteY1" fmla="*/ 8382 h 12823"/>
                    <a:gd name="connsiteX2" fmla="*/ 8699 w 34099"/>
                    <a:gd name="connsiteY2" fmla="*/ 2261 h 12823"/>
                    <a:gd name="connsiteX3" fmla="*/ 13946 w 34099"/>
                    <a:gd name="connsiteY3" fmla="*/ 2261 h 12823"/>
                    <a:gd name="connsiteX4" fmla="*/ 22689 w 34099"/>
                    <a:gd name="connsiteY4" fmla="*/ 2261 h 12823"/>
                    <a:gd name="connsiteX5" fmla="*/ 30558 w 34099"/>
                    <a:gd name="connsiteY5" fmla="*/ 2261 h 12823"/>
                    <a:gd name="connsiteX6" fmla="*/ 30558 w 34099"/>
                    <a:gd name="connsiteY6" fmla="*/ 2261 h 12823"/>
                    <a:gd name="connsiteX7" fmla="*/ 18317 w 34099"/>
                    <a:gd name="connsiteY7" fmla="*/ 12754 h 12823"/>
                    <a:gd name="connsiteX8" fmla="*/ -44 w 34099"/>
                    <a:gd name="connsiteY8" fmla="*/ 8382 h 12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099" h="12823">
                      <a:moveTo>
                        <a:pt x="-44" y="8382"/>
                      </a:moveTo>
                      <a:lnTo>
                        <a:pt x="-44" y="8382"/>
                      </a:lnTo>
                      <a:cubicBezTo>
                        <a:pt x="-44" y="8382"/>
                        <a:pt x="6076" y="8382"/>
                        <a:pt x="8699" y="2261"/>
                      </a:cubicBezTo>
                      <a:lnTo>
                        <a:pt x="13946" y="2261"/>
                      </a:lnTo>
                      <a:cubicBezTo>
                        <a:pt x="13946" y="2261"/>
                        <a:pt x="20066" y="2261"/>
                        <a:pt x="22689" y="2261"/>
                      </a:cubicBezTo>
                      <a:cubicBezTo>
                        <a:pt x="25312" y="2261"/>
                        <a:pt x="22689" y="-2984"/>
                        <a:pt x="30558" y="2261"/>
                      </a:cubicBezTo>
                      <a:cubicBezTo>
                        <a:pt x="38427" y="7507"/>
                        <a:pt x="30558" y="2261"/>
                        <a:pt x="30558" y="2261"/>
                      </a:cubicBezTo>
                      <a:lnTo>
                        <a:pt x="18317" y="12754"/>
                      </a:lnTo>
                      <a:cubicBezTo>
                        <a:pt x="18317" y="12754"/>
                        <a:pt x="5202" y="10130"/>
                        <a:pt x="-44" y="8382"/>
                      </a:cubicBezTo>
                      <a:close/>
                    </a:path>
                  </a:pathLst>
                </a:custGeom>
                <a:solidFill>
                  <a:srgbClr val="D3D3DC"/>
                </a:solidFill>
                <a:ln w="87213" cap="flat">
                  <a:noFill/>
                  <a:prstDash val="solid"/>
                  <a:miter/>
                </a:ln>
              </p:spPr>
              <p:txBody>
                <a:bodyPr rtlCol="0" anchor="ctr"/>
                <a:lstStyle/>
                <a:p>
                  <a:endParaRPr lang="en-IN" dirty="0"/>
                </a:p>
              </p:txBody>
            </p:sp>
            <p:sp>
              <p:nvSpPr>
                <p:cNvPr id="2651" name="Freeform: Shape 2650">
                  <a:extLst>
                    <a:ext uri="{FF2B5EF4-FFF2-40B4-BE49-F238E27FC236}">
                      <a16:creationId xmlns:a16="http://schemas.microsoft.com/office/drawing/2014/main" id="{F4A97A02-ED63-C4C7-895A-C2C12FBA1364}"/>
                    </a:ext>
                  </a:extLst>
                </p:cNvPr>
                <p:cNvSpPr/>
                <p:nvPr/>
              </p:nvSpPr>
              <p:spPr>
                <a:xfrm>
                  <a:off x="3012537" y="4352656"/>
                  <a:ext cx="47413" cy="135018"/>
                </a:xfrm>
                <a:custGeom>
                  <a:avLst/>
                  <a:gdLst>
                    <a:gd name="connsiteX0" fmla="*/ -44 w 47413"/>
                    <a:gd name="connsiteY0" fmla="*/ 299 h 135018"/>
                    <a:gd name="connsiteX1" fmla="*/ 31432 w 47413"/>
                    <a:gd name="connsiteY1" fmla="*/ 12540 h 135018"/>
                    <a:gd name="connsiteX2" fmla="*/ 40176 w 47413"/>
                    <a:gd name="connsiteY2" fmla="*/ 23032 h 135018"/>
                    <a:gd name="connsiteX3" fmla="*/ 40176 w 47413"/>
                    <a:gd name="connsiteY3" fmla="*/ 74619 h 135018"/>
                    <a:gd name="connsiteX4" fmla="*/ 1704 w 47413"/>
                    <a:gd name="connsiteY4" fmla="*/ 134948 h 135018"/>
                    <a:gd name="connsiteX5" fmla="*/ 1704 w 47413"/>
                    <a:gd name="connsiteY5" fmla="*/ 134948 h 135018"/>
                    <a:gd name="connsiteX6" fmla="*/ 1704 w 47413"/>
                    <a:gd name="connsiteY6" fmla="*/ 134948 h 135018"/>
                    <a:gd name="connsiteX7" fmla="*/ -44 w 47413"/>
                    <a:gd name="connsiteY7" fmla="*/ 129702 h 135018"/>
                    <a:gd name="connsiteX8" fmla="*/ 31432 w 47413"/>
                    <a:gd name="connsiteY8" fmla="*/ 80739 h 135018"/>
                    <a:gd name="connsiteX9" fmla="*/ 41925 w 47413"/>
                    <a:gd name="connsiteY9" fmla="*/ 50137 h 135018"/>
                    <a:gd name="connsiteX10" fmla="*/ 36678 w 47413"/>
                    <a:gd name="connsiteY10" fmla="*/ 23907 h 135018"/>
                    <a:gd name="connsiteX11" fmla="*/ 8699 w 47413"/>
                    <a:gd name="connsiteY11" fmla="*/ 3796 h 135018"/>
                    <a:gd name="connsiteX12" fmla="*/ -44 w 47413"/>
                    <a:gd name="connsiteY12" fmla="*/ 299 h 13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13" h="135018">
                      <a:moveTo>
                        <a:pt x="-44" y="299"/>
                      </a:moveTo>
                      <a:cubicBezTo>
                        <a:pt x="11873" y="-1467"/>
                        <a:pt x="23843" y="3185"/>
                        <a:pt x="31432" y="12540"/>
                      </a:cubicBezTo>
                      <a:cubicBezTo>
                        <a:pt x="35043" y="15390"/>
                        <a:pt x="38016" y="18966"/>
                        <a:pt x="40176" y="23032"/>
                      </a:cubicBezTo>
                      <a:cubicBezTo>
                        <a:pt x="49768" y="38893"/>
                        <a:pt x="49768" y="58758"/>
                        <a:pt x="40176" y="74619"/>
                      </a:cubicBezTo>
                      <a:cubicBezTo>
                        <a:pt x="27935" y="95603"/>
                        <a:pt x="14820" y="114839"/>
                        <a:pt x="1704" y="134948"/>
                      </a:cubicBezTo>
                      <a:cubicBezTo>
                        <a:pt x="1704" y="134948"/>
                        <a:pt x="1704" y="134948"/>
                        <a:pt x="1704" y="134948"/>
                      </a:cubicBezTo>
                      <a:lnTo>
                        <a:pt x="1704" y="134948"/>
                      </a:lnTo>
                      <a:cubicBezTo>
                        <a:pt x="830" y="133313"/>
                        <a:pt x="245" y="131539"/>
                        <a:pt x="-44" y="129702"/>
                      </a:cubicBezTo>
                      <a:cubicBezTo>
                        <a:pt x="10448" y="113090"/>
                        <a:pt x="21814" y="97351"/>
                        <a:pt x="31432" y="80739"/>
                      </a:cubicBezTo>
                      <a:cubicBezTo>
                        <a:pt x="37868" y="71794"/>
                        <a:pt x="41514" y="61145"/>
                        <a:pt x="41925" y="50137"/>
                      </a:cubicBezTo>
                      <a:cubicBezTo>
                        <a:pt x="43367" y="41044"/>
                        <a:pt x="41504" y="31741"/>
                        <a:pt x="36678" y="23907"/>
                      </a:cubicBezTo>
                      <a:cubicBezTo>
                        <a:pt x="30496" y="13659"/>
                        <a:pt x="20390" y="6385"/>
                        <a:pt x="8699" y="3796"/>
                      </a:cubicBezTo>
                      <a:cubicBezTo>
                        <a:pt x="8699" y="3796"/>
                        <a:pt x="-44" y="3796"/>
                        <a:pt x="-44" y="299"/>
                      </a:cubicBezTo>
                      <a:close/>
                    </a:path>
                  </a:pathLst>
                </a:custGeom>
                <a:solidFill>
                  <a:srgbClr val="D5D5DD"/>
                </a:solidFill>
                <a:ln w="87213" cap="flat">
                  <a:noFill/>
                  <a:prstDash val="solid"/>
                  <a:miter/>
                </a:ln>
              </p:spPr>
              <p:txBody>
                <a:bodyPr rtlCol="0" anchor="ctr"/>
                <a:lstStyle/>
                <a:p>
                  <a:endParaRPr lang="en-IN" dirty="0"/>
                </a:p>
              </p:txBody>
            </p:sp>
            <p:sp>
              <p:nvSpPr>
                <p:cNvPr id="2652" name="Freeform: Shape 2651">
                  <a:extLst>
                    <a:ext uri="{FF2B5EF4-FFF2-40B4-BE49-F238E27FC236}">
                      <a16:creationId xmlns:a16="http://schemas.microsoft.com/office/drawing/2014/main" id="{94343D27-1003-FBE5-B483-095E19DCA7D8}"/>
                    </a:ext>
                  </a:extLst>
                </p:cNvPr>
                <p:cNvSpPr/>
                <p:nvPr/>
              </p:nvSpPr>
              <p:spPr>
                <a:xfrm>
                  <a:off x="2992427" y="4353025"/>
                  <a:ext cx="56832" cy="21858"/>
                </a:xfrm>
                <a:custGeom>
                  <a:avLst/>
                  <a:gdLst>
                    <a:gd name="connsiteX0" fmla="*/ 20066 w 56832"/>
                    <a:gd name="connsiteY0" fmla="*/ -70 h 21858"/>
                    <a:gd name="connsiteX1" fmla="*/ 56788 w 56832"/>
                    <a:gd name="connsiteY1" fmla="*/ 21789 h 21858"/>
                    <a:gd name="connsiteX2" fmla="*/ 56788 w 56832"/>
                    <a:gd name="connsiteY2" fmla="*/ 21789 h 21858"/>
                    <a:gd name="connsiteX3" fmla="*/ 51543 w 56832"/>
                    <a:gd name="connsiteY3" fmla="*/ 21789 h 21858"/>
                    <a:gd name="connsiteX4" fmla="*/ 35804 w 56832"/>
                    <a:gd name="connsiteY4" fmla="*/ 11297 h 21858"/>
                    <a:gd name="connsiteX5" fmla="*/ 6951 w 56832"/>
                    <a:gd name="connsiteY5" fmla="*/ 11297 h 21858"/>
                    <a:gd name="connsiteX6" fmla="*/ -44 w 56832"/>
                    <a:gd name="connsiteY6" fmla="*/ 11297 h 21858"/>
                    <a:gd name="connsiteX7" fmla="*/ 5202 w 56832"/>
                    <a:gd name="connsiteY7" fmla="*/ 5176 h 21858"/>
                    <a:gd name="connsiteX8" fmla="*/ 20066 w 56832"/>
                    <a:gd name="connsiteY8" fmla="*/ -70 h 2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31" h="21858">
                      <a:moveTo>
                        <a:pt x="20066" y="-70"/>
                      </a:moveTo>
                      <a:cubicBezTo>
                        <a:pt x="34851" y="1670"/>
                        <a:pt x="48203" y="9618"/>
                        <a:pt x="56788" y="21789"/>
                      </a:cubicBezTo>
                      <a:lnTo>
                        <a:pt x="56788" y="21789"/>
                      </a:lnTo>
                      <a:lnTo>
                        <a:pt x="51543" y="21789"/>
                      </a:lnTo>
                      <a:cubicBezTo>
                        <a:pt x="46865" y="17505"/>
                        <a:pt x="41557" y="13973"/>
                        <a:pt x="35804" y="11297"/>
                      </a:cubicBezTo>
                      <a:cubicBezTo>
                        <a:pt x="26501" y="7808"/>
                        <a:pt x="16254" y="7808"/>
                        <a:pt x="6951" y="11297"/>
                      </a:cubicBezTo>
                      <a:cubicBezTo>
                        <a:pt x="6951" y="11297"/>
                        <a:pt x="6951" y="11297"/>
                        <a:pt x="-44" y="11297"/>
                      </a:cubicBezTo>
                      <a:lnTo>
                        <a:pt x="5202" y="5176"/>
                      </a:lnTo>
                      <a:cubicBezTo>
                        <a:pt x="9749" y="2439"/>
                        <a:pt x="14812" y="656"/>
                        <a:pt x="20066" y="-70"/>
                      </a:cubicBezTo>
                      <a:close/>
                    </a:path>
                  </a:pathLst>
                </a:custGeom>
                <a:solidFill>
                  <a:srgbClr val="CFCFD8"/>
                </a:solidFill>
                <a:ln w="87213" cap="flat">
                  <a:noFill/>
                  <a:prstDash val="solid"/>
                  <a:miter/>
                </a:ln>
              </p:spPr>
              <p:txBody>
                <a:bodyPr rtlCol="0" anchor="ctr"/>
                <a:lstStyle/>
                <a:p>
                  <a:endParaRPr lang="en-IN" dirty="0"/>
                </a:p>
              </p:txBody>
            </p:sp>
            <p:sp>
              <p:nvSpPr>
                <p:cNvPr id="2653" name="Freeform: Shape 2652">
                  <a:extLst>
                    <a:ext uri="{FF2B5EF4-FFF2-40B4-BE49-F238E27FC236}">
                      <a16:creationId xmlns:a16="http://schemas.microsoft.com/office/drawing/2014/main" id="{D64B64DD-A8DB-5B09-5000-6B1FDC3E3FDD}"/>
                    </a:ext>
                  </a:extLst>
                </p:cNvPr>
                <p:cNvSpPr/>
                <p:nvPr/>
              </p:nvSpPr>
              <p:spPr>
                <a:xfrm>
                  <a:off x="3002919" y="4496419"/>
                  <a:ext cx="1554" cy="87434"/>
                </a:xfrm>
                <a:custGeom>
                  <a:avLst/>
                  <a:gdLst>
                    <a:gd name="connsiteX0" fmla="*/ -44 w 1554"/>
                    <a:gd name="connsiteY0" fmla="*/ -70 h 87434"/>
                    <a:gd name="connsiteX1" fmla="*/ -44 w 1554"/>
                    <a:gd name="connsiteY1" fmla="*/ -70 h 87434"/>
                    <a:gd name="connsiteX2" fmla="*/ -44 w 1554"/>
                    <a:gd name="connsiteY2" fmla="*/ -70 h 87434"/>
                    <a:gd name="connsiteX3" fmla="*/ -44 w 1554"/>
                    <a:gd name="connsiteY3" fmla="*/ -70 h 87434"/>
                  </a:gdLst>
                  <a:ahLst/>
                  <a:cxnLst>
                    <a:cxn ang="0">
                      <a:pos x="connsiteX0" y="connsiteY0"/>
                    </a:cxn>
                    <a:cxn ang="0">
                      <a:pos x="connsiteX1" y="connsiteY1"/>
                    </a:cxn>
                    <a:cxn ang="0">
                      <a:pos x="connsiteX2" y="connsiteY2"/>
                    </a:cxn>
                    <a:cxn ang="0">
                      <a:pos x="connsiteX3" y="connsiteY3"/>
                    </a:cxn>
                  </a:cxnLst>
                  <a:rect l="l" t="t" r="r" b="b"/>
                  <a:pathLst>
                    <a:path w="1554" h="87434">
                      <a:moveTo>
                        <a:pt x="-44" y="-70"/>
                      </a:moveTo>
                      <a:lnTo>
                        <a:pt x="-44" y="-70"/>
                      </a:lnTo>
                      <a:lnTo>
                        <a:pt x="-44" y="-70"/>
                      </a:lnTo>
                      <a:cubicBezTo>
                        <a:pt x="-44" y="-70"/>
                        <a:pt x="3453" y="-70"/>
                        <a:pt x="-44" y="-70"/>
                      </a:cubicBezTo>
                      <a:close/>
                    </a:path>
                  </a:pathLst>
                </a:custGeom>
                <a:solidFill>
                  <a:srgbClr val="D5D5DD"/>
                </a:solidFill>
                <a:ln w="87213" cap="flat">
                  <a:noFill/>
                  <a:prstDash val="solid"/>
                  <a:miter/>
                </a:ln>
              </p:spPr>
              <p:txBody>
                <a:bodyPr rtlCol="0" anchor="ctr"/>
                <a:lstStyle/>
                <a:p>
                  <a:endParaRPr lang="en-IN" dirty="0"/>
                </a:p>
              </p:txBody>
            </p:sp>
            <p:sp>
              <p:nvSpPr>
                <p:cNvPr id="2654" name="Freeform: Shape 2653">
                  <a:extLst>
                    <a:ext uri="{FF2B5EF4-FFF2-40B4-BE49-F238E27FC236}">
                      <a16:creationId xmlns:a16="http://schemas.microsoft.com/office/drawing/2014/main" id="{9FF59CA7-1D69-AAEB-76FA-63908512662D}"/>
                    </a:ext>
                  </a:extLst>
                </p:cNvPr>
                <p:cNvSpPr/>
                <p:nvPr/>
              </p:nvSpPr>
              <p:spPr>
                <a:xfrm>
                  <a:off x="2974940" y="4366043"/>
                  <a:ext cx="12240" cy="8916"/>
                </a:xfrm>
                <a:custGeom>
                  <a:avLst/>
                  <a:gdLst>
                    <a:gd name="connsiteX0" fmla="*/ 1704 w 12240"/>
                    <a:gd name="connsiteY0" fmla="*/ 2650 h 8916"/>
                    <a:gd name="connsiteX1" fmla="*/ 12197 w 12240"/>
                    <a:gd name="connsiteY1" fmla="*/ 2650 h 8916"/>
                    <a:gd name="connsiteX2" fmla="*/ 12197 w 12240"/>
                    <a:gd name="connsiteY2" fmla="*/ 2650 h 8916"/>
                    <a:gd name="connsiteX3" fmla="*/ -44 w 12240"/>
                    <a:gd name="connsiteY3" fmla="*/ 8771 h 8916"/>
                    <a:gd name="connsiteX4" fmla="*/ -44 w 12240"/>
                    <a:gd name="connsiteY4" fmla="*/ 8771 h 8916"/>
                    <a:gd name="connsiteX5" fmla="*/ -44 w 12240"/>
                    <a:gd name="connsiteY5" fmla="*/ 8771 h 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0" h="8916">
                      <a:moveTo>
                        <a:pt x="1704" y="2650"/>
                      </a:moveTo>
                      <a:cubicBezTo>
                        <a:pt x="1704" y="2650"/>
                        <a:pt x="6951" y="-3470"/>
                        <a:pt x="12197" y="2650"/>
                      </a:cubicBezTo>
                      <a:lnTo>
                        <a:pt x="12197" y="2650"/>
                      </a:lnTo>
                      <a:cubicBezTo>
                        <a:pt x="12197" y="2650"/>
                        <a:pt x="5202" y="9645"/>
                        <a:pt x="-44" y="8771"/>
                      </a:cubicBezTo>
                      <a:lnTo>
                        <a:pt x="-44" y="8771"/>
                      </a:lnTo>
                      <a:lnTo>
                        <a:pt x="-44" y="8771"/>
                      </a:lnTo>
                      <a:close/>
                    </a:path>
                  </a:pathLst>
                </a:custGeom>
                <a:solidFill>
                  <a:srgbClr val="CFCFD8"/>
                </a:solidFill>
                <a:ln w="87213" cap="flat">
                  <a:noFill/>
                  <a:prstDash val="solid"/>
                  <a:miter/>
                </a:ln>
              </p:spPr>
              <p:txBody>
                <a:bodyPr rtlCol="0" anchor="ctr"/>
                <a:lstStyle/>
                <a:p>
                  <a:endParaRPr lang="en-IN" dirty="0"/>
                </a:p>
              </p:txBody>
            </p:sp>
            <p:sp>
              <p:nvSpPr>
                <p:cNvPr id="2655" name="Freeform: Shape 2654">
                  <a:extLst>
                    <a:ext uri="{FF2B5EF4-FFF2-40B4-BE49-F238E27FC236}">
                      <a16:creationId xmlns:a16="http://schemas.microsoft.com/office/drawing/2014/main" id="{63C1C5B0-849A-73D7-AE1F-476CBEDCCBED}"/>
                    </a:ext>
                  </a:extLst>
                </p:cNvPr>
                <p:cNvSpPr/>
                <p:nvPr/>
              </p:nvSpPr>
              <p:spPr>
                <a:xfrm>
                  <a:off x="2934720" y="4374010"/>
                  <a:ext cx="39409" cy="80439"/>
                </a:xfrm>
                <a:custGeom>
                  <a:avLst/>
                  <a:gdLst>
                    <a:gd name="connsiteX0" fmla="*/ 38427 w 39409"/>
                    <a:gd name="connsiteY0" fmla="*/ -70 h 80439"/>
                    <a:gd name="connsiteX1" fmla="*/ 38427 w 39409"/>
                    <a:gd name="connsiteY1" fmla="*/ -70 h 80439"/>
                    <a:gd name="connsiteX2" fmla="*/ 38427 w 39409"/>
                    <a:gd name="connsiteY2" fmla="*/ 6924 h 80439"/>
                    <a:gd name="connsiteX3" fmla="*/ -44 w 39409"/>
                    <a:gd name="connsiteY3" fmla="*/ 74249 h 80439"/>
                    <a:gd name="connsiteX4" fmla="*/ -44 w 39409"/>
                    <a:gd name="connsiteY4" fmla="*/ 80370 h 80439"/>
                    <a:gd name="connsiteX5" fmla="*/ -44 w 39409"/>
                    <a:gd name="connsiteY5" fmla="*/ 80370 h 80439"/>
                    <a:gd name="connsiteX6" fmla="*/ 9574 w 39409"/>
                    <a:gd name="connsiteY6" fmla="*/ 51516 h 80439"/>
                    <a:gd name="connsiteX7" fmla="*/ 36678 w 39409"/>
                    <a:gd name="connsiteY7" fmla="*/ 9548 h 80439"/>
                    <a:gd name="connsiteX8" fmla="*/ 38427 w 39409"/>
                    <a:gd name="connsiteY8" fmla="*/ -70 h 8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09" h="80439">
                      <a:moveTo>
                        <a:pt x="38427" y="-70"/>
                      </a:moveTo>
                      <a:lnTo>
                        <a:pt x="38427" y="-70"/>
                      </a:lnTo>
                      <a:cubicBezTo>
                        <a:pt x="39677" y="2098"/>
                        <a:pt x="39677" y="4756"/>
                        <a:pt x="38427" y="6924"/>
                      </a:cubicBezTo>
                      <a:cubicBezTo>
                        <a:pt x="22112" y="27183"/>
                        <a:pt x="9119" y="49907"/>
                        <a:pt x="-44" y="74249"/>
                      </a:cubicBezTo>
                      <a:cubicBezTo>
                        <a:pt x="568" y="76242"/>
                        <a:pt x="568" y="78376"/>
                        <a:pt x="-44" y="80370"/>
                      </a:cubicBezTo>
                      <a:lnTo>
                        <a:pt x="-44" y="80370"/>
                      </a:lnTo>
                      <a:cubicBezTo>
                        <a:pt x="891" y="70140"/>
                        <a:pt x="4179" y="60259"/>
                        <a:pt x="9574" y="51516"/>
                      </a:cubicBezTo>
                      <a:cubicBezTo>
                        <a:pt x="17784" y="37011"/>
                        <a:pt x="26833" y="22995"/>
                        <a:pt x="36678" y="9548"/>
                      </a:cubicBezTo>
                      <a:cubicBezTo>
                        <a:pt x="37072" y="6313"/>
                        <a:pt x="37657" y="3095"/>
                        <a:pt x="38427" y="-70"/>
                      </a:cubicBezTo>
                      <a:close/>
                    </a:path>
                  </a:pathLst>
                </a:custGeom>
                <a:solidFill>
                  <a:srgbClr val="CFCFD8"/>
                </a:solidFill>
                <a:ln w="87213" cap="flat">
                  <a:noFill/>
                  <a:prstDash val="solid"/>
                  <a:miter/>
                </a:ln>
              </p:spPr>
              <p:txBody>
                <a:bodyPr rtlCol="0" anchor="ctr"/>
                <a:lstStyle/>
                <a:p>
                  <a:endParaRPr lang="en-IN" dirty="0"/>
                </a:p>
              </p:txBody>
            </p:sp>
            <p:sp>
              <p:nvSpPr>
                <p:cNvPr id="2656" name="Freeform: Shape 2655">
                  <a:extLst>
                    <a:ext uri="{FF2B5EF4-FFF2-40B4-BE49-F238E27FC236}">
                      <a16:creationId xmlns:a16="http://schemas.microsoft.com/office/drawing/2014/main" id="{C5D2E10D-A8DF-2183-9919-E83F3D596B05}"/>
                    </a:ext>
                  </a:extLst>
                </p:cNvPr>
                <p:cNvSpPr/>
                <p:nvPr/>
              </p:nvSpPr>
              <p:spPr>
                <a:xfrm>
                  <a:off x="2923843" y="4456198"/>
                  <a:ext cx="4756" cy="16612"/>
                </a:xfrm>
                <a:custGeom>
                  <a:avLst/>
                  <a:gdLst>
                    <a:gd name="connsiteX0" fmla="*/ 1215 w 4756"/>
                    <a:gd name="connsiteY0" fmla="*/ 16543 h 16612"/>
                    <a:gd name="connsiteX1" fmla="*/ 1215 w 4756"/>
                    <a:gd name="connsiteY1" fmla="*/ 16543 h 16612"/>
                    <a:gd name="connsiteX2" fmla="*/ 1215 w 4756"/>
                    <a:gd name="connsiteY2" fmla="*/ -70 h 16612"/>
                    <a:gd name="connsiteX3" fmla="*/ 1215 w 4756"/>
                    <a:gd name="connsiteY3" fmla="*/ -70 h 16612"/>
                    <a:gd name="connsiteX4" fmla="*/ 1215 w 4756"/>
                    <a:gd name="connsiteY4" fmla="*/ 5176 h 16612"/>
                    <a:gd name="connsiteX5" fmla="*/ 1215 w 4756"/>
                    <a:gd name="connsiteY5" fmla="*/ 16543 h 16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6" h="16612">
                      <a:moveTo>
                        <a:pt x="1215" y="16543"/>
                      </a:moveTo>
                      <a:lnTo>
                        <a:pt x="1215" y="16543"/>
                      </a:lnTo>
                      <a:cubicBezTo>
                        <a:pt x="-464" y="11131"/>
                        <a:pt x="-464" y="5343"/>
                        <a:pt x="1215" y="-70"/>
                      </a:cubicBezTo>
                      <a:lnTo>
                        <a:pt x="1215" y="-70"/>
                      </a:lnTo>
                      <a:cubicBezTo>
                        <a:pt x="1215" y="-70"/>
                        <a:pt x="1215" y="-70"/>
                        <a:pt x="1215" y="5176"/>
                      </a:cubicBezTo>
                      <a:cubicBezTo>
                        <a:pt x="1215" y="10422"/>
                        <a:pt x="9084" y="13045"/>
                        <a:pt x="1215" y="16543"/>
                      </a:cubicBezTo>
                      <a:close/>
                    </a:path>
                  </a:pathLst>
                </a:custGeom>
                <a:solidFill>
                  <a:srgbClr val="CFCFD8"/>
                </a:solidFill>
                <a:ln w="87213" cap="flat">
                  <a:noFill/>
                  <a:prstDash val="solid"/>
                  <a:miter/>
                </a:ln>
              </p:spPr>
              <p:txBody>
                <a:bodyPr rtlCol="0" anchor="ctr"/>
                <a:lstStyle/>
                <a:p>
                  <a:endParaRPr lang="en-IN" dirty="0"/>
                </a:p>
              </p:txBody>
            </p:sp>
            <p:sp>
              <p:nvSpPr>
                <p:cNvPr id="2657" name="Freeform: Shape 2656">
                  <a:extLst>
                    <a:ext uri="{FF2B5EF4-FFF2-40B4-BE49-F238E27FC236}">
                      <a16:creationId xmlns:a16="http://schemas.microsoft.com/office/drawing/2014/main" id="{4999364E-9903-F8C1-344F-72014959B2BA}"/>
                    </a:ext>
                  </a:extLst>
                </p:cNvPr>
                <p:cNvSpPr/>
                <p:nvPr/>
              </p:nvSpPr>
              <p:spPr>
                <a:xfrm>
                  <a:off x="2922480" y="4457753"/>
                  <a:ext cx="53821" cy="43911"/>
                </a:xfrm>
                <a:custGeom>
                  <a:avLst/>
                  <a:gdLst>
                    <a:gd name="connsiteX0" fmla="*/ 2579 w 53821"/>
                    <a:gd name="connsiteY0" fmla="*/ 14988 h 43911"/>
                    <a:gd name="connsiteX1" fmla="*/ 2579 w 53821"/>
                    <a:gd name="connsiteY1" fmla="*/ 1873 h 43911"/>
                    <a:gd name="connsiteX2" fmla="*/ 2579 w 53821"/>
                    <a:gd name="connsiteY2" fmla="*/ 1873 h 43911"/>
                    <a:gd name="connsiteX3" fmla="*/ 33181 w 53821"/>
                    <a:gd name="connsiteY3" fmla="*/ 37721 h 43911"/>
                    <a:gd name="connsiteX4" fmla="*/ 37553 w 53821"/>
                    <a:gd name="connsiteY4" fmla="*/ 37721 h 43911"/>
                    <a:gd name="connsiteX5" fmla="*/ 52416 w 53821"/>
                    <a:gd name="connsiteY5" fmla="*/ 37721 h 43911"/>
                    <a:gd name="connsiteX6" fmla="*/ 42799 w 53821"/>
                    <a:gd name="connsiteY6" fmla="*/ 43842 h 43911"/>
                    <a:gd name="connsiteX7" fmla="*/ 42799 w 53821"/>
                    <a:gd name="connsiteY7" fmla="*/ 43842 h 43911"/>
                    <a:gd name="connsiteX8" fmla="*/ 27935 w 53821"/>
                    <a:gd name="connsiteY8" fmla="*/ 43842 h 43911"/>
                    <a:gd name="connsiteX9" fmla="*/ -44 w 53821"/>
                    <a:gd name="connsiteY9" fmla="*/ 15863 h 43911"/>
                    <a:gd name="connsiteX10" fmla="*/ 2579 w 53821"/>
                    <a:gd name="connsiteY10" fmla="*/ 14988 h 4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821" h="43911">
                      <a:moveTo>
                        <a:pt x="2579" y="14988"/>
                      </a:moveTo>
                      <a:cubicBezTo>
                        <a:pt x="2579" y="14988"/>
                        <a:pt x="2579" y="6245"/>
                        <a:pt x="2579" y="1873"/>
                      </a:cubicBezTo>
                      <a:cubicBezTo>
                        <a:pt x="2579" y="-2499"/>
                        <a:pt x="2579" y="1873"/>
                        <a:pt x="2579" y="1873"/>
                      </a:cubicBezTo>
                      <a:cubicBezTo>
                        <a:pt x="2579" y="21983"/>
                        <a:pt x="15694" y="31601"/>
                        <a:pt x="33181" y="37721"/>
                      </a:cubicBezTo>
                      <a:lnTo>
                        <a:pt x="37553" y="37721"/>
                      </a:lnTo>
                      <a:cubicBezTo>
                        <a:pt x="37553" y="37721"/>
                        <a:pt x="47171" y="37721"/>
                        <a:pt x="52416" y="37721"/>
                      </a:cubicBezTo>
                      <a:cubicBezTo>
                        <a:pt x="57662" y="37721"/>
                        <a:pt x="46296" y="37721"/>
                        <a:pt x="42799" y="43842"/>
                      </a:cubicBezTo>
                      <a:lnTo>
                        <a:pt x="42799" y="43842"/>
                      </a:lnTo>
                      <a:cubicBezTo>
                        <a:pt x="37553" y="43842"/>
                        <a:pt x="33181" y="43842"/>
                        <a:pt x="27935" y="43842"/>
                      </a:cubicBezTo>
                      <a:cubicBezTo>
                        <a:pt x="14260" y="40221"/>
                        <a:pt x="3575" y="29537"/>
                        <a:pt x="-44" y="15863"/>
                      </a:cubicBezTo>
                      <a:cubicBezTo>
                        <a:pt x="-44" y="15863"/>
                        <a:pt x="6951" y="16737"/>
                        <a:pt x="2579" y="14988"/>
                      </a:cubicBezTo>
                      <a:close/>
                    </a:path>
                  </a:pathLst>
                </a:custGeom>
                <a:solidFill>
                  <a:srgbClr val="C7C7D2"/>
                </a:solidFill>
                <a:ln w="87213" cap="flat">
                  <a:noFill/>
                  <a:prstDash val="solid"/>
                  <a:miter/>
                </a:ln>
              </p:spPr>
              <p:txBody>
                <a:bodyPr rtlCol="0" anchor="ctr"/>
                <a:lstStyle/>
                <a:p>
                  <a:endParaRPr lang="en-IN" dirty="0"/>
                </a:p>
              </p:txBody>
            </p:sp>
            <p:sp>
              <p:nvSpPr>
                <p:cNvPr id="2658" name="Freeform: Shape 2657">
                  <a:extLst>
                    <a:ext uri="{FF2B5EF4-FFF2-40B4-BE49-F238E27FC236}">
                      <a16:creationId xmlns:a16="http://schemas.microsoft.com/office/drawing/2014/main" id="{BDEAC6FB-D928-D1E5-5097-E0307E0DCB8A}"/>
                    </a:ext>
                  </a:extLst>
                </p:cNvPr>
                <p:cNvSpPr/>
                <p:nvPr/>
              </p:nvSpPr>
              <p:spPr>
                <a:xfrm>
                  <a:off x="2988018" y="4357900"/>
                  <a:ext cx="36759" cy="10767"/>
                </a:xfrm>
                <a:custGeom>
                  <a:avLst/>
                  <a:gdLst>
                    <a:gd name="connsiteX0" fmla="*/ 868 w 36759"/>
                    <a:gd name="connsiteY0" fmla="*/ 7297 h 10767"/>
                    <a:gd name="connsiteX1" fmla="*/ 868 w 36759"/>
                    <a:gd name="connsiteY1" fmla="*/ 7297 h 10767"/>
                    <a:gd name="connsiteX2" fmla="*/ 21852 w 36759"/>
                    <a:gd name="connsiteY2" fmla="*/ 1176 h 10767"/>
                    <a:gd name="connsiteX3" fmla="*/ 36716 w 36759"/>
                    <a:gd name="connsiteY3" fmla="*/ 1176 h 10767"/>
                    <a:gd name="connsiteX4" fmla="*/ 36716 w 36759"/>
                    <a:gd name="connsiteY4" fmla="*/ 1176 h 10767"/>
                    <a:gd name="connsiteX5" fmla="*/ 30595 w 36759"/>
                    <a:gd name="connsiteY5" fmla="*/ 1176 h 10767"/>
                    <a:gd name="connsiteX6" fmla="*/ 4365 w 36759"/>
                    <a:gd name="connsiteY6" fmla="*/ 7297 h 10767"/>
                    <a:gd name="connsiteX7" fmla="*/ 868 w 36759"/>
                    <a:gd name="connsiteY7" fmla="*/ 7297 h 1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59" h="10767">
                      <a:moveTo>
                        <a:pt x="868" y="7297"/>
                      </a:moveTo>
                      <a:lnTo>
                        <a:pt x="868" y="7297"/>
                      </a:lnTo>
                      <a:cubicBezTo>
                        <a:pt x="7521" y="4219"/>
                        <a:pt x="14595" y="2155"/>
                        <a:pt x="21852" y="1176"/>
                      </a:cubicBezTo>
                      <a:cubicBezTo>
                        <a:pt x="26669" y="-485"/>
                        <a:pt x="31898" y="-485"/>
                        <a:pt x="36716" y="1176"/>
                      </a:cubicBezTo>
                      <a:lnTo>
                        <a:pt x="36716" y="1176"/>
                      </a:lnTo>
                      <a:cubicBezTo>
                        <a:pt x="36716" y="1176"/>
                        <a:pt x="32344" y="1176"/>
                        <a:pt x="30595" y="1176"/>
                      </a:cubicBezTo>
                      <a:cubicBezTo>
                        <a:pt x="28847" y="1176"/>
                        <a:pt x="12234" y="1176"/>
                        <a:pt x="4365" y="7297"/>
                      </a:cubicBezTo>
                      <a:cubicBezTo>
                        <a:pt x="-3504" y="13417"/>
                        <a:pt x="1742" y="9920"/>
                        <a:pt x="868" y="7297"/>
                      </a:cubicBezTo>
                      <a:close/>
                    </a:path>
                  </a:pathLst>
                </a:custGeom>
                <a:solidFill>
                  <a:srgbClr val="C5C5D1"/>
                </a:solidFill>
                <a:ln w="87213" cap="flat">
                  <a:noFill/>
                  <a:prstDash val="solid"/>
                  <a:miter/>
                </a:ln>
              </p:spPr>
              <p:txBody>
                <a:bodyPr rtlCol="0" anchor="ctr"/>
                <a:lstStyle/>
                <a:p>
                  <a:endParaRPr lang="en-IN" dirty="0"/>
                </a:p>
              </p:txBody>
            </p:sp>
            <p:sp>
              <p:nvSpPr>
                <p:cNvPr id="2659" name="Freeform: Shape 2658">
                  <a:extLst>
                    <a:ext uri="{FF2B5EF4-FFF2-40B4-BE49-F238E27FC236}">
                      <a16:creationId xmlns:a16="http://schemas.microsoft.com/office/drawing/2014/main" id="{3709E8E4-41CF-A149-110D-440D9F164046}"/>
                    </a:ext>
                  </a:extLst>
                </p:cNvPr>
                <p:cNvSpPr/>
                <p:nvPr/>
              </p:nvSpPr>
              <p:spPr>
                <a:xfrm>
                  <a:off x="2968587" y="4406360"/>
                  <a:ext cx="78923" cy="96178"/>
                </a:xfrm>
                <a:custGeom>
                  <a:avLst/>
                  <a:gdLst>
                    <a:gd name="connsiteX0" fmla="*/ 15927 w 78923"/>
                    <a:gd name="connsiteY0" fmla="*/ 96109 h 96178"/>
                    <a:gd name="connsiteX1" fmla="*/ 1063 w 78923"/>
                    <a:gd name="connsiteY1" fmla="*/ 96109 h 96178"/>
                    <a:gd name="connsiteX2" fmla="*/ 15052 w 78923"/>
                    <a:gd name="connsiteY2" fmla="*/ 89114 h 96178"/>
                    <a:gd name="connsiteX3" fmla="*/ 41283 w 78923"/>
                    <a:gd name="connsiteY3" fmla="*/ 67255 h 96178"/>
                    <a:gd name="connsiteX4" fmla="*/ 71885 w 78923"/>
                    <a:gd name="connsiteY4" fmla="*/ 19166 h 96178"/>
                    <a:gd name="connsiteX5" fmla="*/ 78880 w 78923"/>
                    <a:gd name="connsiteY5" fmla="*/ -70 h 96178"/>
                    <a:gd name="connsiteX6" fmla="*/ 78880 w 78923"/>
                    <a:gd name="connsiteY6" fmla="*/ -70 h 96178"/>
                    <a:gd name="connsiteX7" fmla="*/ 78880 w 78923"/>
                    <a:gd name="connsiteY7" fmla="*/ 11297 h 96178"/>
                    <a:gd name="connsiteX8" fmla="*/ 67513 w 78923"/>
                    <a:gd name="connsiteY8" fmla="*/ 33156 h 96178"/>
                    <a:gd name="connsiteX9" fmla="*/ 36911 w 78923"/>
                    <a:gd name="connsiteY9" fmla="*/ 79496 h 96178"/>
                    <a:gd name="connsiteX10" fmla="*/ 15052 w 78923"/>
                    <a:gd name="connsiteY10" fmla="*/ 96109 h 9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23" h="96178">
                      <a:moveTo>
                        <a:pt x="15927" y="96109"/>
                      </a:moveTo>
                      <a:cubicBezTo>
                        <a:pt x="10681" y="96109"/>
                        <a:pt x="6309" y="96109"/>
                        <a:pt x="1063" y="96109"/>
                      </a:cubicBezTo>
                      <a:cubicBezTo>
                        <a:pt x="-4183" y="96109"/>
                        <a:pt x="10681" y="91737"/>
                        <a:pt x="15052" y="89114"/>
                      </a:cubicBezTo>
                      <a:cubicBezTo>
                        <a:pt x="26096" y="85144"/>
                        <a:pt x="35390" y="77406"/>
                        <a:pt x="41283" y="67255"/>
                      </a:cubicBezTo>
                      <a:lnTo>
                        <a:pt x="71885" y="19166"/>
                      </a:lnTo>
                      <a:cubicBezTo>
                        <a:pt x="74963" y="13054"/>
                        <a:pt x="77306" y="6593"/>
                        <a:pt x="78880" y="-70"/>
                      </a:cubicBezTo>
                      <a:lnTo>
                        <a:pt x="78880" y="-70"/>
                      </a:lnTo>
                      <a:cubicBezTo>
                        <a:pt x="78880" y="-70"/>
                        <a:pt x="78880" y="7799"/>
                        <a:pt x="78880" y="11297"/>
                      </a:cubicBezTo>
                      <a:cubicBezTo>
                        <a:pt x="78880" y="14794"/>
                        <a:pt x="71885" y="26161"/>
                        <a:pt x="67513" y="33156"/>
                      </a:cubicBezTo>
                      <a:cubicBezTo>
                        <a:pt x="63142" y="40150"/>
                        <a:pt x="48278" y="64632"/>
                        <a:pt x="36911" y="79496"/>
                      </a:cubicBezTo>
                      <a:cubicBezTo>
                        <a:pt x="31473" y="87111"/>
                        <a:pt x="23848" y="92908"/>
                        <a:pt x="15052" y="96109"/>
                      </a:cubicBezTo>
                      <a:close/>
                    </a:path>
                  </a:pathLst>
                </a:custGeom>
                <a:solidFill>
                  <a:srgbClr val="C4C4D0"/>
                </a:solidFill>
                <a:ln w="87213" cap="flat">
                  <a:noFill/>
                  <a:prstDash val="solid"/>
                  <a:miter/>
                </a:ln>
              </p:spPr>
              <p:txBody>
                <a:bodyPr rtlCol="0" anchor="ctr"/>
                <a:lstStyle/>
                <a:p>
                  <a:endParaRPr lang="en-IN" dirty="0"/>
                </a:p>
              </p:txBody>
            </p:sp>
            <p:sp>
              <p:nvSpPr>
                <p:cNvPr id="2660" name="Freeform: Shape 2659">
                  <a:extLst>
                    <a:ext uri="{FF2B5EF4-FFF2-40B4-BE49-F238E27FC236}">
                      <a16:creationId xmlns:a16="http://schemas.microsoft.com/office/drawing/2014/main" id="{10F89748-0003-9963-CB58-8BF3C0F8F92E}"/>
                    </a:ext>
                  </a:extLst>
                </p:cNvPr>
                <p:cNvSpPr/>
                <p:nvPr/>
              </p:nvSpPr>
              <p:spPr>
                <a:xfrm>
                  <a:off x="2988930" y="4383628"/>
                  <a:ext cx="69136" cy="121751"/>
                </a:xfrm>
                <a:custGeom>
                  <a:avLst/>
                  <a:gdLst>
                    <a:gd name="connsiteX0" fmla="*/ -44 w 69136"/>
                    <a:gd name="connsiteY0" fmla="*/ 117967 h 121751"/>
                    <a:gd name="connsiteX1" fmla="*/ 27060 w 69136"/>
                    <a:gd name="connsiteY1" fmla="*/ 92610 h 121751"/>
                    <a:gd name="connsiteX2" fmla="*/ 56788 w 69136"/>
                    <a:gd name="connsiteY2" fmla="*/ 44521 h 121751"/>
                    <a:gd name="connsiteX3" fmla="*/ 62908 w 69136"/>
                    <a:gd name="connsiteY3" fmla="*/ 22662 h 121751"/>
                    <a:gd name="connsiteX4" fmla="*/ 62908 w 69136"/>
                    <a:gd name="connsiteY4" fmla="*/ 22662 h 121751"/>
                    <a:gd name="connsiteX5" fmla="*/ 62908 w 69136"/>
                    <a:gd name="connsiteY5" fmla="*/ -70 h 121751"/>
                    <a:gd name="connsiteX6" fmla="*/ 62908 w 69136"/>
                    <a:gd name="connsiteY6" fmla="*/ -70 h 121751"/>
                    <a:gd name="connsiteX7" fmla="*/ 62908 w 69136"/>
                    <a:gd name="connsiteY7" fmla="*/ -70 h 121751"/>
                    <a:gd name="connsiteX8" fmla="*/ 62908 w 69136"/>
                    <a:gd name="connsiteY8" fmla="*/ -70 h 121751"/>
                    <a:gd name="connsiteX9" fmla="*/ 62908 w 69136"/>
                    <a:gd name="connsiteY9" fmla="*/ -70 h 121751"/>
                    <a:gd name="connsiteX10" fmla="*/ 62908 w 69136"/>
                    <a:gd name="connsiteY10" fmla="*/ 48019 h 121751"/>
                    <a:gd name="connsiteX11" fmla="*/ 25311 w 69136"/>
                    <a:gd name="connsiteY11" fmla="*/ 109223 h 121751"/>
                    <a:gd name="connsiteX12" fmla="*/ 19191 w 69136"/>
                    <a:gd name="connsiteY12" fmla="*/ 114469 h 121751"/>
                    <a:gd name="connsiteX13" fmla="*/ 19191 w 69136"/>
                    <a:gd name="connsiteY13" fmla="*/ 114469 h 121751"/>
                    <a:gd name="connsiteX14" fmla="*/ 11322 w 69136"/>
                    <a:gd name="connsiteY14" fmla="*/ 120589 h 121751"/>
                    <a:gd name="connsiteX15" fmla="*/ -44 w 69136"/>
                    <a:gd name="connsiteY15" fmla="*/ 117967 h 1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136" h="121751">
                      <a:moveTo>
                        <a:pt x="-44" y="117967"/>
                      </a:moveTo>
                      <a:cubicBezTo>
                        <a:pt x="11165" y="112187"/>
                        <a:pt x="20546" y="103408"/>
                        <a:pt x="27060" y="92610"/>
                      </a:cubicBezTo>
                      <a:cubicBezTo>
                        <a:pt x="38296" y="77441"/>
                        <a:pt x="48237" y="61353"/>
                        <a:pt x="56788" y="44521"/>
                      </a:cubicBezTo>
                      <a:cubicBezTo>
                        <a:pt x="61335" y="38183"/>
                        <a:pt x="63495" y="30445"/>
                        <a:pt x="62908" y="22662"/>
                      </a:cubicBezTo>
                      <a:cubicBezTo>
                        <a:pt x="62908" y="22662"/>
                        <a:pt x="62908" y="22662"/>
                        <a:pt x="62908" y="22662"/>
                      </a:cubicBezTo>
                      <a:cubicBezTo>
                        <a:pt x="65444" y="15292"/>
                        <a:pt x="65444" y="7292"/>
                        <a:pt x="62908" y="-70"/>
                      </a:cubicBezTo>
                      <a:cubicBezTo>
                        <a:pt x="62908" y="-70"/>
                        <a:pt x="62908" y="-70"/>
                        <a:pt x="62908" y="-70"/>
                      </a:cubicBezTo>
                      <a:lnTo>
                        <a:pt x="62908" y="-70"/>
                      </a:lnTo>
                      <a:cubicBezTo>
                        <a:pt x="62908" y="-70"/>
                        <a:pt x="62908" y="-70"/>
                        <a:pt x="62908" y="-70"/>
                      </a:cubicBezTo>
                      <a:lnTo>
                        <a:pt x="62908" y="-70"/>
                      </a:lnTo>
                      <a:cubicBezTo>
                        <a:pt x="71153" y="14898"/>
                        <a:pt x="71153" y="33050"/>
                        <a:pt x="62908" y="48019"/>
                      </a:cubicBezTo>
                      <a:cubicBezTo>
                        <a:pt x="52416" y="69877"/>
                        <a:pt x="37553" y="88238"/>
                        <a:pt x="25311" y="109223"/>
                      </a:cubicBezTo>
                      <a:cubicBezTo>
                        <a:pt x="25311" y="109223"/>
                        <a:pt x="25311" y="109223"/>
                        <a:pt x="19191" y="114469"/>
                      </a:cubicBezTo>
                      <a:lnTo>
                        <a:pt x="19191" y="114469"/>
                      </a:lnTo>
                      <a:cubicBezTo>
                        <a:pt x="19191" y="114469"/>
                        <a:pt x="13945" y="118841"/>
                        <a:pt x="11322" y="120589"/>
                      </a:cubicBezTo>
                      <a:cubicBezTo>
                        <a:pt x="8699" y="122338"/>
                        <a:pt x="3453" y="122338"/>
                        <a:pt x="-44" y="117967"/>
                      </a:cubicBezTo>
                      <a:close/>
                    </a:path>
                  </a:pathLst>
                </a:custGeom>
                <a:solidFill>
                  <a:srgbClr val="CDCDD7"/>
                </a:solidFill>
                <a:ln w="87213" cap="flat">
                  <a:noFill/>
                  <a:prstDash val="solid"/>
                  <a:miter/>
                </a:ln>
              </p:spPr>
              <p:txBody>
                <a:bodyPr rtlCol="0" anchor="ctr"/>
                <a:lstStyle/>
                <a:p>
                  <a:endParaRPr lang="en-IN" dirty="0"/>
                </a:p>
              </p:txBody>
            </p:sp>
            <p:sp>
              <p:nvSpPr>
                <p:cNvPr id="2661" name="Freeform: Shape 2660">
                  <a:extLst>
                    <a:ext uri="{FF2B5EF4-FFF2-40B4-BE49-F238E27FC236}">
                      <a16:creationId xmlns:a16="http://schemas.microsoft.com/office/drawing/2014/main" id="{B6795A2F-AFFB-9741-B0D7-3DB3099AA12B}"/>
                    </a:ext>
                  </a:extLst>
                </p:cNvPr>
                <p:cNvSpPr/>
                <p:nvPr/>
              </p:nvSpPr>
              <p:spPr>
                <a:xfrm>
                  <a:off x="3007291" y="4482429"/>
                  <a:ext cx="5245" cy="6994"/>
                </a:xfrm>
                <a:custGeom>
                  <a:avLst/>
                  <a:gdLst>
                    <a:gd name="connsiteX0" fmla="*/ -44 w 5245"/>
                    <a:gd name="connsiteY0" fmla="*/ 6925 h 6994"/>
                    <a:gd name="connsiteX1" fmla="*/ 5202 w 5245"/>
                    <a:gd name="connsiteY1" fmla="*/ -70 h 6994"/>
                    <a:gd name="connsiteX2" fmla="*/ 830 w 5245"/>
                    <a:gd name="connsiteY2" fmla="*/ 6050 h 6994"/>
                  </a:gdLst>
                  <a:ahLst/>
                  <a:cxnLst>
                    <a:cxn ang="0">
                      <a:pos x="connsiteX0" y="connsiteY0"/>
                    </a:cxn>
                    <a:cxn ang="0">
                      <a:pos x="connsiteX1" y="connsiteY1"/>
                    </a:cxn>
                    <a:cxn ang="0">
                      <a:pos x="connsiteX2" y="connsiteY2"/>
                    </a:cxn>
                  </a:cxnLst>
                  <a:rect l="l" t="t" r="r" b="b"/>
                  <a:pathLst>
                    <a:path w="5245" h="6994">
                      <a:moveTo>
                        <a:pt x="-44" y="6925"/>
                      </a:moveTo>
                      <a:cubicBezTo>
                        <a:pt x="-44" y="6925"/>
                        <a:pt x="5202" y="-70"/>
                        <a:pt x="5202" y="-70"/>
                      </a:cubicBezTo>
                      <a:lnTo>
                        <a:pt x="830" y="6050"/>
                      </a:lnTo>
                      <a:close/>
                    </a:path>
                  </a:pathLst>
                </a:custGeom>
                <a:solidFill>
                  <a:srgbClr val="D3D3DC"/>
                </a:solidFill>
                <a:ln w="87213" cap="flat">
                  <a:noFill/>
                  <a:prstDash val="solid"/>
                  <a:miter/>
                </a:ln>
              </p:spPr>
              <p:txBody>
                <a:bodyPr rtlCol="0" anchor="ctr"/>
                <a:lstStyle/>
                <a:p>
                  <a:endParaRPr lang="en-IN" dirty="0"/>
                </a:p>
              </p:txBody>
            </p:sp>
            <p:sp>
              <p:nvSpPr>
                <p:cNvPr id="2662" name="Freeform: Shape 2661">
                  <a:extLst>
                    <a:ext uri="{FF2B5EF4-FFF2-40B4-BE49-F238E27FC236}">
                      <a16:creationId xmlns:a16="http://schemas.microsoft.com/office/drawing/2014/main" id="{A8CE7672-24F7-2E13-1A0B-9D2F989A473F}"/>
                    </a:ext>
                  </a:extLst>
                </p:cNvPr>
                <p:cNvSpPr/>
                <p:nvPr/>
              </p:nvSpPr>
              <p:spPr>
                <a:xfrm>
                  <a:off x="3026527" y="4359146"/>
                  <a:ext cx="16612" cy="11366"/>
                </a:xfrm>
                <a:custGeom>
                  <a:avLst/>
                  <a:gdLst>
                    <a:gd name="connsiteX0" fmla="*/ -44 w 16612"/>
                    <a:gd name="connsiteY0" fmla="*/ -70 h 11366"/>
                    <a:gd name="connsiteX1" fmla="*/ 16568 w 16612"/>
                    <a:gd name="connsiteY1" fmla="*/ 11297 h 11366"/>
                    <a:gd name="connsiteX2" fmla="*/ 16568 w 16612"/>
                    <a:gd name="connsiteY2" fmla="*/ 11297 h 11366"/>
                    <a:gd name="connsiteX3" fmla="*/ 830 w 16612"/>
                    <a:gd name="connsiteY3" fmla="*/ -70 h 11366"/>
                  </a:gdLst>
                  <a:ahLst/>
                  <a:cxnLst>
                    <a:cxn ang="0">
                      <a:pos x="connsiteX0" y="connsiteY0"/>
                    </a:cxn>
                    <a:cxn ang="0">
                      <a:pos x="connsiteX1" y="connsiteY1"/>
                    </a:cxn>
                    <a:cxn ang="0">
                      <a:pos x="connsiteX2" y="connsiteY2"/>
                    </a:cxn>
                    <a:cxn ang="0">
                      <a:pos x="connsiteX3" y="connsiteY3"/>
                    </a:cxn>
                  </a:cxnLst>
                  <a:rect l="l" t="t" r="r" b="b"/>
                  <a:pathLst>
                    <a:path w="16612" h="11366">
                      <a:moveTo>
                        <a:pt x="-44" y="-70"/>
                      </a:moveTo>
                      <a:cubicBezTo>
                        <a:pt x="6749" y="1443"/>
                        <a:pt x="12695" y="5517"/>
                        <a:pt x="16568" y="11297"/>
                      </a:cubicBezTo>
                      <a:lnTo>
                        <a:pt x="16568" y="11297"/>
                      </a:lnTo>
                      <a:cubicBezTo>
                        <a:pt x="9722" y="10458"/>
                        <a:pt x="3776" y="6164"/>
                        <a:pt x="830" y="-70"/>
                      </a:cubicBezTo>
                      <a:close/>
                    </a:path>
                  </a:pathLst>
                </a:custGeom>
                <a:solidFill>
                  <a:srgbClr val="C5C5D1"/>
                </a:solidFill>
                <a:ln w="87213" cap="flat">
                  <a:noFill/>
                  <a:prstDash val="solid"/>
                  <a:miter/>
                </a:ln>
              </p:spPr>
              <p:txBody>
                <a:bodyPr rtlCol="0" anchor="ctr"/>
                <a:lstStyle/>
                <a:p>
                  <a:endParaRPr lang="en-IN" dirty="0"/>
                </a:p>
              </p:txBody>
            </p:sp>
            <p:sp>
              <p:nvSpPr>
                <p:cNvPr id="2663" name="Freeform: Shape 2662">
                  <a:extLst>
                    <a:ext uri="{FF2B5EF4-FFF2-40B4-BE49-F238E27FC236}">
                      <a16:creationId xmlns:a16="http://schemas.microsoft.com/office/drawing/2014/main" id="{D8D243D9-CDA0-E5B1-541E-BAA93D4C63EA}"/>
                    </a:ext>
                  </a:extLst>
                </p:cNvPr>
                <p:cNvSpPr/>
                <p:nvPr/>
              </p:nvSpPr>
              <p:spPr>
                <a:xfrm>
                  <a:off x="3043054" y="4367015"/>
                  <a:ext cx="5332" cy="6994"/>
                </a:xfrm>
                <a:custGeom>
                  <a:avLst/>
                  <a:gdLst>
                    <a:gd name="connsiteX0" fmla="*/ 5288 w 5332"/>
                    <a:gd name="connsiteY0" fmla="*/ 6925 h 6994"/>
                    <a:gd name="connsiteX1" fmla="*/ 5288 w 5332"/>
                    <a:gd name="connsiteY1" fmla="*/ 6925 h 6994"/>
                    <a:gd name="connsiteX2" fmla="*/ 41 w 5332"/>
                    <a:gd name="connsiteY2" fmla="*/ -70 h 6994"/>
                    <a:gd name="connsiteX3" fmla="*/ 41 w 5332"/>
                    <a:gd name="connsiteY3" fmla="*/ -70 h 6994"/>
                  </a:gdLst>
                  <a:ahLst/>
                  <a:cxnLst>
                    <a:cxn ang="0">
                      <a:pos x="connsiteX0" y="connsiteY0"/>
                    </a:cxn>
                    <a:cxn ang="0">
                      <a:pos x="connsiteX1" y="connsiteY1"/>
                    </a:cxn>
                    <a:cxn ang="0">
                      <a:pos x="connsiteX2" y="connsiteY2"/>
                    </a:cxn>
                    <a:cxn ang="0">
                      <a:pos x="connsiteX3" y="connsiteY3"/>
                    </a:cxn>
                  </a:cxnLst>
                  <a:rect l="l" t="t" r="r" b="b"/>
                  <a:pathLst>
                    <a:path w="5332" h="6994">
                      <a:moveTo>
                        <a:pt x="5288" y="6925"/>
                      </a:moveTo>
                      <a:lnTo>
                        <a:pt x="5288" y="6925"/>
                      </a:lnTo>
                      <a:cubicBezTo>
                        <a:pt x="5288" y="6925"/>
                        <a:pt x="-833" y="6925"/>
                        <a:pt x="41" y="-70"/>
                      </a:cubicBezTo>
                      <a:lnTo>
                        <a:pt x="41" y="-70"/>
                      </a:lnTo>
                      <a:close/>
                    </a:path>
                  </a:pathLst>
                </a:custGeom>
                <a:solidFill>
                  <a:srgbClr val="C5C5D1"/>
                </a:solidFill>
                <a:ln w="87213" cap="flat">
                  <a:noFill/>
                  <a:prstDash val="solid"/>
                  <a:miter/>
                </a:ln>
              </p:spPr>
              <p:txBody>
                <a:bodyPr rtlCol="0" anchor="ctr"/>
                <a:lstStyle/>
                <a:p>
                  <a:endParaRPr lang="en-IN" dirty="0"/>
                </a:p>
              </p:txBody>
            </p:sp>
            <p:sp>
              <p:nvSpPr>
                <p:cNvPr id="2664" name="Freeform: Shape 2663">
                  <a:extLst>
                    <a:ext uri="{FF2B5EF4-FFF2-40B4-BE49-F238E27FC236}">
                      <a16:creationId xmlns:a16="http://schemas.microsoft.com/office/drawing/2014/main" id="{A46A5BA0-63D4-3F53-45D2-2994DC545D58}"/>
                    </a:ext>
                  </a:extLst>
                </p:cNvPr>
                <p:cNvSpPr/>
                <p:nvPr/>
              </p:nvSpPr>
              <p:spPr>
                <a:xfrm>
                  <a:off x="2932931" y="4362634"/>
                  <a:ext cx="83977" cy="142527"/>
                </a:xfrm>
                <a:custGeom>
                  <a:avLst/>
                  <a:gdLst>
                    <a:gd name="connsiteX0" fmla="*/ 49834 w 83977"/>
                    <a:gd name="connsiteY0" fmla="*/ 137211 h 142527"/>
                    <a:gd name="connsiteX1" fmla="*/ 36719 w 83977"/>
                    <a:gd name="connsiteY1" fmla="*/ 142458 h 142527"/>
                    <a:gd name="connsiteX2" fmla="*/ 14860 w 83977"/>
                    <a:gd name="connsiteY2" fmla="*/ 131966 h 142527"/>
                    <a:gd name="connsiteX3" fmla="*/ -4 w 83977"/>
                    <a:gd name="connsiteY3" fmla="*/ 103112 h 142527"/>
                    <a:gd name="connsiteX4" fmla="*/ -4 w 83977"/>
                    <a:gd name="connsiteY4" fmla="*/ 97866 h 142527"/>
                    <a:gd name="connsiteX5" fmla="*/ 9614 w 83977"/>
                    <a:gd name="connsiteY5" fmla="*/ 70762 h 142527"/>
                    <a:gd name="connsiteX6" fmla="*/ 41965 w 83977"/>
                    <a:gd name="connsiteY6" fmla="*/ 19175 h 142527"/>
                    <a:gd name="connsiteX7" fmla="*/ 55955 w 83977"/>
                    <a:gd name="connsiteY7" fmla="*/ 6060 h 142527"/>
                    <a:gd name="connsiteX8" fmla="*/ 55955 w 83977"/>
                    <a:gd name="connsiteY8" fmla="*/ 6060 h 142527"/>
                    <a:gd name="connsiteX9" fmla="*/ 55955 w 83977"/>
                    <a:gd name="connsiteY9" fmla="*/ 6060 h 142527"/>
                    <a:gd name="connsiteX10" fmla="*/ 83934 w 83977"/>
                    <a:gd name="connsiteY10" fmla="*/ -61 h 142527"/>
                    <a:gd name="connsiteX11" fmla="*/ 83934 w 83977"/>
                    <a:gd name="connsiteY11" fmla="*/ -61 h 142527"/>
                    <a:gd name="connsiteX12" fmla="*/ 83934 w 83977"/>
                    <a:gd name="connsiteY12" fmla="*/ -61 h 142527"/>
                    <a:gd name="connsiteX13" fmla="*/ 76064 w 83977"/>
                    <a:gd name="connsiteY13" fmla="*/ -61 h 142527"/>
                    <a:gd name="connsiteX14" fmla="*/ 76064 w 83977"/>
                    <a:gd name="connsiteY14" fmla="*/ -61 h 142527"/>
                    <a:gd name="connsiteX15" fmla="*/ 45462 w 83977"/>
                    <a:gd name="connsiteY15" fmla="*/ 16552 h 142527"/>
                    <a:gd name="connsiteX16" fmla="*/ 6117 w 83977"/>
                    <a:gd name="connsiteY16" fmla="*/ 78630 h 142527"/>
                    <a:gd name="connsiteX17" fmla="*/ 6117 w 83977"/>
                    <a:gd name="connsiteY17" fmla="*/ 110107 h 142527"/>
                    <a:gd name="connsiteX18" fmla="*/ 44588 w 83977"/>
                    <a:gd name="connsiteY18" fmla="*/ 132840 h 142527"/>
                    <a:gd name="connsiteX19" fmla="*/ 44588 w 83977"/>
                    <a:gd name="connsiteY19" fmla="*/ 132840 h 142527"/>
                    <a:gd name="connsiteX20" fmla="*/ 49834 w 83977"/>
                    <a:gd name="connsiteY20" fmla="*/ 137211 h 14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3977" h="142527">
                      <a:moveTo>
                        <a:pt x="49834" y="137211"/>
                      </a:moveTo>
                      <a:cubicBezTo>
                        <a:pt x="49834" y="137211"/>
                        <a:pt x="41090" y="137211"/>
                        <a:pt x="36719" y="142458"/>
                      </a:cubicBezTo>
                      <a:cubicBezTo>
                        <a:pt x="29112" y="139686"/>
                        <a:pt x="21785" y="136171"/>
                        <a:pt x="14860" y="131966"/>
                      </a:cubicBezTo>
                      <a:cubicBezTo>
                        <a:pt x="5094" y="125705"/>
                        <a:pt x="-581" y="114697"/>
                        <a:pt x="-4" y="103112"/>
                      </a:cubicBezTo>
                      <a:cubicBezTo>
                        <a:pt x="783" y="101451"/>
                        <a:pt x="783" y="99527"/>
                        <a:pt x="-4" y="97866"/>
                      </a:cubicBezTo>
                      <a:cubicBezTo>
                        <a:pt x="1072" y="88214"/>
                        <a:pt x="4359" y="78937"/>
                        <a:pt x="9614" y="70762"/>
                      </a:cubicBezTo>
                      <a:cubicBezTo>
                        <a:pt x="18725" y="52575"/>
                        <a:pt x="29558" y="35298"/>
                        <a:pt x="41965" y="19175"/>
                      </a:cubicBezTo>
                      <a:cubicBezTo>
                        <a:pt x="45978" y="14156"/>
                        <a:pt x="50691" y="9741"/>
                        <a:pt x="55955" y="6060"/>
                      </a:cubicBezTo>
                      <a:lnTo>
                        <a:pt x="55955" y="6060"/>
                      </a:lnTo>
                      <a:lnTo>
                        <a:pt x="55955" y="6060"/>
                      </a:lnTo>
                      <a:cubicBezTo>
                        <a:pt x="64681" y="1863"/>
                        <a:pt x="74255" y="-227"/>
                        <a:pt x="83934" y="-61"/>
                      </a:cubicBezTo>
                      <a:lnTo>
                        <a:pt x="83934" y="-61"/>
                      </a:lnTo>
                      <a:lnTo>
                        <a:pt x="83934" y="-61"/>
                      </a:lnTo>
                      <a:cubicBezTo>
                        <a:pt x="81372" y="744"/>
                        <a:pt x="78627" y="744"/>
                        <a:pt x="76064" y="-61"/>
                      </a:cubicBezTo>
                      <a:lnTo>
                        <a:pt x="76064" y="-61"/>
                      </a:lnTo>
                      <a:cubicBezTo>
                        <a:pt x="63719" y="-17"/>
                        <a:pt x="52221" y="6226"/>
                        <a:pt x="45462" y="16552"/>
                      </a:cubicBezTo>
                      <a:cubicBezTo>
                        <a:pt x="30039" y="35692"/>
                        <a:pt x="16836" y="56510"/>
                        <a:pt x="6117" y="78630"/>
                      </a:cubicBezTo>
                      <a:cubicBezTo>
                        <a:pt x="2654" y="88834"/>
                        <a:pt x="2654" y="99903"/>
                        <a:pt x="6117" y="110107"/>
                      </a:cubicBezTo>
                      <a:cubicBezTo>
                        <a:pt x="11494" y="126203"/>
                        <a:pt x="27897" y="135891"/>
                        <a:pt x="44588" y="132840"/>
                      </a:cubicBezTo>
                      <a:lnTo>
                        <a:pt x="44588" y="132840"/>
                      </a:lnTo>
                      <a:cubicBezTo>
                        <a:pt x="44588" y="132840"/>
                        <a:pt x="48960" y="136338"/>
                        <a:pt x="49834" y="137211"/>
                      </a:cubicBezTo>
                      <a:close/>
                    </a:path>
                  </a:pathLst>
                </a:custGeom>
                <a:solidFill>
                  <a:srgbClr val="B8B8C6"/>
                </a:solidFill>
                <a:ln w="87213" cap="flat">
                  <a:noFill/>
                  <a:prstDash val="solid"/>
                  <a:miter/>
                </a:ln>
              </p:spPr>
              <p:txBody>
                <a:bodyPr rtlCol="0" anchor="ctr"/>
                <a:lstStyle/>
                <a:p>
                  <a:endParaRPr lang="en-IN" dirty="0"/>
                </a:p>
              </p:txBody>
            </p:sp>
            <p:sp>
              <p:nvSpPr>
                <p:cNvPr id="2665" name="Freeform: Shape 2664">
                  <a:extLst>
                    <a:ext uri="{FF2B5EF4-FFF2-40B4-BE49-F238E27FC236}">
                      <a16:creationId xmlns:a16="http://schemas.microsoft.com/office/drawing/2014/main" id="{A2CDEAE4-A01D-DBB5-D702-3B38B33A562F}"/>
                    </a:ext>
                  </a:extLst>
                </p:cNvPr>
                <p:cNvSpPr/>
                <p:nvPr/>
              </p:nvSpPr>
              <p:spPr>
                <a:xfrm>
                  <a:off x="2930348" y="4368763"/>
                  <a:ext cx="55958" cy="91806"/>
                </a:xfrm>
                <a:custGeom>
                  <a:avLst/>
                  <a:gdLst>
                    <a:gd name="connsiteX0" fmla="*/ 55914 w 55958"/>
                    <a:gd name="connsiteY0" fmla="*/ -70 h 91806"/>
                    <a:gd name="connsiteX1" fmla="*/ 18317 w 55958"/>
                    <a:gd name="connsiteY1" fmla="*/ 51517 h 91806"/>
                    <a:gd name="connsiteX2" fmla="*/ -44 w 55958"/>
                    <a:gd name="connsiteY2" fmla="*/ 91737 h 91806"/>
                    <a:gd name="connsiteX3" fmla="*/ -44 w 55958"/>
                    <a:gd name="connsiteY3" fmla="*/ 91737 h 91806"/>
                    <a:gd name="connsiteX4" fmla="*/ 15694 w 55958"/>
                    <a:gd name="connsiteY4" fmla="*/ 58512 h 91806"/>
                    <a:gd name="connsiteX5" fmla="*/ 41925 w 55958"/>
                    <a:gd name="connsiteY5" fmla="*/ 17417 h 91806"/>
                    <a:gd name="connsiteX6" fmla="*/ 41925 w 55958"/>
                    <a:gd name="connsiteY6" fmla="*/ 11297 h 91806"/>
                    <a:gd name="connsiteX7" fmla="*/ 55914 w 55958"/>
                    <a:gd name="connsiteY7" fmla="*/ -70 h 9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958" h="91806">
                      <a:moveTo>
                        <a:pt x="55914" y="-70"/>
                      </a:moveTo>
                      <a:cubicBezTo>
                        <a:pt x="41837" y="15940"/>
                        <a:pt x="29246" y="33208"/>
                        <a:pt x="18317" y="51517"/>
                      </a:cubicBezTo>
                      <a:cubicBezTo>
                        <a:pt x="9757" y="63670"/>
                        <a:pt x="3523" y="77310"/>
                        <a:pt x="-44" y="91737"/>
                      </a:cubicBezTo>
                      <a:lnTo>
                        <a:pt x="-44" y="91737"/>
                      </a:lnTo>
                      <a:cubicBezTo>
                        <a:pt x="6076" y="81244"/>
                        <a:pt x="9574" y="69003"/>
                        <a:pt x="15694" y="58512"/>
                      </a:cubicBezTo>
                      <a:cubicBezTo>
                        <a:pt x="22881" y="43883"/>
                        <a:pt x="31686" y="30095"/>
                        <a:pt x="41925" y="17417"/>
                      </a:cubicBezTo>
                      <a:lnTo>
                        <a:pt x="41925" y="11297"/>
                      </a:lnTo>
                      <a:cubicBezTo>
                        <a:pt x="48920" y="6050"/>
                        <a:pt x="50668" y="805"/>
                        <a:pt x="55914" y="-70"/>
                      </a:cubicBezTo>
                      <a:close/>
                    </a:path>
                  </a:pathLst>
                </a:custGeom>
                <a:solidFill>
                  <a:srgbClr val="C5C5D0"/>
                </a:solidFill>
                <a:ln w="87213" cap="flat">
                  <a:noFill/>
                  <a:prstDash val="solid"/>
                  <a:miter/>
                </a:ln>
              </p:spPr>
              <p:txBody>
                <a:bodyPr rtlCol="0" anchor="ctr"/>
                <a:lstStyle/>
                <a:p>
                  <a:endParaRPr lang="en-IN" dirty="0"/>
                </a:p>
              </p:txBody>
            </p:sp>
            <p:sp>
              <p:nvSpPr>
                <p:cNvPr id="2666" name="Freeform: Shape 2665">
                  <a:extLst>
                    <a:ext uri="{FF2B5EF4-FFF2-40B4-BE49-F238E27FC236}">
                      <a16:creationId xmlns:a16="http://schemas.microsoft.com/office/drawing/2014/main" id="{669699D9-BC9E-6EFD-6F2D-1B73FF24DEB2}"/>
                    </a:ext>
                  </a:extLst>
                </p:cNvPr>
                <p:cNvSpPr/>
                <p:nvPr/>
              </p:nvSpPr>
              <p:spPr>
                <a:xfrm>
                  <a:off x="3024778" y="4361769"/>
                  <a:ext cx="27979" cy="18361"/>
                </a:xfrm>
                <a:custGeom>
                  <a:avLst/>
                  <a:gdLst>
                    <a:gd name="connsiteX0" fmla="*/ -44 w 27979"/>
                    <a:gd name="connsiteY0" fmla="*/ -70 h 18361"/>
                    <a:gd name="connsiteX1" fmla="*/ -44 w 27979"/>
                    <a:gd name="connsiteY1" fmla="*/ -70 h 18361"/>
                    <a:gd name="connsiteX2" fmla="*/ 6076 w 27979"/>
                    <a:gd name="connsiteY2" fmla="*/ -70 h 18361"/>
                    <a:gd name="connsiteX3" fmla="*/ 22689 w 27979"/>
                    <a:gd name="connsiteY3" fmla="*/ 11296 h 18361"/>
                    <a:gd name="connsiteX4" fmla="*/ 27935 w 27979"/>
                    <a:gd name="connsiteY4" fmla="*/ 18291 h 18361"/>
                    <a:gd name="connsiteX5" fmla="*/ 27935 w 27979"/>
                    <a:gd name="connsiteY5" fmla="*/ 18291 h 18361"/>
                    <a:gd name="connsiteX6" fmla="*/ 23564 w 27979"/>
                    <a:gd name="connsiteY6" fmla="*/ 18291 h 18361"/>
                    <a:gd name="connsiteX7" fmla="*/ -44 w 27979"/>
                    <a:gd name="connsiteY7" fmla="*/ -70 h 18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79" h="18361">
                      <a:moveTo>
                        <a:pt x="-44" y="-70"/>
                      </a:moveTo>
                      <a:lnTo>
                        <a:pt x="-44" y="-70"/>
                      </a:lnTo>
                      <a:lnTo>
                        <a:pt x="6076" y="-70"/>
                      </a:lnTo>
                      <a:lnTo>
                        <a:pt x="22689" y="11296"/>
                      </a:lnTo>
                      <a:cubicBezTo>
                        <a:pt x="22689" y="11296"/>
                        <a:pt x="22689" y="11296"/>
                        <a:pt x="27935" y="18291"/>
                      </a:cubicBezTo>
                      <a:lnTo>
                        <a:pt x="27935" y="18291"/>
                      </a:lnTo>
                      <a:lnTo>
                        <a:pt x="23564" y="18291"/>
                      </a:lnTo>
                      <a:cubicBezTo>
                        <a:pt x="13946" y="8673"/>
                        <a:pt x="5202" y="5176"/>
                        <a:pt x="-44" y="-70"/>
                      </a:cubicBezTo>
                      <a:close/>
                    </a:path>
                  </a:pathLst>
                </a:custGeom>
                <a:solidFill>
                  <a:srgbClr val="C1C1CD"/>
                </a:solidFill>
                <a:ln w="87213" cap="flat">
                  <a:noFill/>
                  <a:prstDash val="solid"/>
                  <a:miter/>
                </a:ln>
              </p:spPr>
              <p:txBody>
                <a:bodyPr rtlCol="0" anchor="ctr"/>
                <a:lstStyle/>
                <a:p>
                  <a:endParaRPr lang="en-IN" dirty="0"/>
                </a:p>
              </p:txBody>
            </p:sp>
            <p:sp>
              <p:nvSpPr>
                <p:cNvPr id="2667" name="Freeform: Shape 2666">
                  <a:extLst>
                    <a:ext uri="{FF2B5EF4-FFF2-40B4-BE49-F238E27FC236}">
                      <a16:creationId xmlns:a16="http://schemas.microsoft.com/office/drawing/2014/main" id="{5C7507B9-030B-471C-3FAD-BF34ADCF83C9}"/>
                    </a:ext>
                  </a:extLst>
                </p:cNvPr>
                <p:cNvSpPr/>
                <p:nvPr/>
              </p:nvSpPr>
              <p:spPr>
                <a:xfrm>
                  <a:off x="2985433" y="4361769"/>
                  <a:ext cx="65363" cy="141643"/>
                </a:xfrm>
                <a:custGeom>
                  <a:avLst/>
                  <a:gdLst>
                    <a:gd name="connsiteX0" fmla="*/ 39301 w 65363"/>
                    <a:gd name="connsiteY0" fmla="*/ -70 h 141643"/>
                    <a:gd name="connsiteX1" fmla="*/ 56788 w 65363"/>
                    <a:gd name="connsiteY1" fmla="*/ 11296 h 141643"/>
                    <a:gd name="connsiteX2" fmla="*/ 62034 w 65363"/>
                    <a:gd name="connsiteY2" fmla="*/ 16542 h 141643"/>
                    <a:gd name="connsiteX3" fmla="*/ 62034 w 65363"/>
                    <a:gd name="connsiteY3" fmla="*/ 16542 h 141643"/>
                    <a:gd name="connsiteX4" fmla="*/ 62034 w 65363"/>
                    <a:gd name="connsiteY4" fmla="*/ 48019 h 141643"/>
                    <a:gd name="connsiteX5" fmla="*/ 27060 w 65363"/>
                    <a:gd name="connsiteY5" fmla="*/ 120589 h 141643"/>
                    <a:gd name="connsiteX6" fmla="*/ -44 w 65363"/>
                    <a:gd name="connsiteY6" fmla="*/ 141574 h 141643"/>
                    <a:gd name="connsiteX7" fmla="*/ -44 w 65363"/>
                    <a:gd name="connsiteY7" fmla="*/ 141574 h 141643"/>
                    <a:gd name="connsiteX8" fmla="*/ -44 w 65363"/>
                    <a:gd name="connsiteY8" fmla="*/ 135453 h 141643"/>
                    <a:gd name="connsiteX9" fmla="*/ 6076 w 65363"/>
                    <a:gd name="connsiteY9" fmla="*/ 131082 h 141643"/>
                    <a:gd name="connsiteX10" fmla="*/ 16568 w 65363"/>
                    <a:gd name="connsiteY10" fmla="*/ 124087 h 141643"/>
                    <a:gd name="connsiteX11" fmla="*/ 45422 w 65363"/>
                    <a:gd name="connsiteY11" fmla="*/ 82118 h 141643"/>
                    <a:gd name="connsiteX12" fmla="*/ 55914 w 65363"/>
                    <a:gd name="connsiteY12" fmla="*/ 60259 h 141643"/>
                    <a:gd name="connsiteX13" fmla="*/ 55914 w 65363"/>
                    <a:gd name="connsiteY13" fmla="*/ 40150 h 141643"/>
                    <a:gd name="connsiteX14" fmla="*/ 48044 w 65363"/>
                    <a:gd name="connsiteY14" fmla="*/ 19165 h 141643"/>
                    <a:gd name="connsiteX15" fmla="*/ 40176 w 65363"/>
                    <a:gd name="connsiteY15" fmla="*/ 10422 h 141643"/>
                    <a:gd name="connsiteX16" fmla="*/ 34929 w 65363"/>
                    <a:gd name="connsiteY16" fmla="*/ 10422 h 14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362" h="141643">
                      <a:moveTo>
                        <a:pt x="39301" y="-70"/>
                      </a:moveTo>
                      <a:cubicBezTo>
                        <a:pt x="46313" y="1486"/>
                        <a:pt x="52521" y="5517"/>
                        <a:pt x="56788" y="11296"/>
                      </a:cubicBezTo>
                      <a:cubicBezTo>
                        <a:pt x="57549" y="13814"/>
                        <a:pt x="59516" y="15782"/>
                        <a:pt x="62034" y="16542"/>
                      </a:cubicBezTo>
                      <a:lnTo>
                        <a:pt x="62034" y="16542"/>
                      </a:lnTo>
                      <a:cubicBezTo>
                        <a:pt x="66415" y="26580"/>
                        <a:pt x="66415" y="37981"/>
                        <a:pt x="62034" y="48019"/>
                      </a:cubicBezTo>
                      <a:cubicBezTo>
                        <a:pt x="55197" y="74249"/>
                        <a:pt x="43314" y="98897"/>
                        <a:pt x="27060" y="120589"/>
                      </a:cubicBezTo>
                      <a:cubicBezTo>
                        <a:pt x="22041" y="131632"/>
                        <a:pt x="11899" y="139484"/>
                        <a:pt x="-44" y="141574"/>
                      </a:cubicBezTo>
                      <a:lnTo>
                        <a:pt x="-44" y="141574"/>
                      </a:lnTo>
                      <a:cubicBezTo>
                        <a:pt x="-44" y="141574"/>
                        <a:pt x="-44" y="141574"/>
                        <a:pt x="-44" y="135453"/>
                      </a:cubicBezTo>
                      <a:cubicBezTo>
                        <a:pt x="1617" y="133521"/>
                        <a:pt x="3715" y="132026"/>
                        <a:pt x="6076" y="131082"/>
                      </a:cubicBezTo>
                      <a:cubicBezTo>
                        <a:pt x="10596" y="130872"/>
                        <a:pt x="14636" y="128179"/>
                        <a:pt x="16568" y="124087"/>
                      </a:cubicBezTo>
                      <a:cubicBezTo>
                        <a:pt x="27952" y="111391"/>
                        <a:pt x="37649" y="97288"/>
                        <a:pt x="45422" y="82118"/>
                      </a:cubicBezTo>
                      <a:cubicBezTo>
                        <a:pt x="45422" y="75124"/>
                        <a:pt x="51542" y="67254"/>
                        <a:pt x="55914" y="60259"/>
                      </a:cubicBezTo>
                      <a:cubicBezTo>
                        <a:pt x="56744" y="53579"/>
                        <a:pt x="56744" y="46830"/>
                        <a:pt x="55914" y="40150"/>
                      </a:cubicBezTo>
                      <a:cubicBezTo>
                        <a:pt x="55914" y="32280"/>
                        <a:pt x="51542" y="26160"/>
                        <a:pt x="48044" y="19165"/>
                      </a:cubicBezTo>
                      <a:cubicBezTo>
                        <a:pt x="46952" y="15169"/>
                        <a:pt x="44031" y="11935"/>
                        <a:pt x="40176" y="10422"/>
                      </a:cubicBezTo>
                      <a:cubicBezTo>
                        <a:pt x="40176" y="10422"/>
                        <a:pt x="34929" y="10422"/>
                        <a:pt x="34929" y="10422"/>
                      </a:cubicBezTo>
                      <a:close/>
                    </a:path>
                  </a:pathLst>
                </a:custGeom>
                <a:solidFill>
                  <a:srgbClr val="B5B5C3"/>
                </a:solidFill>
                <a:ln w="87213" cap="flat">
                  <a:noFill/>
                  <a:prstDash val="solid"/>
                  <a:miter/>
                </a:ln>
              </p:spPr>
              <p:txBody>
                <a:bodyPr rtlCol="0" anchor="ctr"/>
                <a:lstStyle/>
                <a:p>
                  <a:endParaRPr lang="en-IN" dirty="0"/>
                </a:p>
              </p:txBody>
            </p:sp>
            <p:sp>
              <p:nvSpPr>
                <p:cNvPr id="2668" name="Freeform: Shape 2667">
                  <a:extLst>
                    <a:ext uri="{FF2B5EF4-FFF2-40B4-BE49-F238E27FC236}">
                      <a16:creationId xmlns:a16="http://schemas.microsoft.com/office/drawing/2014/main" id="{EEE335F6-EA7D-AC32-D55A-65A475DA414C}"/>
                    </a:ext>
                  </a:extLst>
                </p:cNvPr>
                <p:cNvSpPr/>
                <p:nvPr/>
              </p:nvSpPr>
              <p:spPr>
                <a:xfrm>
                  <a:off x="3049260" y="4378381"/>
                  <a:ext cx="5729" cy="31476"/>
                </a:xfrm>
                <a:custGeom>
                  <a:avLst/>
                  <a:gdLst>
                    <a:gd name="connsiteX0" fmla="*/ -44 w 5729"/>
                    <a:gd name="connsiteY0" fmla="*/ 31406 h 31476"/>
                    <a:gd name="connsiteX1" fmla="*/ -44 w 5729"/>
                    <a:gd name="connsiteY1" fmla="*/ -70 h 31476"/>
                    <a:gd name="connsiteX2" fmla="*/ 5202 w 5729"/>
                    <a:gd name="connsiteY2" fmla="*/ 23538 h 31476"/>
                    <a:gd name="connsiteX3" fmla="*/ 5202 w 5729"/>
                    <a:gd name="connsiteY3" fmla="*/ 23538 h 31476"/>
                  </a:gdLst>
                  <a:ahLst/>
                  <a:cxnLst>
                    <a:cxn ang="0">
                      <a:pos x="connsiteX0" y="connsiteY0"/>
                    </a:cxn>
                    <a:cxn ang="0">
                      <a:pos x="connsiteX1" y="connsiteY1"/>
                    </a:cxn>
                    <a:cxn ang="0">
                      <a:pos x="connsiteX2" y="connsiteY2"/>
                    </a:cxn>
                    <a:cxn ang="0">
                      <a:pos x="connsiteX3" y="connsiteY3"/>
                    </a:cxn>
                  </a:cxnLst>
                  <a:rect l="l" t="t" r="r" b="b"/>
                  <a:pathLst>
                    <a:path w="5729" h="31476">
                      <a:moveTo>
                        <a:pt x="-44" y="31406"/>
                      </a:moveTo>
                      <a:cubicBezTo>
                        <a:pt x="2125" y="21028"/>
                        <a:pt x="2125" y="10309"/>
                        <a:pt x="-44" y="-70"/>
                      </a:cubicBezTo>
                      <a:cubicBezTo>
                        <a:pt x="4782" y="6785"/>
                        <a:pt x="6662" y="15284"/>
                        <a:pt x="5202" y="23538"/>
                      </a:cubicBezTo>
                      <a:cubicBezTo>
                        <a:pt x="5202" y="23538"/>
                        <a:pt x="5202" y="23538"/>
                        <a:pt x="5202" y="23538"/>
                      </a:cubicBezTo>
                      <a:close/>
                    </a:path>
                  </a:pathLst>
                </a:custGeom>
                <a:solidFill>
                  <a:srgbClr val="C1C1CD"/>
                </a:solidFill>
                <a:ln w="87213" cap="flat">
                  <a:noFill/>
                  <a:prstDash val="solid"/>
                  <a:miter/>
                </a:ln>
              </p:spPr>
              <p:txBody>
                <a:bodyPr rtlCol="0" anchor="ctr"/>
                <a:lstStyle/>
                <a:p>
                  <a:endParaRPr lang="en-IN" dirty="0"/>
                </a:p>
              </p:txBody>
            </p:sp>
            <p:sp>
              <p:nvSpPr>
                <p:cNvPr id="2669" name="Freeform: Shape 2668">
                  <a:extLst>
                    <a:ext uri="{FF2B5EF4-FFF2-40B4-BE49-F238E27FC236}">
                      <a16:creationId xmlns:a16="http://schemas.microsoft.com/office/drawing/2014/main" id="{9256F488-10B6-6092-9702-626266A24AA5}"/>
                    </a:ext>
                  </a:extLst>
                </p:cNvPr>
                <p:cNvSpPr/>
                <p:nvPr/>
              </p:nvSpPr>
              <p:spPr>
                <a:xfrm>
                  <a:off x="2936761" y="4379256"/>
                  <a:ext cx="46922" cy="100258"/>
                </a:xfrm>
                <a:custGeom>
                  <a:avLst/>
                  <a:gdLst>
                    <a:gd name="connsiteX0" fmla="*/ 2288 w 46922"/>
                    <a:gd name="connsiteY0" fmla="*/ 97857 h 100258"/>
                    <a:gd name="connsiteX1" fmla="*/ 2288 w 46922"/>
                    <a:gd name="connsiteY1" fmla="*/ 85616 h 100258"/>
                    <a:gd name="connsiteX2" fmla="*/ 12779 w 46922"/>
                    <a:gd name="connsiteY2" fmla="*/ 50642 h 100258"/>
                    <a:gd name="connsiteX3" fmla="*/ 32890 w 46922"/>
                    <a:gd name="connsiteY3" fmla="*/ 19166 h 100258"/>
                    <a:gd name="connsiteX4" fmla="*/ 46879 w 46922"/>
                    <a:gd name="connsiteY4" fmla="*/ -70 h 100258"/>
                    <a:gd name="connsiteX5" fmla="*/ 46879 w 46922"/>
                    <a:gd name="connsiteY5" fmla="*/ -70 h 100258"/>
                    <a:gd name="connsiteX6" fmla="*/ 46879 w 46922"/>
                    <a:gd name="connsiteY6" fmla="*/ 7799 h 100258"/>
                    <a:gd name="connsiteX7" fmla="*/ 39884 w 46922"/>
                    <a:gd name="connsiteY7" fmla="*/ 18291 h 100258"/>
                    <a:gd name="connsiteX8" fmla="*/ 15402 w 46922"/>
                    <a:gd name="connsiteY8" fmla="*/ 59386 h 100258"/>
                    <a:gd name="connsiteX9" fmla="*/ 15402 w 46922"/>
                    <a:gd name="connsiteY9" fmla="*/ 89113 h 100258"/>
                    <a:gd name="connsiteX10" fmla="*/ 15402 w 46922"/>
                    <a:gd name="connsiteY10" fmla="*/ 97857 h 100258"/>
                    <a:gd name="connsiteX11" fmla="*/ 2288 w 46922"/>
                    <a:gd name="connsiteY11" fmla="*/ 97857 h 100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22" h="100258">
                      <a:moveTo>
                        <a:pt x="2288" y="97857"/>
                      </a:moveTo>
                      <a:cubicBezTo>
                        <a:pt x="-2959" y="97857"/>
                        <a:pt x="2288" y="89987"/>
                        <a:pt x="2288" y="85616"/>
                      </a:cubicBezTo>
                      <a:cubicBezTo>
                        <a:pt x="2148" y="73165"/>
                        <a:pt x="5802" y="60959"/>
                        <a:pt x="12779" y="50642"/>
                      </a:cubicBezTo>
                      <a:lnTo>
                        <a:pt x="32890" y="19166"/>
                      </a:lnTo>
                      <a:cubicBezTo>
                        <a:pt x="37051" y="12407"/>
                        <a:pt x="41729" y="5972"/>
                        <a:pt x="46879" y="-70"/>
                      </a:cubicBezTo>
                      <a:cubicBezTo>
                        <a:pt x="46879" y="-70"/>
                        <a:pt x="46879" y="-70"/>
                        <a:pt x="46879" y="-70"/>
                      </a:cubicBezTo>
                      <a:cubicBezTo>
                        <a:pt x="46879" y="-70"/>
                        <a:pt x="46879" y="5176"/>
                        <a:pt x="46879" y="7799"/>
                      </a:cubicBezTo>
                      <a:cubicBezTo>
                        <a:pt x="43775" y="10719"/>
                        <a:pt x="41388" y="14304"/>
                        <a:pt x="39884" y="18291"/>
                      </a:cubicBezTo>
                      <a:cubicBezTo>
                        <a:pt x="30083" y="30943"/>
                        <a:pt x="21864" y="44740"/>
                        <a:pt x="15402" y="59386"/>
                      </a:cubicBezTo>
                      <a:cubicBezTo>
                        <a:pt x="11932" y="68995"/>
                        <a:pt x="11932" y="79513"/>
                        <a:pt x="15402" y="89113"/>
                      </a:cubicBezTo>
                      <a:cubicBezTo>
                        <a:pt x="16670" y="91885"/>
                        <a:pt x="16670" y="95085"/>
                        <a:pt x="15402" y="97857"/>
                      </a:cubicBezTo>
                      <a:cubicBezTo>
                        <a:pt x="15402" y="97857"/>
                        <a:pt x="2288" y="103103"/>
                        <a:pt x="2288" y="97857"/>
                      </a:cubicBezTo>
                      <a:close/>
                    </a:path>
                  </a:pathLst>
                </a:custGeom>
                <a:solidFill>
                  <a:srgbClr val="A5A5B7"/>
                </a:solidFill>
                <a:ln w="87213" cap="flat">
                  <a:noFill/>
                  <a:prstDash val="solid"/>
                  <a:miter/>
                </a:ln>
              </p:spPr>
              <p:txBody>
                <a:bodyPr rtlCol="0" anchor="ctr"/>
                <a:lstStyle/>
                <a:p>
                  <a:endParaRPr lang="en-IN" dirty="0"/>
                </a:p>
              </p:txBody>
            </p:sp>
            <p:sp>
              <p:nvSpPr>
                <p:cNvPr id="2670" name="Freeform: Shape 2669">
                  <a:extLst>
                    <a:ext uri="{FF2B5EF4-FFF2-40B4-BE49-F238E27FC236}">
                      <a16:creationId xmlns:a16="http://schemas.microsoft.com/office/drawing/2014/main" id="{AA7CD701-5BE6-4D14-3320-927F8ADABB4B}"/>
                    </a:ext>
                  </a:extLst>
                </p:cNvPr>
                <p:cNvSpPr/>
                <p:nvPr/>
              </p:nvSpPr>
              <p:spPr>
                <a:xfrm>
                  <a:off x="2939092" y="4474560"/>
                  <a:ext cx="43717" cy="19136"/>
                </a:xfrm>
                <a:custGeom>
                  <a:avLst/>
                  <a:gdLst>
                    <a:gd name="connsiteX0" fmla="*/ -44 w 43717"/>
                    <a:gd name="connsiteY0" fmla="*/ 2553 h 19136"/>
                    <a:gd name="connsiteX1" fmla="*/ -44 w 43717"/>
                    <a:gd name="connsiteY1" fmla="*/ 2553 h 19136"/>
                    <a:gd name="connsiteX2" fmla="*/ 6950 w 43717"/>
                    <a:gd name="connsiteY2" fmla="*/ 9547 h 19136"/>
                    <a:gd name="connsiteX3" fmla="*/ 35804 w 43717"/>
                    <a:gd name="connsiteY3" fmla="*/ 17417 h 19136"/>
                    <a:gd name="connsiteX4" fmla="*/ 43673 w 43717"/>
                    <a:gd name="connsiteY4" fmla="*/ 17417 h 19136"/>
                    <a:gd name="connsiteX5" fmla="*/ 2579 w 43717"/>
                    <a:gd name="connsiteY5" fmla="*/ -70 h 19136"/>
                    <a:gd name="connsiteX6" fmla="*/ -44 w 43717"/>
                    <a:gd name="connsiteY6" fmla="*/ 2553 h 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17" h="19136">
                      <a:moveTo>
                        <a:pt x="-44" y="2553"/>
                      </a:moveTo>
                      <a:lnTo>
                        <a:pt x="-44" y="2553"/>
                      </a:lnTo>
                      <a:cubicBezTo>
                        <a:pt x="-44" y="2553"/>
                        <a:pt x="-44" y="6924"/>
                        <a:pt x="6950" y="9547"/>
                      </a:cubicBezTo>
                      <a:cubicBezTo>
                        <a:pt x="13980" y="17932"/>
                        <a:pt x="25487" y="21072"/>
                        <a:pt x="35804" y="17417"/>
                      </a:cubicBezTo>
                      <a:cubicBezTo>
                        <a:pt x="35804" y="17417"/>
                        <a:pt x="41924" y="17417"/>
                        <a:pt x="43673" y="17417"/>
                      </a:cubicBezTo>
                      <a:cubicBezTo>
                        <a:pt x="27533" y="22619"/>
                        <a:pt x="10019" y="15169"/>
                        <a:pt x="2579" y="-70"/>
                      </a:cubicBezTo>
                      <a:cubicBezTo>
                        <a:pt x="1992" y="1057"/>
                        <a:pt x="1083" y="1967"/>
                        <a:pt x="-44" y="2553"/>
                      </a:cubicBezTo>
                      <a:close/>
                    </a:path>
                  </a:pathLst>
                </a:custGeom>
                <a:solidFill>
                  <a:srgbClr val="ADADBD"/>
                </a:solidFill>
                <a:ln w="87213" cap="flat">
                  <a:noFill/>
                  <a:prstDash val="solid"/>
                  <a:miter/>
                </a:ln>
              </p:spPr>
              <p:txBody>
                <a:bodyPr rtlCol="0" anchor="ctr"/>
                <a:lstStyle/>
                <a:p>
                  <a:endParaRPr lang="en-IN" dirty="0"/>
                </a:p>
              </p:txBody>
            </p:sp>
            <p:sp>
              <p:nvSpPr>
                <p:cNvPr id="2671" name="Freeform: Shape 2670">
                  <a:extLst>
                    <a:ext uri="{FF2B5EF4-FFF2-40B4-BE49-F238E27FC236}">
                      <a16:creationId xmlns:a16="http://schemas.microsoft.com/office/drawing/2014/main" id="{CE1A77B6-88A9-01E1-D3B9-05A6F329337D}"/>
                    </a:ext>
                  </a:extLst>
                </p:cNvPr>
                <p:cNvSpPr/>
                <p:nvPr/>
              </p:nvSpPr>
              <p:spPr>
                <a:xfrm>
                  <a:off x="3014771" y="4369525"/>
                  <a:ext cx="31865" cy="27217"/>
                </a:xfrm>
                <a:custGeom>
                  <a:avLst/>
                  <a:gdLst>
                    <a:gd name="connsiteX0" fmla="*/ 23952 w 31865"/>
                    <a:gd name="connsiteY0" fmla="*/ 7038 h 27217"/>
                    <a:gd name="connsiteX1" fmla="*/ 31821 w 31865"/>
                    <a:gd name="connsiteY1" fmla="*/ 27147 h 27217"/>
                    <a:gd name="connsiteX2" fmla="*/ 31821 w 31865"/>
                    <a:gd name="connsiteY2" fmla="*/ 27147 h 27217"/>
                    <a:gd name="connsiteX3" fmla="*/ 31821 w 31865"/>
                    <a:gd name="connsiteY3" fmla="*/ 27147 h 27217"/>
                    <a:gd name="connsiteX4" fmla="*/ 5590 w 31865"/>
                    <a:gd name="connsiteY4" fmla="*/ 43 h 27217"/>
                    <a:gd name="connsiteX5" fmla="*/ 345 w 31865"/>
                    <a:gd name="connsiteY5" fmla="*/ 43 h 27217"/>
                    <a:gd name="connsiteX6" fmla="*/ 345 w 31865"/>
                    <a:gd name="connsiteY6" fmla="*/ 43 h 27217"/>
                    <a:gd name="connsiteX7" fmla="*/ 345 w 31865"/>
                    <a:gd name="connsiteY7" fmla="*/ 43 h 27217"/>
                    <a:gd name="connsiteX8" fmla="*/ 23952 w 31865"/>
                    <a:gd name="connsiteY8" fmla="*/ 7038 h 2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65" h="27217">
                      <a:moveTo>
                        <a:pt x="23952" y="7038"/>
                      </a:moveTo>
                      <a:cubicBezTo>
                        <a:pt x="28936" y="12564"/>
                        <a:pt x="31725" y="19707"/>
                        <a:pt x="31821" y="27147"/>
                      </a:cubicBezTo>
                      <a:cubicBezTo>
                        <a:pt x="31821" y="27147"/>
                        <a:pt x="31821" y="27147"/>
                        <a:pt x="31821" y="27147"/>
                      </a:cubicBezTo>
                      <a:cubicBezTo>
                        <a:pt x="31821" y="27147"/>
                        <a:pt x="31821" y="27147"/>
                        <a:pt x="31821" y="27147"/>
                      </a:cubicBezTo>
                      <a:cubicBezTo>
                        <a:pt x="30658" y="13010"/>
                        <a:pt x="19676" y="1661"/>
                        <a:pt x="5590" y="43"/>
                      </a:cubicBezTo>
                      <a:cubicBezTo>
                        <a:pt x="5590" y="43"/>
                        <a:pt x="1219" y="43"/>
                        <a:pt x="345" y="43"/>
                      </a:cubicBezTo>
                      <a:cubicBezTo>
                        <a:pt x="-530" y="43"/>
                        <a:pt x="345" y="43"/>
                        <a:pt x="345" y="43"/>
                      </a:cubicBezTo>
                      <a:lnTo>
                        <a:pt x="345" y="43"/>
                      </a:lnTo>
                      <a:cubicBezTo>
                        <a:pt x="8808" y="-647"/>
                        <a:pt x="17228" y="1844"/>
                        <a:pt x="23952" y="7038"/>
                      </a:cubicBezTo>
                      <a:close/>
                    </a:path>
                  </a:pathLst>
                </a:custGeom>
                <a:solidFill>
                  <a:srgbClr val="A2A2B4"/>
                </a:solidFill>
                <a:ln w="87213" cap="flat">
                  <a:noFill/>
                  <a:prstDash val="solid"/>
                  <a:miter/>
                </a:ln>
              </p:spPr>
              <p:txBody>
                <a:bodyPr rtlCol="0" anchor="ctr"/>
                <a:lstStyle/>
                <a:p>
                  <a:endParaRPr lang="en-IN" dirty="0"/>
                </a:p>
              </p:txBody>
            </p:sp>
            <p:sp>
              <p:nvSpPr>
                <p:cNvPr id="2672" name="Freeform: Shape 2671">
                  <a:extLst>
                    <a:ext uri="{FF2B5EF4-FFF2-40B4-BE49-F238E27FC236}">
                      <a16:creationId xmlns:a16="http://schemas.microsoft.com/office/drawing/2014/main" id="{8A0C6E13-9180-687A-D0D4-7772104DA529}"/>
                    </a:ext>
                  </a:extLst>
                </p:cNvPr>
                <p:cNvSpPr/>
                <p:nvPr/>
              </p:nvSpPr>
              <p:spPr>
                <a:xfrm>
                  <a:off x="3016035" y="4363518"/>
                  <a:ext cx="22733" cy="13115"/>
                </a:xfrm>
                <a:custGeom>
                  <a:avLst/>
                  <a:gdLst>
                    <a:gd name="connsiteX0" fmla="*/ 22689 w 22733"/>
                    <a:gd name="connsiteY0" fmla="*/ 13045 h 13115"/>
                    <a:gd name="connsiteX1" fmla="*/ -44 w 22733"/>
                    <a:gd name="connsiteY1" fmla="*/ -70 h 13115"/>
                    <a:gd name="connsiteX2" fmla="*/ 7825 w 22733"/>
                    <a:gd name="connsiteY2" fmla="*/ -70 h 13115"/>
                    <a:gd name="connsiteX3" fmla="*/ 22689 w 22733"/>
                    <a:gd name="connsiteY3" fmla="*/ 9548 h 13115"/>
                    <a:gd name="connsiteX4" fmla="*/ 22689 w 22733"/>
                    <a:gd name="connsiteY4" fmla="*/ 13045 h 13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33" h="13115">
                      <a:moveTo>
                        <a:pt x="22689" y="13045"/>
                      </a:moveTo>
                      <a:cubicBezTo>
                        <a:pt x="15423" y="8158"/>
                        <a:pt x="7825" y="3777"/>
                        <a:pt x="-44" y="-70"/>
                      </a:cubicBezTo>
                      <a:cubicBezTo>
                        <a:pt x="-44" y="-70"/>
                        <a:pt x="-44" y="-70"/>
                        <a:pt x="7825" y="-70"/>
                      </a:cubicBezTo>
                      <a:cubicBezTo>
                        <a:pt x="15694" y="-70"/>
                        <a:pt x="19192" y="-70"/>
                        <a:pt x="22689" y="9548"/>
                      </a:cubicBezTo>
                      <a:lnTo>
                        <a:pt x="22689" y="13045"/>
                      </a:lnTo>
                      <a:close/>
                    </a:path>
                  </a:pathLst>
                </a:custGeom>
                <a:solidFill>
                  <a:srgbClr val="AFAFBE"/>
                </a:solidFill>
                <a:ln w="87213" cap="flat">
                  <a:noFill/>
                  <a:prstDash val="solid"/>
                  <a:miter/>
                </a:ln>
              </p:spPr>
              <p:txBody>
                <a:bodyPr rtlCol="0" anchor="ctr"/>
                <a:lstStyle/>
                <a:p>
                  <a:endParaRPr lang="en-IN" dirty="0"/>
                </a:p>
              </p:txBody>
            </p:sp>
            <p:sp>
              <p:nvSpPr>
                <p:cNvPr id="2673" name="Freeform: Shape 2672">
                  <a:extLst>
                    <a:ext uri="{FF2B5EF4-FFF2-40B4-BE49-F238E27FC236}">
                      <a16:creationId xmlns:a16="http://schemas.microsoft.com/office/drawing/2014/main" id="{4F8417FB-922F-26F5-FCF8-910DCEB622F5}"/>
                    </a:ext>
                  </a:extLst>
                </p:cNvPr>
                <p:cNvSpPr/>
                <p:nvPr/>
              </p:nvSpPr>
              <p:spPr>
                <a:xfrm>
                  <a:off x="2984558" y="4355649"/>
                  <a:ext cx="28472" cy="16612"/>
                </a:xfrm>
                <a:custGeom>
                  <a:avLst/>
                  <a:gdLst>
                    <a:gd name="connsiteX0" fmla="*/ 27935 w 28472"/>
                    <a:gd name="connsiteY0" fmla="*/ 8673 h 16612"/>
                    <a:gd name="connsiteX1" fmla="*/ 27935 w 28472"/>
                    <a:gd name="connsiteY1" fmla="*/ 8673 h 16612"/>
                    <a:gd name="connsiteX2" fmla="*/ 18317 w 28472"/>
                    <a:gd name="connsiteY2" fmla="*/ 8673 h 16612"/>
                    <a:gd name="connsiteX3" fmla="*/ 11322 w 28472"/>
                    <a:gd name="connsiteY3" fmla="*/ 8673 h 16612"/>
                    <a:gd name="connsiteX4" fmla="*/ -44 w 28472"/>
                    <a:gd name="connsiteY4" fmla="*/ 16542 h 16612"/>
                    <a:gd name="connsiteX5" fmla="*/ -44 w 28472"/>
                    <a:gd name="connsiteY5" fmla="*/ 16542 h 16612"/>
                    <a:gd name="connsiteX6" fmla="*/ 26186 w 28472"/>
                    <a:gd name="connsiteY6" fmla="*/ -70 h 16612"/>
                    <a:gd name="connsiteX7" fmla="*/ 27935 w 28472"/>
                    <a:gd name="connsiteY7" fmla="*/ 8673 h 16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72" h="16612">
                      <a:moveTo>
                        <a:pt x="27935" y="8673"/>
                      </a:moveTo>
                      <a:lnTo>
                        <a:pt x="27935" y="8673"/>
                      </a:lnTo>
                      <a:cubicBezTo>
                        <a:pt x="27935" y="8673"/>
                        <a:pt x="21814" y="8673"/>
                        <a:pt x="18317" y="8673"/>
                      </a:cubicBezTo>
                      <a:cubicBezTo>
                        <a:pt x="16052" y="7877"/>
                        <a:pt x="13587" y="7877"/>
                        <a:pt x="11322" y="8673"/>
                      </a:cubicBezTo>
                      <a:cubicBezTo>
                        <a:pt x="11322" y="8673"/>
                        <a:pt x="4328" y="15668"/>
                        <a:pt x="-44" y="16542"/>
                      </a:cubicBezTo>
                      <a:lnTo>
                        <a:pt x="-44" y="16542"/>
                      </a:lnTo>
                      <a:cubicBezTo>
                        <a:pt x="6120" y="7720"/>
                        <a:pt x="15571" y="1731"/>
                        <a:pt x="26186" y="-70"/>
                      </a:cubicBezTo>
                      <a:cubicBezTo>
                        <a:pt x="28320" y="2308"/>
                        <a:pt x="28993" y="5657"/>
                        <a:pt x="27935" y="8673"/>
                      </a:cubicBezTo>
                      <a:close/>
                    </a:path>
                  </a:pathLst>
                </a:custGeom>
                <a:solidFill>
                  <a:srgbClr val="AEAEBE"/>
                </a:solidFill>
                <a:ln w="87213" cap="flat">
                  <a:noFill/>
                  <a:prstDash val="solid"/>
                  <a:miter/>
                </a:ln>
              </p:spPr>
              <p:txBody>
                <a:bodyPr rtlCol="0" anchor="ctr"/>
                <a:lstStyle/>
                <a:p>
                  <a:endParaRPr lang="en-IN" dirty="0"/>
                </a:p>
              </p:txBody>
            </p:sp>
            <p:sp>
              <p:nvSpPr>
                <p:cNvPr id="2674" name="Freeform: Shape 2673">
                  <a:extLst>
                    <a:ext uri="{FF2B5EF4-FFF2-40B4-BE49-F238E27FC236}">
                      <a16:creationId xmlns:a16="http://schemas.microsoft.com/office/drawing/2014/main" id="{07CAF581-9D3D-E0A6-92C4-5C552454429C}"/>
                    </a:ext>
                  </a:extLst>
                </p:cNvPr>
                <p:cNvSpPr/>
                <p:nvPr/>
              </p:nvSpPr>
              <p:spPr>
                <a:xfrm>
                  <a:off x="2944113" y="4369529"/>
                  <a:ext cx="100819" cy="125540"/>
                </a:xfrm>
                <a:custGeom>
                  <a:avLst/>
                  <a:gdLst>
                    <a:gd name="connsiteX0" fmla="*/ 38653 w 100819"/>
                    <a:gd name="connsiteY0" fmla="*/ 10531 h 125540"/>
                    <a:gd name="connsiteX1" fmla="*/ 50019 w 100819"/>
                    <a:gd name="connsiteY1" fmla="*/ 914 h 125540"/>
                    <a:gd name="connsiteX2" fmla="*/ 57014 w 100819"/>
                    <a:gd name="connsiteY2" fmla="*/ 914 h 125540"/>
                    <a:gd name="connsiteX3" fmla="*/ 66632 w 100819"/>
                    <a:gd name="connsiteY3" fmla="*/ 914 h 125540"/>
                    <a:gd name="connsiteX4" fmla="*/ 96359 w 100819"/>
                    <a:gd name="connsiteY4" fmla="*/ 18400 h 125540"/>
                    <a:gd name="connsiteX5" fmla="*/ 100731 w 100819"/>
                    <a:gd name="connsiteY5" fmla="*/ 34138 h 125540"/>
                    <a:gd name="connsiteX6" fmla="*/ 91113 w 100819"/>
                    <a:gd name="connsiteY6" fmla="*/ 63867 h 125540"/>
                    <a:gd name="connsiteX7" fmla="*/ 85867 w 100819"/>
                    <a:gd name="connsiteY7" fmla="*/ 76107 h 125540"/>
                    <a:gd name="connsiteX8" fmla="*/ 72752 w 100819"/>
                    <a:gd name="connsiteY8" fmla="*/ 97091 h 125540"/>
                    <a:gd name="connsiteX9" fmla="*/ 72752 w 100819"/>
                    <a:gd name="connsiteY9" fmla="*/ 102337 h 125540"/>
                    <a:gd name="connsiteX10" fmla="*/ 66632 w 100819"/>
                    <a:gd name="connsiteY10" fmla="*/ 109332 h 125540"/>
                    <a:gd name="connsiteX11" fmla="*/ 60511 w 100819"/>
                    <a:gd name="connsiteY11" fmla="*/ 117202 h 125540"/>
                    <a:gd name="connsiteX12" fmla="*/ 50893 w 100819"/>
                    <a:gd name="connsiteY12" fmla="*/ 125071 h 125540"/>
                    <a:gd name="connsiteX13" fmla="*/ 45647 w 100819"/>
                    <a:gd name="connsiteY13" fmla="*/ 125071 h 125540"/>
                    <a:gd name="connsiteX14" fmla="*/ 29909 w 100819"/>
                    <a:gd name="connsiteY14" fmla="*/ 125071 h 125540"/>
                    <a:gd name="connsiteX15" fmla="*/ 1930 w 100819"/>
                    <a:gd name="connsiteY15" fmla="*/ 105835 h 125540"/>
                    <a:gd name="connsiteX16" fmla="*/ 1930 w 100819"/>
                    <a:gd name="connsiteY16" fmla="*/ 72610 h 125540"/>
                    <a:gd name="connsiteX17" fmla="*/ 12422 w 100819"/>
                    <a:gd name="connsiteY17" fmla="*/ 51626 h 125540"/>
                    <a:gd name="connsiteX18" fmla="*/ 29909 w 100819"/>
                    <a:gd name="connsiteY18" fmla="*/ 24521 h 125540"/>
                    <a:gd name="connsiteX19" fmla="*/ 37778 w 100819"/>
                    <a:gd name="connsiteY19" fmla="*/ 14903 h 12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819" h="125540">
                      <a:moveTo>
                        <a:pt x="38653" y="10531"/>
                      </a:moveTo>
                      <a:cubicBezTo>
                        <a:pt x="38653" y="10531"/>
                        <a:pt x="46521" y="4411"/>
                        <a:pt x="50019" y="914"/>
                      </a:cubicBezTo>
                      <a:lnTo>
                        <a:pt x="57014" y="914"/>
                      </a:lnTo>
                      <a:cubicBezTo>
                        <a:pt x="60082" y="-398"/>
                        <a:pt x="63562" y="-398"/>
                        <a:pt x="66632" y="914"/>
                      </a:cubicBezTo>
                      <a:cubicBezTo>
                        <a:pt x="78628" y="2102"/>
                        <a:pt x="89496" y="8494"/>
                        <a:pt x="96359" y="18400"/>
                      </a:cubicBezTo>
                      <a:cubicBezTo>
                        <a:pt x="96359" y="23647"/>
                        <a:pt x="96359" y="28893"/>
                        <a:pt x="100731" y="34138"/>
                      </a:cubicBezTo>
                      <a:cubicBezTo>
                        <a:pt x="101212" y="44884"/>
                        <a:pt x="97802" y="55437"/>
                        <a:pt x="91113" y="63867"/>
                      </a:cubicBezTo>
                      <a:cubicBezTo>
                        <a:pt x="91113" y="63867"/>
                        <a:pt x="91113" y="72610"/>
                        <a:pt x="85867" y="76107"/>
                      </a:cubicBezTo>
                      <a:lnTo>
                        <a:pt x="72752" y="97091"/>
                      </a:lnTo>
                      <a:lnTo>
                        <a:pt x="72752" y="102337"/>
                      </a:lnTo>
                      <a:cubicBezTo>
                        <a:pt x="70269" y="104244"/>
                        <a:pt x="68188" y="106622"/>
                        <a:pt x="66632" y="109332"/>
                      </a:cubicBezTo>
                      <a:lnTo>
                        <a:pt x="60511" y="117202"/>
                      </a:lnTo>
                      <a:cubicBezTo>
                        <a:pt x="58176" y="120734"/>
                        <a:pt x="54819" y="123480"/>
                        <a:pt x="50893" y="125071"/>
                      </a:cubicBezTo>
                      <a:cubicBezTo>
                        <a:pt x="49188" y="125604"/>
                        <a:pt x="47352" y="125604"/>
                        <a:pt x="45647" y="125071"/>
                      </a:cubicBezTo>
                      <a:cubicBezTo>
                        <a:pt x="40401" y="125071"/>
                        <a:pt x="36029" y="125071"/>
                        <a:pt x="29909" y="125071"/>
                      </a:cubicBezTo>
                      <a:cubicBezTo>
                        <a:pt x="17887" y="123916"/>
                        <a:pt x="7307" y="116651"/>
                        <a:pt x="1930" y="105835"/>
                      </a:cubicBezTo>
                      <a:cubicBezTo>
                        <a:pt x="-702" y="94914"/>
                        <a:pt x="-702" y="83531"/>
                        <a:pt x="1930" y="72610"/>
                      </a:cubicBezTo>
                      <a:cubicBezTo>
                        <a:pt x="4894" y="65361"/>
                        <a:pt x="8400" y="58349"/>
                        <a:pt x="12422" y="51626"/>
                      </a:cubicBezTo>
                      <a:cubicBezTo>
                        <a:pt x="17738" y="42270"/>
                        <a:pt x="23579" y="33221"/>
                        <a:pt x="29909" y="24521"/>
                      </a:cubicBezTo>
                      <a:cubicBezTo>
                        <a:pt x="29909" y="24521"/>
                        <a:pt x="29909" y="17526"/>
                        <a:pt x="37778" y="14903"/>
                      </a:cubicBezTo>
                      <a:close/>
                    </a:path>
                  </a:pathLst>
                </a:custGeom>
                <a:solidFill>
                  <a:srgbClr val="9E9EB1"/>
                </a:solidFill>
                <a:ln w="87213" cap="flat">
                  <a:noFill/>
                  <a:prstDash val="solid"/>
                  <a:miter/>
                </a:ln>
              </p:spPr>
              <p:txBody>
                <a:bodyPr rtlCol="0" anchor="ctr"/>
                <a:lstStyle/>
                <a:p>
                  <a:endParaRPr lang="en-IN" dirty="0"/>
                </a:p>
              </p:txBody>
            </p:sp>
            <p:sp>
              <p:nvSpPr>
                <p:cNvPr id="2675" name="Freeform: Shape 2674">
                  <a:extLst>
                    <a:ext uri="{FF2B5EF4-FFF2-40B4-BE49-F238E27FC236}">
                      <a16:creationId xmlns:a16="http://schemas.microsoft.com/office/drawing/2014/main" id="{3BD0B316-8C19-82DC-A8A1-22E2E8374FD7}"/>
                    </a:ext>
                  </a:extLst>
                </p:cNvPr>
                <p:cNvSpPr/>
                <p:nvPr/>
              </p:nvSpPr>
              <p:spPr>
                <a:xfrm>
                  <a:off x="2990679" y="4415687"/>
                  <a:ext cx="56346" cy="70531"/>
                </a:xfrm>
                <a:custGeom>
                  <a:avLst/>
                  <a:gdLst>
                    <a:gd name="connsiteX0" fmla="*/ 37553 w 56346"/>
                    <a:gd name="connsiteY0" fmla="*/ 23829 h 70531"/>
                    <a:gd name="connsiteX1" fmla="*/ 43673 w 56346"/>
                    <a:gd name="connsiteY1" fmla="*/ 12462 h 70531"/>
                    <a:gd name="connsiteX2" fmla="*/ 52416 w 56346"/>
                    <a:gd name="connsiteY2" fmla="*/ 1096 h 70531"/>
                    <a:gd name="connsiteX3" fmla="*/ 52416 w 56346"/>
                    <a:gd name="connsiteY3" fmla="*/ 1096 h 70531"/>
                    <a:gd name="connsiteX4" fmla="*/ 20940 w 56346"/>
                    <a:gd name="connsiteY4" fmla="*/ 54431 h 70531"/>
                    <a:gd name="connsiteX5" fmla="*/ 9574 w 56346"/>
                    <a:gd name="connsiteY5" fmla="*/ 69295 h 70531"/>
                    <a:gd name="connsiteX6" fmla="*/ -44 w 56346"/>
                    <a:gd name="connsiteY6" fmla="*/ 69295 h 70531"/>
                    <a:gd name="connsiteX7" fmla="*/ 7825 w 56346"/>
                    <a:gd name="connsiteY7" fmla="*/ 59677 h 70531"/>
                    <a:gd name="connsiteX8" fmla="*/ 15694 w 56346"/>
                    <a:gd name="connsiteY8" fmla="*/ 53556 h 70531"/>
                    <a:gd name="connsiteX9" fmla="*/ 15694 w 56346"/>
                    <a:gd name="connsiteY9" fmla="*/ 46561 h 70531"/>
                    <a:gd name="connsiteX10" fmla="*/ 15694 w 56346"/>
                    <a:gd name="connsiteY10" fmla="*/ 41316 h 70531"/>
                    <a:gd name="connsiteX11" fmla="*/ 37553 w 56346"/>
                    <a:gd name="connsiteY11" fmla="*/ 23829 h 7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345" h="70531">
                      <a:moveTo>
                        <a:pt x="37553" y="23829"/>
                      </a:moveTo>
                      <a:cubicBezTo>
                        <a:pt x="37553" y="23829"/>
                        <a:pt x="37553" y="15959"/>
                        <a:pt x="43673" y="12462"/>
                      </a:cubicBezTo>
                      <a:cubicBezTo>
                        <a:pt x="49794" y="8965"/>
                        <a:pt x="43673" y="3719"/>
                        <a:pt x="52416" y="1096"/>
                      </a:cubicBezTo>
                      <a:cubicBezTo>
                        <a:pt x="61160" y="-1527"/>
                        <a:pt x="52416" y="1096"/>
                        <a:pt x="52416" y="1096"/>
                      </a:cubicBezTo>
                      <a:cubicBezTo>
                        <a:pt x="44836" y="20436"/>
                        <a:pt x="34204" y="38439"/>
                        <a:pt x="20940" y="54431"/>
                      </a:cubicBezTo>
                      <a:cubicBezTo>
                        <a:pt x="20940" y="58803"/>
                        <a:pt x="14820" y="65797"/>
                        <a:pt x="9574" y="69295"/>
                      </a:cubicBezTo>
                      <a:cubicBezTo>
                        <a:pt x="6557" y="70851"/>
                        <a:pt x="2972" y="70851"/>
                        <a:pt x="-44" y="69295"/>
                      </a:cubicBezTo>
                      <a:cubicBezTo>
                        <a:pt x="2841" y="66304"/>
                        <a:pt x="5465" y="63095"/>
                        <a:pt x="7825" y="59677"/>
                      </a:cubicBezTo>
                      <a:cubicBezTo>
                        <a:pt x="13071" y="59677"/>
                        <a:pt x="13946" y="59677"/>
                        <a:pt x="15694" y="53556"/>
                      </a:cubicBezTo>
                      <a:cubicBezTo>
                        <a:pt x="15528" y="51231"/>
                        <a:pt x="15528" y="48887"/>
                        <a:pt x="15694" y="46561"/>
                      </a:cubicBezTo>
                      <a:lnTo>
                        <a:pt x="15694" y="41316"/>
                      </a:lnTo>
                      <a:cubicBezTo>
                        <a:pt x="24578" y="37827"/>
                        <a:pt x="32201" y="31733"/>
                        <a:pt x="37553" y="23829"/>
                      </a:cubicBezTo>
                      <a:close/>
                    </a:path>
                  </a:pathLst>
                </a:custGeom>
                <a:solidFill>
                  <a:srgbClr val="ADADBD"/>
                </a:solidFill>
                <a:ln w="87213" cap="flat">
                  <a:noFill/>
                  <a:prstDash val="solid"/>
                  <a:miter/>
                </a:ln>
              </p:spPr>
              <p:txBody>
                <a:bodyPr rtlCol="0" anchor="ctr"/>
                <a:lstStyle/>
                <a:p>
                  <a:endParaRPr lang="en-IN" dirty="0"/>
                </a:p>
              </p:txBody>
            </p:sp>
            <p:sp>
              <p:nvSpPr>
                <p:cNvPr id="2676" name="Freeform: Shape 2675">
                  <a:extLst>
                    <a:ext uri="{FF2B5EF4-FFF2-40B4-BE49-F238E27FC236}">
                      <a16:creationId xmlns:a16="http://schemas.microsoft.com/office/drawing/2014/main" id="{A57F1742-3697-8A1D-60B3-D0FEE92AE619}"/>
                    </a:ext>
                  </a:extLst>
                </p:cNvPr>
                <p:cNvSpPr/>
                <p:nvPr/>
              </p:nvSpPr>
              <p:spPr>
                <a:xfrm>
                  <a:off x="3034396" y="4399366"/>
                  <a:ext cx="10840" cy="28852"/>
                </a:xfrm>
                <a:custGeom>
                  <a:avLst/>
                  <a:gdLst>
                    <a:gd name="connsiteX0" fmla="*/ 8699 w 10840"/>
                    <a:gd name="connsiteY0" fmla="*/ 17417 h 28852"/>
                    <a:gd name="connsiteX1" fmla="*/ -44 w 10840"/>
                    <a:gd name="connsiteY1" fmla="*/ 28783 h 28852"/>
                    <a:gd name="connsiteX2" fmla="*/ 10448 w 10840"/>
                    <a:gd name="connsiteY2" fmla="*/ -70 h 28852"/>
                    <a:gd name="connsiteX3" fmla="*/ 10448 w 10840"/>
                    <a:gd name="connsiteY3" fmla="*/ -70 h 28852"/>
                    <a:gd name="connsiteX4" fmla="*/ 8699 w 10840"/>
                    <a:gd name="connsiteY4" fmla="*/ 17417 h 2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 h="28852">
                      <a:moveTo>
                        <a:pt x="8699" y="17417"/>
                      </a:moveTo>
                      <a:cubicBezTo>
                        <a:pt x="8699" y="17417"/>
                        <a:pt x="8699" y="27034"/>
                        <a:pt x="-44" y="28783"/>
                      </a:cubicBezTo>
                      <a:cubicBezTo>
                        <a:pt x="5631" y="20101"/>
                        <a:pt x="9215" y="10230"/>
                        <a:pt x="10448" y="-70"/>
                      </a:cubicBezTo>
                      <a:lnTo>
                        <a:pt x="10448" y="-70"/>
                      </a:lnTo>
                      <a:cubicBezTo>
                        <a:pt x="11253" y="5814"/>
                        <a:pt x="10658" y="11812"/>
                        <a:pt x="8699" y="17417"/>
                      </a:cubicBezTo>
                      <a:close/>
                    </a:path>
                  </a:pathLst>
                </a:custGeom>
                <a:solidFill>
                  <a:srgbClr val="A3A3B5"/>
                </a:solidFill>
                <a:ln w="87213" cap="flat">
                  <a:noFill/>
                  <a:prstDash val="solid"/>
                  <a:miter/>
                </a:ln>
              </p:spPr>
              <p:txBody>
                <a:bodyPr rtlCol="0" anchor="ctr"/>
                <a:lstStyle/>
                <a:p>
                  <a:endParaRPr lang="en-IN" dirty="0"/>
                </a:p>
              </p:txBody>
            </p:sp>
            <p:sp>
              <p:nvSpPr>
                <p:cNvPr id="2677" name="Freeform: Shape 2676">
                  <a:extLst>
                    <a:ext uri="{FF2B5EF4-FFF2-40B4-BE49-F238E27FC236}">
                      <a16:creationId xmlns:a16="http://schemas.microsoft.com/office/drawing/2014/main" id="{E5FB8B09-300C-2C02-9349-D189B30144A1}"/>
                    </a:ext>
                  </a:extLst>
                </p:cNvPr>
                <p:cNvSpPr/>
                <p:nvPr/>
              </p:nvSpPr>
              <p:spPr>
                <a:xfrm>
                  <a:off x="2966989" y="4387999"/>
                  <a:ext cx="10574" cy="9829"/>
                </a:xfrm>
                <a:custGeom>
                  <a:avLst/>
                  <a:gdLst>
                    <a:gd name="connsiteX0" fmla="*/ 10530 w 10574"/>
                    <a:gd name="connsiteY0" fmla="*/ -70 h 9829"/>
                    <a:gd name="connsiteX1" fmla="*/ 2662 w 10574"/>
                    <a:gd name="connsiteY1" fmla="*/ 9548 h 9829"/>
                    <a:gd name="connsiteX2" fmla="*/ 10530 w 10574"/>
                    <a:gd name="connsiteY2" fmla="*/ -70 h 9829"/>
                  </a:gdLst>
                  <a:ahLst/>
                  <a:cxnLst>
                    <a:cxn ang="0">
                      <a:pos x="connsiteX0" y="connsiteY0"/>
                    </a:cxn>
                    <a:cxn ang="0">
                      <a:pos x="connsiteX1" y="connsiteY1"/>
                    </a:cxn>
                    <a:cxn ang="0">
                      <a:pos x="connsiteX2" y="connsiteY2"/>
                    </a:cxn>
                  </a:cxnLst>
                  <a:rect l="l" t="t" r="r" b="b"/>
                  <a:pathLst>
                    <a:path w="10574" h="9829">
                      <a:moveTo>
                        <a:pt x="10530" y="-70"/>
                      </a:moveTo>
                      <a:cubicBezTo>
                        <a:pt x="10530" y="-70"/>
                        <a:pt x="10530" y="7799"/>
                        <a:pt x="2662" y="9548"/>
                      </a:cubicBezTo>
                      <a:cubicBezTo>
                        <a:pt x="-5208" y="11297"/>
                        <a:pt x="6159" y="1679"/>
                        <a:pt x="10530" y="-70"/>
                      </a:cubicBezTo>
                      <a:close/>
                    </a:path>
                  </a:pathLst>
                </a:custGeom>
                <a:solidFill>
                  <a:srgbClr val="A2A2B4"/>
                </a:solidFill>
                <a:ln w="87213" cap="flat">
                  <a:noFill/>
                  <a:prstDash val="solid"/>
                  <a:miter/>
                </a:ln>
              </p:spPr>
              <p:txBody>
                <a:bodyPr rtlCol="0" anchor="ctr"/>
                <a:lstStyle/>
                <a:p>
                  <a:endParaRPr lang="en-IN" dirty="0"/>
                </a:p>
              </p:txBody>
            </p:sp>
            <p:sp>
              <p:nvSpPr>
                <p:cNvPr id="2678" name="Freeform: Shape 2677">
                  <a:extLst>
                    <a:ext uri="{FF2B5EF4-FFF2-40B4-BE49-F238E27FC236}">
                      <a16:creationId xmlns:a16="http://schemas.microsoft.com/office/drawing/2014/main" id="{0ECBDA68-C5AA-5208-8875-DB8C3C5AFE9A}"/>
                    </a:ext>
                  </a:extLst>
                </p:cNvPr>
                <p:cNvSpPr/>
                <p:nvPr/>
              </p:nvSpPr>
              <p:spPr>
                <a:xfrm>
                  <a:off x="2994176" y="4369249"/>
                  <a:ext cx="6994" cy="1726"/>
                </a:xfrm>
                <a:custGeom>
                  <a:avLst/>
                  <a:gdLst>
                    <a:gd name="connsiteX0" fmla="*/ 6951 w 6994"/>
                    <a:gd name="connsiteY0" fmla="*/ 319 h 1726"/>
                    <a:gd name="connsiteX1" fmla="*/ -44 w 6994"/>
                    <a:gd name="connsiteY1" fmla="*/ 319 h 1726"/>
                    <a:gd name="connsiteX2" fmla="*/ 6951 w 6994"/>
                    <a:gd name="connsiteY2" fmla="*/ 319 h 1726"/>
                  </a:gdLst>
                  <a:ahLst/>
                  <a:cxnLst>
                    <a:cxn ang="0">
                      <a:pos x="connsiteX0" y="connsiteY0"/>
                    </a:cxn>
                    <a:cxn ang="0">
                      <a:pos x="connsiteX1" y="connsiteY1"/>
                    </a:cxn>
                    <a:cxn ang="0">
                      <a:pos x="connsiteX2" y="connsiteY2"/>
                    </a:cxn>
                  </a:cxnLst>
                  <a:rect l="l" t="t" r="r" b="b"/>
                  <a:pathLst>
                    <a:path w="6994" h="1726">
                      <a:moveTo>
                        <a:pt x="6951" y="319"/>
                      </a:moveTo>
                      <a:cubicBezTo>
                        <a:pt x="4957" y="2102"/>
                        <a:pt x="1949" y="2102"/>
                        <a:pt x="-44" y="319"/>
                      </a:cubicBezTo>
                      <a:cubicBezTo>
                        <a:pt x="-44" y="319"/>
                        <a:pt x="4327" y="-556"/>
                        <a:pt x="6951" y="319"/>
                      </a:cubicBezTo>
                      <a:close/>
                    </a:path>
                  </a:pathLst>
                </a:custGeom>
                <a:solidFill>
                  <a:srgbClr val="A2A2B4"/>
                </a:solidFill>
                <a:ln w="87213" cap="flat">
                  <a:noFill/>
                  <a:prstDash val="solid"/>
                  <a:miter/>
                </a:ln>
              </p:spPr>
              <p:txBody>
                <a:bodyPr rtlCol="0" anchor="ctr"/>
                <a:lstStyle/>
                <a:p>
                  <a:endParaRPr lang="en-IN" dirty="0"/>
                </a:p>
              </p:txBody>
            </p:sp>
            <p:sp>
              <p:nvSpPr>
                <p:cNvPr id="2679" name="Freeform: Shape 2678">
                  <a:extLst>
                    <a:ext uri="{FF2B5EF4-FFF2-40B4-BE49-F238E27FC236}">
                      <a16:creationId xmlns:a16="http://schemas.microsoft.com/office/drawing/2014/main" id="{9021E51D-4D28-A7FD-5BE6-CEB03B6B1836}"/>
                    </a:ext>
                  </a:extLst>
                </p:cNvPr>
                <p:cNvSpPr/>
                <p:nvPr/>
              </p:nvSpPr>
              <p:spPr>
                <a:xfrm>
                  <a:off x="2941593" y="4371240"/>
                  <a:ext cx="99182" cy="121838"/>
                </a:xfrm>
                <a:custGeom>
                  <a:avLst/>
                  <a:gdLst>
                    <a:gd name="connsiteX0" fmla="*/ 59534 w 99182"/>
                    <a:gd name="connsiteY0" fmla="*/ 3574 h 121838"/>
                    <a:gd name="connsiteX1" fmla="*/ 95452 w 99182"/>
                    <a:gd name="connsiteY1" fmla="*/ 12834 h 121838"/>
                    <a:gd name="connsiteX2" fmla="*/ 98879 w 99182"/>
                    <a:gd name="connsiteY2" fmla="*/ 22810 h 121838"/>
                    <a:gd name="connsiteX3" fmla="*/ 89262 w 99182"/>
                    <a:gd name="connsiteY3" fmla="*/ 58658 h 121838"/>
                    <a:gd name="connsiteX4" fmla="*/ 66528 w 99182"/>
                    <a:gd name="connsiteY4" fmla="*/ 94506 h 121838"/>
                    <a:gd name="connsiteX5" fmla="*/ 52539 w 99182"/>
                    <a:gd name="connsiteY5" fmla="*/ 111119 h 121838"/>
                    <a:gd name="connsiteX6" fmla="*/ 23686 w 99182"/>
                    <a:gd name="connsiteY6" fmla="*/ 121611 h 121838"/>
                    <a:gd name="connsiteX7" fmla="*/ 3576 w 99182"/>
                    <a:gd name="connsiteY7" fmla="*/ 103250 h 121838"/>
                    <a:gd name="connsiteX8" fmla="*/ 3576 w 99182"/>
                    <a:gd name="connsiteY8" fmla="*/ 69150 h 121838"/>
                    <a:gd name="connsiteX9" fmla="*/ 39424 w 99182"/>
                    <a:gd name="connsiteY9" fmla="*/ 12318 h 121838"/>
                    <a:gd name="connsiteX10" fmla="*/ 56037 w 99182"/>
                    <a:gd name="connsiteY10" fmla="*/ 3574 h 121838"/>
                    <a:gd name="connsiteX11" fmla="*/ 43796 w 99182"/>
                    <a:gd name="connsiteY11" fmla="*/ 15815 h 121838"/>
                    <a:gd name="connsiteX12" fmla="*/ 38549 w 99182"/>
                    <a:gd name="connsiteY12" fmla="*/ 15815 h 121838"/>
                    <a:gd name="connsiteX13" fmla="*/ 38549 w 99182"/>
                    <a:gd name="connsiteY13" fmla="*/ 25433 h 121838"/>
                    <a:gd name="connsiteX14" fmla="*/ 38549 w 99182"/>
                    <a:gd name="connsiteY14" fmla="*/ 25433 h 121838"/>
                    <a:gd name="connsiteX15" fmla="*/ 22811 w 99182"/>
                    <a:gd name="connsiteY15" fmla="*/ 49915 h 121838"/>
                    <a:gd name="connsiteX16" fmla="*/ 22811 w 99182"/>
                    <a:gd name="connsiteY16" fmla="*/ 49915 h 121838"/>
                    <a:gd name="connsiteX17" fmla="*/ 17565 w 99182"/>
                    <a:gd name="connsiteY17" fmla="*/ 59533 h 121838"/>
                    <a:gd name="connsiteX18" fmla="*/ 17565 w 99182"/>
                    <a:gd name="connsiteY18" fmla="*/ 66527 h 121838"/>
                    <a:gd name="connsiteX19" fmla="*/ 17565 w 99182"/>
                    <a:gd name="connsiteY19" fmla="*/ 73522 h 121838"/>
                    <a:gd name="connsiteX20" fmla="*/ 17565 w 99182"/>
                    <a:gd name="connsiteY20" fmla="*/ 73522 h 121838"/>
                    <a:gd name="connsiteX21" fmla="*/ 17565 w 99182"/>
                    <a:gd name="connsiteY21" fmla="*/ 82265 h 121838"/>
                    <a:gd name="connsiteX22" fmla="*/ 17565 w 99182"/>
                    <a:gd name="connsiteY22" fmla="*/ 87512 h 121838"/>
                    <a:gd name="connsiteX23" fmla="*/ 17565 w 99182"/>
                    <a:gd name="connsiteY23" fmla="*/ 93632 h 121838"/>
                    <a:gd name="connsiteX24" fmla="*/ 51665 w 99182"/>
                    <a:gd name="connsiteY24" fmla="*/ 93632 h 121838"/>
                    <a:gd name="connsiteX25" fmla="*/ 56911 w 99182"/>
                    <a:gd name="connsiteY25" fmla="*/ 88386 h 121838"/>
                    <a:gd name="connsiteX26" fmla="*/ 56911 w 99182"/>
                    <a:gd name="connsiteY26" fmla="*/ 88386 h 121838"/>
                    <a:gd name="connsiteX27" fmla="*/ 64780 w 99182"/>
                    <a:gd name="connsiteY27" fmla="*/ 78768 h 121838"/>
                    <a:gd name="connsiteX28" fmla="*/ 84016 w 99182"/>
                    <a:gd name="connsiteY28" fmla="*/ 48166 h 121838"/>
                    <a:gd name="connsiteX29" fmla="*/ 90136 w 99182"/>
                    <a:gd name="connsiteY29" fmla="*/ 36800 h 121838"/>
                    <a:gd name="connsiteX30" fmla="*/ 90136 w 99182"/>
                    <a:gd name="connsiteY30" fmla="*/ 36800 h 121838"/>
                    <a:gd name="connsiteX31" fmla="*/ 90136 w 99182"/>
                    <a:gd name="connsiteY31" fmla="*/ 29805 h 121838"/>
                    <a:gd name="connsiteX32" fmla="*/ 90136 w 99182"/>
                    <a:gd name="connsiteY32" fmla="*/ 5323 h 121838"/>
                    <a:gd name="connsiteX33" fmla="*/ 84016 w 99182"/>
                    <a:gd name="connsiteY33" fmla="*/ 5323 h 121838"/>
                    <a:gd name="connsiteX34" fmla="*/ 70900 w 99182"/>
                    <a:gd name="connsiteY34" fmla="*/ 5323 h 121838"/>
                    <a:gd name="connsiteX35" fmla="*/ 59534 w 99182"/>
                    <a:gd name="connsiteY35" fmla="*/ 3574 h 121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9182" h="121838">
                      <a:moveTo>
                        <a:pt x="59534" y="3574"/>
                      </a:moveTo>
                      <a:cubicBezTo>
                        <a:pt x="72011" y="-3788"/>
                        <a:pt x="88090" y="357"/>
                        <a:pt x="95452" y="12834"/>
                      </a:cubicBezTo>
                      <a:cubicBezTo>
                        <a:pt x="97262" y="15894"/>
                        <a:pt x="98425" y="19286"/>
                        <a:pt x="98879" y="22810"/>
                      </a:cubicBezTo>
                      <a:cubicBezTo>
                        <a:pt x="100148" y="35531"/>
                        <a:pt x="96729" y="48280"/>
                        <a:pt x="89262" y="58658"/>
                      </a:cubicBezTo>
                      <a:cubicBezTo>
                        <a:pt x="82267" y="70899"/>
                        <a:pt x="74398" y="82265"/>
                        <a:pt x="66528" y="94506"/>
                      </a:cubicBezTo>
                      <a:cubicBezTo>
                        <a:pt x="62349" y="100434"/>
                        <a:pt x="57663" y="105986"/>
                        <a:pt x="52539" y="111119"/>
                      </a:cubicBezTo>
                      <a:cubicBezTo>
                        <a:pt x="44985" y="118770"/>
                        <a:pt x="34387" y="122617"/>
                        <a:pt x="23686" y="121611"/>
                      </a:cubicBezTo>
                      <a:cubicBezTo>
                        <a:pt x="15817" y="121611"/>
                        <a:pt x="6199" y="110244"/>
                        <a:pt x="3576" y="103250"/>
                      </a:cubicBezTo>
                      <a:cubicBezTo>
                        <a:pt x="-1251" y="92399"/>
                        <a:pt x="-1251" y="80001"/>
                        <a:pt x="3576" y="69150"/>
                      </a:cubicBezTo>
                      <a:cubicBezTo>
                        <a:pt x="12477" y="48446"/>
                        <a:pt x="24569" y="29272"/>
                        <a:pt x="39424" y="12318"/>
                      </a:cubicBezTo>
                      <a:cubicBezTo>
                        <a:pt x="43446" y="7150"/>
                        <a:pt x="49497" y="3959"/>
                        <a:pt x="56037" y="3574"/>
                      </a:cubicBezTo>
                      <a:cubicBezTo>
                        <a:pt x="56037" y="10569"/>
                        <a:pt x="47293" y="11443"/>
                        <a:pt x="43796" y="15815"/>
                      </a:cubicBezTo>
                      <a:cubicBezTo>
                        <a:pt x="40298" y="20187"/>
                        <a:pt x="43796" y="15815"/>
                        <a:pt x="38549" y="15815"/>
                      </a:cubicBezTo>
                      <a:cubicBezTo>
                        <a:pt x="38401" y="19015"/>
                        <a:pt x="38401" y="22233"/>
                        <a:pt x="38549" y="25433"/>
                      </a:cubicBezTo>
                      <a:lnTo>
                        <a:pt x="38549" y="25433"/>
                      </a:lnTo>
                      <a:cubicBezTo>
                        <a:pt x="29806" y="30679"/>
                        <a:pt x="27183" y="41171"/>
                        <a:pt x="22811" y="49915"/>
                      </a:cubicBezTo>
                      <a:cubicBezTo>
                        <a:pt x="18440" y="58658"/>
                        <a:pt x="22811" y="49915"/>
                        <a:pt x="22811" y="49915"/>
                      </a:cubicBezTo>
                      <a:cubicBezTo>
                        <a:pt x="20731" y="52931"/>
                        <a:pt x="18973" y="56149"/>
                        <a:pt x="17565" y="59533"/>
                      </a:cubicBezTo>
                      <a:cubicBezTo>
                        <a:pt x="17067" y="61841"/>
                        <a:pt x="17067" y="64219"/>
                        <a:pt x="17565" y="66527"/>
                      </a:cubicBezTo>
                      <a:cubicBezTo>
                        <a:pt x="17172" y="68844"/>
                        <a:pt x="17172" y="71205"/>
                        <a:pt x="17565" y="73522"/>
                      </a:cubicBezTo>
                      <a:lnTo>
                        <a:pt x="17565" y="73522"/>
                      </a:lnTo>
                      <a:cubicBezTo>
                        <a:pt x="15799" y="76172"/>
                        <a:pt x="15799" y="79616"/>
                        <a:pt x="17565" y="82265"/>
                      </a:cubicBezTo>
                      <a:cubicBezTo>
                        <a:pt x="17565" y="82265"/>
                        <a:pt x="17565" y="82265"/>
                        <a:pt x="17565" y="87512"/>
                      </a:cubicBezTo>
                      <a:cubicBezTo>
                        <a:pt x="17565" y="92758"/>
                        <a:pt x="17565" y="87512"/>
                        <a:pt x="17565" y="93632"/>
                      </a:cubicBezTo>
                      <a:cubicBezTo>
                        <a:pt x="17565" y="99753"/>
                        <a:pt x="36801" y="102376"/>
                        <a:pt x="51665" y="93632"/>
                      </a:cubicBezTo>
                      <a:cubicBezTo>
                        <a:pt x="66528" y="84888"/>
                        <a:pt x="51665" y="93632"/>
                        <a:pt x="56911" y="88386"/>
                      </a:cubicBezTo>
                      <a:lnTo>
                        <a:pt x="56911" y="88386"/>
                      </a:lnTo>
                      <a:cubicBezTo>
                        <a:pt x="56911" y="88386"/>
                        <a:pt x="56911" y="81391"/>
                        <a:pt x="64780" y="78768"/>
                      </a:cubicBezTo>
                      <a:cubicBezTo>
                        <a:pt x="72308" y="69316"/>
                        <a:pt x="78761" y="59052"/>
                        <a:pt x="84016" y="48166"/>
                      </a:cubicBezTo>
                      <a:cubicBezTo>
                        <a:pt x="84016" y="48166"/>
                        <a:pt x="84016" y="41171"/>
                        <a:pt x="90136" y="36800"/>
                      </a:cubicBezTo>
                      <a:cubicBezTo>
                        <a:pt x="96257" y="32428"/>
                        <a:pt x="90136" y="36800"/>
                        <a:pt x="90136" y="36800"/>
                      </a:cubicBezTo>
                      <a:cubicBezTo>
                        <a:pt x="90136" y="36800"/>
                        <a:pt x="90136" y="36800"/>
                        <a:pt x="90136" y="29805"/>
                      </a:cubicBezTo>
                      <a:cubicBezTo>
                        <a:pt x="92803" y="21866"/>
                        <a:pt x="92803" y="13262"/>
                        <a:pt x="90136" y="5323"/>
                      </a:cubicBezTo>
                      <a:cubicBezTo>
                        <a:pt x="88142" y="4711"/>
                        <a:pt x="86009" y="4711"/>
                        <a:pt x="84016" y="5323"/>
                      </a:cubicBezTo>
                      <a:lnTo>
                        <a:pt x="70900" y="5323"/>
                      </a:lnTo>
                      <a:cubicBezTo>
                        <a:pt x="70900" y="5323"/>
                        <a:pt x="62157" y="7071"/>
                        <a:pt x="59534" y="3574"/>
                      </a:cubicBezTo>
                      <a:close/>
                    </a:path>
                  </a:pathLst>
                </a:custGeom>
                <a:solidFill>
                  <a:srgbClr val="85859D"/>
                </a:solidFill>
                <a:ln w="87213" cap="flat">
                  <a:noFill/>
                  <a:prstDash val="solid"/>
                  <a:miter/>
                </a:ln>
              </p:spPr>
              <p:txBody>
                <a:bodyPr rtlCol="0" anchor="ctr"/>
                <a:lstStyle/>
                <a:p>
                  <a:endParaRPr lang="en-IN" dirty="0"/>
                </a:p>
              </p:txBody>
            </p:sp>
            <p:sp>
              <p:nvSpPr>
                <p:cNvPr id="2680" name="Freeform: Shape 2679">
                  <a:extLst>
                    <a:ext uri="{FF2B5EF4-FFF2-40B4-BE49-F238E27FC236}">
                      <a16:creationId xmlns:a16="http://schemas.microsoft.com/office/drawing/2014/main" id="{90AC4BC0-32E1-81A9-9C88-CA1928F3DF8B}"/>
                    </a:ext>
                  </a:extLst>
                </p:cNvPr>
                <p:cNvSpPr/>
                <p:nvPr/>
              </p:nvSpPr>
              <p:spPr>
                <a:xfrm>
                  <a:off x="3014286" y="4439586"/>
                  <a:ext cx="13989" cy="22732"/>
                </a:xfrm>
                <a:custGeom>
                  <a:avLst/>
                  <a:gdLst>
                    <a:gd name="connsiteX0" fmla="*/ 13946 w 13989"/>
                    <a:gd name="connsiteY0" fmla="*/ -70 h 22732"/>
                    <a:gd name="connsiteX1" fmla="*/ -44 w 13989"/>
                    <a:gd name="connsiteY1" fmla="*/ 22662 h 22732"/>
                  </a:gdLst>
                  <a:ahLst/>
                  <a:cxnLst>
                    <a:cxn ang="0">
                      <a:pos x="connsiteX0" y="connsiteY0"/>
                    </a:cxn>
                    <a:cxn ang="0">
                      <a:pos x="connsiteX1" y="connsiteY1"/>
                    </a:cxn>
                  </a:cxnLst>
                  <a:rect l="l" t="t" r="r" b="b"/>
                  <a:pathLst>
                    <a:path w="13989" h="22732">
                      <a:moveTo>
                        <a:pt x="13946" y="-70"/>
                      </a:moveTo>
                      <a:cubicBezTo>
                        <a:pt x="13281" y="9338"/>
                        <a:pt x="8053" y="17828"/>
                        <a:pt x="-44" y="22662"/>
                      </a:cubicBezTo>
                      <a:close/>
                    </a:path>
                  </a:pathLst>
                </a:custGeom>
                <a:solidFill>
                  <a:srgbClr val="A3A3B5"/>
                </a:solidFill>
                <a:ln w="87213" cap="flat">
                  <a:noFill/>
                  <a:prstDash val="solid"/>
                  <a:miter/>
                </a:ln>
              </p:spPr>
              <p:txBody>
                <a:bodyPr rtlCol="0" anchor="ctr"/>
                <a:lstStyle/>
                <a:p>
                  <a:endParaRPr lang="en-IN" dirty="0"/>
                </a:p>
              </p:txBody>
            </p:sp>
            <p:sp>
              <p:nvSpPr>
                <p:cNvPr id="2681" name="Freeform: Shape 2680">
                  <a:extLst>
                    <a:ext uri="{FF2B5EF4-FFF2-40B4-BE49-F238E27FC236}">
                      <a16:creationId xmlns:a16="http://schemas.microsoft.com/office/drawing/2014/main" id="{B843D004-4DEE-9F7E-25C4-6B04491C9598}"/>
                    </a:ext>
                  </a:extLst>
                </p:cNvPr>
                <p:cNvSpPr/>
                <p:nvPr/>
              </p:nvSpPr>
              <p:spPr>
                <a:xfrm>
                  <a:off x="3002919" y="4473685"/>
                  <a:ext cx="9617" cy="7760"/>
                </a:xfrm>
                <a:custGeom>
                  <a:avLst/>
                  <a:gdLst>
                    <a:gd name="connsiteX0" fmla="*/ 9574 w 9617"/>
                    <a:gd name="connsiteY0" fmla="*/ 805 h 7760"/>
                    <a:gd name="connsiteX1" fmla="*/ -44 w 9617"/>
                    <a:gd name="connsiteY1" fmla="*/ 6925 h 7760"/>
                    <a:gd name="connsiteX2" fmla="*/ 6951 w 9617"/>
                    <a:gd name="connsiteY2" fmla="*/ -70 h 7760"/>
                    <a:gd name="connsiteX3" fmla="*/ 9574 w 9617"/>
                    <a:gd name="connsiteY3" fmla="*/ 805 h 7760"/>
                  </a:gdLst>
                  <a:ahLst/>
                  <a:cxnLst>
                    <a:cxn ang="0">
                      <a:pos x="connsiteX0" y="connsiteY0"/>
                    </a:cxn>
                    <a:cxn ang="0">
                      <a:pos x="connsiteX1" y="connsiteY1"/>
                    </a:cxn>
                    <a:cxn ang="0">
                      <a:pos x="connsiteX2" y="connsiteY2"/>
                    </a:cxn>
                    <a:cxn ang="0">
                      <a:pos x="connsiteX3" y="connsiteY3"/>
                    </a:cxn>
                  </a:cxnLst>
                  <a:rect l="l" t="t" r="r" b="b"/>
                  <a:pathLst>
                    <a:path w="9617" h="7760">
                      <a:moveTo>
                        <a:pt x="9574" y="805"/>
                      </a:moveTo>
                      <a:cubicBezTo>
                        <a:pt x="9574" y="805"/>
                        <a:pt x="9574" y="10422"/>
                        <a:pt x="-44" y="6925"/>
                      </a:cubicBezTo>
                      <a:cubicBezTo>
                        <a:pt x="2911" y="5316"/>
                        <a:pt x="5342" y="2885"/>
                        <a:pt x="6951" y="-70"/>
                      </a:cubicBezTo>
                      <a:cubicBezTo>
                        <a:pt x="6951" y="-70"/>
                        <a:pt x="4328" y="-70"/>
                        <a:pt x="9574" y="805"/>
                      </a:cubicBezTo>
                      <a:close/>
                    </a:path>
                  </a:pathLst>
                </a:custGeom>
                <a:solidFill>
                  <a:srgbClr val="A3A3B5"/>
                </a:solidFill>
                <a:ln w="87213" cap="flat">
                  <a:noFill/>
                  <a:prstDash val="solid"/>
                  <a:miter/>
                </a:ln>
              </p:spPr>
              <p:txBody>
                <a:bodyPr rtlCol="0" anchor="ctr"/>
                <a:lstStyle/>
                <a:p>
                  <a:endParaRPr lang="en-IN" dirty="0"/>
                </a:p>
              </p:txBody>
            </p:sp>
            <p:sp>
              <p:nvSpPr>
                <p:cNvPr id="2682" name="Freeform: Shape 2681">
                  <a:extLst>
                    <a:ext uri="{FF2B5EF4-FFF2-40B4-BE49-F238E27FC236}">
                      <a16:creationId xmlns:a16="http://schemas.microsoft.com/office/drawing/2014/main" id="{7ECE2579-06F3-A3F3-8345-187F3B046DD9}"/>
                    </a:ext>
                  </a:extLst>
                </p:cNvPr>
                <p:cNvSpPr/>
                <p:nvPr/>
              </p:nvSpPr>
              <p:spPr>
                <a:xfrm>
                  <a:off x="3012537" y="4468439"/>
                  <a:ext cx="5245" cy="6121"/>
                </a:xfrm>
                <a:custGeom>
                  <a:avLst/>
                  <a:gdLst>
                    <a:gd name="connsiteX0" fmla="*/ -44 w 5245"/>
                    <a:gd name="connsiteY0" fmla="*/ 6051 h 6121"/>
                    <a:gd name="connsiteX1" fmla="*/ -44 w 5245"/>
                    <a:gd name="connsiteY1" fmla="*/ 6051 h 6121"/>
                    <a:gd name="connsiteX2" fmla="*/ 5202 w 5245"/>
                    <a:gd name="connsiteY2" fmla="*/ -70 h 6121"/>
                    <a:gd name="connsiteX3" fmla="*/ -44 w 5245"/>
                    <a:gd name="connsiteY3" fmla="*/ 6051 h 6121"/>
                  </a:gdLst>
                  <a:ahLst/>
                  <a:cxnLst>
                    <a:cxn ang="0">
                      <a:pos x="connsiteX0" y="connsiteY0"/>
                    </a:cxn>
                    <a:cxn ang="0">
                      <a:pos x="connsiteX1" y="connsiteY1"/>
                    </a:cxn>
                    <a:cxn ang="0">
                      <a:pos x="connsiteX2" y="connsiteY2"/>
                    </a:cxn>
                    <a:cxn ang="0">
                      <a:pos x="connsiteX3" y="connsiteY3"/>
                    </a:cxn>
                  </a:cxnLst>
                  <a:rect l="l" t="t" r="r" b="b"/>
                  <a:pathLst>
                    <a:path w="5245" h="6121">
                      <a:moveTo>
                        <a:pt x="-44" y="6051"/>
                      </a:moveTo>
                      <a:lnTo>
                        <a:pt x="-44" y="6051"/>
                      </a:lnTo>
                      <a:cubicBezTo>
                        <a:pt x="-44" y="6051"/>
                        <a:pt x="-44" y="-70"/>
                        <a:pt x="5202" y="-70"/>
                      </a:cubicBezTo>
                      <a:cubicBezTo>
                        <a:pt x="3986" y="2369"/>
                        <a:pt x="2177" y="4468"/>
                        <a:pt x="-44" y="6051"/>
                      </a:cubicBezTo>
                      <a:close/>
                    </a:path>
                  </a:pathLst>
                </a:custGeom>
                <a:solidFill>
                  <a:srgbClr val="A2A2B4"/>
                </a:solidFill>
                <a:ln w="87213" cap="flat">
                  <a:noFill/>
                  <a:prstDash val="solid"/>
                  <a:miter/>
                </a:ln>
              </p:spPr>
              <p:txBody>
                <a:bodyPr rtlCol="0" anchor="ctr"/>
                <a:lstStyle/>
                <a:p>
                  <a:endParaRPr lang="en-IN" dirty="0"/>
                </a:p>
              </p:txBody>
            </p:sp>
            <p:sp>
              <p:nvSpPr>
                <p:cNvPr id="2683" name="Freeform: Shape 2682">
                  <a:extLst>
                    <a:ext uri="{FF2B5EF4-FFF2-40B4-BE49-F238E27FC236}">
                      <a16:creationId xmlns:a16="http://schemas.microsoft.com/office/drawing/2014/main" id="{33B5D907-ABC6-5709-100F-EF3B4D01377A}"/>
                    </a:ext>
                  </a:extLst>
                </p:cNvPr>
                <p:cNvSpPr/>
                <p:nvPr/>
              </p:nvSpPr>
              <p:spPr>
                <a:xfrm>
                  <a:off x="2945399" y="4387673"/>
                  <a:ext cx="86259" cy="110291"/>
                </a:xfrm>
                <a:custGeom>
                  <a:avLst/>
                  <a:gdLst>
                    <a:gd name="connsiteX0" fmla="*/ 4141 w 86259"/>
                    <a:gd name="connsiteY0" fmla="*/ 85067 h 110291"/>
                    <a:gd name="connsiteX1" fmla="*/ 4141 w 86259"/>
                    <a:gd name="connsiteY1" fmla="*/ 85067 h 110291"/>
                    <a:gd name="connsiteX2" fmla="*/ 4141 w 86259"/>
                    <a:gd name="connsiteY2" fmla="*/ 75449 h 110291"/>
                    <a:gd name="connsiteX3" fmla="*/ 4141 w 86259"/>
                    <a:gd name="connsiteY3" fmla="*/ 75449 h 110291"/>
                    <a:gd name="connsiteX4" fmla="*/ 4141 w 86259"/>
                    <a:gd name="connsiteY4" fmla="*/ 61460 h 110291"/>
                    <a:gd name="connsiteX5" fmla="*/ 4141 w 86259"/>
                    <a:gd name="connsiteY5" fmla="*/ 61460 h 110291"/>
                    <a:gd name="connsiteX6" fmla="*/ 34743 w 86259"/>
                    <a:gd name="connsiteY6" fmla="*/ 13371 h 110291"/>
                    <a:gd name="connsiteX7" fmla="*/ 47858 w 86259"/>
                    <a:gd name="connsiteY7" fmla="*/ 1130 h 110291"/>
                    <a:gd name="connsiteX8" fmla="*/ 62722 w 86259"/>
                    <a:gd name="connsiteY8" fmla="*/ 1130 h 110291"/>
                    <a:gd name="connsiteX9" fmla="*/ 85455 w 86259"/>
                    <a:gd name="connsiteY9" fmla="*/ 30858 h 110291"/>
                    <a:gd name="connsiteX10" fmla="*/ 57476 w 86259"/>
                    <a:gd name="connsiteY10" fmla="*/ 84193 h 110291"/>
                    <a:gd name="connsiteX11" fmla="*/ 45235 w 86259"/>
                    <a:gd name="connsiteY11" fmla="*/ 99931 h 110291"/>
                    <a:gd name="connsiteX12" fmla="*/ 5890 w 86259"/>
                    <a:gd name="connsiteY12" fmla="*/ 99931 h 110291"/>
                    <a:gd name="connsiteX13" fmla="*/ 4141 w 86259"/>
                    <a:gd name="connsiteY13" fmla="*/ 85067 h 110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259" h="110291">
                      <a:moveTo>
                        <a:pt x="4141" y="85067"/>
                      </a:moveTo>
                      <a:lnTo>
                        <a:pt x="4141" y="85067"/>
                      </a:lnTo>
                      <a:cubicBezTo>
                        <a:pt x="5041" y="81919"/>
                        <a:pt x="5041" y="78589"/>
                        <a:pt x="4141" y="75449"/>
                      </a:cubicBezTo>
                      <a:lnTo>
                        <a:pt x="4141" y="75449"/>
                      </a:lnTo>
                      <a:cubicBezTo>
                        <a:pt x="4141" y="70204"/>
                        <a:pt x="4141" y="65832"/>
                        <a:pt x="4141" y="61460"/>
                      </a:cubicBezTo>
                      <a:cubicBezTo>
                        <a:pt x="4141" y="57088"/>
                        <a:pt x="4141" y="61460"/>
                        <a:pt x="4141" y="61460"/>
                      </a:cubicBezTo>
                      <a:cubicBezTo>
                        <a:pt x="13759" y="44847"/>
                        <a:pt x="25125" y="29109"/>
                        <a:pt x="34743" y="13371"/>
                      </a:cubicBezTo>
                      <a:lnTo>
                        <a:pt x="47858" y="1130"/>
                      </a:lnTo>
                      <a:cubicBezTo>
                        <a:pt x="52684" y="-470"/>
                        <a:pt x="57896" y="-470"/>
                        <a:pt x="62722" y="1130"/>
                      </a:cubicBezTo>
                      <a:cubicBezTo>
                        <a:pt x="80209" y="1130"/>
                        <a:pt x="88952" y="12496"/>
                        <a:pt x="85455" y="30858"/>
                      </a:cubicBezTo>
                      <a:cubicBezTo>
                        <a:pt x="79868" y="50356"/>
                        <a:pt x="70346" y="68507"/>
                        <a:pt x="57476" y="84193"/>
                      </a:cubicBezTo>
                      <a:cubicBezTo>
                        <a:pt x="54407" y="90147"/>
                        <a:pt x="50254" y="95490"/>
                        <a:pt x="45235" y="99931"/>
                      </a:cubicBezTo>
                      <a:cubicBezTo>
                        <a:pt x="33869" y="110423"/>
                        <a:pt x="18131" y="116544"/>
                        <a:pt x="5890" y="99931"/>
                      </a:cubicBezTo>
                      <a:cubicBezTo>
                        <a:pt x="-6351" y="83319"/>
                        <a:pt x="4141" y="88565"/>
                        <a:pt x="4141" y="85067"/>
                      </a:cubicBezTo>
                      <a:close/>
                    </a:path>
                  </a:pathLst>
                </a:custGeom>
                <a:solidFill>
                  <a:srgbClr val="6B6B88"/>
                </a:solidFill>
                <a:ln w="87213" cap="flat">
                  <a:noFill/>
                  <a:prstDash val="solid"/>
                  <a:miter/>
                </a:ln>
              </p:spPr>
              <p:txBody>
                <a:bodyPr rtlCol="0" anchor="ctr"/>
                <a:lstStyle/>
                <a:p>
                  <a:endParaRPr lang="en-IN" dirty="0"/>
                </a:p>
              </p:txBody>
            </p:sp>
            <p:sp>
              <p:nvSpPr>
                <p:cNvPr id="2684" name="Freeform: Shape 2683">
                  <a:extLst>
                    <a:ext uri="{FF2B5EF4-FFF2-40B4-BE49-F238E27FC236}">
                      <a16:creationId xmlns:a16="http://schemas.microsoft.com/office/drawing/2014/main" id="{BC943212-D113-C9CE-B267-8DE53C56B6D6}"/>
                    </a:ext>
                  </a:extLst>
                </p:cNvPr>
                <p:cNvSpPr/>
                <p:nvPr/>
              </p:nvSpPr>
              <p:spPr>
                <a:xfrm>
                  <a:off x="2954830" y="4382749"/>
                  <a:ext cx="80748" cy="107583"/>
                </a:xfrm>
                <a:custGeom>
                  <a:avLst/>
                  <a:gdLst>
                    <a:gd name="connsiteX0" fmla="*/ -44 w 80748"/>
                    <a:gd name="connsiteY0" fmla="*/ 99609 h 107583"/>
                    <a:gd name="connsiteX1" fmla="*/ 40491 w 80748"/>
                    <a:gd name="connsiteY1" fmla="*/ 94958 h 107583"/>
                    <a:gd name="connsiteX2" fmla="*/ 43673 w 80748"/>
                    <a:gd name="connsiteY2" fmla="*/ 89991 h 107583"/>
                    <a:gd name="connsiteX3" fmla="*/ 73401 w 80748"/>
                    <a:gd name="connsiteY3" fmla="*/ 44526 h 107583"/>
                    <a:gd name="connsiteX4" fmla="*/ 73401 w 80748"/>
                    <a:gd name="connsiteY4" fmla="*/ 6929 h 107583"/>
                    <a:gd name="connsiteX5" fmla="*/ 62035 w 80748"/>
                    <a:gd name="connsiteY5" fmla="*/ -66 h 107583"/>
                    <a:gd name="connsiteX6" fmla="*/ 57663 w 80748"/>
                    <a:gd name="connsiteY6" fmla="*/ -66 h 107583"/>
                    <a:gd name="connsiteX7" fmla="*/ 57663 w 80748"/>
                    <a:gd name="connsiteY7" fmla="*/ -66 h 107583"/>
                    <a:gd name="connsiteX8" fmla="*/ 62909 w 80748"/>
                    <a:gd name="connsiteY8" fmla="*/ -66 h 107583"/>
                    <a:gd name="connsiteX9" fmla="*/ 77773 w 80748"/>
                    <a:gd name="connsiteY9" fmla="*/ 9552 h 107583"/>
                    <a:gd name="connsiteX10" fmla="*/ 77773 w 80748"/>
                    <a:gd name="connsiteY10" fmla="*/ 34908 h 107583"/>
                    <a:gd name="connsiteX11" fmla="*/ 77773 w 80748"/>
                    <a:gd name="connsiteY11" fmla="*/ 41902 h 107583"/>
                    <a:gd name="connsiteX12" fmla="*/ 77773 w 80748"/>
                    <a:gd name="connsiteY12" fmla="*/ 41902 h 107583"/>
                    <a:gd name="connsiteX13" fmla="*/ 43673 w 80748"/>
                    <a:gd name="connsiteY13" fmla="*/ 95237 h 107583"/>
                    <a:gd name="connsiteX14" fmla="*/ 43673 w 80748"/>
                    <a:gd name="connsiteY14" fmla="*/ 95237 h 107583"/>
                    <a:gd name="connsiteX15" fmla="*/ 37553 w 80748"/>
                    <a:gd name="connsiteY15" fmla="*/ 100484 h 107583"/>
                    <a:gd name="connsiteX16" fmla="*/ 8700 w 80748"/>
                    <a:gd name="connsiteY16" fmla="*/ 105730 h 107583"/>
                    <a:gd name="connsiteX17" fmla="*/ 830 w 80748"/>
                    <a:gd name="connsiteY17" fmla="*/ 99609 h 107583"/>
                    <a:gd name="connsiteX18" fmla="*/ 830 w 80748"/>
                    <a:gd name="connsiteY18" fmla="*/ 99609 h 107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748" h="107583">
                      <a:moveTo>
                        <a:pt x="-44" y="99609"/>
                      </a:moveTo>
                      <a:cubicBezTo>
                        <a:pt x="12433" y="109525"/>
                        <a:pt x="30585" y="107443"/>
                        <a:pt x="40491" y="94958"/>
                      </a:cubicBezTo>
                      <a:cubicBezTo>
                        <a:pt x="41724" y="93419"/>
                        <a:pt x="42791" y="91749"/>
                        <a:pt x="43673" y="89991"/>
                      </a:cubicBezTo>
                      <a:cubicBezTo>
                        <a:pt x="54384" y="75381"/>
                        <a:pt x="64308" y="60203"/>
                        <a:pt x="73401" y="44526"/>
                      </a:cubicBezTo>
                      <a:cubicBezTo>
                        <a:pt x="80300" y="32941"/>
                        <a:pt x="80300" y="18514"/>
                        <a:pt x="73401" y="6929"/>
                      </a:cubicBezTo>
                      <a:cubicBezTo>
                        <a:pt x="71329" y="2557"/>
                        <a:pt x="66870" y="-189"/>
                        <a:pt x="62035" y="-66"/>
                      </a:cubicBezTo>
                      <a:lnTo>
                        <a:pt x="57663" y="-66"/>
                      </a:lnTo>
                      <a:cubicBezTo>
                        <a:pt x="57663" y="-66"/>
                        <a:pt x="57663" y="-66"/>
                        <a:pt x="57663" y="-66"/>
                      </a:cubicBezTo>
                      <a:lnTo>
                        <a:pt x="62909" y="-66"/>
                      </a:lnTo>
                      <a:cubicBezTo>
                        <a:pt x="68925" y="1088"/>
                        <a:pt x="74249" y="4541"/>
                        <a:pt x="77773" y="9552"/>
                      </a:cubicBezTo>
                      <a:cubicBezTo>
                        <a:pt x="81681" y="17552"/>
                        <a:pt x="81681" y="26908"/>
                        <a:pt x="77773" y="34908"/>
                      </a:cubicBezTo>
                      <a:cubicBezTo>
                        <a:pt x="77773" y="34908"/>
                        <a:pt x="77773" y="34908"/>
                        <a:pt x="77773" y="41902"/>
                      </a:cubicBezTo>
                      <a:lnTo>
                        <a:pt x="77773" y="41902"/>
                      </a:lnTo>
                      <a:cubicBezTo>
                        <a:pt x="68277" y="60806"/>
                        <a:pt x="56850" y="78686"/>
                        <a:pt x="43673" y="95237"/>
                      </a:cubicBezTo>
                      <a:lnTo>
                        <a:pt x="43673" y="95237"/>
                      </a:lnTo>
                      <a:cubicBezTo>
                        <a:pt x="43673" y="95237"/>
                        <a:pt x="43673" y="95237"/>
                        <a:pt x="37553" y="100484"/>
                      </a:cubicBezTo>
                      <a:cubicBezTo>
                        <a:pt x="29605" y="107356"/>
                        <a:pt x="18553" y="109367"/>
                        <a:pt x="8700" y="105730"/>
                      </a:cubicBezTo>
                      <a:cubicBezTo>
                        <a:pt x="8700" y="105730"/>
                        <a:pt x="1705" y="105730"/>
                        <a:pt x="830" y="99609"/>
                      </a:cubicBezTo>
                      <a:lnTo>
                        <a:pt x="830" y="99609"/>
                      </a:lnTo>
                      <a:close/>
                    </a:path>
                  </a:pathLst>
                </a:custGeom>
                <a:solidFill>
                  <a:srgbClr val="777792"/>
                </a:solidFill>
                <a:ln w="87213" cap="flat">
                  <a:noFill/>
                  <a:prstDash val="solid"/>
                  <a:miter/>
                </a:ln>
              </p:spPr>
              <p:txBody>
                <a:bodyPr rtlCol="0" anchor="ctr"/>
                <a:lstStyle/>
                <a:p>
                  <a:endParaRPr lang="en-IN" dirty="0"/>
                </a:p>
              </p:txBody>
            </p:sp>
            <p:sp>
              <p:nvSpPr>
                <p:cNvPr id="2685" name="Freeform: Shape 2684">
                  <a:extLst>
                    <a:ext uri="{FF2B5EF4-FFF2-40B4-BE49-F238E27FC236}">
                      <a16:creationId xmlns:a16="http://schemas.microsoft.com/office/drawing/2014/main" id="{A87D7E51-2222-15DE-FDA5-ED4572DC76E6}"/>
                    </a:ext>
                  </a:extLst>
                </p:cNvPr>
                <p:cNvSpPr/>
                <p:nvPr/>
              </p:nvSpPr>
              <p:spPr>
                <a:xfrm>
                  <a:off x="2988056" y="4374884"/>
                  <a:ext cx="24481" cy="13989"/>
                </a:xfrm>
                <a:custGeom>
                  <a:avLst/>
                  <a:gdLst>
                    <a:gd name="connsiteX0" fmla="*/ 24437 w 24481"/>
                    <a:gd name="connsiteY0" fmla="*/ -70 h 13989"/>
                    <a:gd name="connsiteX1" fmla="*/ 24437 w 24481"/>
                    <a:gd name="connsiteY1" fmla="*/ -70 h 13989"/>
                    <a:gd name="connsiteX2" fmla="*/ -44 w 24481"/>
                    <a:gd name="connsiteY2" fmla="*/ 13920 h 13989"/>
                    <a:gd name="connsiteX3" fmla="*/ -44 w 24481"/>
                    <a:gd name="connsiteY3" fmla="*/ 13920 h 13989"/>
                    <a:gd name="connsiteX4" fmla="*/ -44 w 24481"/>
                    <a:gd name="connsiteY4" fmla="*/ 13920 h 13989"/>
                    <a:gd name="connsiteX5" fmla="*/ -44 w 24481"/>
                    <a:gd name="connsiteY5" fmla="*/ 13920 h 13989"/>
                    <a:gd name="connsiteX6" fmla="*/ 13945 w 24481"/>
                    <a:gd name="connsiteY6" fmla="*/ 1679 h 13989"/>
                    <a:gd name="connsiteX7" fmla="*/ 24437 w 24481"/>
                    <a:gd name="connsiteY7" fmla="*/ 1679 h 1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81" h="13989">
                      <a:moveTo>
                        <a:pt x="24437" y="-70"/>
                      </a:moveTo>
                      <a:lnTo>
                        <a:pt x="24437" y="-70"/>
                      </a:lnTo>
                      <a:cubicBezTo>
                        <a:pt x="13071" y="-70"/>
                        <a:pt x="6951" y="7799"/>
                        <a:pt x="-44" y="13920"/>
                      </a:cubicBezTo>
                      <a:lnTo>
                        <a:pt x="-44" y="13920"/>
                      </a:lnTo>
                      <a:cubicBezTo>
                        <a:pt x="-44" y="13920"/>
                        <a:pt x="-44" y="13920"/>
                        <a:pt x="-44" y="13920"/>
                      </a:cubicBezTo>
                      <a:cubicBezTo>
                        <a:pt x="-44" y="13920"/>
                        <a:pt x="-44" y="13920"/>
                        <a:pt x="-44" y="13920"/>
                      </a:cubicBezTo>
                      <a:cubicBezTo>
                        <a:pt x="-44" y="13920"/>
                        <a:pt x="10448" y="6925"/>
                        <a:pt x="13945" y="1679"/>
                      </a:cubicBezTo>
                      <a:lnTo>
                        <a:pt x="24437" y="1679"/>
                      </a:lnTo>
                      <a:close/>
                    </a:path>
                  </a:pathLst>
                </a:custGeom>
                <a:solidFill>
                  <a:srgbClr val="7C7C96"/>
                </a:solidFill>
                <a:ln w="87213" cap="flat">
                  <a:noFill/>
                  <a:prstDash val="solid"/>
                  <a:miter/>
                </a:ln>
              </p:spPr>
              <p:txBody>
                <a:bodyPr rtlCol="0" anchor="ctr"/>
                <a:lstStyle/>
                <a:p>
                  <a:endParaRPr lang="en-IN" dirty="0"/>
                </a:p>
              </p:txBody>
            </p:sp>
            <p:sp>
              <p:nvSpPr>
                <p:cNvPr id="2686" name="Freeform: Shape 2685">
                  <a:extLst>
                    <a:ext uri="{FF2B5EF4-FFF2-40B4-BE49-F238E27FC236}">
                      <a16:creationId xmlns:a16="http://schemas.microsoft.com/office/drawing/2014/main" id="{ED650616-5957-D9BF-0290-D4B1B8EBFA97}"/>
                    </a:ext>
                  </a:extLst>
                </p:cNvPr>
                <p:cNvSpPr/>
                <p:nvPr/>
              </p:nvSpPr>
              <p:spPr>
                <a:xfrm>
                  <a:off x="2998547" y="4419476"/>
                  <a:ext cx="34100" cy="53335"/>
                </a:xfrm>
                <a:custGeom>
                  <a:avLst/>
                  <a:gdLst>
                    <a:gd name="connsiteX0" fmla="*/ -44 w 34100"/>
                    <a:gd name="connsiteY0" fmla="*/ 53265 h 53335"/>
                    <a:gd name="connsiteX1" fmla="*/ 34056 w 34100"/>
                    <a:gd name="connsiteY1" fmla="*/ -70 h 53335"/>
                    <a:gd name="connsiteX2" fmla="*/ 27936 w 34100"/>
                    <a:gd name="connsiteY2" fmla="*/ 11297 h 53335"/>
                    <a:gd name="connsiteX3" fmla="*/ 7825 w 34100"/>
                    <a:gd name="connsiteY3" fmla="*/ 43647 h 53335"/>
                    <a:gd name="connsiteX4" fmla="*/ -44 w 34100"/>
                    <a:gd name="connsiteY4" fmla="*/ 53265 h 5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00" h="53334">
                      <a:moveTo>
                        <a:pt x="-44" y="53265"/>
                      </a:moveTo>
                      <a:lnTo>
                        <a:pt x="34056" y="-70"/>
                      </a:lnTo>
                      <a:cubicBezTo>
                        <a:pt x="34056" y="5176"/>
                        <a:pt x="34056" y="7799"/>
                        <a:pt x="27936" y="11297"/>
                      </a:cubicBezTo>
                      <a:cubicBezTo>
                        <a:pt x="22392" y="22759"/>
                        <a:pt x="15651" y="33601"/>
                        <a:pt x="7825" y="43647"/>
                      </a:cubicBezTo>
                      <a:cubicBezTo>
                        <a:pt x="7825" y="43647"/>
                        <a:pt x="4328" y="51517"/>
                        <a:pt x="-44" y="53265"/>
                      </a:cubicBezTo>
                      <a:close/>
                    </a:path>
                  </a:pathLst>
                </a:custGeom>
                <a:solidFill>
                  <a:srgbClr val="7E7E97"/>
                </a:solidFill>
                <a:ln w="87213" cap="flat">
                  <a:noFill/>
                  <a:prstDash val="solid"/>
                  <a:miter/>
                </a:ln>
              </p:spPr>
              <p:txBody>
                <a:bodyPr rtlCol="0" anchor="ctr"/>
                <a:lstStyle/>
                <a:p>
                  <a:endParaRPr lang="en-IN" dirty="0"/>
                </a:p>
              </p:txBody>
            </p:sp>
            <p:sp>
              <p:nvSpPr>
                <p:cNvPr id="2687" name="Freeform: Shape 2686">
                  <a:extLst>
                    <a:ext uri="{FF2B5EF4-FFF2-40B4-BE49-F238E27FC236}">
                      <a16:creationId xmlns:a16="http://schemas.microsoft.com/office/drawing/2014/main" id="{BBF9B422-C486-6F0F-D817-3EAB578FE098}"/>
                    </a:ext>
                  </a:extLst>
                </p:cNvPr>
                <p:cNvSpPr/>
                <p:nvPr/>
              </p:nvSpPr>
              <p:spPr>
                <a:xfrm>
                  <a:off x="2959202" y="4403737"/>
                  <a:ext cx="12240" cy="24481"/>
                </a:xfrm>
                <a:custGeom>
                  <a:avLst/>
                  <a:gdLst>
                    <a:gd name="connsiteX0" fmla="*/ -44 w 12240"/>
                    <a:gd name="connsiteY0" fmla="*/ 24412 h 24481"/>
                    <a:gd name="connsiteX1" fmla="*/ 12197 w 12240"/>
                    <a:gd name="connsiteY1" fmla="*/ -70 h 24481"/>
                    <a:gd name="connsiteX2" fmla="*/ 12197 w 12240"/>
                    <a:gd name="connsiteY2" fmla="*/ -70 h 24481"/>
                    <a:gd name="connsiteX3" fmla="*/ -44 w 12240"/>
                    <a:gd name="connsiteY3" fmla="*/ 24412 h 24481"/>
                  </a:gdLst>
                  <a:ahLst/>
                  <a:cxnLst>
                    <a:cxn ang="0">
                      <a:pos x="connsiteX0" y="connsiteY0"/>
                    </a:cxn>
                    <a:cxn ang="0">
                      <a:pos x="connsiteX1" y="connsiteY1"/>
                    </a:cxn>
                    <a:cxn ang="0">
                      <a:pos x="connsiteX2" y="connsiteY2"/>
                    </a:cxn>
                    <a:cxn ang="0">
                      <a:pos x="connsiteX3" y="connsiteY3"/>
                    </a:cxn>
                  </a:cxnLst>
                  <a:rect l="l" t="t" r="r" b="b"/>
                  <a:pathLst>
                    <a:path w="12240" h="24481">
                      <a:moveTo>
                        <a:pt x="-44" y="24412"/>
                      </a:moveTo>
                      <a:cubicBezTo>
                        <a:pt x="2430" y="15537"/>
                        <a:pt x="6583" y="7231"/>
                        <a:pt x="12197" y="-70"/>
                      </a:cubicBezTo>
                      <a:lnTo>
                        <a:pt x="12197" y="-70"/>
                      </a:lnTo>
                      <a:cubicBezTo>
                        <a:pt x="10203" y="8979"/>
                        <a:pt x="5998" y="17391"/>
                        <a:pt x="-44" y="24412"/>
                      </a:cubicBezTo>
                      <a:close/>
                    </a:path>
                  </a:pathLst>
                </a:custGeom>
                <a:solidFill>
                  <a:srgbClr val="85859D"/>
                </a:solidFill>
                <a:ln w="87213" cap="flat">
                  <a:noFill/>
                  <a:prstDash val="solid"/>
                  <a:miter/>
                </a:ln>
              </p:spPr>
              <p:txBody>
                <a:bodyPr rtlCol="0" anchor="ctr"/>
                <a:lstStyle/>
                <a:p>
                  <a:endParaRPr lang="en-IN" dirty="0"/>
                </a:p>
              </p:txBody>
            </p:sp>
            <p:sp>
              <p:nvSpPr>
                <p:cNvPr id="2688" name="Freeform: Shape 2687">
                  <a:extLst>
                    <a:ext uri="{FF2B5EF4-FFF2-40B4-BE49-F238E27FC236}">
                      <a16:creationId xmlns:a16="http://schemas.microsoft.com/office/drawing/2014/main" id="{FED8B46A-6304-ED22-7EDC-36A0549A9A01}"/>
                    </a:ext>
                  </a:extLst>
                </p:cNvPr>
                <p:cNvSpPr/>
                <p:nvPr/>
              </p:nvSpPr>
              <p:spPr>
                <a:xfrm>
                  <a:off x="2953956" y="4403737"/>
                  <a:ext cx="20984" cy="31476"/>
                </a:xfrm>
                <a:custGeom>
                  <a:avLst/>
                  <a:gdLst>
                    <a:gd name="connsiteX0" fmla="*/ 5202 w 20984"/>
                    <a:gd name="connsiteY0" fmla="*/ 24412 h 31476"/>
                    <a:gd name="connsiteX1" fmla="*/ 20940 w 20984"/>
                    <a:gd name="connsiteY1" fmla="*/ -70 h 31476"/>
                    <a:gd name="connsiteX2" fmla="*/ 20940 w 20984"/>
                    <a:gd name="connsiteY2" fmla="*/ -70 h 31476"/>
                    <a:gd name="connsiteX3" fmla="*/ 20940 w 20984"/>
                    <a:gd name="connsiteY3" fmla="*/ -70 h 31476"/>
                    <a:gd name="connsiteX4" fmla="*/ -44 w 20984"/>
                    <a:gd name="connsiteY4" fmla="*/ 31406 h 31476"/>
                    <a:gd name="connsiteX5" fmla="*/ -44 w 20984"/>
                    <a:gd name="connsiteY5" fmla="*/ 31406 h 3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84" h="31476">
                      <a:moveTo>
                        <a:pt x="5202" y="24412"/>
                      </a:moveTo>
                      <a:lnTo>
                        <a:pt x="20940" y="-70"/>
                      </a:lnTo>
                      <a:lnTo>
                        <a:pt x="20940" y="-70"/>
                      </a:lnTo>
                      <a:cubicBezTo>
                        <a:pt x="20940" y="-70"/>
                        <a:pt x="20940" y="-70"/>
                        <a:pt x="20940" y="-70"/>
                      </a:cubicBezTo>
                      <a:lnTo>
                        <a:pt x="-44" y="31406"/>
                      </a:lnTo>
                      <a:lnTo>
                        <a:pt x="-44" y="31406"/>
                      </a:lnTo>
                      <a:close/>
                    </a:path>
                  </a:pathLst>
                </a:custGeom>
                <a:solidFill>
                  <a:srgbClr val="7C7C96"/>
                </a:solidFill>
                <a:ln w="87213" cap="flat">
                  <a:noFill/>
                  <a:prstDash val="solid"/>
                  <a:miter/>
                </a:ln>
              </p:spPr>
              <p:txBody>
                <a:bodyPr rtlCol="0" anchor="ctr"/>
                <a:lstStyle/>
                <a:p>
                  <a:endParaRPr lang="en-IN" dirty="0"/>
                </a:p>
              </p:txBody>
            </p:sp>
            <p:sp>
              <p:nvSpPr>
                <p:cNvPr id="2689" name="Freeform: Shape 2688">
                  <a:extLst>
                    <a:ext uri="{FF2B5EF4-FFF2-40B4-BE49-F238E27FC236}">
                      <a16:creationId xmlns:a16="http://schemas.microsoft.com/office/drawing/2014/main" id="{8321818A-0582-C6D6-01FD-3C36B309F23C}"/>
                    </a:ext>
                  </a:extLst>
                </p:cNvPr>
                <p:cNvSpPr/>
                <p:nvPr/>
              </p:nvSpPr>
              <p:spPr>
                <a:xfrm>
                  <a:off x="3006417" y="4430843"/>
                  <a:ext cx="20110" cy="32350"/>
                </a:xfrm>
                <a:custGeom>
                  <a:avLst/>
                  <a:gdLst>
                    <a:gd name="connsiteX0" fmla="*/ -44 w 20110"/>
                    <a:gd name="connsiteY0" fmla="*/ 32280 h 32350"/>
                    <a:gd name="connsiteX1" fmla="*/ 20066 w 20110"/>
                    <a:gd name="connsiteY1" fmla="*/ -70 h 32350"/>
                    <a:gd name="connsiteX2" fmla="*/ -44 w 20110"/>
                    <a:gd name="connsiteY2" fmla="*/ 32280 h 32350"/>
                  </a:gdLst>
                  <a:ahLst/>
                  <a:cxnLst>
                    <a:cxn ang="0">
                      <a:pos x="connsiteX0" y="connsiteY0"/>
                    </a:cxn>
                    <a:cxn ang="0">
                      <a:pos x="connsiteX1" y="connsiteY1"/>
                    </a:cxn>
                    <a:cxn ang="0">
                      <a:pos x="connsiteX2" y="connsiteY2"/>
                    </a:cxn>
                  </a:cxnLst>
                  <a:rect l="l" t="t" r="r" b="b"/>
                  <a:pathLst>
                    <a:path w="20110" h="32350">
                      <a:moveTo>
                        <a:pt x="-44" y="32280"/>
                      </a:moveTo>
                      <a:lnTo>
                        <a:pt x="20066" y="-70"/>
                      </a:lnTo>
                      <a:cubicBezTo>
                        <a:pt x="15589" y="11943"/>
                        <a:pt x="8752" y="22943"/>
                        <a:pt x="-44" y="32280"/>
                      </a:cubicBezTo>
                      <a:close/>
                    </a:path>
                  </a:pathLst>
                </a:custGeom>
                <a:solidFill>
                  <a:srgbClr val="85859D"/>
                </a:solidFill>
                <a:ln w="87213" cap="flat">
                  <a:noFill/>
                  <a:prstDash val="solid"/>
                  <a:miter/>
                </a:ln>
              </p:spPr>
              <p:txBody>
                <a:bodyPr rtlCol="0" anchor="ctr"/>
                <a:lstStyle/>
                <a:p>
                  <a:endParaRPr lang="en-IN" dirty="0"/>
                </a:p>
              </p:txBody>
            </p:sp>
            <p:sp>
              <p:nvSpPr>
                <p:cNvPr id="2690" name="Freeform: Shape 2689">
                  <a:extLst>
                    <a:ext uri="{FF2B5EF4-FFF2-40B4-BE49-F238E27FC236}">
                      <a16:creationId xmlns:a16="http://schemas.microsoft.com/office/drawing/2014/main" id="{B3DCB112-DF85-3E46-76BE-494D269B0AEA}"/>
                    </a:ext>
                  </a:extLst>
                </p:cNvPr>
                <p:cNvSpPr/>
                <p:nvPr/>
              </p:nvSpPr>
              <p:spPr>
                <a:xfrm>
                  <a:off x="2945795" y="4458822"/>
                  <a:ext cx="3497" cy="10370"/>
                </a:xfrm>
                <a:custGeom>
                  <a:avLst/>
                  <a:gdLst>
                    <a:gd name="connsiteX0" fmla="*/ 1122 w 3497"/>
                    <a:gd name="connsiteY0" fmla="*/ -70 h 10370"/>
                    <a:gd name="connsiteX1" fmla="*/ 1122 w 3497"/>
                    <a:gd name="connsiteY1" fmla="*/ 9547 h 10370"/>
                    <a:gd name="connsiteX2" fmla="*/ 1122 w 3497"/>
                    <a:gd name="connsiteY2" fmla="*/ -70 h 10370"/>
                  </a:gdLst>
                  <a:ahLst/>
                  <a:cxnLst>
                    <a:cxn ang="0">
                      <a:pos x="connsiteX0" y="connsiteY0"/>
                    </a:cxn>
                    <a:cxn ang="0">
                      <a:pos x="connsiteX1" y="connsiteY1"/>
                    </a:cxn>
                    <a:cxn ang="0">
                      <a:pos x="connsiteX2" y="connsiteY2"/>
                    </a:cxn>
                  </a:cxnLst>
                  <a:rect l="l" t="t" r="r" b="b"/>
                  <a:pathLst>
                    <a:path w="3497" h="10370">
                      <a:moveTo>
                        <a:pt x="1122" y="-70"/>
                      </a:moveTo>
                      <a:cubicBezTo>
                        <a:pt x="6367" y="-70"/>
                        <a:pt x="1122" y="6050"/>
                        <a:pt x="1122" y="9547"/>
                      </a:cubicBezTo>
                      <a:cubicBezTo>
                        <a:pt x="1122" y="13045"/>
                        <a:pt x="-1501" y="3427"/>
                        <a:pt x="1122" y="-70"/>
                      </a:cubicBezTo>
                      <a:close/>
                    </a:path>
                  </a:pathLst>
                </a:custGeom>
                <a:solidFill>
                  <a:srgbClr val="777792"/>
                </a:solidFill>
                <a:ln w="87213" cap="flat">
                  <a:noFill/>
                  <a:prstDash val="solid"/>
                  <a:miter/>
                </a:ln>
              </p:spPr>
              <p:txBody>
                <a:bodyPr rtlCol="0" anchor="ctr"/>
                <a:lstStyle/>
                <a:p>
                  <a:endParaRPr lang="en-IN" dirty="0"/>
                </a:p>
              </p:txBody>
            </p:sp>
            <p:sp>
              <p:nvSpPr>
                <p:cNvPr id="2691" name="Freeform: Shape 2690">
                  <a:extLst>
                    <a:ext uri="{FF2B5EF4-FFF2-40B4-BE49-F238E27FC236}">
                      <a16:creationId xmlns:a16="http://schemas.microsoft.com/office/drawing/2014/main" id="{1ADED6CD-78C8-AEF0-2BF7-FCAA81123D36}"/>
                    </a:ext>
                  </a:extLst>
                </p:cNvPr>
                <p:cNvSpPr/>
                <p:nvPr/>
              </p:nvSpPr>
              <p:spPr>
                <a:xfrm>
                  <a:off x="2947836" y="4443083"/>
                  <a:ext cx="5245" cy="13989"/>
                </a:xfrm>
                <a:custGeom>
                  <a:avLst/>
                  <a:gdLst>
                    <a:gd name="connsiteX0" fmla="*/ 5202 w 5245"/>
                    <a:gd name="connsiteY0" fmla="*/ -70 h 13989"/>
                    <a:gd name="connsiteX1" fmla="*/ -44 w 5245"/>
                    <a:gd name="connsiteY1" fmla="*/ 13919 h 13989"/>
                    <a:gd name="connsiteX2" fmla="*/ -44 w 5245"/>
                    <a:gd name="connsiteY2" fmla="*/ 6924 h 13989"/>
                    <a:gd name="connsiteX3" fmla="*/ 5202 w 5245"/>
                    <a:gd name="connsiteY3" fmla="*/ -70 h 13989"/>
                  </a:gdLst>
                  <a:ahLst/>
                  <a:cxnLst>
                    <a:cxn ang="0">
                      <a:pos x="connsiteX0" y="connsiteY0"/>
                    </a:cxn>
                    <a:cxn ang="0">
                      <a:pos x="connsiteX1" y="connsiteY1"/>
                    </a:cxn>
                    <a:cxn ang="0">
                      <a:pos x="connsiteX2" y="connsiteY2"/>
                    </a:cxn>
                    <a:cxn ang="0">
                      <a:pos x="connsiteX3" y="connsiteY3"/>
                    </a:cxn>
                  </a:cxnLst>
                  <a:rect l="l" t="t" r="r" b="b"/>
                  <a:pathLst>
                    <a:path w="5245" h="13989">
                      <a:moveTo>
                        <a:pt x="5202" y="-70"/>
                      </a:moveTo>
                      <a:cubicBezTo>
                        <a:pt x="4380" y="4887"/>
                        <a:pt x="2605" y="9644"/>
                        <a:pt x="-44" y="13919"/>
                      </a:cubicBezTo>
                      <a:cubicBezTo>
                        <a:pt x="-44" y="13919"/>
                        <a:pt x="-44" y="13919"/>
                        <a:pt x="-44" y="6924"/>
                      </a:cubicBezTo>
                      <a:cubicBezTo>
                        <a:pt x="786" y="4030"/>
                        <a:pt x="2649" y="1538"/>
                        <a:pt x="5202" y="-70"/>
                      </a:cubicBezTo>
                      <a:close/>
                    </a:path>
                  </a:pathLst>
                </a:custGeom>
                <a:solidFill>
                  <a:srgbClr val="777792"/>
                </a:solidFill>
                <a:ln w="87213" cap="flat">
                  <a:noFill/>
                  <a:prstDash val="solid"/>
                  <a:miter/>
                </a:ln>
              </p:spPr>
              <p:txBody>
                <a:bodyPr rtlCol="0" anchor="ctr"/>
                <a:lstStyle/>
                <a:p>
                  <a:endParaRPr lang="en-IN" dirty="0"/>
                </a:p>
              </p:txBody>
            </p:sp>
            <p:sp>
              <p:nvSpPr>
                <p:cNvPr id="2692" name="Freeform: Shape 2691">
                  <a:extLst>
                    <a:ext uri="{FF2B5EF4-FFF2-40B4-BE49-F238E27FC236}">
                      <a16:creationId xmlns:a16="http://schemas.microsoft.com/office/drawing/2014/main" id="{F88E204B-A29E-7341-5F2E-6D59B8BA0082}"/>
                    </a:ext>
                  </a:extLst>
                </p:cNvPr>
                <p:cNvSpPr/>
                <p:nvPr/>
              </p:nvSpPr>
              <p:spPr>
                <a:xfrm>
                  <a:off x="3017783" y="4374884"/>
                  <a:ext cx="14864" cy="9617"/>
                </a:xfrm>
                <a:custGeom>
                  <a:avLst/>
                  <a:gdLst>
                    <a:gd name="connsiteX0" fmla="*/ 14820 w 14864"/>
                    <a:gd name="connsiteY0" fmla="*/ 9548 h 9617"/>
                    <a:gd name="connsiteX1" fmla="*/ -44 w 14864"/>
                    <a:gd name="connsiteY1" fmla="*/ -70 h 9617"/>
                    <a:gd name="connsiteX2" fmla="*/ -44 w 14864"/>
                    <a:gd name="connsiteY2" fmla="*/ -70 h 9617"/>
                    <a:gd name="connsiteX3" fmla="*/ 7825 w 14864"/>
                    <a:gd name="connsiteY3" fmla="*/ 5176 h 9617"/>
                    <a:gd name="connsiteX4" fmla="*/ 14820 w 14864"/>
                    <a:gd name="connsiteY4" fmla="*/ 9548 h 9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64" h="9617">
                      <a:moveTo>
                        <a:pt x="14820" y="9548"/>
                      </a:moveTo>
                      <a:lnTo>
                        <a:pt x="-44" y="-70"/>
                      </a:lnTo>
                      <a:lnTo>
                        <a:pt x="-44" y="-70"/>
                      </a:lnTo>
                      <a:cubicBezTo>
                        <a:pt x="3138" y="638"/>
                        <a:pt x="5945" y="2510"/>
                        <a:pt x="7825" y="5176"/>
                      </a:cubicBezTo>
                      <a:cubicBezTo>
                        <a:pt x="7825" y="5176"/>
                        <a:pt x="14820" y="6925"/>
                        <a:pt x="14820" y="9548"/>
                      </a:cubicBezTo>
                      <a:close/>
                    </a:path>
                  </a:pathLst>
                </a:custGeom>
                <a:solidFill>
                  <a:srgbClr val="7E7E97"/>
                </a:solidFill>
                <a:ln w="87213" cap="flat">
                  <a:noFill/>
                  <a:prstDash val="solid"/>
                  <a:miter/>
                </a:ln>
              </p:spPr>
              <p:txBody>
                <a:bodyPr rtlCol="0" anchor="ctr"/>
                <a:lstStyle/>
                <a:p>
                  <a:endParaRPr lang="en-IN" dirty="0"/>
                </a:p>
              </p:txBody>
            </p:sp>
            <p:sp>
              <p:nvSpPr>
                <p:cNvPr id="2693" name="Freeform: Shape 2692">
                  <a:extLst>
                    <a:ext uri="{FF2B5EF4-FFF2-40B4-BE49-F238E27FC236}">
                      <a16:creationId xmlns:a16="http://schemas.microsoft.com/office/drawing/2014/main" id="{05598541-2008-C7A6-A735-E98714A11DA9}"/>
                    </a:ext>
                  </a:extLst>
                </p:cNvPr>
                <p:cNvSpPr/>
                <p:nvPr/>
              </p:nvSpPr>
              <p:spPr>
                <a:xfrm>
                  <a:off x="2979312" y="4389748"/>
                  <a:ext cx="5245" cy="10491"/>
                </a:xfrm>
                <a:custGeom>
                  <a:avLst/>
                  <a:gdLst>
                    <a:gd name="connsiteX0" fmla="*/ -44 w 5245"/>
                    <a:gd name="connsiteY0" fmla="*/ 10422 h 10491"/>
                    <a:gd name="connsiteX1" fmla="*/ -44 w 5245"/>
                    <a:gd name="connsiteY1" fmla="*/ 10422 h 10491"/>
                    <a:gd name="connsiteX2" fmla="*/ 5202 w 5245"/>
                    <a:gd name="connsiteY2" fmla="*/ -70 h 10491"/>
                    <a:gd name="connsiteX3" fmla="*/ 5202 w 5245"/>
                    <a:gd name="connsiteY3" fmla="*/ -70 h 10491"/>
                    <a:gd name="connsiteX4" fmla="*/ 5202 w 5245"/>
                    <a:gd name="connsiteY4" fmla="*/ -70 h 10491"/>
                    <a:gd name="connsiteX5" fmla="*/ -44 w 5245"/>
                    <a:gd name="connsiteY5" fmla="*/ 10422 h 1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5" h="10491">
                      <a:moveTo>
                        <a:pt x="-44" y="10422"/>
                      </a:moveTo>
                      <a:lnTo>
                        <a:pt x="-44" y="10422"/>
                      </a:lnTo>
                      <a:lnTo>
                        <a:pt x="5202" y="-70"/>
                      </a:lnTo>
                      <a:lnTo>
                        <a:pt x="5202" y="-70"/>
                      </a:lnTo>
                      <a:lnTo>
                        <a:pt x="5202" y="-70"/>
                      </a:lnTo>
                      <a:cubicBezTo>
                        <a:pt x="4266" y="3777"/>
                        <a:pt x="2474" y="7362"/>
                        <a:pt x="-44" y="10422"/>
                      </a:cubicBezTo>
                      <a:close/>
                    </a:path>
                  </a:pathLst>
                </a:custGeom>
                <a:solidFill>
                  <a:srgbClr val="7E7E97"/>
                </a:solidFill>
                <a:ln w="87213" cap="flat">
                  <a:noFill/>
                  <a:prstDash val="solid"/>
                  <a:miter/>
                </a:ln>
              </p:spPr>
              <p:txBody>
                <a:bodyPr rtlCol="0" anchor="ctr"/>
                <a:lstStyle/>
                <a:p>
                  <a:endParaRPr lang="en-IN" dirty="0"/>
                </a:p>
              </p:txBody>
            </p:sp>
            <p:sp>
              <p:nvSpPr>
                <p:cNvPr id="2694" name="Freeform: Shape 2693">
                  <a:extLst>
                    <a:ext uri="{FF2B5EF4-FFF2-40B4-BE49-F238E27FC236}">
                      <a16:creationId xmlns:a16="http://schemas.microsoft.com/office/drawing/2014/main" id="{82FADEE7-D6B2-2A88-806C-1FBC6C82EF34}"/>
                    </a:ext>
                  </a:extLst>
                </p:cNvPr>
                <p:cNvSpPr/>
                <p:nvPr/>
              </p:nvSpPr>
              <p:spPr>
                <a:xfrm>
                  <a:off x="3034007" y="4407616"/>
                  <a:ext cx="388" cy="9237"/>
                </a:xfrm>
                <a:custGeom>
                  <a:avLst/>
                  <a:gdLst>
                    <a:gd name="connsiteX0" fmla="*/ 345 w 388"/>
                    <a:gd name="connsiteY0" fmla="*/ 9167 h 9237"/>
                    <a:gd name="connsiteX1" fmla="*/ 345 w 388"/>
                    <a:gd name="connsiteY1" fmla="*/ 2172 h 9237"/>
                    <a:gd name="connsiteX2" fmla="*/ 345 w 388"/>
                    <a:gd name="connsiteY2" fmla="*/ 9167 h 9237"/>
                  </a:gdLst>
                  <a:ahLst/>
                  <a:cxnLst>
                    <a:cxn ang="0">
                      <a:pos x="connsiteX0" y="connsiteY0"/>
                    </a:cxn>
                    <a:cxn ang="0">
                      <a:pos x="connsiteX1" y="connsiteY1"/>
                    </a:cxn>
                    <a:cxn ang="0">
                      <a:pos x="connsiteX2" y="connsiteY2"/>
                    </a:cxn>
                  </a:cxnLst>
                  <a:rect l="l" t="t" r="r" b="b"/>
                  <a:pathLst>
                    <a:path w="388" h="9237">
                      <a:moveTo>
                        <a:pt x="345" y="9167"/>
                      </a:moveTo>
                      <a:cubicBezTo>
                        <a:pt x="345" y="9167"/>
                        <a:pt x="345" y="9167"/>
                        <a:pt x="345" y="2172"/>
                      </a:cubicBezTo>
                      <a:cubicBezTo>
                        <a:pt x="345" y="-4823"/>
                        <a:pt x="-530" y="6544"/>
                        <a:pt x="345" y="9167"/>
                      </a:cubicBezTo>
                      <a:close/>
                    </a:path>
                  </a:pathLst>
                </a:custGeom>
                <a:solidFill>
                  <a:srgbClr val="7E7E97"/>
                </a:solidFill>
                <a:ln w="87213" cap="flat">
                  <a:noFill/>
                  <a:prstDash val="solid"/>
                  <a:miter/>
                </a:ln>
              </p:spPr>
              <p:txBody>
                <a:bodyPr rtlCol="0" anchor="ctr"/>
                <a:lstStyle/>
                <a:p>
                  <a:endParaRPr lang="en-IN" dirty="0"/>
                </a:p>
              </p:txBody>
            </p:sp>
            <p:sp>
              <p:nvSpPr>
                <p:cNvPr id="2695" name="Freeform: Shape 2694">
                  <a:extLst>
                    <a:ext uri="{FF2B5EF4-FFF2-40B4-BE49-F238E27FC236}">
                      <a16:creationId xmlns:a16="http://schemas.microsoft.com/office/drawing/2014/main" id="{DAFF648A-C36A-8530-819E-1C7D93E3E3A7}"/>
                    </a:ext>
                  </a:extLst>
                </p:cNvPr>
                <p:cNvSpPr/>
                <p:nvPr/>
              </p:nvSpPr>
              <p:spPr>
                <a:xfrm>
                  <a:off x="2952069" y="4432591"/>
                  <a:ext cx="4509" cy="8743"/>
                </a:xfrm>
                <a:custGeom>
                  <a:avLst/>
                  <a:gdLst>
                    <a:gd name="connsiteX0" fmla="*/ 4466 w 4509"/>
                    <a:gd name="connsiteY0" fmla="*/ -70 h 8743"/>
                    <a:gd name="connsiteX1" fmla="*/ 4466 w 4509"/>
                    <a:gd name="connsiteY1" fmla="*/ -70 h 8743"/>
                    <a:gd name="connsiteX2" fmla="*/ 94 w 4509"/>
                    <a:gd name="connsiteY2" fmla="*/ 8673 h 8743"/>
                    <a:gd name="connsiteX3" fmla="*/ 94 w 4509"/>
                    <a:gd name="connsiteY3" fmla="*/ 8673 h 8743"/>
                    <a:gd name="connsiteX4" fmla="*/ 4466 w 4509"/>
                    <a:gd name="connsiteY4" fmla="*/ -70 h 8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9" h="8743">
                      <a:moveTo>
                        <a:pt x="4466" y="-70"/>
                      </a:moveTo>
                      <a:lnTo>
                        <a:pt x="4466" y="-70"/>
                      </a:lnTo>
                      <a:cubicBezTo>
                        <a:pt x="3915" y="3217"/>
                        <a:pt x="2394" y="6260"/>
                        <a:pt x="94" y="8673"/>
                      </a:cubicBezTo>
                      <a:lnTo>
                        <a:pt x="94" y="8673"/>
                      </a:lnTo>
                      <a:cubicBezTo>
                        <a:pt x="-780" y="5176"/>
                        <a:pt x="2717" y="3427"/>
                        <a:pt x="4466" y="-70"/>
                      </a:cubicBezTo>
                      <a:close/>
                    </a:path>
                  </a:pathLst>
                </a:custGeom>
                <a:solidFill>
                  <a:srgbClr val="7E7E97"/>
                </a:solidFill>
                <a:ln w="87213" cap="flat">
                  <a:noFill/>
                  <a:prstDash val="solid"/>
                  <a:miter/>
                </a:ln>
              </p:spPr>
              <p:txBody>
                <a:bodyPr rtlCol="0" anchor="ctr"/>
                <a:lstStyle/>
                <a:p>
                  <a:endParaRPr lang="en-IN" dirty="0"/>
                </a:p>
              </p:txBody>
            </p:sp>
            <p:sp>
              <p:nvSpPr>
                <p:cNvPr id="2696" name="Freeform: Shape 2695">
                  <a:extLst>
                    <a:ext uri="{FF2B5EF4-FFF2-40B4-BE49-F238E27FC236}">
                      <a16:creationId xmlns:a16="http://schemas.microsoft.com/office/drawing/2014/main" id="{6C07EB59-90F1-4FE8-2064-8A1631F8AB7E}"/>
                    </a:ext>
                  </a:extLst>
                </p:cNvPr>
                <p:cNvSpPr/>
                <p:nvPr/>
              </p:nvSpPr>
              <p:spPr>
                <a:xfrm>
                  <a:off x="2985433" y="4394994"/>
                  <a:ext cx="87434" cy="87434"/>
                </a:xfrm>
                <a:custGeom>
                  <a:avLst/>
                  <a:gdLst>
                    <a:gd name="connsiteX0" fmla="*/ -44 w 87434"/>
                    <a:gd name="connsiteY0" fmla="*/ -70 h 87434"/>
                    <a:gd name="connsiteX1" fmla="*/ -44 w 87434"/>
                    <a:gd name="connsiteY1" fmla="*/ -70 h 87434"/>
                    <a:gd name="connsiteX2" fmla="*/ -44 w 87434"/>
                    <a:gd name="connsiteY2" fmla="*/ -70 h 87434"/>
                  </a:gdLst>
                  <a:ahLst/>
                  <a:cxnLst>
                    <a:cxn ang="0">
                      <a:pos x="connsiteX0" y="connsiteY0"/>
                    </a:cxn>
                    <a:cxn ang="0">
                      <a:pos x="connsiteX1" y="connsiteY1"/>
                    </a:cxn>
                    <a:cxn ang="0">
                      <a:pos x="connsiteX2" y="connsiteY2"/>
                    </a:cxn>
                  </a:cxnLst>
                  <a:rect l="l" t="t" r="r" b="b"/>
                  <a:pathLst>
                    <a:path w="87434" h="87434">
                      <a:moveTo>
                        <a:pt x="-44" y="-70"/>
                      </a:moveTo>
                      <a:lnTo>
                        <a:pt x="-44" y="-70"/>
                      </a:lnTo>
                      <a:cubicBezTo>
                        <a:pt x="-44" y="-70"/>
                        <a:pt x="-44" y="-70"/>
                        <a:pt x="-44" y="-70"/>
                      </a:cubicBezTo>
                      <a:close/>
                    </a:path>
                  </a:pathLst>
                </a:custGeom>
                <a:solidFill>
                  <a:srgbClr val="85859D"/>
                </a:solidFill>
                <a:ln w="87213" cap="flat">
                  <a:noFill/>
                  <a:prstDash val="solid"/>
                  <a:miter/>
                </a:ln>
              </p:spPr>
              <p:txBody>
                <a:bodyPr rtlCol="0" anchor="ctr"/>
                <a:lstStyle/>
                <a:p>
                  <a:endParaRPr lang="en-IN" dirty="0"/>
                </a:p>
              </p:txBody>
            </p:sp>
            <p:sp>
              <p:nvSpPr>
                <p:cNvPr id="2697" name="Freeform: Shape 2696">
                  <a:extLst>
                    <a:ext uri="{FF2B5EF4-FFF2-40B4-BE49-F238E27FC236}">
                      <a16:creationId xmlns:a16="http://schemas.microsoft.com/office/drawing/2014/main" id="{08219C69-FB9E-C2E0-705D-9273F08D3149}"/>
                    </a:ext>
                  </a:extLst>
                </p:cNvPr>
                <p:cNvSpPr/>
                <p:nvPr/>
              </p:nvSpPr>
              <p:spPr>
                <a:xfrm>
                  <a:off x="3021280" y="4374800"/>
                  <a:ext cx="7869" cy="5330"/>
                </a:xfrm>
                <a:custGeom>
                  <a:avLst/>
                  <a:gdLst>
                    <a:gd name="connsiteX0" fmla="*/ 7825 w 7869"/>
                    <a:gd name="connsiteY0" fmla="*/ 5261 h 5330"/>
                    <a:gd name="connsiteX1" fmla="*/ -44 w 7869"/>
                    <a:gd name="connsiteY1" fmla="*/ 14 h 5330"/>
                    <a:gd name="connsiteX2" fmla="*/ 7825 w 7869"/>
                    <a:gd name="connsiteY2" fmla="*/ 5261 h 5330"/>
                  </a:gdLst>
                  <a:ahLst/>
                  <a:cxnLst>
                    <a:cxn ang="0">
                      <a:pos x="connsiteX0" y="connsiteY0"/>
                    </a:cxn>
                    <a:cxn ang="0">
                      <a:pos x="connsiteX1" y="connsiteY1"/>
                    </a:cxn>
                    <a:cxn ang="0">
                      <a:pos x="connsiteX2" y="connsiteY2"/>
                    </a:cxn>
                  </a:cxnLst>
                  <a:rect l="l" t="t" r="r" b="b"/>
                  <a:pathLst>
                    <a:path w="7869" h="5330">
                      <a:moveTo>
                        <a:pt x="7825" y="5261"/>
                      </a:moveTo>
                      <a:lnTo>
                        <a:pt x="-44" y="14"/>
                      </a:lnTo>
                      <a:cubicBezTo>
                        <a:pt x="3541" y="-545"/>
                        <a:pt x="6959" y="1737"/>
                        <a:pt x="7825" y="5261"/>
                      </a:cubicBezTo>
                      <a:close/>
                    </a:path>
                  </a:pathLst>
                </a:custGeom>
                <a:solidFill>
                  <a:srgbClr val="85859D"/>
                </a:solidFill>
                <a:ln w="87213" cap="flat">
                  <a:noFill/>
                  <a:prstDash val="solid"/>
                  <a:miter/>
                </a:ln>
              </p:spPr>
              <p:txBody>
                <a:bodyPr rtlCol="0" anchor="ctr"/>
                <a:lstStyle/>
                <a:p>
                  <a:endParaRPr lang="en-IN" dirty="0"/>
                </a:p>
              </p:txBody>
            </p:sp>
            <p:sp>
              <p:nvSpPr>
                <p:cNvPr id="2698" name="Freeform: Shape 2697">
                  <a:extLst>
                    <a:ext uri="{FF2B5EF4-FFF2-40B4-BE49-F238E27FC236}">
                      <a16:creationId xmlns:a16="http://schemas.microsoft.com/office/drawing/2014/main" id="{F4E71CE6-B7BA-D4B6-DAA2-D7F303945D41}"/>
                    </a:ext>
                  </a:extLst>
                </p:cNvPr>
                <p:cNvSpPr/>
                <p:nvPr/>
              </p:nvSpPr>
              <p:spPr>
                <a:xfrm>
                  <a:off x="2952499" y="4475434"/>
                  <a:ext cx="2331" cy="6994"/>
                </a:xfrm>
                <a:custGeom>
                  <a:avLst/>
                  <a:gdLst>
                    <a:gd name="connsiteX0" fmla="*/ 2287 w 2331"/>
                    <a:gd name="connsiteY0" fmla="*/ 6925 h 6994"/>
                    <a:gd name="connsiteX1" fmla="*/ 2287 w 2331"/>
                    <a:gd name="connsiteY1" fmla="*/ 6925 h 6994"/>
                    <a:gd name="connsiteX2" fmla="*/ 2287 w 2331"/>
                    <a:gd name="connsiteY2" fmla="*/ -70 h 6994"/>
                  </a:gdLst>
                  <a:ahLst/>
                  <a:cxnLst>
                    <a:cxn ang="0">
                      <a:pos x="connsiteX0" y="connsiteY0"/>
                    </a:cxn>
                    <a:cxn ang="0">
                      <a:pos x="connsiteX1" y="connsiteY1"/>
                    </a:cxn>
                    <a:cxn ang="0">
                      <a:pos x="connsiteX2" y="connsiteY2"/>
                    </a:cxn>
                  </a:cxnLst>
                  <a:rect l="l" t="t" r="r" b="b"/>
                  <a:pathLst>
                    <a:path w="2331" h="6994">
                      <a:moveTo>
                        <a:pt x="2287" y="6925"/>
                      </a:moveTo>
                      <a:lnTo>
                        <a:pt x="2287" y="6925"/>
                      </a:lnTo>
                      <a:cubicBezTo>
                        <a:pt x="2287" y="6925"/>
                        <a:pt x="-2959" y="6925"/>
                        <a:pt x="2287" y="-70"/>
                      </a:cubicBezTo>
                      <a:close/>
                    </a:path>
                  </a:pathLst>
                </a:custGeom>
                <a:solidFill>
                  <a:srgbClr val="7C7C96"/>
                </a:solidFill>
                <a:ln w="87213" cap="flat">
                  <a:noFill/>
                  <a:prstDash val="solid"/>
                  <a:miter/>
                </a:ln>
              </p:spPr>
              <p:txBody>
                <a:bodyPr rtlCol="0" anchor="ctr"/>
                <a:lstStyle/>
                <a:p>
                  <a:endParaRPr lang="en-IN" dirty="0"/>
                </a:p>
              </p:txBody>
            </p:sp>
            <p:sp>
              <p:nvSpPr>
                <p:cNvPr id="2699" name="Freeform: Shape 2698">
                  <a:extLst>
                    <a:ext uri="{FF2B5EF4-FFF2-40B4-BE49-F238E27FC236}">
                      <a16:creationId xmlns:a16="http://schemas.microsoft.com/office/drawing/2014/main" id="{5C45BFD4-B601-327D-332D-65E98E4ECA4E}"/>
                    </a:ext>
                  </a:extLst>
                </p:cNvPr>
                <p:cNvSpPr/>
                <p:nvPr/>
              </p:nvSpPr>
              <p:spPr>
                <a:xfrm>
                  <a:off x="2953082" y="4443083"/>
                  <a:ext cx="87434" cy="6994"/>
                </a:xfrm>
                <a:custGeom>
                  <a:avLst/>
                  <a:gdLst>
                    <a:gd name="connsiteX0" fmla="*/ -44 w 87434"/>
                    <a:gd name="connsiteY0" fmla="*/ -70 h 6994"/>
                    <a:gd name="connsiteX1" fmla="*/ -44 w 87434"/>
                    <a:gd name="connsiteY1" fmla="*/ 6924 h 6994"/>
                    <a:gd name="connsiteX2" fmla="*/ -44 w 87434"/>
                    <a:gd name="connsiteY2" fmla="*/ -70 h 6994"/>
                    <a:gd name="connsiteX3" fmla="*/ -44 w 87434"/>
                    <a:gd name="connsiteY3" fmla="*/ -70 h 6994"/>
                  </a:gdLst>
                  <a:ahLst/>
                  <a:cxnLst>
                    <a:cxn ang="0">
                      <a:pos x="connsiteX0" y="connsiteY0"/>
                    </a:cxn>
                    <a:cxn ang="0">
                      <a:pos x="connsiteX1" y="connsiteY1"/>
                    </a:cxn>
                    <a:cxn ang="0">
                      <a:pos x="connsiteX2" y="connsiteY2"/>
                    </a:cxn>
                    <a:cxn ang="0">
                      <a:pos x="connsiteX3" y="connsiteY3"/>
                    </a:cxn>
                  </a:cxnLst>
                  <a:rect l="l" t="t" r="r" b="b"/>
                  <a:pathLst>
                    <a:path w="87434" h="6994">
                      <a:moveTo>
                        <a:pt x="-44" y="-70"/>
                      </a:moveTo>
                      <a:lnTo>
                        <a:pt x="-44" y="6924"/>
                      </a:lnTo>
                      <a:cubicBezTo>
                        <a:pt x="-44" y="6924"/>
                        <a:pt x="-44" y="1678"/>
                        <a:pt x="-44" y="-70"/>
                      </a:cubicBezTo>
                      <a:lnTo>
                        <a:pt x="-44" y="-70"/>
                      </a:lnTo>
                      <a:close/>
                    </a:path>
                  </a:pathLst>
                </a:custGeom>
                <a:solidFill>
                  <a:srgbClr val="7C7C96"/>
                </a:solidFill>
                <a:ln w="87213" cap="flat">
                  <a:noFill/>
                  <a:prstDash val="solid"/>
                  <a:miter/>
                </a:ln>
              </p:spPr>
              <p:txBody>
                <a:bodyPr rtlCol="0" anchor="ctr"/>
                <a:lstStyle/>
                <a:p>
                  <a:endParaRPr lang="en-IN" dirty="0"/>
                </a:p>
              </p:txBody>
            </p:sp>
            <p:sp>
              <p:nvSpPr>
                <p:cNvPr id="2700" name="Freeform: Shape 2699">
                  <a:extLst>
                    <a:ext uri="{FF2B5EF4-FFF2-40B4-BE49-F238E27FC236}">
                      <a16:creationId xmlns:a16="http://schemas.microsoft.com/office/drawing/2014/main" id="{EA1A1AFF-4F88-E444-EBCE-2741A057DAD9}"/>
                    </a:ext>
                  </a:extLst>
                </p:cNvPr>
                <p:cNvSpPr/>
                <p:nvPr/>
              </p:nvSpPr>
              <p:spPr>
                <a:xfrm>
                  <a:off x="2990679" y="4477183"/>
                  <a:ext cx="8238" cy="5245"/>
                </a:xfrm>
                <a:custGeom>
                  <a:avLst/>
                  <a:gdLst>
                    <a:gd name="connsiteX0" fmla="*/ -44 w 8238"/>
                    <a:gd name="connsiteY0" fmla="*/ 5176 h 5245"/>
                    <a:gd name="connsiteX1" fmla="*/ 6076 w 8238"/>
                    <a:gd name="connsiteY1" fmla="*/ -70 h 5245"/>
                    <a:gd name="connsiteX2" fmla="*/ -44 w 8238"/>
                    <a:gd name="connsiteY2" fmla="*/ 5176 h 5245"/>
                  </a:gdLst>
                  <a:ahLst/>
                  <a:cxnLst>
                    <a:cxn ang="0">
                      <a:pos x="connsiteX0" y="connsiteY0"/>
                    </a:cxn>
                    <a:cxn ang="0">
                      <a:pos x="connsiteX1" y="connsiteY1"/>
                    </a:cxn>
                    <a:cxn ang="0">
                      <a:pos x="connsiteX2" y="connsiteY2"/>
                    </a:cxn>
                  </a:cxnLst>
                  <a:rect l="l" t="t" r="r" b="b"/>
                  <a:pathLst>
                    <a:path w="8238" h="5245">
                      <a:moveTo>
                        <a:pt x="-44" y="5176"/>
                      </a:moveTo>
                      <a:cubicBezTo>
                        <a:pt x="-44" y="5176"/>
                        <a:pt x="-44" y="-70"/>
                        <a:pt x="6076" y="-70"/>
                      </a:cubicBezTo>
                      <a:cubicBezTo>
                        <a:pt x="12197" y="-70"/>
                        <a:pt x="3453" y="5176"/>
                        <a:pt x="-44" y="5176"/>
                      </a:cubicBezTo>
                      <a:close/>
                    </a:path>
                  </a:pathLst>
                </a:custGeom>
                <a:solidFill>
                  <a:srgbClr val="7E7E97"/>
                </a:solidFill>
                <a:ln w="87213" cap="flat">
                  <a:noFill/>
                  <a:prstDash val="solid"/>
                  <a:miter/>
                </a:ln>
              </p:spPr>
              <p:txBody>
                <a:bodyPr rtlCol="0" anchor="ctr"/>
                <a:lstStyle/>
                <a:p>
                  <a:endParaRPr lang="en-IN" dirty="0"/>
                </a:p>
              </p:txBody>
            </p:sp>
            <p:sp>
              <p:nvSpPr>
                <p:cNvPr id="2701" name="Freeform: Shape 2700">
                  <a:extLst>
                    <a:ext uri="{FF2B5EF4-FFF2-40B4-BE49-F238E27FC236}">
                      <a16:creationId xmlns:a16="http://schemas.microsoft.com/office/drawing/2014/main" id="{08F49509-376D-FC40-9130-52BD45469F68}"/>
                    </a:ext>
                  </a:extLst>
                </p:cNvPr>
                <p:cNvSpPr/>
                <p:nvPr/>
              </p:nvSpPr>
              <p:spPr>
                <a:xfrm>
                  <a:off x="2966197" y="4378330"/>
                  <a:ext cx="64340" cy="81365"/>
                </a:xfrm>
                <a:custGeom>
                  <a:avLst/>
                  <a:gdLst>
                    <a:gd name="connsiteX0" fmla="*/ 19192 w 64340"/>
                    <a:gd name="connsiteY0" fmla="*/ 16594 h 81365"/>
                    <a:gd name="connsiteX1" fmla="*/ 43673 w 64340"/>
                    <a:gd name="connsiteY1" fmla="*/ -19 h 81365"/>
                    <a:gd name="connsiteX2" fmla="*/ 64246 w 64340"/>
                    <a:gd name="connsiteY2" fmla="*/ 17774 h 81365"/>
                    <a:gd name="connsiteX3" fmla="*/ 63783 w 64340"/>
                    <a:gd name="connsiteY3" fmla="*/ 23589 h 81365"/>
                    <a:gd name="connsiteX4" fmla="*/ 58537 w 64340"/>
                    <a:gd name="connsiteY4" fmla="*/ 38453 h 81365"/>
                    <a:gd name="connsiteX5" fmla="*/ 32306 w 64340"/>
                    <a:gd name="connsiteY5" fmla="*/ 81295 h 81365"/>
                    <a:gd name="connsiteX6" fmla="*/ 32306 w 64340"/>
                    <a:gd name="connsiteY6" fmla="*/ 81295 h 81365"/>
                    <a:gd name="connsiteX7" fmla="*/ 32306 w 64340"/>
                    <a:gd name="connsiteY7" fmla="*/ 81295 h 81365"/>
                    <a:gd name="connsiteX8" fmla="*/ 32306 w 64340"/>
                    <a:gd name="connsiteY8" fmla="*/ 81295 h 81365"/>
                    <a:gd name="connsiteX9" fmla="*/ 37553 w 64340"/>
                    <a:gd name="connsiteY9" fmla="*/ 70804 h 81365"/>
                    <a:gd name="connsiteX10" fmla="*/ 62909 w 64340"/>
                    <a:gd name="connsiteY10" fmla="*/ 29709 h 81365"/>
                    <a:gd name="connsiteX11" fmla="*/ 62909 w 64340"/>
                    <a:gd name="connsiteY11" fmla="*/ 13097 h 81365"/>
                    <a:gd name="connsiteX12" fmla="*/ 62909 w 64340"/>
                    <a:gd name="connsiteY12" fmla="*/ 13097 h 81365"/>
                    <a:gd name="connsiteX13" fmla="*/ 54165 w 64340"/>
                    <a:gd name="connsiteY13" fmla="*/ 5228 h 81365"/>
                    <a:gd name="connsiteX14" fmla="*/ 29683 w 64340"/>
                    <a:gd name="connsiteY14" fmla="*/ 18342 h 81365"/>
                    <a:gd name="connsiteX15" fmla="*/ 6076 w 64340"/>
                    <a:gd name="connsiteY15" fmla="*/ 53316 h 81365"/>
                    <a:gd name="connsiteX16" fmla="*/ -44 w 64340"/>
                    <a:gd name="connsiteY16" fmla="*/ 61186 h 81365"/>
                    <a:gd name="connsiteX17" fmla="*/ -44 w 64340"/>
                    <a:gd name="connsiteY17" fmla="*/ 61186 h 81365"/>
                    <a:gd name="connsiteX18" fmla="*/ -44 w 64340"/>
                    <a:gd name="connsiteY18" fmla="*/ 61186 h 81365"/>
                    <a:gd name="connsiteX19" fmla="*/ 19192 w 64340"/>
                    <a:gd name="connsiteY19" fmla="*/ 16594 h 8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340" h="81365">
                      <a:moveTo>
                        <a:pt x="19192" y="16594"/>
                      </a:moveTo>
                      <a:cubicBezTo>
                        <a:pt x="24193" y="7431"/>
                        <a:pt x="33312" y="1241"/>
                        <a:pt x="43673" y="-19"/>
                      </a:cubicBezTo>
                      <a:cubicBezTo>
                        <a:pt x="54270" y="-788"/>
                        <a:pt x="63477" y="7178"/>
                        <a:pt x="64246" y="17774"/>
                      </a:cubicBezTo>
                      <a:cubicBezTo>
                        <a:pt x="64386" y="19724"/>
                        <a:pt x="64229" y="21683"/>
                        <a:pt x="63783" y="23589"/>
                      </a:cubicBezTo>
                      <a:cubicBezTo>
                        <a:pt x="62970" y="28826"/>
                        <a:pt x="61186" y="33863"/>
                        <a:pt x="58537" y="38453"/>
                      </a:cubicBezTo>
                      <a:cubicBezTo>
                        <a:pt x="49794" y="52443"/>
                        <a:pt x="41924" y="67306"/>
                        <a:pt x="32306" y="81295"/>
                      </a:cubicBezTo>
                      <a:lnTo>
                        <a:pt x="32306" y="81295"/>
                      </a:lnTo>
                      <a:lnTo>
                        <a:pt x="32306" y="81295"/>
                      </a:lnTo>
                      <a:lnTo>
                        <a:pt x="32306" y="81295"/>
                      </a:lnTo>
                      <a:cubicBezTo>
                        <a:pt x="33522" y="77553"/>
                        <a:pt x="35288" y="74021"/>
                        <a:pt x="37553" y="70804"/>
                      </a:cubicBezTo>
                      <a:cubicBezTo>
                        <a:pt x="47135" y="57837"/>
                        <a:pt x="55616" y="44092"/>
                        <a:pt x="62909" y="29709"/>
                      </a:cubicBezTo>
                      <a:cubicBezTo>
                        <a:pt x="64246" y="24253"/>
                        <a:pt x="64246" y="18553"/>
                        <a:pt x="62909" y="13097"/>
                      </a:cubicBezTo>
                      <a:lnTo>
                        <a:pt x="62909" y="13097"/>
                      </a:lnTo>
                      <a:cubicBezTo>
                        <a:pt x="61685" y="9048"/>
                        <a:pt x="58318" y="6023"/>
                        <a:pt x="54165" y="5228"/>
                      </a:cubicBezTo>
                      <a:cubicBezTo>
                        <a:pt x="44451" y="5699"/>
                        <a:pt x="35454" y="10508"/>
                        <a:pt x="29683" y="18342"/>
                      </a:cubicBezTo>
                      <a:cubicBezTo>
                        <a:pt x="20940" y="29709"/>
                        <a:pt x="13945" y="41950"/>
                        <a:pt x="6076" y="53316"/>
                      </a:cubicBezTo>
                      <a:cubicBezTo>
                        <a:pt x="4765" y="56429"/>
                        <a:pt x="2649" y="59149"/>
                        <a:pt x="-44" y="61186"/>
                      </a:cubicBezTo>
                      <a:cubicBezTo>
                        <a:pt x="-44" y="61186"/>
                        <a:pt x="-44" y="61186"/>
                        <a:pt x="-44" y="61186"/>
                      </a:cubicBezTo>
                      <a:lnTo>
                        <a:pt x="-44" y="61186"/>
                      </a:lnTo>
                      <a:cubicBezTo>
                        <a:pt x="5473" y="45955"/>
                        <a:pt x="11899" y="31064"/>
                        <a:pt x="19192" y="16594"/>
                      </a:cubicBezTo>
                      <a:close/>
                    </a:path>
                  </a:pathLst>
                </a:custGeom>
                <a:solidFill>
                  <a:srgbClr val="5B5B7C"/>
                </a:solidFill>
                <a:ln w="87213" cap="flat">
                  <a:noFill/>
                  <a:prstDash val="solid"/>
                  <a:miter/>
                </a:ln>
              </p:spPr>
              <p:txBody>
                <a:bodyPr rtlCol="0" anchor="ctr"/>
                <a:lstStyle/>
                <a:p>
                  <a:endParaRPr lang="en-IN" dirty="0"/>
                </a:p>
              </p:txBody>
            </p:sp>
            <p:sp>
              <p:nvSpPr>
                <p:cNvPr id="2702" name="Freeform: Shape 2701">
                  <a:extLst>
                    <a:ext uri="{FF2B5EF4-FFF2-40B4-BE49-F238E27FC236}">
                      <a16:creationId xmlns:a16="http://schemas.microsoft.com/office/drawing/2014/main" id="{7EFBAD9E-BB66-BD35-B5A5-F6EFD625B8EB}"/>
                    </a:ext>
                  </a:extLst>
                </p:cNvPr>
                <p:cNvSpPr/>
                <p:nvPr/>
              </p:nvSpPr>
              <p:spPr>
                <a:xfrm>
                  <a:off x="2950981" y="4441334"/>
                  <a:ext cx="42320" cy="40356"/>
                </a:xfrm>
                <a:custGeom>
                  <a:avLst/>
                  <a:gdLst>
                    <a:gd name="connsiteX0" fmla="*/ 42276 w 42320"/>
                    <a:gd name="connsiteY0" fmla="*/ 24412 h 40356"/>
                    <a:gd name="connsiteX1" fmla="*/ 42276 w 42320"/>
                    <a:gd name="connsiteY1" fmla="*/ 24412 h 40356"/>
                    <a:gd name="connsiteX2" fmla="*/ 20417 w 42320"/>
                    <a:gd name="connsiteY2" fmla="*/ 40150 h 40356"/>
                    <a:gd name="connsiteX3" fmla="*/ 3805 w 42320"/>
                    <a:gd name="connsiteY3" fmla="*/ 30532 h 40356"/>
                    <a:gd name="connsiteX4" fmla="*/ 3805 w 42320"/>
                    <a:gd name="connsiteY4" fmla="*/ -70 h 40356"/>
                    <a:gd name="connsiteX5" fmla="*/ 3805 w 42320"/>
                    <a:gd name="connsiteY5" fmla="*/ -70 h 40356"/>
                    <a:gd name="connsiteX6" fmla="*/ 3805 w 42320"/>
                    <a:gd name="connsiteY6" fmla="*/ -70 h 40356"/>
                    <a:gd name="connsiteX7" fmla="*/ 3805 w 42320"/>
                    <a:gd name="connsiteY7" fmla="*/ 6925 h 40356"/>
                    <a:gd name="connsiteX8" fmla="*/ 10800 w 42320"/>
                    <a:gd name="connsiteY8" fmla="*/ 22663 h 40356"/>
                    <a:gd name="connsiteX9" fmla="*/ 30910 w 42320"/>
                    <a:gd name="connsiteY9" fmla="*/ 22663 h 40356"/>
                    <a:gd name="connsiteX10" fmla="*/ 42276 w 42320"/>
                    <a:gd name="connsiteY10" fmla="*/ 24412 h 4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20" h="40356">
                      <a:moveTo>
                        <a:pt x="42276" y="24412"/>
                      </a:moveTo>
                      <a:lnTo>
                        <a:pt x="42276" y="24412"/>
                      </a:lnTo>
                      <a:cubicBezTo>
                        <a:pt x="38298" y="33164"/>
                        <a:pt x="29983" y="39153"/>
                        <a:pt x="20417" y="40150"/>
                      </a:cubicBezTo>
                      <a:cubicBezTo>
                        <a:pt x="13335" y="41086"/>
                        <a:pt x="6524" y="37133"/>
                        <a:pt x="3805" y="30532"/>
                      </a:cubicBezTo>
                      <a:cubicBezTo>
                        <a:pt x="-1327" y="20975"/>
                        <a:pt x="-1327" y="9486"/>
                        <a:pt x="3805" y="-70"/>
                      </a:cubicBezTo>
                      <a:lnTo>
                        <a:pt x="3805" y="-70"/>
                      </a:lnTo>
                      <a:cubicBezTo>
                        <a:pt x="3805" y="-70"/>
                        <a:pt x="3805" y="-70"/>
                        <a:pt x="3805" y="-70"/>
                      </a:cubicBezTo>
                      <a:cubicBezTo>
                        <a:pt x="3805" y="-70"/>
                        <a:pt x="3805" y="4302"/>
                        <a:pt x="3805" y="6925"/>
                      </a:cubicBezTo>
                      <a:cubicBezTo>
                        <a:pt x="3805" y="13045"/>
                        <a:pt x="3805" y="20040"/>
                        <a:pt x="10800" y="22663"/>
                      </a:cubicBezTo>
                      <a:cubicBezTo>
                        <a:pt x="16973" y="26449"/>
                        <a:pt x="24737" y="26449"/>
                        <a:pt x="30910" y="22663"/>
                      </a:cubicBezTo>
                      <a:cubicBezTo>
                        <a:pt x="34599" y="20320"/>
                        <a:pt x="39461" y="21072"/>
                        <a:pt x="42276" y="24412"/>
                      </a:cubicBezTo>
                      <a:close/>
                    </a:path>
                  </a:pathLst>
                </a:custGeom>
                <a:solidFill>
                  <a:srgbClr val="5D5D7D"/>
                </a:solidFill>
                <a:ln w="87213" cap="flat">
                  <a:noFill/>
                  <a:prstDash val="solid"/>
                  <a:miter/>
                </a:ln>
              </p:spPr>
              <p:txBody>
                <a:bodyPr rtlCol="0" anchor="ctr"/>
                <a:lstStyle/>
                <a:p>
                  <a:endParaRPr lang="en-IN" dirty="0"/>
                </a:p>
              </p:txBody>
            </p:sp>
            <p:sp>
              <p:nvSpPr>
                <p:cNvPr id="2703" name="Freeform: Shape 2702">
                  <a:extLst>
                    <a:ext uri="{FF2B5EF4-FFF2-40B4-BE49-F238E27FC236}">
                      <a16:creationId xmlns:a16="http://schemas.microsoft.com/office/drawing/2014/main" id="{56959FDC-52B1-71F6-1444-26361C617301}"/>
                    </a:ext>
                  </a:extLst>
                </p:cNvPr>
                <p:cNvSpPr/>
                <p:nvPr/>
              </p:nvSpPr>
              <p:spPr>
                <a:xfrm>
                  <a:off x="2995051" y="4420350"/>
                  <a:ext cx="29727" cy="46798"/>
                </a:xfrm>
                <a:custGeom>
                  <a:avLst/>
                  <a:gdLst>
                    <a:gd name="connsiteX0" fmla="*/ -44 w 29727"/>
                    <a:gd name="connsiteY0" fmla="*/ 44522 h 46798"/>
                    <a:gd name="connsiteX1" fmla="*/ 29683 w 29727"/>
                    <a:gd name="connsiteY1" fmla="*/ -70 h 46798"/>
                    <a:gd name="connsiteX2" fmla="*/ 29683 w 29727"/>
                    <a:gd name="connsiteY2" fmla="*/ -70 h 46798"/>
                    <a:gd name="connsiteX3" fmla="*/ 6950 w 29727"/>
                    <a:gd name="connsiteY3" fmla="*/ 38401 h 46798"/>
                    <a:gd name="connsiteX4" fmla="*/ -44 w 29727"/>
                    <a:gd name="connsiteY4" fmla="*/ 44522 h 46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7" h="46798">
                      <a:moveTo>
                        <a:pt x="-44" y="44522"/>
                      </a:moveTo>
                      <a:lnTo>
                        <a:pt x="29683" y="-70"/>
                      </a:lnTo>
                      <a:lnTo>
                        <a:pt x="29683" y="-70"/>
                      </a:lnTo>
                      <a:cubicBezTo>
                        <a:pt x="22688" y="13045"/>
                        <a:pt x="14820" y="26160"/>
                        <a:pt x="6950" y="38401"/>
                      </a:cubicBezTo>
                      <a:cubicBezTo>
                        <a:pt x="-919" y="50642"/>
                        <a:pt x="3453" y="46270"/>
                        <a:pt x="-44" y="44522"/>
                      </a:cubicBezTo>
                      <a:close/>
                    </a:path>
                  </a:pathLst>
                </a:custGeom>
                <a:solidFill>
                  <a:srgbClr val="5D5D7D"/>
                </a:solidFill>
                <a:ln w="87213" cap="flat">
                  <a:noFill/>
                  <a:prstDash val="solid"/>
                  <a:miter/>
                </a:ln>
              </p:spPr>
              <p:txBody>
                <a:bodyPr rtlCol="0" anchor="ctr"/>
                <a:lstStyle/>
                <a:p>
                  <a:endParaRPr lang="en-IN" dirty="0"/>
                </a:p>
              </p:txBody>
            </p:sp>
            <p:sp>
              <p:nvSpPr>
                <p:cNvPr id="2704" name="Freeform: Shape 2703">
                  <a:extLst>
                    <a:ext uri="{FF2B5EF4-FFF2-40B4-BE49-F238E27FC236}">
                      <a16:creationId xmlns:a16="http://schemas.microsoft.com/office/drawing/2014/main" id="{CAE0F72E-AA0B-6575-DA40-5AB9F9D8149D}"/>
                    </a:ext>
                  </a:extLst>
                </p:cNvPr>
                <p:cNvSpPr/>
                <p:nvPr/>
              </p:nvSpPr>
              <p:spPr>
                <a:xfrm>
                  <a:off x="2953082" y="4390622"/>
                  <a:ext cx="34099" cy="52461"/>
                </a:xfrm>
                <a:custGeom>
                  <a:avLst/>
                  <a:gdLst>
                    <a:gd name="connsiteX0" fmla="*/ -44 w 34099"/>
                    <a:gd name="connsiteY0" fmla="*/ 52391 h 52461"/>
                    <a:gd name="connsiteX1" fmla="*/ -44 w 34099"/>
                    <a:gd name="connsiteY1" fmla="*/ 52391 h 52461"/>
                    <a:gd name="connsiteX2" fmla="*/ 6076 w 34099"/>
                    <a:gd name="connsiteY2" fmla="*/ 42773 h 52461"/>
                    <a:gd name="connsiteX3" fmla="*/ 27935 w 34099"/>
                    <a:gd name="connsiteY3" fmla="*/ 9548 h 52461"/>
                    <a:gd name="connsiteX4" fmla="*/ 34055 w 34099"/>
                    <a:gd name="connsiteY4" fmla="*/ -70 h 52461"/>
                    <a:gd name="connsiteX5" fmla="*/ 34055 w 34099"/>
                    <a:gd name="connsiteY5" fmla="*/ -70 h 5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99" h="52461">
                      <a:moveTo>
                        <a:pt x="-44" y="52391"/>
                      </a:moveTo>
                      <a:lnTo>
                        <a:pt x="-44" y="52391"/>
                      </a:lnTo>
                      <a:lnTo>
                        <a:pt x="6076" y="42773"/>
                      </a:lnTo>
                      <a:lnTo>
                        <a:pt x="27935" y="9548"/>
                      </a:lnTo>
                      <a:lnTo>
                        <a:pt x="34055" y="-70"/>
                      </a:lnTo>
                      <a:lnTo>
                        <a:pt x="34055" y="-70"/>
                      </a:lnTo>
                      <a:close/>
                    </a:path>
                  </a:pathLst>
                </a:custGeom>
                <a:solidFill>
                  <a:srgbClr val="777792"/>
                </a:solidFill>
                <a:ln w="87213" cap="flat">
                  <a:noFill/>
                  <a:prstDash val="solid"/>
                  <a:miter/>
                </a:ln>
              </p:spPr>
              <p:txBody>
                <a:bodyPr rtlCol="0" anchor="ctr"/>
                <a:lstStyle/>
                <a:p>
                  <a:endParaRPr lang="en-IN" dirty="0"/>
                </a:p>
              </p:txBody>
            </p:sp>
            <p:sp>
              <p:nvSpPr>
                <p:cNvPr id="2705" name="Freeform: Shape 2704">
                  <a:extLst>
                    <a:ext uri="{FF2B5EF4-FFF2-40B4-BE49-F238E27FC236}">
                      <a16:creationId xmlns:a16="http://schemas.microsoft.com/office/drawing/2014/main" id="{D06E823A-E94D-DE40-9ACA-42943CB1A9F6}"/>
                    </a:ext>
                  </a:extLst>
                </p:cNvPr>
                <p:cNvSpPr/>
                <p:nvPr/>
              </p:nvSpPr>
              <p:spPr>
                <a:xfrm>
                  <a:off x="2959202" y="4394994"/>
                  <a:ext cx="26230" cy="41094"/>
                </a:xfrm>
                <a:custGeom>
                  <a:avLst/>
                  <a:gdLst>
                    <a:gd name="connsiteX0" fmla="*/ 26186 w 26230"/>
                    <a:gd name="connsiteY0" fmla="*/ -70 h 41094"/>
                    <a:gd name="connsiteX1" fmla="*/ -44 w 26230"/>
                    <a:gd name="connsiteY1" fmla="*/ 41024 h 41094"/>
                    <a:gd name="connsiteX2" fmla="*/ 13071 w 26230"/>
                    <a:gd name="connsiteY2" fmla="*/ 19166 h 41094"/>
                    <a:gd name="connsiteX3" fmla="*/ 26186 w 26230"/>
                    <a:gd name="connsiteY3" fmla="*/ -70 h 41094"/>
                  </a:gdLst>
                  <a:ahLst/>
                  <a:cxnLst>
                    <a:cxn ang="0">
                      <a:pos x="connsiteX0" y="connsiteY0"/>
                    </a:cxn>
                    <a:cxn ang="0">
                      <a:pos x="connsiteX1" y="connsiteY1"/>
                    </a:cxn>
                    <a:cxn ang="0">
                      <a:pos x="connsiteX2" y="connsiteY2"/>
                    </a:cxn>
                    <a:cxn ang="0">
                      <a:pos x="connsiteX3" y="connsiteY3"/>
                    </a:cxn>
                  </a:cxnLst>
                  <a:rect l="l" t="t" r="r" b="b"/>
                  <a:pathLst>
                    <a:path w="26230" h="41094">
                      <a:moveTo>
                        <a:pt x="26186" y="-70"/>
                      </a:moveTo>
                      <a:lnTo>
                        <a:pt x="-44" y="41024"/>
                      </a:lnTo>
                      <a:cubicBezTo>
                        <a:pt x="2587" y="32823"/>
                        <a:pt x="7073" y="25347"/>
                        <a:pt x="13071" y="19166"/>
                      </a:cubicBezTo>
                      <a:cubicBezTo>
                        <a:pt x="15545" y="11646"/>
                        <a:pt x="20092" y="4975"/>
                        <a:pt x="26186" y="-70"/>
                      </a:cubicBezTo>
                      <a:close/>
                    </a:path>
                  </a:pathLst>
                </a:custGeom>
                <a:solidFill>
                  <a:srgbClr val="5D5D7D"/>
                </a:solidFill>
                <a:ln w="87213" cap="flat">
                  <a:noFill/>
                  <a:prstDash val="solid"/>
                  <a:miter/>
                </a:ln>
              </p:spPr>
              <p:txBody>
                <a:bodyPr rtlCol="0" anchor="ctr"/>
                <a:lstStyle/>
                <a:p>
                  <a:endParaRPr lang="en-IN" dirty="0"/>
                </a:p>
              </p:txBody>
            </p:sp>
            <p:sp>
              <p:nvSpPr>
                <p:cNvPr id="2706" name="Freeform: Shape 2705">
                  <a:extLst>
                    <a:ext uri="{FF2B5EF4-FFF2-40B4-BE49-F238E27FC236}">
                      <a16:creationId xmlns:a16="http://schemas.microsoft.com/office/drawing/2014/main" id="{BAA9673D-724B-7615-B983-B9724CBEC963}"/>
                    </a:ext>
                  </a:extLst>
                </p:cNvPr>
                <p:cNvSpPr/>
                <p:nvPr/>
              </p:nvSpPr>
              <p:spPr>
                <a:xfrm>
                  <a:off x="2955968" y="4398332"/>
                  <a:ext cx="56642" cy="79687"/>
                </a:xfrm>
                <a:custGeom>
                  <a:avLst/>
                  <a:gdLst>
                    <a:gd name="connsiteX0" fmla="*/ 37289 w 56642"/>
                    <a:gd name="connsiteY0" fmla="*/ 67413 h 79687"/>
                    <a:gd name="connsiteX1" fmla="*/ 31169 w 56642"/>
                    <a:gd name="connsiteY1" fmla="*/ 73534 h 79687"/>
                    <a:gd name="connsiteX2" fmla="*/ 7562 w 56642"/>
                    <a:gd name="connsiteY2" fmla="*/ 77906 h 79687"/>
                    <a:gd name="connsiteX3" fmla="*/ 1441 w 56642"/>
                    <a:gd name="connsiteY3" fmla="*/ 55173 h 79687"/>
                    <a:gd name="connsiteX4" fmla="*/ 1441 w 56642"/>
                    <a:gd name="connsiteY4" fmla="*/ 55173 h 79687"/>
                    <a:gd name="connsiteX5" fmla="*/ 1441 w 56642"/>
                    <a:gd name="connsiteY5" fmla="*/ 55173 h 79687"/>
                    <a:gd name="connsiteX6" fmla="*/ 1441 w 56642"/>
                    <a:gd name="connsiteY6" fmla="*/ 61293 h 79687"/>
                    <a:gd name="connsiteX7" fmla="*/ 8436 w 56642"/>
                    <a:gd name="connsiteY7" fmla="*/ 74408 h 79687"/>
                    <a:gd name="connsiteX8" fmla="*/ 21551 w 56642"/>
                    <a:gd name="connsiteY8" fmla="*/ 74408 h 79687"/>
                    <a:gd name="connsiteX9" fmla="*/ 50404 w 56642"/>
                    <a:gd name="connsiteY9" fmla="*/ 36811 h 79687"/>
                    <a:gd name="connsiteX10" fmla="*/ 50404 w 56642"/>
                    <a:gd name="connsiteY10" fmla="*/ 28068 h 79687"/>
                    <a:gd name="connsiteX11" fmla="*/ 56525 w 56642"/>
                    <a:gd name="connsiteY11" fmla="*/ 8832 h 79687"/>
                    <a:gd name="connsiteX12" fmla="*/ 56525 w 56642"/>
                    <a:gd name="connsiteY12" fmla="*/ 89 h 79687"/>
                    <a:gd name="connsiteX13" fmla="*/ 56525 w 56642"/>
                    <a:gd name="connsiteY13" fmla="*/ 17576 h 79687"/>
                    <a:gd name="connsiteX14" fmla="*/ 48656 w 56642"/>
                    <a:gd name="connsiteY14" fmla="*/ 33314 h 7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642" h="79687">
                      <a:moveTo>
                        <a:pt x="37289" y="67413"/>
                      </a:moveTo>
                      <a:lnTo>
                        <a:pt x="31169" y="73534"/>
                      </a:lnTo>
                      <a:cubicBezTo>
                        <a:pt x="24874" y="79567"/>
                        <a:pt x="15597" y="81289"/>
                        <a:pt x="7562" y="77906"/>
                      </a:cubicBezTo>
                      <a:cubicBezTo>
                        <a:pt x="584" y="72607"/>
                        <a:pt x="-1934" y="63260"/>
                        <a:pt x="1441" y="55173"/>
                      </a:cubicBezTo>
                      <a:cubicBezTo>
                        <a:pt x="1441" y="55173"/>
                        <a:pt x="1441" y="55173"/>
                        <a:pt x="1441" y="55173"/>
                      </a:cubicBezTo>
                      <a:lnTo>
                        <a:pt x="1441" y="55173"/>
                      </a:lnTo>
                      <a:cubicBezTo>
                        <a:pt x="1896" y="57184"/>
                        <a:pt x="1896" y="59274"/>
                        <a:pt x="1441" y="61293"/>
                      </a:cubicBezTo>
                      <a:cubicBezTo>
                        <a:pt x="1065" y="66644"/>
                        <a:pt x="3784" y="71741"/>
                        <a:pt x="8436" y="74408"/>
                      </a:cubicBezTo>
                      <a:cubicBezTo>
                        <a:pt x="12440" y="76944"/>
                        <a:pt x="17546" y="76944"/>
                        <a:pt x="21551" y="74408"/>
                      </a:cubicBezTo>
                      <a:cubicBezTo>
                        <a:pt x="33057" y="63444"/>
                        <a:pt x="42789" y="50757"/>
                        <a:pt x="50404" y="36811"/>
                      </a:cubicBezTo>
                      <a:cubicBezTo>
                        <a:pt x="49932" y="33918"/>
                        <a:pt x="49932" y="30962"/>
                        <a:pt x="50404" y="28068"/>
                      </a:cubicBezTo>
                      <a:cubicBezTo>
                        <a:pt x="54846" y="22682"/>
                        <a:pt x="57040" y="15792"/>
                        <a:pt x="56525" y="8832"/>
                      </a:cubicBezTo>
                      <a:cubicBezTo>
                        <a:pt x="56525" y="8832"/>
                        <a:pt x="56525" y="1837"/>
                        <a:pt x="56525" y="89"/>
                      </a:cubicBezTo>
                      <a:cubicBezTo>
                        <a:pt x="56525" y="-1660"/>
                        <a:pt x="56525" y="11455"/>
                        <a:pt x="56525" y="17576"/>
                      </a:cubicBezTo>
                      <a:cubicBezTo>
                        <a:pt x="54610" y="23146"/>
                        <a:pt x="51961" y="28444"/>
                        <a:pt x="48656" y="33314"/>
                      </a:cubicBezTo>
                      <a:close/>
                    </a:path>
                  </a:pathLst>
                </a:custGeom>
                <a:solidFill>
                  <a:srgbClr val="505072"/>
                </a:solidFill>
                <a:ln w="87213" cap="flat">
                  <a:noFill/>
                  <a:prstDash val="solid"/>
                  <a:miter/>
                </a:ln>
              </p:spPr>
              <p:txBody>
                <a:bodyPr rtlCol="0" anchor="ctr"/>
                <a:lstStyle/>
                <a:p>
                  <a:endParaRPr lang="en-IN" dirty="0"/>
                </a:p>
              </p:txBody>
            </p:sp>
            <p:sp>
              <p:nvSpPr>
                <p:cNvPr id="2707" name="Freeform: Shape 2706">
                  <a:extLst>
                    <a:ext uri="{FF2B5EF4-FFF2-40B4-BE49-F238E27FC236}">
                      <a16:creationId xmlns:a16="http://schemas.microsoft.com/office/drawing/2014/main" id="{001BBBA3-CC75-E2C0-5A78-29B71A8D4FD8}"/>
                    </a:ext>
                  </a:extLst>
                </p:cNvPr>
                <p:cNvSpPr/>
                <p:nvPr/>
              </p:nvSpPr>
              <p:spPr>
                <a:xfrm>
                  <a:off x="2968820" y="4394980"/>
                  <a:ext cx="64701" cy="61217"/>
                </a:xfrm>
                <a:custGeom>
                  <a:avLst/>
                  <a:gdLst>
                    <a:gd name="connsiteX0" fmla="*/ 55914 w 64701"/>
                    <a:gd name="connsiteY0" fmla="*/ -56 h 61217"/>
                    <a:gd name="connsiteX1" fmla="*/ 55914 w 64701"/>
                    <a:gd name="connsiteY1" fmla="*/ 7812 h 61217"/>
                    <a:gd name="connsiteX2" fmla="*/ 55914 w 64701"/>
                    <a:gd name="connsiteY2" fmla="*/ 7812 h 61217"/>
                    <a:gd name="connsiteX3" fmla="*/ 36678 w 64701"/>
                    <a:gd name="connsiteY3" fmla="*/ 7812 h 61217"/>
                    <a:gd name="connsiteX4" fmla="*/ 16569 w 64701"/>
                    <a:gd name="connsiteY4" fmla="*/ 30546 h 61217"/>
                    <a:gd name="connsiteX5" fmla="*/ -44 w 64701"/>
                    <a:gd name="connsiteY5" fmla="*/ 61148 h 61217"/>
                    <a:gd name="connsiteX6" fmla="*/ -44 w 64701"/>
                    <a:gd name="connsiteY6" fmla="*/ 61148 h 61217"/>
                    <a:gd name="connsiteX7" fmla="*/ -44 w 64701"/>
                    <a:gd name="connsiteY7" fmla="*/ 61148 h 61217"/>
                    <a:gd name="connsiteX8" fmla="*/ -44 w 64701"/>
                    <a:gd name="connsiteY8" fmla="*/ 61148 h 61217"/>
                    <a:gd name="connsiteX9" fmla="*/ 29683 w 64701"/>
                    <a:gd name="connsiteY9" fmla="*/ 14807 h 61217"/>
                    <a:gd name="connsiteX10" fmla="*/ 54166 w 64701"/>
                    <a:gd name="connsiteY10" fmla="*/ 2567 h 61217"/>
                    <a:gd name="connsiteX11" fmla="*/ 64657 w 64701"/>
                    <a:gd name="connsiteY11" fmla="*/ 11310 h 61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701" h="61217">
                      <a:moveTo>
                        <a:pt x="55914" y="-56"/>
                      </a:moveTo>
                      <a:cubicBezTo>
                        <a:pt x="55914" y="-56"/>
                        <a:pt x="55914" y="5189"/>
                        <a:pt x="55914" y="7812"/>
                      </a:cubicBezTo>
                      <a:lnTo>
                        <a:pt x="55914" y="7812"/>
                      </a:lnTo>
                      <a:cubicBezTo>
                        <a:pt x="50668" y="-1805"/>
                        <a:pt x="45422" y="-3554"/>
                        <a:pt x="36678" y="7812"/>
                      </a:cubicBezTo>
                      <a:cubicBezTo>
                        <a:pt x="28224" y="13636"/>
                        <a:pt x="21316" y="21444"/>
                        <a:pt x="16569" y="30546"/>
                      </a:cubicBezTo>
                      <a:cubicBezTo>
                        <a:pt x="16569" y="41912"/>
                        <a:pt x="4328" y="50656"/>
                        <a:pt x="-44" y="61148"/>
                      </a:cubicBezTo>
                      <a:lnTo>
                        <a:pt x="-44" y="61148"/>
                      </a:lnTo>
                      <a:cubicBezTo>
                        <a:pt x="-44" y="61148"/>
                        <a:pt x="-44" y="61148"/>
                        <a:pt x="-44" y="61148"/>
                      </a:cubicBezTo>
                      <a:lnTo>
                        <a:pt x="-44" y="61148"/>
                      </a:lnTo>
                      <a:cubicBezTo>
                        <a:pt x="9049" y="45191"/>
                        <a:pt x="18973" y="29724"/>
                        <a:pt x="29683" y="14807"/>
                      </a:cubicBezTo>
                      <a:cubicBezTo>
                        <a:pt x="35157" y="6746"/>
                        <a:pt x="44434" y="2103"/>
                        <a:pt x="54166" y="2567"/>
                      </a:cubicBezTo>
                      <a:cubicBezTo>
                        <a:pt x="59411" y="2567"/>
                        <a:pt x="62034" y="7812"/>
                        <a:pt x="64657" y="11310"/>
                      </a:cubicBezTo>
                      <a:close/>
                    </a:path>
                  </a:pathLst>
                </a:custGeom>
                <a:solidFill>
                  <a:srgbClr val="4D4D70"/>
                </a:solidFill>
                <a:ln w="87213" cap="flat">
                  <a:noFill/>
                  <a:prstDash val="solid"/>
                  <a:miter/>
                </a:ln>
              </p:spPr>
              <p:txBody>
                <a:bodyPr rtlCol="0" anchor="ctr"/>
                <a:lstStyle/>
                <a:p>
                  <a:endParaRPr lang="en-IN" dirty="0"/>
                </a:p>
              </p:txBody>
            </p:sp>
            <p:sp>
              <p:nvSpPr>
                <p:cNvPr id="2708" name="Freeform: Shape 2707">
                  <a:extLst>
                    <a:ext uri="{FF2B5EF4-FFF2-40B4-BE49-F238E27FC236}">
                      <a16:creationId xmlns:a16="http://schemas.microsoft.com/office/drawing/2014/main" id="{50E98F5F-E7A9-2212-15D2-61979395575A}"/>
                    </a:ext>
                  </a:extLst>
                </p:cNvPr>
                <p:cNvSpPr/>
                <p:nvPr/>
              </p:nvSpPr>
              <p:spPr>
                <a:xfrm>
                  <a:off x="2960077" y="4394994"/>
                  <a:ext cx="29727" cy="46340"/>
                </a:xfrm>
                <a:custGeom>
                  <a:avLst/>
                  <a:gdLst>
                    <a:gd name="connsiteX0" fmla="*/ 29683 w 29727"/>
                    <a:gd name="connsiteY0" fmla="*/ -70 h 46340"/>
                    <a:gd name="connsiteX1" fmla="*/ -44 w 29727"/>
                    <a:gd name="connsiteY1" fmla="*/ 46270 h 46340"/>
                    <a:gd name="connsiteX2" fmla="*/ -44 w 29727"/>
                    <a:gd name="connsiteY2" fmla="*/ 46270 h 46340"/>
                    <a:gd name="connsiteX3" fmla="*/ 26186 w 29727"/>
                    <a:gd name="connsiteY3" fmla="*/ 6925 h 46340"/>
                    <a:gd name="connsiteX4" fmla="*/ 29683 w 29727"/>
                    <a:gd name="connsiteY4" fmla="*/ -70 h 46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7" h="46340">
                      <a:moveTo>
                        <a:pt x="29683" y="-70"/>
                      </a:moveTo>
                      <a:lnTo>
                        <a:pt x="-44" y="46270"/>
                      </a:lnTo>
                      <a:lnTo>
                        <a:pt x="-44" y="46270"/>
                      </a:lnTo>
                      <a:lnTo>
                        <a:pt x="26186" y="6925"/>
                      </a:lnTo>
                      <a:cubicBezTo>
                        <a:pt x="26186" y="6925"/>
                        <a:pt x="26186" y="-70"/>
                        <a:pt x="29683" y="-70"/>
                      </a:cubicBezTo>
                      <a:close/>
                    </a:path>
                  </a:pathLst>
                </a:custGeom>
                <a:solidFill>
                  <a:srgbClr val="515173"/>
                </a:solidFill>
                <a:ln w="87213" cap="flat">
                  <a:noFill/>
                  <a:prstDash val="solid"/>
                  <a:miter/>
                </a:ln>
              </p:spPr>
              <p:txBody>
                <a:bodyPr rtlCol="0" anchor="ctr"/>
                <a:lstStyle/>
                <a:p>
                  <a:endParaRPr lang="en-IN" dirty="0"/>
                </a:p>
              </p:txBody>
            </p:sp>
            <p:sp>
              <p:nvSpPr>
                <p:cNvPr id="2709" name="Freeform: Shape 2708">
                  <a:extLst>
                    <a:ext uri="{FF2B5EF4-FFF2-40B4-BE49-F238E27FC236}">
                      <a16:creationId xmlns:a16="http://schemas.microsoft.com/office/drawing/2014/main" id="{E3CE5F7B-CE13-66B1-372D-409B88239CB8}"/>
                    </a:ext>
                  </a:extLst>
                </p:cNvPr>
                <p:cNvSpPr/>
                <p:nvPr/>
              </p:nvSpPr>
              <p:spPr>
                <a:xfrm>
                  <a:off x="3013399" y="4385862"/>
                  <a:ext cx="11379" cy="9132"/>
                </a:xfrm>
                <a:custGeom>
                  <a:avLst/>
                  <a:gdLst>
                    <a:gd name="connsiteX0" fmla="*/ 11335 w 11379"/>
                    <a:gd name="connsiteY0" fmla="*/ 9062 h 9132"/>
                    <a:gd name="connsiteX1" fmla="*/ 843 w 11379"/>
                    <a:gd name="connsiteY1" fmla="*/ 319 h 9132"/>
                    <a:gd name="connsiteX2" fmla="*/ 11335 w 11379"/>
                    <a:gd name="connsiteY2" fmla="*/ 9062 h 9132"/>
                  </a:gdLst>
                  <a:ahLst/>
                  <a:cxnLst>
                    <a:cxn ang="0">
                      <a:pos x="connsiteX0" y="connsiteY0"/>
                    </a:cxn>
                    <a:cxn ang="0">
                      <a:pos x="connsiteX1" y="connsiteY1"/>
                    </a:cxn>
                    <a:cxn ang="0">
                      <a:pos x="connsiteX2" y="connsiteY2"/>
                    </a:cxn>
                  </a:cxnLst>
                  <a:rect l="l" t="t" r="r" b="b"/>
                  <a:pathLst>
                    <a:path w="11379" h="9132">
                      <a:moveTo>
                        <a:pt x="11335" y="9062"/>
                      </a:moveTo>
                      <a:cubicBezTo>
                        <a:pt x="11335" y="9062"/>
                        <a:pt x="5215" y="2067"/>
                        <a:pt x="843" y="319"/>
                      </a:cubicBezTo>
                      <a:cubicBezTo>
                        <a:pt x="-3528" y="-1430"/>
                        <a:pt x="9587" y="2942"/>
                        <a:pt x="11335" y="9062"/>
                      </a:cubicBezTo>
                      <a:close/>
                    </a:path>
                  </a:pathLst>
                </a:custGeom>
                <a:solidFill>
                  <a:srgbClr val="505072"/>
                </a:solidFill>
                <a:ln w="87213" cap="flat">
                  <a:noFill/>
                  <a:prstDash val="solid"/>
                  <a:miter/>
                </a:ln>
              </p:spPr>
              <p:txBody>
                <a:bodyPr rtlCol="0" anchor="ctr"/>
                <a:lstStyle/>
                <a:p>
                  <a:endParaRPr lang="en-IN" dirty="0"/>
                </a:p>
              </p:txBody>
            </p:sp>
            <p:sp>
              <p:nvSpPr>
                <p:cNvPr id="2710" name="Freeform: Shape 2709">
                  <a:extLst>
                    <a:ext uri="{FF2B5EF4-FFF2-40B4-BE49-F238E27FC236}">
                      <a16:creationId xmlns:a16="http://schemas.microsoft.com/office/drawing/2014/main" id="{E137ACE4-CB25-6AD2-140D-084609EE592B}"/>
                    </a:ext>
                  </a:extLst>
                </p:cNvPr>
                <p:cNvSpPr/>
                <p:nvPr/>
              </p:nvSpPr>
              <p:spPr>
                <a:xfrm>
                  <a:off x="2960174" y="4446580"/>
                  <a:ext cx="777" cy="1166"/>
                </a:xfrm>
                <a:custGeom>
                  <a:avLst/>
                  <a:gdLst>
                    <a:gd name="connsiteX0" fmla="*/ 733 w 777"/>
                    <a:gd name="connsiteY0" fmla="*/ -70 h 1166"/>
                    <a:gd name="connsiteX1" fmla="*/ 733 w 777"/>
                    <a:gd name="connsiteY1" fmla="*/ -70 h 1166"/>
                    <a:gd name="connsiteX2" fmla="*/ 733 w 777"/>
                    <a:gd name="connsiteY2" fmla="*/ -70 h 1166"/>
                    <a:gd name="connsiteX3" fmla="*/ 733 w 777"/>
                    <a:gd name="connsiteY3" fmla="*/ -70 h 1166"/>
                  </a:gdLst>
                  <a:ahLst/>
                  <a:cxnLst>
                    <a:cxn ang="0">
                      <a:pos x="connsiteX0" y="connsiteY0"/>
                    </a:cxn>
                    <a:cxn ang="0">
                      <a:pos x="connsiteX1" y="connsiteY1"/>
                    </a:cxn>
                    <a:cxn ang="0">
                      <a:pos x="connsiteX2" y="connsiteY2"/>
                    </a:cxn>
                    <a:cxn ang="0">
                      <a:pos x="connsiteX3" y="connsiteY3"/>
                    </a:cxn>
                  </a:cxnLst>
                  <a:rect l="l" t="t" r="r" b="b"/>
                  <a:pathLst>
                    <a:path w="777" h="1166">
                      <a:moveTo>
                        <a:pt x="733" y="-70"/>
                      </a:moveTo>
                      <a:cubicBezTo>
                        <a:pt x="733" y="-70"/>
                        <a:pt x="733" y="-70"/>
                        <a:pt x="733" y="-70"/>
                      </a:cubicBezTo>
                      <a:lnTo>
                        <a:pt x="733" y="-70"/>
                      </a:lnTo>
                      <a:cubicBezTo>
                        <a:pt x="733" y="-70"/>
                        <a:pt x="-1016" y="2554"/>
                        <a:pt x="733" y="-70"/>
                      </a:cubicBezTo>
                      <a:close/>
                    </a:path>
                  </a:pathLst>
                </a:custGeom>
                <a:solidFill>
                  <a:srgbClr val="515173"/>
                </a:solidFill>
                <a:ln w="87213" cap="flat">
                  <a:noFill/>
                  <a:prstDash val="solid"/>
                  <a:miter/>
                </a:ln>
              </p:spPr>
              <p:txBody>
                <a:bodyPr rtlCol="0" anchor="ctr"/>
                <a:lstStyle/>
                <a:p>
                  <a:endParaRPr lang="en-IN" dirty="0"/>
                </a:p>
              </p:txBody>
            </p:sp>
            <p:sp>
              <p:nvSpPr>
                <p:cNvPr id="2711" name="Freeform: Shape 2710">
                  <a:extLst>
                    <a:ext uri="{FF2B5EF4-FFF2-40B4-BE49-F238E27FC236}">
                      <a16:creationId xmlns:a16="http://schemas.microsoft.com/office/drawing/2014/main" id="{A4F6A93B-5CCF-BDF8-83AB-356520156726}"/>
                    </a:ext>
                  </a:extLst>
                </p:cNvPr>
                <p:cNvSpPr/>
                <p:nvPr/>
              </p:nvSpPr>
              <p:spPr>
                <a:xfrm>
                  <a:off x="2959542" y="4389075"/>
                  <a:ext cx="63859" cy="86253"/>
                </a:xfrm>
                <a:custGeom>
                  <a:avLst/>
                  <a:gdLst>
                    <a:gd name="connsiteX0" fmla="*/ 1365 w 63859"/>
                    <a:gd name="connsiteY0" fmla="*/ 62681 h 86253"/>
                    <a:gd name="connsiteX1" fmla="*/ 24098 w 63859"/>
                    <a:gd name="connsiteY1" fmla="*/ 20712 h 86253"/>
                    <a:gd name="connsiteX2" fmla="*/ 40711 w 63859"/>
                    <a:gd name="connsiteY2" fmla="*/ 4974 h 86253"/>
                    <a:gd name="connsiteX3" fmla="*/ 63444 w 63859"/>
                    <a:gd name="connsiteY3" fmla="*/ 12844 h 86253"/>
                    <a:gd name="connsiteX4" fmla="*/ 59072 w 63859"/>
                    <a:gd name="connsiteY4" fmla="*/ 31205 h 86253"/>
                    <a:gd name="connsiteX5" fmla="*/ 34590 w 63859"/>
                    <a:gd name="connsiteY5" fmla="*/ 69676 h 86253"/>
                    <a:gd name="connsiteX6" fmla="*/ 21475 w 63859"/>
                    <a:gd name="connsiteY6" fmla="*/ 83665 h 86253"/>
                    <a:gd name="connsiteX7" fmla="*/ 6611 w 63859"/>
                    <a:gd name="connsiteY7" fmla="*/ 83665 h 86253"/>
                    <a:gd name="connsiteX8" fmla="*/ 491 w 63859"/>
                    <a:gd name="connsiteY8" fmla="*/ 67927 h 86253"/>
                    <a:gd name="connsiteX9" fmla="*/ 1365 w 63859"/>
                    <a:gd name="connsiteY9" fmla="*/ 62681 h 8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859" h="86253">
                      <a:moveTo>
                        <a:pt x="1365" y="62681"/>
                      </a:moveTo>
                      <a:cubicBezTo>
                        <a:pt x="9234" y="48691"/>
                        <a:pt x="17103" y="34702"/>
                        <a:pt x="24098" y="20712"/>
                      </a:cubicBezTo>
                      <a:cubicBezTo>
                        <a:pt x="28513" y="14391"/>
                        <a:pt x="34162" y="9040"/>
                        <a:pt x="40711" y="4974"/>
                      </a:cubicBezTo>
                      <a:cubicBezTo>
                        <a:pt x="52077" y="-3769"/>
                        <a:pt x="59946" y="-1146"/>
                        <a:pt x="63444" y="12844"/>
                      </a:cubicBezTo>
                      <a:cubicBezTo>
                        <a:pt x="64606" y="19305"/>
                        <a:pt x="63015" y="25959"/>
                        <a:pt x="59072" y="31205"/>
                      </a:cubicBezTo>
                      <a:cubicBezTo>
                        <a:pt x="51736" y="44538"/>
                        <a:pt x="43561" y="57391"/>
                        <a:pt x="34590" y="69676"/>
                      </a:cubicBezTo>
                      <a:cubicBezTo>
                        <a:pt x="30682" y="74747"/>
                        <a:pt x="26284" y="79434"/>
                        <a:pt x="21475" y="83665"/>
                      </a:cubicBezTo>
                      <a:cubicBezTo>
                        <a:pt x="17086" y="87023"/>
                        <a:pt x="11001" y="87023"/>
                        <a:pt x="6611" y="83665"/>
                      </a:cubicBezTo>
                      <a:cubicBezTo>
                        <a:pt x="1277" y="80378"/>
                        <a:pt x="-1223" y="73952"/>
                        <a:pt x="491" y="67927"/>
                      </a:cubicBezTo>
                      <a:cubicBezTo>
                        <a:pt x="491" y="67927"/>
                        <a:pt x="2239" y="64430"/>
                        <a:pt x="1365" y="62681"/>
                      </a:cubicBezTo>
                      <a:close/>
                    </a:path>
                  </a:pathLst>
                </a:custGeom>
                <a:solidFill>
                  <a:srgbClr val="414167"/>
                </a:solidFill>
                <a:ln w="87213" cap="flat">
                  <a:noFill/>
                  <a:prstDash val="solid"/>
                  <a:miter/>
                </a:ln>
              </p:spPr>
              <p:txBody>
                <a:bodyPr rtlCol="0" anchor="ctr"/>
                <a:lstStyle/>
                <a:p>
                  <a:endParaRPr lang="en-IN" dirty="0"/>
                </a:p>
              </p:txBody>
            </p:sp>
            <p:sp>
              <p:nvSpPr>
                <p:cNvPr id="2712" name="Freeform: Shape 2711">
                  <a:extLst>
                    <a:ext uri="{FF2B5EF4-FFF2-40B4-BE49-F238E27FC236}">
                      <a16:creationId xmlns:a16="http://schemas.microsoft.com/office/drawing/2014/main" id="{06F2251C-46C2-46B8-49F3-9D86CD59BE66}"/>
                    </a:ext>
                  </a:extLst>
                </p:cNvPr>
                <p:cNvSpPr/>
                <p:nvPr/>
              </p:nvSpPr>
              <p:spPr>
                <a:xfrm>
                  <a:off x="2963772" y="4393496"/>
                  <a:ext cx="54053" cy="74943"/>
                </a:xfrm>
                <a:custGeom>
                  <a:avLst/>
                  <a:gdLst>
                    <a:gd name="connsiteX0" fmla="*/ 39977 w 54053"/>
                    <a:gd name="connsiteY0" fmla="*/ 44271 h 74943"/>
                    <a:gd name="connsiteX1" fmla="*/ 26862 w 54053"/>
                    <a:gd name="connsiteY1" fmla="*/ 65256 h 74943"/>
                    <a:gd name="connsiteX2" fmla="*/ 10249 w 54053"/>
                    <a:gd name="connsiteY2" fmla="*/ 74873 h 74943"/>
                    <a:gd name="connsiteX3" fmla="*/ 631 w 54053"/>
                    <a:gd name="connsiteY3" fmla="*/ 61758 h 74943"/>
                    <a:gd name="connsiteX4" fmla="*/ 631 w 54053"/>
                    <a:gd name="connsiteY4" fmla="*/ 52141 h 74943"/>
                    <a:gd name="connsiteX5" fmla="*/ 32982 w 54053"/>
                    <a:gd name="connsiteY5" fmla="*/ 4926 h 74943"/>
                    <a:gd name="connsiteX6" fmla="*/ 48721 w 54053"/>
                    <a:gd name="connsiteY6" fmla="*/ 1428 h 74943"/>
                    <a:gd name="connsiteX7" fmla="*/ 53966 w 54053"/>
                    <a:gd name="connsiteY7" fmla="*/ 14544 h 74943"/>
                    <a:gd name="connsiteX8" fmla="*/ 39977 w 54053"/>
                    <a:gd name="connsiteY8" fmla="*/ 44271 h 74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053" h="74943">
                      <a:moveTo>
                        <a:pt x="39977" y="44271"/>
                      </a:moveTo>
                      <a:cubicBezTo>
                        <a:pt x="35177" y="50986"/>
                        <a:pt x="30796" y="57999"/>
                        <a:pt x="26862" y="65256"/>
                      </a:cubicBezTo>
                      <a:cubicBezTo>
                        <a:pt x="22683" y="70379"/>
                        <a:pt x="16772" y="73798"/>
                        <a:pt x="10249" y="74873"/>
                      </a:cubicBezTo>
                      <a:cubicBezTo>
                        <a:pt x="5003" y="74873"/>
                        <a:pt x="-1117" y="68753"/>
                        <a:pt x="631" y="61758"/>
                      </a:cubicBezTo>
                      <a:cubicBezTo>
                        <a:pt x="-269" y="58619"/>
                        <a:pt x="-269" y="55288"/>
                        <a:pt x="631" y="52141"/>
                      </a:cubicBezTo>
                      <a:cubicBezTo>
                        <a:pt x="9882" y="35406"/>
                        <a:pt x="20715" y="19597"/>
                        <a:pt x="32982" y="4926"/>
                      </a:cubicBezTo>
                      <a:cubicBezTo>
                        <a:pt x="36611" y="-15"/>
                        <a:pt x="43343" y="-1509"/>
                        <a:pt x="48721" y="1428"/>
                      </a:cubicBezTo>
                      <a:cubicBezTo>
                        <a:pt x="54841" y="1428"/>
                        <a:pt x="53966" y="9297"/>
                        <a:pt x="53966" y="14544"/>
                      </a:cubicBezTo>
                      <a:cubicBezTo>
                        <a:pt x="53966" y="19790"/>
                        <a:pt x="43475" y="35528"/>
                        <a:pt x="39977" y="44271"/>
                      </a:cubicBezTo>
                      <a:close/>
                    </a:path>
                  </a:pathLst>
                </a:custGeom>
                <a:solidFill>
                  <a:srgbClr val="32325A"/>
                </a:solidFill>
                <a:ln w="87213" cap="flat">
                  <a:noFill/>
                  <a:prstDash val="solid"/>
                  <a:miter/>
                </a:ln>
              </p:spPr>
              <p:txBody>
                <a:bodyPr rtlCol="0" anchor="ctr"/>
                <a:lstStyle/>
                <a:p>
                  <a:endParaRPr lang="en-IN" dirty="0"/>
                </a:p>
              </p:txBody>
            </p:sp>
            <p:sp>
              <p:nvSpPr>
                <p:cNvPr id="2713" name="Freeform: Shape 2712">
                  <a:extLst>
                    <a:ext uri="{FF2B5EF4-FFF2-40B4-BE49-F238E27FC236}">
                      <a16:creationId xmlns:a16="http://schemas.microsoft.com/office/drawing/2014/main" id="{2D1E73A7-0A00-A92F-A3AC-FD02DF6DA30F}"/>
                    </a:ext>
                  </a:extLst>
                </p:cNvPr>
                <p:cNvSpPr/>
                <p:nvPr/>
              </p:nvSpPr>
              <p:spPr>
                <a:xfrm>
                  <a:off x="2969921" y="4402863"/>
                  <a:ext cx="42421" cy="58581"/>
                </a:xfrm>
                <a:custGeom>
                  <a:avLst/>
                  <a:gdLst>
                    <a:gd name="connsiteX0" fmla="*/ 12844 w 42421"/>
                    <a:gd name="connsiteY0" fmla="*/ 23538 h 58581"/>
                    <a:gd name="connsiteX1" fmla="*/ 32079 w 42421"/>
                    <a:gd name="connsiteY1" fmla="*/ -70 h 58581"/>
                    <a:gd name="connsiteX2" fmla="*/ 40823 w 42421"/>
                    <a:gd name="connsiteY2" fmla="*/ -70 h 58581"/>
                    <a:gd name="connsiteX3" fmla="*/ 40823 w 42421"/>
                    <a:gd name="connsiteY3" fmla="*/ 9548 h 58581"/>
                    <a:gd name="connsiteX4" fmla="*/ 34703 w 42421"/>
                    <a:gd name="connsiteY4" fmla="*/ 23538 h 58581"/>
                    <a:gd name="connsiteX5" fmla="*/ 21588 w 42421"/>
                    <a:gd name="connsiteY5" fmla="*/ 45396 h 58581"/>
                    <a:gd name="connsiteX6" fmla="*/ 7598 w 42421"/>
                    <a:gd name="connsiteY6" fmla="*/ 58512 h 58581"/>
                    <a:gd name="connsiteX7" fmla="*/ 1477 w 42421"/>
                    <a:gd name="connsiteY7" fmla="*/ 58512 h 58581"/>
                    <a:gd name="connsiteX8" fmla="*/ 1477 w 42421"/>
                    <a:gd name="connsiteY8" fmla="*/ 47145 h 58581"/>
                    <a:gd name="connsiteX9" fmla="*/ 12844 w 42421"/>
                    <a:gd name="connsiteY9" fmla="*/ 23538 h 5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1" h="58581">
                      <a:moveTo>
                        <a:pt x="12844" y="23538"/>
                      </a:moveTo>
                      <a:cubicBezTo>
                        <a:pt x="17539" y="14409"/>
                        <a:pt x="24088" y="6365"/>
                        <a:pt x="32079" y="-70"/>
                      </a:cubicBezTo>
                      <a:cubicBezTo>
                        <a:pt x="32079" y="-70"/>
                        <a:pt x="37326" y="-70"/>
                        <a:pt x="40823" y="-70"/>
                      </a:cubicBezTo>
                      <a:cubicBezTo>
                        <a:pt x="44320" y="-70"/>
                        <a:pt x="40823" y="6051"/>
                        <a:pt x="40823" y="9548"/>
                      </a:cubicBezTo>
                      <a:cubicBezTo>
                        <a:pt x="39153" y="14365"/>
                        <a:pt x="37107" y="19044"/>
                        <a:pt x="34703" y="23538"/>
                      </a:cubicBezTo>
                      <a:cubicBezTo>
                        <a:pt x="29290" y="30148"/>
                        <a:pt x="24866" y="37510"/>
                        <a:pt x="21588" y="45396"/>
                      </a:cubicBezTo>
                      <a:cubicBezTo>
                        <a:pt x="21588" y="51517"/>
                        <a:pt x="11970" y="54140"/>
                        <a:pt x="7598" y="58512"/>
                      </a:cubicBezTo>
                      <a:lnTo>
                        <a:pt x="1477" y="58512"/>
                      </a:lnTo>
                      <a:cubicBezTo>
                        <a:pt x="-551" y="54997"/>
                        <a:pt x="-551" y="50660"/>
                        <a:pt x="1477" y="47145"/>
                      </a:cubicBezTo>
                      <a:cubicBezTo>
                        <a:pt x="4459" y="38908"/>
                        <a:pt x="8262" y="31004"/>
                        <a:pt x="12844" y="23538"/>
                      </a:cubicBezTo>
                      <a:close/>
                    </a:path>
                  </a:pathLst>
                </a:custGeom>
                <a:solidFill>
                  <a:srgbClr val="282853"/>
                </a:solidFill>
                <a:ln w="87213" cap="flat">
                  <a:noFill/>
                  <a:prstDash val="solid"/>
                  <a:miter/>
                </a:ln>
              </p:spPr>
              <p:txBody>
                <a:bodyPr rtlCol="0" anchor="ctr"/>
                <a:lstStyle/>
                <a:p>
                  <a:endParaRPr lang="en-IN" dirty="0"/>
                </a:p>
              </p:txBody>
            </p:sp>
            <p:sp>
              <p:nvSpPr>
                <p:cNvPr id="2714" name="Freeform: Shape 2713">
                  <a:extLst>
                    <a:ext uri="{FF2B5EF4-FFF2-40B4-BE49-F238E27FC236}">
                      <a16:creationId xmlns:a16="http://schemas.microsoft.com/office/drawing/2014/main" id="{B2B5CC3D-ABAF-0410-8B81-D12305416658}"/>
                    </a:ext>
                  </a:extLst>
                </p:cNvPr>
                <p:cNvSpPr/>
                <p:nvPr/>
              </p:nvSpPr>
              <p:spPr>
                <a:xfrm>
                  <a:off x="2973968" y="4408984"/>
                  <a:ext cx="35557" cy="44591"/>
                </a:xfrm>
                <a:custGeom>
                  <a:avLst/>
                  <a:gdLst>
                    <a:gd name="connsiteX0" fmla="*/ 22786 w 35557"/>
                    <a:gd name="connsiteY0" fmla="*/ 24412 h 44591"/>
                    <a:gd name="connsiteX1" fmla="*/ 8797 w 35557"/>
                    <a:gd name="connsiteY1" fmla="*/ 44521 h 44591"/>
                    <a:gd name="connsiteX2" fmla="*/ 2676 w 35557"/>
                    <a:gd name="connsiteY2" fmla="*/ 44521 h 44591"/>
                    <a:gd name="connsiteX3" fmla="*/ 2676 w 35557"/>
                    <a:gd name="connsiteY3" fmla="*/ 39275 h 44591"/>
                    <a:gd name="connsiteX4" fmla="*/ 25409 w 35557"/>
                    <a:gd name="connsiteY4" fmla="*/ -70 h 44591"/>
                    <a:gd name="connsiteX5" fmla="*/ 32404 w 35557"/>
                    <a:gd name="connsiteY5" fmla="*/ -70 h 44591"/>
                    <a:gd name="connsiteX6" fmla="*/ 32404 w 35557"/>
                    <a:gd name="connsiteY6" fmla="*/ 7799 h 44591"/>
                    <a:gd name="connsiteX7" fmla="*/ 22786 w 35557"/>
                    <a:gd name="connsiteY7" fmla="*/ 24412 h 4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57" h="44591">
                      <a:moveTo>
                        <a:pt x="22786" y="24412"/>
                      </a:moveTo>
                      <a:cubicBezTo>
                        <a:pt x="18835" y="31581"/>
                        <a:pt x="14148" y="38322"/>
                        <a:pt x="8797" y="44521"/>
                      </a:cubicBezTo>
                      <a:cubicBezTo>
                        <a:pt x="8797" y="44521"/>
                        <a:pt x="8797" y="44521"/>
                        <a:pt x="2676" y="44521"/>
                      </a:cubicBezTo>
                      <a:cubicBezTo>
                        <a:pt x="-3444" y="44521"/>
                        <a:pt x="2676" y="44521"/>
                        <a:pt x="2676" y="39275"/>
                      </a:cubicBezTo>
                      <a:cubicBezTo>
                        <a:pt x="6654" y="24385"/>
                        <a:pt x="14497" y="10815"/>
                        <a:pt x="25409" y="-70"/>
                      </a:cubicBezTo>
                      <a:cubicBezTo>
                        <a:pt x="25409" y="-70"/>
                        <a:pt x="25409" y="-70"/>
                        <a:pt x="32404" y="-70"/>
                      </a:cubicBezTo>
                      <a:cubicBezTo>
                        <a:pt x="39399" y="-70"/>
                        <a:pt x="32404" y="5176"/>
                        <a:pt x="32404" y="7799"/>
                      </a:cubicBezTo>
                      <a:cubicBezTo>
                        <a:pt x="32404" y="10422"/>
                        <a:pt x="25409" y="19165"/>
                        <a:pt x="22786" y="24412"/>
                      </a:cubicBezTo>
                      <a:close/>
                    </a:path>
                  </a:pathLst>
                </a:custGeom>
                <a:solidFill>
                  <a:srgbClr val="242450"/>
                </a:solidFill>
                <a:ln w="87213" cap="flat">
                  <a:noFill/>
                  <a:prstDash val="solid"/>
                  <a:miter/>
                </a:ln>
              </p:spPr>
              <p:txBody>
                <a:bodyPr rtlCol="0" anchor="ctr"/>
                <a:lstStyle/>
                <a:p>
                  <a:endParaRPr lang="en-IN" dirty="0"/>
                </a:p>
              </p:txBody>
            </p:sp>
            <p:sp>
              <p:nvSpPr>
                <p:cNvPr id="2715" name="Freeform: Shape 2714">
                  <a:extLst>
                    <a:ext uri="{FF2B5EF4-FFF2-40B4-BE49-F238E27FC236}">
                      <a16:creationId xmlns:a16="http://schemas.microsoft.com/office/drawing/2014/main" id="{9C648286-C520-1E53-CB63-138E0E556A62}"/>
                    </a:ext>
                  </a:extLst>
                </p:cNvPr>
                <p:cNvSpPr/>
                <p:nvPr/>
              </p:nvSpPr>
              <p:spPr>
                <a:xfrm>
                  <a:off x="2981935" y="4411607"/>
                  <a:ext cx="25453" cy="33333"/>
                </a:xfrm>
                <a:custGeom>
                  <a:avLst/>
                  <a:gdLst>
                    <a:gd name="connsiteX0" fmla="*/ 13071 w 25453"/>
                    <a:gd name="connsiteY0" fmla="*/ 22662 h 33333"/>
                    <a:gd name="connsiteX1" fmla="*/ 6076 w 25453"/>
                    <a:gd name="connsiteY1" fmla="*/ 32280 h 33333"/>
                    <a:gd name="connsiteX2" fmla="*/ -44 w 25453"/>
                    <a:gd name="connsiteY2" fmla="*/ 32280 h 33333"/>
                    <a:gd name="connsiteX3" fmla="*/ -44 w 25453"/>
                    <a:gd name="connsiteY3" fmla="*/ 25286 h 33333"/>
                    <a:gd name="connsiteX4" fmla="*/ 16568 w 25453"/>
                    <a:gd name="connsiteY4" fmla="*/ -70 h 33333"/>
                    <a:gd name="connsiteX5" fmla="*/ 22689 w 25453"/>
                    <a:gd name="connsiteY5" fmla="*/ -70 h 33333"/>
                    <a:gd name="connsiteX6" fmla="*/ 22689 w 25453"/>
                    <a:gd name="connsiteY6" fmla="*/ 6050 h 33333"/>
                    <a:gd name="connsiteX7" fmla="*/ 14820 w 25453"/>
                    <a:gd name="connsiteY7" fmla="*/ 20040 h 3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453" h="33333">
                      <a:moveTo>
                        <a:pt x="13071" y="22662"/>
                      </a:moveTo>
                      <a:lnTo>
                        <a:pt x="6076" y="32280"/>
                      </a:lnTo>
                      <a:cubicBezTo>
                        <a:pt x="4248" y="33592"/>
                        <a:pt x="1783" y="33592"/>
                        <a:pt x="-44" y="32280"/>
                      </a:cubicBezTo>
                      <a:cubicBezTo>
                        <a:pt x="-44" y="32280"/>
                        <a:pt x="-44" y="27034"/>
                        <a:pt x="-44" y="25286"/>
                      </a:cubicBezTo>
                      <a:cubicBezTo>
                        <a:pt x="4354" y="16140"/>
                        <a:pt x="9941" y="7615"/>
                        <a:pt x="16568" y="-70"/>
                      </a:cubicBezTo>
                      <a:cubicBezTo>
                        <a:pt x="16568" y="-70"/>
                        <a:pt x="16568" y="-70"/>
                        <a:pt x="22689" y="-70"/>
                      </a:cubicBezTo>
                      <a:cubicBezTo>
                        <a:pt x="28809" y="-70"/>
                        <a:pt x="22689" y="-70"/>
                        <a:pt x="22689" y="6050"/>
                      </a:cubicBezTo>
                      <a:lnTo>
                        <a:pt x="14820" y="20040"/>
                      </a:lnTo>
                      <a:close/>
                    </a:path>
                  </a:pathLst>
                </a:custGeom>
                <a:solidFill>
                  <a:srgbClr val="21214D"/>
                </a:solidFill>
                <a:ln w="87213" cap="flat">
                  <a:noFill/>
                  <a:prstDash val="solid"/>
                  <a:miter/>
                </a:ln>
              </p:spPr>
              <p:txBody>
                <a:bodyPr rtlCol="0" anchor="ctr"/>
                <a:lstStyle/>
                <a:p>
                  <a:endParaRPr lang="en-IN" dirty="0"/>
                </a:p>
              </p:txBody>
            </p:sp>
          </p:grpSp>
          <p:sp>
            <p:nvSpPr>
              <p:cNvPr id="2587" name="Freeform: Shape 2586">
                <a:extLst>
                  <a:ext uri="{FF2B5EF4-FFF2-40B4-BE49-F238E27FC236}">
                    <a16:creationId xmlns:a16="http://schemas.microsoft.com/office/drawing/2014/main" id="{5C40EFA4-DD54-850E-93AC-57E4EA343D31}"/>
                  </a:ext>
                </a:extLst>
              </p:cNvPr>
              <p:cNvSpPr/>
              <p:nvPr/>
            </p:nvSpPr>
            <p:spPr>
              <a:xfrm>
                <a:off x="2942700" y="4367650"/>
                <a:ext cx="100329" cy="126383"/>
              </a:xfrm>
              <a:custGeom>
                <a:avLst/>
                <a:gdLst>
                  <a:gd name="connsiteX0" fmla="*/ 12961 w 100329"/>
                  <a:gd name="connsiteY0" fmla="*/ 121703 h 126383"/>
                  <a:gd name="connsiteX1" fmla="*/ 4217 w 100329"/>
                  <a:gd name="connsiteY1" fmla="*/ 83232 h 126383"/>
                  <a:gd name="connsiteX2" fmla="*/ 48809 w 100329"/>
                  <a:gd name="connsiteY2" fmla="*/ 13284 h 126383"/>
                  <a:gd name="connsiteX3" fmla="*/ 85917 w 100329"/>
                  <a:gd name="connsiteY3" fmla="*/ 3684 h 126383"/>
                  <a:gd name="connsiteX4" fmla="*/ 87280 w 100329"/>
                  <a:gd name="connsiteY4" fmla="*/ 4540 h 126383"/>
                  <a:gd name="connsiteX5" fmla="*/ 87280 w 100329"/>
                  <a:gd name="connsiteY5" fmla="*/ 4540 h 126383"/>
                  <a:gd name="connsiteX6" fmla="*/ 96024 w 100329"/>
                  <a:gd name="connsiteY6" fmla="*/ 43012 h 126383"/>
                  <a:gd name="connsiteX7" fmla="*/ 51432 w 100329"/>
                  <a:gd name="connsiteY7" fmla="*/ 112960 h 126383"/>
                  <a:gd name="connsiteX8" fmla="*/ 14325 w 100329"/>
                  <a:gd name="connsiteY8" fmla="*/ 122560 h 126383"/>
                  <a:gd name="connsiteX9" fmla="*/ 12961 w 100329"/>
                  <a:gd name="connsiteY9" fmla="*/ 121703 h 126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329" h="126383">
                    <a:moveTo>
                      <a:pt x="12961" y="121703"/>
                    </a:moveTo>
                    <a:cubicBezTo>
                      <a:pt x="-40" y="113467"/>
                      <a:pt x="-3940" y="96277"/>
                      <a:pt x="4217" y="83232"/>
                    </a:cubicBezTo>
                    <a:lnTo>
                      <a:pt x="48809" y="13284"/>
                    </a:lnTo>
                    <a:cubicBezTo>
                      <a:pt x="56407" y="387"/>
                      <a:pt x="73020" y="-3914"/>
                      <a:pt x="85917" y="3684"/>
                    </a:cubicBezTo>
                    <a:cubicBezTo>
                      <a:pt x="86380" y="3955"/>
                      <a:pt x="86834" y="4244"/>
                      <a:pt x="87280" y="4540"/>
                    </a:cubicBezTo>
                    <a:lnTo>
                      <a:pt x="87280" y="4540"/>
                    </a:lnTo>
                    <a:cubicBezTo>
                      <a:pt x="100282" y="12777"/>
                      <a:pt x="104182" y="29967"/>
                      <a:pt x="96024" y="43012"/>
                    </a:cubicBezTo>
                    <a:lnTo>
                      <a:pt x="51432" y="112960"/>
                    </a:lnTo>
                    <a:cubicBezTo>
                      <a:pt x="43834" y="125856"/>
                      <a:pt x="27221" y="130158"/>
                      <a:pt x="14325" y="122560"/>
                    </a:cubicBezTo>
                    <a:cubicBezTo>
                      <a:pt x="13861" y="122289"/>
                      <a:pt x="13407" y="122000"/>
                      <a:pt x="12961" y="121703"/>
                    </a:cubicBezTo>
                    <a:close/>
                  </a:path>
                </a:pathLst>
              </a:custGeom>
              <a:solidFill>
                <a:srgbClr val="3A3A3A"/>
              </a:solidFill>
              <a:ln w="87213" cap="flat">
                <a:noFill/>
                <a:prstDash val="solid"/>
                <a:miter/>
              </a:ln>
            </p:spPr>
            <p:txBody>
              <a:bodyPr rtlCol="0" anchor="ctr"/>
              <a:lstStyle/>
              <a:p>
                <a:endParaRPr lang="en-IN" dirty="0"/>
              </a:p>
            </p:txBody>
          </p:sp>
          <p:sp>
            <p:nvSpPr>
              <p:cNvPr id="2588" name="Freeform: Shape 2587">
                <a:extLst>
                  <a:ext uri="{FF2B5EF4-FFF2-40B4-BE49-F238E27FC236}">
                    <a16:creationId xmlns:a16="http://schemas.microsoft.com/office/drawing/2014/main" id="{32255F0F-774E-A1FB-4B6B-F5D6A3B32D38}"/>
                  </a:ext>
                </a:extLst>
              </p:cNvPr>
              <p:cNvSpPr/>
              <p:nvPr/>
            </p:nvSpPr>
            <p:spPr>
              <a:xfrm>
                <a:off x="2945323" y="4361005"/>
                <a:ext cx="100678" cy="125941"/>
              </a:xfrm>
              <a:custGeom>
                <a:avLst/>
                <a:gdLst>
                  <a:gd name="connsiteX0" fmla="*/ 12961 w 100678"/>
                  <a:gd name="connsiteY0" fmla="*/ 121354 h 125941"/>
                  <a:gd name="connsiteX1" fmla="*/ 4217 w 100678"/>
                  <a:gd name="connsiteY1" fmla="*/ 82882 h 125941"/>
                  <a:gd name="connsiteX2" fmla="*/ 48809 w 100678"/>
                  <a:gd name="connsiteY2" fmla="*/ 12935 h 125941"/>
                  <a:gd name="connsiteX3" fmla="*/ 87281 w 100678"/>
                  <a:gd name="connsiteY3" fmla="*/ 4192 h 125941"/>
                  <a:gd name="connsiteX4" fmla="*/ 87281 w 100678"/>
                  <a:gd name="connsiteY4" fmla="*/ 4192 h 125941"/>
                  <a:gd name="connsiteX5" fmla="*/ 96881 w 100678"/>
                  <a:gd name="connsiteY5" fmla="*/ 41298 h 125941"/>
                  <a:gd name="connsiteX6" fmla="*/ 96024 w 100678"/>
                  <a:gd name="connsiteY6" fmla="*/ 42662 h 125941"/>
                  <a:gd name="connsiteX7" fmla="*/ 51432 w 100678"/>
                  <a:gd name="connsiteY7" fmla="*/ 113485 h 125941"/>
                  <a:gd name="connsiteX8" fmla="*/ 12961 w 100678"/>
                  <a:gd name="connsiteY8" fmla="*/ 121354 h 12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5941">
                    <a:moveTo>
                      <a:pt x="12961" y="121354"/>
                    </a:moveTo>
                    <a:cubicBezTo>
                      <a:pt x="-40" y="113117"/>
                      <a:pt x="-3940" y="95928"/>
                      <a:pt x="4217" y="82882"/>
                    </a:cubicBezTo>
                    <a:lnTo>
                      <a:pt x="48809" y="12935"/>
                    </a:lnTo>
                    <a:cubicBezTo>
                      <a:pt x="57046" y="-67"/>
                      <a:pt x="74235" y="-3966"/>
                      <a:pt x="87281" y="4192"/>
                    </a:cubicBezTo>
                    <a:lnTo>
                      <a:pt x="87281" y="4192"/>
                    </a:lnTo>
                    <a:cubicBezTo>
                      <a:pt x="100177" y="11790"/>
                      <a:pt x="104479" y="28402"/>
                      <a:pt x="96881" y="41298"/>
                    </a:cubicBezTo>
                    <a:cubicBezTo>
                      <a:pt x="96610" y="41762"/>
                      <a:pt x="96321" y="42217"/>
                      <a:pt x="96024" y="42662"/>
                    </a:cubicBezTo>
                    <a:lnTo>
                      <a:pt x="51432" y="113485"/>
                    </a:lnTo>
                    <a:cubicBezTo>
                      <a:pt x="42908" y="126180"/>
                      <a:pt x="25779" y="129677"/>
                      <a:pt x="12961" y="121354"/>
                    </a:cubicBezTo>
                    <a:close/>
                  </a:path>
                </a:pathLst>
              </a:custGeom>
              <a:solidFill>
                <a:srgbClr val="636363"/>
              </a:solidFill>
              <a:ln w="87213" cap="flat">
                <a:noFill/>
                <a:prstDash val="solid"/>
                <a:miter/>
              </a:ln>
            </p:spPr>
            <p:txBody>
              <a:bodyPr rtlCol="0" anchor="ctr"/>
              <a:lstStyle/>
              <a:p>
                <a:endParaRPr lang="en-IN" dirty="0"/>
              </a:p>
            </p:txBody>
          </p:sp>
          <p:sp>
            <p:nvSpPr>
              <p:cNvPr id="2589" name="Freeform: Shape 2588">
                <a:extLst>
                  <a:ext uri="{FF2B5EF4-FFF2-40B4-BE49-F238E27FC236}">
                    <a16:creationId xmlns:a16="http://schemas.microsoft.com/office/drawing/2014/main" id="{B8B54651-B0E3-EA76-AE71-41286FB07E34}"/>
                  </a:ext>
                </a:extLst>
              </p:cNvPr>
              <p:cNvSpPr/>
              <p:nvPr/>
            </p:nvSpPr>
            <p:spPr>
              <a:xfrm>
                <a:off x="2943574" y="4366251"/>
                <a:ext cx="100678" cy="128564"/>
              </a:xfrm>
              <a:custGeom>
                <a:avLst/>
                <a:gdLst>
                  <a:gd name="connsiteX0" fmla="*/ 12961 w 100678"/>
                  <a:gd name="connsiteY0" fmla="*/ 121354 h 128564"/>
                  <a:gd name="connsiteX1" fmla="*/ 4217 w 100678"/>
                  <a:gd name="connsiteY1" fmla="*/ 82883 h 128564"/>
                  <a:gd name="connsiteX2" fmla="*/ 48809 w 100678"/>
                  <a:gd name="connsiteY2" fmla="*/ 12935 h 128564"/>
                  <a:gd name="connsiteX3" fmla="*/ 87280 w 100678"/>
                  <a:gd name="connsiteY3" fmla="*/ 4192 h 128564"/>
                  <a:gd name="connsiteX4" fmla="*/ 87280 w 100678"/>
                  <a:gd name="connsiteY4" fmla="*/ 4192 h 128564"/>
                  <a:gd name="connsiteX5" fmla="*/ 96881 w 100678"/>
                  <a:gd name="connsiteY5" fmla="*/ 41299 h 128564"/>
                  <a:gd name="connsiteX6" fmla="*/ 96023 w 100678"/>
                  <a:gd name="connsiteY6" fmla="*/ 42663 h 128564"/>
                  <a:gd name="connsiteX7" fmla="*/ 51432 w 100678"/>
                  <a:gd name="connsiteY7" fmla="*/ 116108 h 128564"/>
                  <a:gd name="connsiteX8" fmla="*/ 12961 w 100678"/>
                  <a:gd name="connsiteY8" fmla="*/ 123977 h 12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8564">
                    <a:moveTo>
                      <a:pt x="12961" y="121354"/>
                    </a:moveTo>
                    <a:cubicBezTo>
                      <a:pt x="-40" y="113117"/>
                      <a:pt x="-3940" y="95928"/>
                      <a:pt x="4217" y="82883"/>
                    </a:cubicBezTo>
                    <a:lnTo>
                      <a:pt x="48809" y="12935"/>
                    </a:lnTo>
                    <a:cubicBezTo>
                      <a:pt x="57045" y="-66"/>
                      <a:pt x="74235" y="-3966"/>
                      <a:pt x="87280" y="4192"/>
                    </a:cubicBezTo>
                    <a:lnTo>
                      <a:pt x="87280" y="4192"/>
                    </a:lnTo>
                    <a:cubicBezTo>
                      <a:pt x="100177" y="11790"/>
                      <a:pt x="104479" y="28402"/>
                      <a:pt x="96881" y="41299"/>
                    </a:cubicBezTo>
                    <a:cubicBezTo>
                      <a:pt x="96610" y="41762"/>
                      <a:pt x="96321" y="42217"/>
                      <a:pt x="96023" y="42663"/>
                    </a:cubicBezTo>
                    <a:lnTo>
                      <a:pt x="51432" y="116108"/>
                    </a:lnTo>
                    <a:cubicBezTo>
                      <a:pt x="42916" y="128803"/>
                      <a:pt x="25779" y="132301"/>
                      <a:pt x="12961" y="123977"/>
                    </a:cubicBezTo>
                    <a:close/>
                  </a:path>
                </a:pathLst>
              </a:custGeom>
              <a:solidFill>
                <a:srgbClr val="E8EAEA">
                  <a:alpha val="20000"/>
                </a:srgbClr>
              </a:solidFill>
              <a:ln w="87213" cap="flat">
                <a:noFill/>
                <a:prstDash val="solid"/>
                <a:miter/>
              </a:ln>
            </p:spPr>
            <p:txBody>
              <a:bodyPr rtlCol="0" anchor="ctr"/>
              <a:lstStyle/>
              <a:p>
                <a:endParaRPr lang="en-IN" dirty="0"/>
              </a:p>
            </p:txBody>
          </p:sp>
          <p:sp>
            <p:nvSpPr>
              <p:cNvPr id="2590" name="Freeform: Shape 2589">
                <a:extLst>
                  <a:ext uri="{FF2B5EF4-FFF2-40B4-BE49-F238E27FC236}">
                    <a16:creationId xmlns:a16="http://schemas.microsoft.com/office/drawing/2014/main" id="{498E8EE2-B9B2-D755-D35E-79C03ED2515A}"/>
                  </a:ext>
                </a:extLst>
              </p:cNvPr>
              <p:cNvSpPr/>
              <p:nvPr/>
            </p:nvSpPr>
            <p:spPr>
              <a:xfrm>
                <a:off x="2943574" y="4366251"/>
                <a:ext cx="100678" cy="128564"/>
              </a:xfrm>
              <a:custGeom>
                <a:avLst/>
                <a:gdLst>
                  <a:gd name="connsiteX0" fmla="*/ 12961 w 100678"/>
                  <a:gd name="connsiteY0" fmla="*/ 121354 h 128564"/>
                  <a:gd name="connsiteX1" fmla="*/ 4217 w 100678"/>
                  <a:gd name="connsiteY1" fmla="*/ 82883 h 128564"/>
                  <a:gd name="connsiteX2" fmla="*/ 48809 w 100678"/>
                  <a:gd name="connsiteY2" fmla="*/ 12935 h 128564"/>
                  <a:gd name="connsiteX3" fmla="*/ 87280 w 100678"/>
                  <a:gd name="connsiteY3" fmla="*/ 4192 h 128564"/>
                  <a:gd name="connsiteX4" fmla="*/ 87280 w 100678"/>
                  <a:gd name="connsiteY4" fmla="*/ 4192 h 128564"/>
                  <a:gd name="connsiteX5" fmla="*/ 96881 w 100678"/>
                  <a:gd name="connsiteY5" fmla="*/ 41299 h 128564"/>
                  <a:gd name="connsiteX6" fmla="*/ 96023 w 100678"/>
                  <a:gd name="connsiteY6" fmla="*/ 42663 h 128564"/>
                  <a:gd name="connsiteX7" fmla="*/ 51432 w 100678"/>
                  <a:gd name="connsiteY7" fmla="*/ 116108 h 128564"/>
                  <a:gd name="connsiteX8" fmla="*/ 12961 w 100678"/>
                  <a:gd name="connsiteY8" fmla="*/ 123977 h 12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678" h="128564">
                    <a:moveTo>
                      <a:pt x="12961" y="121354"/>
                    </a:moveTo>
                    <a:cubicBezTo>
                      <a:pt x="-40" y="113117"/>
                      <a:pt x="-3940" y="95928"/>
                      <a:pt x="4217" y="82883"/>
                    </a:cubicBezTo>
                    <a:lnTo>
                      <a:pt x="48809" y="12935"/>
                    </a:lnTo>
                    <a:cubicBezTo>
                      <a:pt x="57045" y="-66"/>
                      <a:pt x="74235" y="-3966"/>
                      <a:pt x="87280" y="4192"/>
                    </a:cubicBezTo>
                    <a:lnTo>
                      <a:pt x="87280" y="4192"/>
                    </a:lnTo>
                    <a:cubicBezTo>
                      <a:pt x="100177" y="11790"/>
                      <a:pt x="104479" y="28402"/>
                      <a:pt x="96881" y="41299"/>
                    </a:cubicBezTo>
                    <a:cubicBezTo>
                      <a:pt x="96610" y="41762"/>
                      <a:pt x="96321" y="42217"/>
                      <a:pt x="96023" y="42663"/>
                    </a:cubicBezTo>
                    <a:lnTo>
                      <a:pt x="51432" y="116108"/>
                    </a:lnTo>
                    <a:cubicBezTo>
                      <a:pt x="42916" y="128803"/>
                      <a:pt x="25779" y="132301"/>
                      <a:pt x="12961" y="123977"/>
                    </a:cubicBezTo>
                    <a:close/>
                  </a:path>
                </a:pathLst>
              </a:custGeom>
              <a:gradFill>
                <a:gsLst>
                  <a:gs pos="0">
                    <a:srgbClr val="FFFFFF"/>
                  </a:gs>
                  <a:gs pos="50000">
                    <a:srgbClr val="7F7F7F"/>
                  </a:gs>
                  <a:gs pos="100000">
                    <a:srgbClr val="000000"/>
                  </a:gs>
                </a:gsLst>
                <a:lin ang="7364114" scaled="1"/>
              </a:gradFill>
              <a:ln w="87213" cap="flat">
                <a:noFill/>
                <a:prstDash val="solid"/>
                <a:miter/>
              </a:ln>
            </p:spPr>
            <p:txBody>
              <a:bodyPr rtlCol="0" anchor="ctr"/>
              <a:lstStyle/>
              <a:p>
                <a:endParaRPr lang="en-IN" dirty="0"/>
              </a:p>
            </p:txBody>
          </p:sp>
          <p:sp>
            <p:nvSpPr>
              <p:cNvPr id="2591" name="Freeform: Shape 2590">
                <a:extLst>
                  <a:ext uri="{FF2B5EF4-FFF2-40B4-BE49-F238E27FC236}">
                    <a16:creationId xmlns:a16="http://schemas.microsoft.com/office/drawing/2014/main" id="{DA90E25C-5AFD-2DD2-6237-1E99179E8319}"/>
                  </a:ext>
                </a:extLst>
              </p:cNvPr>
              <p:cNvSpPr/>
              <p:nvPr/>
            </p:nvSpPr>
            <p:spPr>
              <a:xfrm>
                <a:off x="2800071" y="4680031"/>
                <a:ext cx="293294" cy="584936"/>
              </a:xfrm>
              <a:custGeom>
                <a:avLst/>
                <a:gdLst>
                  <a:gd name="connsiteX0" fmla="*/ -44 w 293294"/>
                  <a:gd name="connsiteY0" fmla="*/ -70 h 584936"/>
                  <a:gd name="connsiteX1" fmla="*/ 32307 w 293294"/>
                  <a:gd name="connsiteY1" fmla="*/ 144197 h 584936"/>
                  <a:gd name="connsiteX2" fmla="*/ 74275 w 293294"/>
                  <a:gd name="connsiteY2" fmla="*/ 433605 h 584936"/>
                  <a:gd name="connsiteX3" fmla="*/ 74275 w 293294"/>
                  <a:gd name="connsiteY3" fmla="*/ 521040 h 584936"/>
                  <a:gd name="connsiteX4" fmla="*/ 74275 w 293294"/>
                  <a:gd name="connsiteY4" fmla="*/ 561260 h 584936"/>
                  <a:gd name="connsiteX5" fmla="*/ 84768 w 293294"/>
                  <a:gd name="connsiteY5" fmla="*/ 584867 h 584936"/>
                  <a:gd name="connsiteX6" fmla="*/ 119741 w 293294"/>
                  <a:gd name="connsiteY6" fmla="*/ 584867 h 584936"/>
                  <a:gd name="connsiteX7" fmla="*/ 196684 w 293294"/>
                  <a:gd name="connsiteY7" fmla="*/ 516668 h 584936"/>
                  <a:gd name="connsiteX8" fmla="*/ 243898 w 293294"/>
                  <a:gd name="connsiteY8" fmla="*/ 549019 h 584936"/>
                  <a:gd name="connsiteX9" fmla="*/ 280621 w 293294"/>
                  <a:gd name="connsiteY9" fmla="*/ 539401 h 584936"/>
                  <a:gd name="connsiteX10" fmla="*/ 292862 w 293294"/>
                  <a:gd name="connsiteY10" fmla="*/ 508799 h 584936"/>
                  <a:gd name="connsiteX11" fmla="*/ 292862 w 293294"/>
                  <a:gd name="connsiteY11" fmla="*/ 467705 h 584936"/>
                  <a:gd name="connsiteX12" fmla="*/ 264883 w 293294"/>
                  <a:gd name="connsiteY12" fmla="*/ 380270 h 584936"/>
                  <a:gd name="connsiteX13" fmla="*/ 200181 w 293294"/>
                  <a:gd name="connsiteY13" fmla="*/ 275349 h 584936"/>
                  <a:gd name="connsiteX14" fmla="*/ 112747 w 293294"/>
                  <a:gd name="connsiteY14" fmla="*/ 146820 h 584936"/>
                  <a:gd name="connsiteX15" fmla="*/ 58537 w 293294"/>
                  <a:gd name="connsiteY15" fmla="*/ 74249 h 584936"/>
                  <a:gd name="connsiteX16" fmla="*/ 29684 w 293294"/>
                  <a:gd name="connsiteY16" fmla="*/ 36652 h 584936"/>
                  <a:gd name="connsiteX17" fmla="*/ -44 w 293294"/>
                  <a:gd name="connsiteY17" fmla="*/ -70 h 5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3294" h="584936">
                    <a:moveTo>
                      <a:pt x="-44" y="-70"/>
                    </a:moveTo>
                    <a:cubicBezTo>
                      <a:pt x="12197" y="47145"/>
                      <a:pt x="22689" y="96108"/>
                      <a:pt x="32307" y="144197"/>
                    </a:cubicBezTo>
                    <a:cubicBezTo>
                      <a:pt x="52827" y="239605"/>
                      <a:pt x="66852" y="336299"/>
                      <a:pt x="74275" y="433605"/>
                    </a:cubicBezTo>
                    <a:cubicBezTo>
                      <a:pt x="75954" y="462730"/>
                      <a:pt x="75954" y="491916"/>
                      <a:pt x="74275" y="521040"/>
                    </a:cubicBezTo>
                    <a:cubicBezTo>
                      <a:pt x="74275" y="535029"/>
                      <a:pt x="74275" y="548145"/>
                      <a:pt x="74275" y="561260"/>
                    </a:cubicBezTo>
                    <a:cubicBezTo>
                      <a:pt x="74275" y="574375"/>
                      <a:pt x="67280" y="583993"/>
                      <a:pt x="84768" y="584867"/>
                    </a:cubicBezTo>
                    <a:cubicBezTo>
                      <a:pt x="96405" y="583993"/>
                      <a:pt x="108104" y="583993"/>
                      <a:pt x="119741" y="584867"/>
                    </a:cubicBezTo>
                    <a:cubicBezTo>
                      <a:pt x="123816" y="545618"/>
                      <a:pt x="157233" y="516004"/>
                      <a:pt x="196684" y="516668"/>
                    </a:cubicBezTo>
                    <a:cubicBezTo>
                      <a:pt x="217668" y="516668"/>
                      <a:pt x="251767" y="516668"/>
                      <a:pt x="243898" y="549019"/>
                    </a:cubicBezTo>
                    <a:cubicBezTo>
                      <a:pt x="256752" y="548932"/>
                      <a:pt x="269377" y="545626"/>
                      <a:pt x="280621" y="539401"/>
                    </a:cubicBezTo>
                    <a:cubicBezTo>
                      <a:pt x="292862" y="532406"/>
                      <a:pt x="291988" y="521915"/>
                      <a:pt x="292862" y="508799"/>
                    </a:cubicBezTo>
                    <a:cubicBezTo>
                      <a:pt x="293736" y="495684"/>
                      <a:pt x="292862" y="480820"/>
                      <a:pt x="292862" y="467705"/>
                    </a:cubicBezTo>
                    <a:cubicBezTo>
                      <a:pt x="292223" y="436464"/>
                      <a:pt x="282501" y="406081"/>
                      <a:pt x="264883" y="380270"/>
                    </a:cubicBezTo>
                    <a:cubicBezTo>
                      <a:pt x="243898" y="345296"/>
                      <a:pt x="222040" y="310322"/>
                      <a:pt x="200181" y="275349"/>
                    </a:cubicBezTo>
                    <a:cubicBezTo>
                      <a:pt x="178323" y="240375"/>
                      <a:pt x="143349" y="187914"/>
                      <a:pt x="112747" y="146820"/>
                    </a:cubicBezTo>
                    <a:cubicBezTo>
                      <a:pt x="95260" y="122339"/>
                      <a:pt x="76898" y="98731"/>
                      <a:pt x="58537" y="74249"/>
                    </a:cubicBezTo>
                    <a:lnTo>
                      <a:pt x="29684" y="36652"/>
                    </a:lnTo>
                    <a:cubicBezTo>
                      <a:pt x="21814" y="27034"/>
                      <a:pt x="2579" y="10422"/>
                      <a:pt x="-44" y="-70"/>
                    </a:cubicBezTo>
                    <a:close/>
                  </a:path>
                </a:pathLst>
              </a:custGeom>
              <a:gradFill>
                <a:gsLst>
                  <a:gs pos="0">
                    <a:srgbClr val="CCE0F4">
                      <a:alpha val="0"/>
                    </a:srgbClr>
                  </a:gs>
                  <a:gs pos="99000">
                    <a:srgbClr val="000000"/>
                  </a:gs>
                </a:gsLst>
                <a:lin ang="20170600" scaled="1"/>
              </a:gradFill>
              <a:ln w="87213" cap="flat">
                <a:noFill/>
                <a:prstDash val="solid"/>
                <a:miter/>
              </a:ln>
            </p:spPr>
            <p:txBody>
              <a:bodyPr rtlCol="0" anchor="ctr"/>
              <a:lstStyle/>
              <a:p>
                <a:endParaRPr lang="en-IN" dirty="0"/>
              </a:p>
            </p:txBody>
          </p:sp>
          <p:sp>
            <p:nvSpPr>
              <p:cNvPr id="2592" name="Freeform: Shape 2591">
                <a:extLst>
                  <a:ext uri="{FF2B5EF4-FFF2-40B4-BE49-F238E27FC236}">
                    <a16:creationId xmlns:a16="http://schemas.microsoft.com/office/drawing/2014/main" id="{869F5DB5-F5E8-203F-6D08-34558DCA3D65}"/>
                  </a:ext>
                </a:extLst>
              </p:cNvPr>
              <p:cNvSpPr/>
              <p:nvPr/>
            </p:nvSpPr>
            <p:spPr>
              <a:xfrm>
                <a:off x="2734222" y="5219776"/>
                <a:ext cx="19120" cy="72733"/>
              </a:xfrm>
              <a:custGeom>
                <a:avLst/>
                <a:gdLst>
                  <a:gd name="connsiteX0" fmla="*/ 15967 w 19120"/>
                  <a:gd name="connsiteY0" fmla="*/ 531 h 72733"/>
                  <a:gd name="connsiteX1" fmla="*/ 229 w 19120"/>
                  <a:gd name="connsiteY1" fmla="*/ 33756 h 72733"/>
                  <a:gd name="connsiteX2" fmla="*/ 8099 w 19120"/>
                  <a:gd name="connsiteY2" fmla="*/ 71353 h 72733"/>
                  <a:gd name="connsiteX3" fmla="*/ 15967 w 19120"/>
                  <a:gd name="connsiteY3" fmla="*/ 39876 h 72733"/>
                  <a:gd name="connsiteX4" fmla="*/ 15967 w 19120"/>
                  <a:gd name="connsiteY4" fmla="*/ 531 h 72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0" h="72733">
                    <a:moveTo>
                      <a:pt x="15967" y="531"/>
                    </a:moveTo>
                    <a:cubicBezTo>
                      <a:pt x="2852" y="-4715"/>
                      <a:pt x="1104" y="25887"/>
                      <a:pt x="229" y="33756"/>
                    </a:cubicBezTo>
                    <a:cubicBezTo>
                      <a:pt x="-645" y="41626"/>
                      <a:pt x="229" y="63484"/>
                      <a:pt x="8099" y="71353"/>
                    </a:cubicBezTo>
                    <a:cubicBezTo>
                      <a:pt x="15967" y="79222"/>
                      <a:pt x="15967" y="49494"/>
                      <a:pt x="15967" y="39876"/>
                    </a:cubicBezTo>
                    <a:cubicBezTo>
                      <a:pt x="15967" y="30259"/>
                      <a:pt x="22962" y="9274"/>
                      <a:pt x="15967" y="531"/>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93" name="Freeform: Shape 2592">
                <a:extLst>
                  <a:ext uri="{FF2B5EF4-FFF2-40B4-BE49-F238E27FC236}">
                    <a16:creationId xmlns:a16="http://schemas.microsoft.com/office/drawing/2014/main" id="{27910648-D94A-76BB-3F1C-5C7659B3C202}"/>
                  </a:ext>
                </a:extLst>
              </p:cNvPr>
              <p:cNvSpPr/>
              <p:nvPr/>
            </p:nvSpPr>
            <p:spPr>
              <a:xfrm>
                <a:off x="2755365" y="5237863"/>
                <a:ext cx="18995" cy="69071"/>
              </a:xfrm>
              <a:custGeom>
                <a:avLst/>
                <a:gdLst>
                  <a:gd name="connsiteX0" fmla="*/ 13186 w 18995"/>
                  <a:gd name="connsiteY0" fmla="*/ -70 h 69071"/>
                  <a:gd name="connsiteX1" fmla="*/ 1819 w 18995"/>
                  <a:gd name="connsiteY1" fmla="*/ 32281 h 69071"/>
                  <a:gd name="connsiteX2" fmla="*/ 7940 w 18995"/>
                  <a:gd name="connsiteY2" fmla="*/ 68129 h 69071"/>
                  <a:gd name="connsiteX3" fmla="*/ 17558 w 18995"/>
                  <a:gd name="connsiteY3" fmla="*/ 52391 h 69071"/>
                  <a:gd name="connsiteX4" fmla="*/ 17558 w 18995"/>
                  <a:gd name="connsiteY4" fmla="*/ 13045 h 69071"/>
                  <a:gd name="connsiteX5" fmla="*/ 13186 w 18995"/>
                  <a:gd name="connsiteY5" fmla="*/ -70 h 6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95" h="69071">
                    <a:moveTo>
                      <a:pt x="13186" y="-70"/>
                    </a:moveTo>
                    <a:cubicBezTo>
                      <a:pt x="2693" y="-70"/>
                      <a:pt x="2693" y="25286"/>
                      <a:pt x="1819" y="32281"/>
                    </a:cubicBezTo>
                    <a:cubicBezTo>
                      <a:pt x="945" y="39275"/>
                      <a:pt x="-4301" y="63758"/>
                      <a:pt x="7940" y="68129"/>
                    </a:cubicBezTo>
                    <a:cubicBezTo>
                      <a:pt x="20181" y="72501"/>
                      <a:pt x="16683" y="59386"/>
                      <a:pt x="17558" y="52391"/>
                    </a:cubicBezTo>
                    <a:cubicBezTo>
                      <a:pt x="18887" y="39311"/>
                      <a:pt x="18887" y="26125"/>
                      <a:pt x="17558" y="13045"/>
                    </a:cubicBezTo>
                    <a:cubicBezTo>
                      <a:pt x="20181" y="7799"/>
                      <a:pt x="19306" y="1679"/>
                      <a:pt x="13186" y="-70"/>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94" name="Freeform: Shape 2593">
                <a:extLst>
                  <a:ext uri="{FF2B5EF4-FFF2-40B4-BE49-F238E27FC236}">
                    <a16:creationId xmlns:a16="http://schemas.microsoft.com/office/drawing/2014/main" id="{35162068-9A69-E6C5-B55D-C8DDF40B2CDC}"/>
                  </a:ext>
                </a:extLst>
              </p:cNvPr>
              <p:cNvSpPr/>
              <p:nvPr/>
            </p:nvSpPr>
            <p:spPr>
              <a:xfrm>
                <a:off x="2717652" y="5195895"/>
                <a:ext cx="19563" cy="65575"/>
              </a:xfrm>
              <a:custGeom>
                <a:avLst/>
                <a:gdLst>
                  <a:gd name="connsiteX0" fmla="*/ 16799 w 19563"/>
                  <a:gd name="connsiteY0" fmla="*/ -70 h 65575"/>
                  <a:gd name="connsiteX1" fmla="*/ 186 w 19563"/>
                  <a:gd name="connsiteY1" fmla="*/ 32280 h 65575"/>
                  <a:gd name="connsiteX2" fmla="*/ 5433 w 19563"/>
                  <a:gd name="connsiteY2" fmla="*/ 65506 h 65575"/>
                  <a:gd name="connsiteX3" fmla="*/ 13301 w 19563"/>
                  <a:gd name="connsiteY3" fmla="*/ 24412 h 65575"/>
                  <a:gd name="connsiteX4" fmla="*/ 13301 w 19563"/>
                  <a:gd name="connsiteY4" fmla="*/ -70 h 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63" h="65575">
                    <a:moveTo>
                      <a:pt x="16799" y="-70"/>
                    </a:moveTo>
                    <a:cubicBezTo>
                      <a:pt x="6316" y="7353"/>
                      <a:pt x="107" y="19428"/>
                      <a:pt x="186" y="32280"/>
                    </a:cubicBezTo>
                    <a:cubicBezTo>
                      <a:pt x="-723" y="43612"/>
                      <a:pt x="1069" y="55005"/>
                      <a:pt x="5433" y="65506"/>
                    </a:cubicBezTo>
                    <a:cubicBezTo>
                      <a:pt x="4689" y="51376"/>
                      <a:pt x="7391" y="37273"/>
                      <a:pt x="13301" y="24412"/>
                    </a:cubicBezTo>
                    <a:cubicBezTo>
                      <a:pt x="13301" y="19165"/>
                      <a:pt x="27291" y="4301"/>
                      <a:pt x="13301" y="-70"/>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95" name="Freeform: Shape 2594">
                <a:extLst>
                  <a:ext uri="{FF2B5EF4-FFF2-40B4-BE49-F238E27FC236}">
                    <a16:creationId xmlns:a16="http://schemas.microsoft.com/office/drawing/2014/main" id="{7B8B688F-2617-8960-7CBD-10E99E83ECF3}"/>
                  </a:ext>
                </a:extLst>
              </p:cNvPr>
              <p:cNvSpPr/>
              <p:nvPr/>
            </p:nvSpPr>
            <p:spPr>
              <a:xfrm>
                <a:off x="2788996" y="5248407"/>
                <a:ext cx="17632" cy="70631"/>
              </a:xfrm>
              <a:custGeom>
                <a:avLst/>
                <a:gdLst>
                  <a:gd name="connsiteX0" fmla="*/ 2287 w 17632"/>
                  <a:gd name="connsiteY0" fmla="*/ 2502 h 70631"/>
                  <a:gd name="connsiteX1" fmla="*/ 2287 w 17632"/>
                  <a:gd name="connsiteY1" fmla="*/ 28732 h 70631"/>
                  <a:gd name="connsiteX2" fmla="*/ 2287 w 17632"/>
                  <a:gd name="connsiteY2" fmla="*/ 53214 h 70631"/>
                  <a:gd name="connsiteX3" fmla="*/ 16277 w 17632"/>
                  <a:gd name="connsiteY3" fmla="*/ 68078 h 70631"/>
                  <a:gd name="connsiteX4" fmla="*/ 16277 w 17632"/>
                  <a:gd name="connsiteY4" fmla="*/ 48842 h 70631"/>
                  <a:gd name="connsiteX5" fmla="*/ 16277 w 17632"/>
                  <a:gd name="connsiteY5" fmla="*/ 25235 h 70631"/>
                  <a:gd name="connsiteX6" fmla="*/ 2287 w 17632"/>
                  <a:gd name="connsiteY6" fmla="*/ 2502 h 7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32" h="70631">
                    <a:moveTo>
                      <a:pt x="2287" y="2502"/>
                    </a:moveTo>
                    <a:cubicBezTo>
                      <a:pt x="-2959" y="7748"/>
                      <a:pt x="2287" y="21738"/>
                      <a:pt x="2287" y="28732"/>
                    </a:cubicBezTo>
                    <a:cubicBezTo>
                      <a:pt x="1850" y="36890"/>
                      <a:pt x="1850" y="45057"/>
                      <a:pt x="2287" y="53214"/>
                    </a:cubicBezTo>
                    <a:cubicBezTo>
                      <a:pt x="2287" y="60209"/>
                      <a:pt x="2287" y="76821"/>
                      <a:pt x="16277" y="68078"/>
                    </a:cubicBezTo>
                    <a:cubicBezTo>
                      <a:pt x="18026" y="61783"/>
                      <a:pt x="18026" y="55138"/>
                      <a:pt x="16277" y="48842"/>
                    </a:cubicBezTo>
                    <a:cubicBezTo>
                      <a:pt x="15840" y="40982"/>
                      <a:pt x="15840" y="33095"/>
                      <a:pt x="16277" y="25235"/>
                    </a:cubicBezTo>
                    <a:cubicBezTo>
                      <a:pt x="15403" y="20863"/>
                      <a:pt x="14528" y="-8864"/>
                      <a:pt x="2287" y="2502"/>
                    </a:cubicBezTo>
                    <a:close/>
                  </a:path>
                </a:pathLst>
              </a:custGeom>
              <a:solidFill>
                <a:srgbClr val="636363">
                  <a:alpha val="30000"/>
                </a:srgbClr>
              </a:solidFill>
              <a:ln w="87213" cap="flat">
                <a:noFill/>
                <a:prstDash val="solid"/>
                <a:miter/>
              </a:ln>
            </p:spPr>
            <p:txBody>
              <a:bodyPr rtlCol="0" anchor="ctr"/>
              <a:lstStyle/>
              <a:p>
                <a:endParaRPr lang="en-IN" dirty="0"/>
              </a:p>
            </p:txBody>
          </p:sp>
          <p:sp>
            <p:nvSpPr>
              <p:cNvPr id="2596" name="Freeform: Shape 2595">
                <a:extLst>
                  <a:ext uri="{FF2B5EF4-FFF2-40B4-BE49-F238E27FC236}">
                    <a16:creationId xmlns:a16="http://schemas.microsoft.com/office/drawing/2014/main" id="{1D3A5D7A-68F5-AB11-4E32-37EE6A19011D}"/>
                  </a:ext>
                </a:extLst>
              </p:cNvPr>
              <p:cNvSpPr/>
              <p:nvPr/>
            </p:nvSpPr>
            <p:spPr>
              <a:xfrm>
                <a:off x="2716835" y="5218628"/>
                <a:ext cx="303570" cy="112986"/>
              </a:xfrm>
              <a:custGeom>
                <a:avLst/>
                <a:gdLst>
                  <a:gd name="connsiteX0" fmla="*/ 129 w 303570"/>
                  <a:gd name="connsiteY0" fmla="*/ 12171 h 112986"/>
                  <a:gd name="connsiteX1" fmla="*/ 17616 w 303570"/>
                  <a:gd name="connsiteY1" fmla="*/ 66380 h 112986"/>
                  <a:gd name="connsiteX2" fmla="*/ 88438 w 303570"/>
                  <a:gd name="connsiteY2" fmla="*/ 103103 h 112986"/>
                  <a:gd name="connsiteX3" fmla="*/ 303527 w 303570"/>
                  <a:gd name="connsiteY3" fmla="*/ 88239 h 112986"/>
                  <a:gd name="connsiteX4" fmla="*/ 230957 w 303570"/>
                  <a:gd name="connsiteY4" fmla="*/ 98731 h 112986"/>
                  <a:gd name="connsiteX5" fmla="*/ 83192 w 303570"/>
                  <a:gd name="connsiteY5" fmla="*/ 65506 h 112986"/>
                  <a:gd name="connsiteX6" fmla="*/ 9747 w 303570"/>
                  <a:gd name="connsiteY6" fmla="*/ 18291 h 112986"/>
                  <a:gd name="connsiteX7" fmla="*/ 1878 w 303570"/>
                  <a:gd name="connsiteY7" fmla="*/ -70 h 11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570" h="112986">
                    <a:moveTo>
                      <a:pt x="129" y="12171"/>
                    </a:moveTo>
                    <a:cubicBezTo>
                      <a:pt x="-1192" y="31809"/>
                      <a:pt x="5069" y="51211"/>
                      <a:pt x="17616" y="66380"/>
                    </a:cubicBezTo>
                    <a:cubicBezTo>
                      <a:pt x="37805" y="84313"/>
                      <a:pt x="62146" y="96930"/>
                      <a:pt x="88438" y="103103"/>
                    </a:cubicBezTo>
                    <a:cubicBezTo>
                      <a:pt x="159977" y="120109"/>
                      <a:pt x="235004" y="114924"/>
                      <a:pt x="303527" y="88239"/>
                    </a:cubicBezTo>
                    <a:cubicBezTo>
                      <a:pt x="279788" y="94351"/>
                      <a:pt x="255456" y="97874"/>
                      <a:pt x="230957" y="98731"/>
                    </a:cubicBezTo>
                    <a:cubicBezTo>
                      <a:pt x="179956" y="97822"/>
                      <a:pt x="129672" y="86517"/>
                      <a:pt x="83192" y="65506"/>
                    </a:cubicBezTo>
                    <a:cubicBezTo>
                      <a:pt x="55484" y="55468"/>
                      <a:pt x="30382" y="39337"/>
                      <a:pt x="9747" y="18291"/>
                    </a:cubicBezTo>
                    <a:cubicBezTo>
                      <a:pt x="9747" y="13045"/>
                      <a:pt x="129" y="4302"/>
                      <a:pt x="1878" y="-70"/>
                    </a:cubicBezTo>
                    <a:close/>
                  </a:path>
                </a:pathLst>
              </a:custGeom>
              <a:gradFill>
                <a:gsLst>
                  <a:gs pos="0">
                    <a:srgbClr val="CCE0F4">
                      <a:alpha val="0"/>
                    </a:srgbClr>
                  </a:gs>
                  <a:gs pos="99000">
                    <a:srgbClr val="000000"/>
                  </a:gs>
                </a:gsLst>
                <a:lin ang="13061685" scaled="1"/>
              </a:gradFill>
              <a:ln w="87213" cap="flat">
                <a:noFill/>
                <a:prstDash val="solid"/>
                <a:miter/>
              </a:ln>
            </p:spPr>
            <p:txBody>
              <a:bodyPr rtlCol="0" anchor="ctr"/>
              <a:lstStyle/>
              <a:p>
                <a:endParaRPr lang="en-IN" dirty="0"/>
              </a:p>
            </p:txBody>
          </p:sp>
          <p:sp>
            <p:nvSpPr>
              <p:cNvPr id="2597" name="Freeform: Shape 2596">
                <a:extLst>
                  <a:ext uri="{FF2B5EF4-FFF2-40B4-BE49-F238E27FC236}">
                    <a16:creationId xmlns:a16="http://schemas.microsoft.com/office/drawing/2014/main" id="{0898E39D-248D-DD13-9A16-015F0EC70E4E}"/>
                  </a:ext>
                </a:extLst>
              </p:cNvPr>
              <p:cNvSpPr/>
              <p:nvPr/>
            </p:nvSpPr>
            <p:spPr>
              <a:xfrm>
                <a:off x="848159" y="4200889"/>
                <a:ext cx="1059204" cy="929429"/>
              </a:xfrm>
              <a:custGeom>
                <a:avLst/>
                <a:gdLst>
                  <a:gd name="connsiteX0" fmla="*/ 1059161 w 1059204"/>
                  <a:gd name="connsiteY0" fmla="*/ 589239 h 929429"/>
                  <a:gd name="connsiteX1" fmla="*/ 903527 w 1059204"/>
                  <a:gd name="connsiteY1" fmla="*/ 501804 h 929429"/>
                  <a:gd name="connsiteX2" fmla="*/ 743522 w 1059204"/>
                  <a:gd name="connsiteY2" fmla="*/ 414370 h 929429"/>
                  <a:gd name="connsiteX3" fmla="*/ 447993 w 1059204"/>
                  <a:gd name="connsiteY3" fmla="*/ 220265 h 929429"/>
                  <a:gd name="connsiteX4" fmla="*/ 329082 w 1059204"/>
                  <a:gd name="connsiteY4" fmla="*/ 138077 h 929429"/>
                  <a:gd name="connsiteX5" fmla="*/ 254762 w 1059204"/>
                  <a:gd name="connsiteY5" fmla="*/ 76873 h 929429"/>
                  <a:gd name="connsiteX6" fmla="*/ 211919 w 1059204"/>
                  <a:gd name="connsiteY6" fmla="*/ 21789 h 929429"/>
                  <a:gd name="connsiteX7" fmla="*/ 211919 w 1059204"/>
                  <a:gd name="connsiteY7" fmla="*/ -70 h 929429"/>
                  <a:gd name="connsiteX8" fmla="*/ 211919 w 1059204"/>
                  <a:gd name="connsiteY8" fmla="*/ -70 h 929429"/>
                  <a:gd name="connsiteX9" fmla="*/ 211919 w 1059204"/>
                  <a:gd name="connsiteY9" fmla="*/ -70 h 929429"/>
                  <a:gd name="connsiteX10" fmla="*/ 179569 w 1059204"/>
                  <a:gd name="connsiteY10" fmla="*/ 62883 h 929429"/>
                  <a:gd name="connsiteX11" fmla="*/ 153338 w 1059204"/>
                  <a:gd name="connsiteY11" fmla="*/ 123213 h 929429"/>
                  <a:gd name="connsiteX12" fmla="*/ 123611 w 1059204"/>
                  <a:gd name="connsiteY12" fmla="*/ 194035 h 929429"/>
                  <a:gd name="connsiteX13" fmla="*/ 16066 w 1059204"/>
                  <a:gd name="connsiteY13" fmla="*/ 467705 h 929429"/>
                  <a:gd name="connsiteX14" fmla="*/ 82516 w 1059204"/>
                  <a:gd name="connsiteY14" fmla="*/ 929360 h 929429"/>
                  <a:gd name="connsiteX15" fmla="*/ 82516 w 1059204"/>
                  <a:gd name="connsiteY15" fmla="*/ 929360 h 929429"/>
                  <a:gd name="connsiteX16" fmla="*/ 8197 w 1059204"/>
                  <a:gd name="connsiteY16" fmla="*/ 708150 h 929429"/>
                  <a:gd name="connsiteX17" fmla="*/ 15191 w 1059204"/>
                  <a:gd name="connsiteY17" fmla="*/ 476449 h 929429"/>
                  <a:gd name="connsiteX18" fmla="*/ 109621 w 1059204"/>
                  <a:gd name="connsiteY18" fmla="*/ 229883 h 929429"/>
                  <a:gd name="connsiteX19" fmla="*/ 162956 w 1059204"/>
                  <a:gd name="connsiteY19" fmla="*/ 107475 h 929429"/>
                  <a:gd name="connsiteX20" fmla="*/ 182192 w 1059204"/>
                  <a:gd name="connsiteY20" fmla="*/ 56763 h 929429"/>
                  <a:gd name="connsiteX21" fmla="*/ 204051 w 1059204"/>
                  <a:gd name="connsiteY21" fmla="*/ 6050 h 929429"/>
                  <a:gd name="connsiteX22" fmla="*/ 253888 w 1059204"/>
                  <a:gd name="connsiteY22" fmla="*/ 93485 h 929429"/>
                  <a:gd name="connsiteX23" fmla="*/ 402527 w 1059204"/>
                  <a:gd name="connsiteY23" fmla="*/ 194035 h 929429"/>
                  <a:gd name="connsiteX24" fmla="*/ 591385 w 1059204"/>
                  <a:gd name="connsiteY24" fmla="*/ 326935 h 929429"/>
                  <a:gd name="connsiteX25" fmla="*/ 907899 w 1059204"/>
                  <a:gd name="connsiteY25" fmla="*/ 509674 h 929429"/>
                  <a:gd name="connsiteX26" fmla="*/ 1057412 w 1059204"/>
                  <a:gd name="connsiteY26" fmla="*/ 590988 h 929429"/>
                  <a:gd name="connsiteX27" fmla="*/ 1059161 w 1059204"/>
                  <a:gd name="connsiteY27" fmla="*/ 589239 h 92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59204" h="929429">
                    <a:moveTo>
                      <a:pt x="1059161" y="589239"/>
                    </a:moveTo>
                    <a:cubicBezTo>
                      <a:pt x="1009323" y="559511"/>
                      <a:pt x="955988" y="533281"/>
                      <a:pt x="903527" y="501804"/>
                    </a:cubicBezTo>
                    <a:lnTo>
                      <a:pt x="743522" y="414370"/>
                    </a:lnTo>
                    <a:cubicBezTo>
                      <a:pt x="640917" y="356121"/>
                      <a:pt x="542204" y="291288"/>
                      <a:pt x="447993" y="220265"/>
                    </a:cubicBezTo>
                    <a:cubicBezTo>
                      <a:pt x="409522" y="191412"/>
                      <a:pt x="367553" y="166056"/>
                      <a:pt x="329082" y="138077"/>
                    </a:cubicBezTo>
                    <a:cubicBezTo>
                      <a:pt x="303158" y="119121"/>
                      <a:pt x="278343" y="98679"/>
                      <a:pt x="254762" y="76873"/>
                    </a:cubicBezTo>
                    <a:cubicBezTo>
                      <a:pt x="236034" y="62455"/>
                      <a:pt x="221284" y="43499"/>
                      <a:pt x="211919" y="21789"/>
                    </a:cubicBezTo>
                    <a:cubicBezTo>
                      <a:pt x="208011" y="15030"/>
                      <a:pt x="208011" y="6697"/>
                      <a:pt x="211919" y="-70"/>
                    </a:cubicBezTo>
                    <a:lnTo>
                      <a:pt x="211919" y="-70"/>
                    </a:lnTo>
                    <a:cubicBezTo>
                      <a:pt x="211919" y="-70"/>
                      <a:pt x="211919" y="-70"/>
                      <a:pt x="211919" y="-70"/>
                    </a:cubicBezTo>
                    <a:cubicBezTo>
                      <a:pt x="182192" y="-70"/>
                      <a:pt x="184815" y="41024"/>
                      <a:pt x="179569" y="62883"/>
                    </a:cubicBezTo>
                    <a:cubicBezTo>
                      <a:pt x="173396" y="84016"/>
                      <a:pt x="164582" y="104284"/>
                      <a:pt x="153338" y="123213"/>
                    </a:cubicBezTo>
                    <a:cubicBezTo>
                      <a:pt x="142846" y="146820"/>
                      <a:pt x="133228" y="170428"/>
                      <a:pt x="123611" y="194035"/>
                    </a:cubicBezTo>
                    <a:cubicBezTo>
                      <a:pt x="81240" y="282553"/>
                      <a:pt x="45295" y="374019"/>
                      <a:pt x="16066" y="467705"/>
                    </a:cubicBezTo>
                    <a:cubicBezTo>
                      <a:pt x="-17107" y="624606"/>
                      <a:pt x="6439" y="788188"/>
                      <a:pt x="82516" y="929360"/>
                    </a:cubicBezTo>
                    <a:cubicBezTo>
                      <a:pt x="82516" y="929360"/>
                      <a:pt x="82516" y="929360"/>
                      <a:pt x="82516" y="929360"/>
                    </a:cubicBezTo>
                    <a:cubicBezTo>
                      <a:pt x="46887" y="859727"/>
                      <a:pt x="21837" y="785172"/>
                      <a:pt x="8197" y="708150"/>
                    </a:cubicBezTo>
                    <a:cubicBezTo>
                      <a:pt x="-4787" y="631216"/>
                      <a:pt x="-2409" y="552464"/>
                      <a:pt x="15191" y="476449"/>
                    </a:cubicBezTo>
                    <a:cubicBezTo>
                      <a:pt x="38711" y="391427"/>
                      <a:pt x="70328" y="308863"/>
                      <a:pt x="109621" y="229883"/>
                    </a:cubicBezTo>
                    <a:cubicBezTo>
                      <a:pt x="127108" y="188789"/>
                      <a:pt x="143720" y="147695"/>
                      <a:pt x="162956" y="107475"/>
                    </a:cubicBezTo>
                    <a:cubicBezTo>
                      <a:pt x="171026" y="91247"/>
                      <a:pt x="177470" y="74258"/>
                      <a:pt x="182192" y="56763"/>
                    </a:cubicBezTo>
                    <a:cubicBezTo>
                      <a:pt x="182192" y="40150"/>
                      <a:pt x="182192" y="13045"/>
                      <a:pt x="204051" y="6050"/>
                    </a:cubicBezTo>
                    <a:cubicBezTo>
                      <a:pt x="187438" y="34904"/>
                      <a:pt x="237275" y="75998"/>
                      <a:pt x="253888" y="93485"/>
                    </a:cubicBezTo>
                    <a:cubicBezTo>
                      <a:pt x="301068" y="130373"/>
                      <a:pt x="350731" y="163966"/>
                      <a:pt x="402527" y="194035"/>
                    </a:cubicBezTo>
                    <a:cubicBezTo>
                      <a:pt x="466354" y="236878"/>
                      <a:pt x="526684" y="281469"/>
                      <a:pt x="591385" y="326935"/>
                    </a:cubicBezTo>
                    <a:cubicBezTo>
                      <a:pt x="693684" y="393386"/>
                      <a:pt x="801229" y="451967"/>
                      <a:pt x="907899" y="509674"/>
                    </a:cubicBezTo>
                    <a:cubicBezTo>
                      <a:pt x="957737" y="536778"/>
                      <a:pt x="1009323" y="562134"/>
                      <a:pt x="1057412" y="590988"/>
                    </a:cubicBezTo>
                    <a:lnTo>
                      <a:pt x="1059161" y="589239"/>
                    </a:lnTo>
                    <a:close/>
                  </a:path>
                </a:pathLst>
              </a:custGeom>
              <a:solidFill>
                <a:srgbClr val="636363">
                  <a:alpha val="60000"/>
                </a:srgbClr>
              </a:solidFill>
              <a:ln w="87213" cap="flat">
                <a:noFill/>
                <a:prstDash val="solid"/>
                <a:miter/>
              </a:ln>
            </p:spPr>
            <p:txBody>
              <a:bodyPr rtlCol="0" anchor="ctr"/>
              <a:lstStyle/>
              <a:p>
                <a:endParaRPr lang="en-IN" dirty="0"/>
              </a:p>
            </p:txBody>
          </p:sp>
          <p:sp>
            <p:nvSpPr>
              <p:cNvPr id="2598" name="Freeform: Shape 2597">
                <a:extLst>
                  <a:ext uri="{FF2B5EF4-FFF2-40B4-BE49-F238E27FC236}">
                    <a16:creationId xmlns:a16="http://schemas.microsoft.com/office/drawing/2014/main" id="{42B7A5AA-FD43-0263-280E-4070FD6EB18E}"/>
                  </a:ext>
                </a:extLst>
              </p:cNvPr>
              <p:cNvSpPr/>
              <p:nvPr/>
            </p:nvSpPr>
            <p:spPr>
              <a:xfrm>
                <a:off x="1151719" y="4557622"/>
                <a:ext cx="273879" cy="736198"/>
              </a:xfrm>
              <a:custGeom>
                <a:avLst/>
                <a:gdLst>
                  <a:gd name="connsiteX0" fmla="*/ 1040 w 273879"/>
                  <a:gd name="connsiteY0" fmla="*/ 543773 h 736198"/>
                  <a:gd name="connsiteX1" fmla="*/ 43009 w 273879"/>
                  <a:gd name="connsiteY1" fmla="*/ 368904 h 736198"/>
                  <a:gd name="connsiteX2" fmla="*/ 150553 w 273879"/>
                  <a:gd name="connsiteY2" fmla="*/ 187040 h 736198"/>
                  <a:gd name="connsiteX3" fmla="*/ 273836 w 273879"/>
                  <a:gd name="connsiteY3" fmla="*/ -70 h 736198"/>
                  <a:gd name="connsiteX4" fmla="*/ 273836 w 273879"/>
                  <a:gd name="connsiteY4" fmla="*/ -70 h 736198"/>
                  <a:gd name="connsiteX5" fmla="*/ 37763 w 273879"/>
                  <a:gd name="connsiteY5" fmla="*/ 386391 h 736198"/>
                  <a:gd name="connsiteX6" fmla="*/ 1040 w 273879"/>
                  <a:gd name="connsiteY6" fmla="*/ 561260 h 736198"/>
                  <a:gd name="connsiteX7" fmla="*/ 37763 w 273879"/>
                  <a:gd name="connsiteY7" fmla="*/ 736129 h 736198"/>
                  <a:gd name="connsiteX8" fmla="*/ 37763 w 273879"/>
                  <a:gd name="connsiteY8" fmla="*/ 736129 h 736198"/>
                  <a:gd name="connsiteX9" fmla="*/ 1040 w 273879"/>
                  <a:gd name="connsiteY9" fmla="*/ 543773 h 73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79" h="736198">
                    <a:moveTo>
                      <a:pt x="1040" y="543773"/>
                    </a:moveTo>
                    <a:cubicBezTo>
                      <a:pt x="2762" y="483207"/>
                      <a:pt x="17049" y="423655"/>
                      <a:pt x="43009" y="368904"/>
                    </a:cubicBezTo>
                    <a:cubicBezTo>
                      <a:pt x="74039" y="305557"/>
                      <a:pt x="110001" y="244747"/>
                      <a:pt x="150553" y="187040"/>
                    </a:cubicBezTo>
                    <a:cubicBezTo>
                      <a:pt x="190773" y="124961"/>
                      <a:pt x="232742" y="62883"/>
                      <a:pt x="273836" y="-70"/>
                    </a:cubicBezTo>
                    <a:cubicBezTo>
                      <a:pt x="273836" y="-70"/>
                      <a:pt x="273836" y="-70"/>
                      <a:pt x="273836" y="-70"/>
                    </a:cubicBezTo>
                    <a:cubicBezTo>
                      <a:pt x="184600" y="122006"/>
                      <a:pt x="105638" y="251269"/>
                      <a:pt x="37763" y="386391"/>
                    </a:cubicBezTo>
                    <a:cubicBezTo>
                      <a:pt x="13893" y="441623"/>
                      <a:pt x="1407" y="501097"/>
                      <a:pt x="1040" y="561260"/>
                    </a:cubicBezTo>
                    <a:cubicBezTo>
                      <a:pt x="-2064" y="621747"/>
                      <a:pt x="10588" y="681998"/>
                      <a:pt x="37763" y="736129"/>
                    </a:cubicBezTo>
                    <a:cubicBezTo>
                      <a:pt x="37763" y="736129"/>
                      <a:pt x="37763" y="736129"/>
                      <a:pt x="37763" y="736129"/>
                    </a:cubicBezTo>
                    <a:cubicBezTo>
                      <a:pt x="8664" y="676403"/>
                      <a:pt x="-4014" y="610014"/>
                      <a:pt x="1040" y="543773"/>
                    </a:cubicBezTo>
                    <a:close/>
                  </a:path>
                </a:pathLst>
              </a:custGeom>
              <a:solidFill>
                <a:srgbClr val="636363">
                  <a:alpha val="60000"/>
                </a:srgbClr>
              </a:solidFill>
              <a:ln w="87213" cap="flat">
                <a:noFill/>
                <a:prstDash val="solid"/>
                <a:miter/>
              </a:ln>
            </p:spPr>
            <p:txBody>
              <a:bodyPr rtlCol="0" anchor="ctr"/>
              <a:lstStyle/>
              <a:p>
                <a:endParaRPr lang="en-IN" dirty="0"/>
              </a:p>
            </p:txBody>
          </p:sp>
          <p:sp>
            <p:nvSpPr>
              <p:cNvPr id="2599" name="Freeform: Shape 2598">
                <a:extLst>
                  <a:ext uri="{FF2B5EF4-FFF2-40B4-BE49-F238E27FC236}">
                    <a16:creationId xmlns:a16="http://schemas.microsoft.com/office/drawing/2014/main" id="{6CE393E3-E9FF-C421-10A4-14832E047394}"/>
                  </a:ext>
                </a:extLst>
              </p:cNvPr>
              <p:cNvSpPr/>
              <p:nvPr/>
            </p:nvSpPr>
            <p:spPr>
              <a:xfrm>
                <a:off x="2206390" y="4618826"/>
                <a:ext cx="924183" cy="337027"/>
              </a:xfrm>
              <a:custGeom>
                <a:avLst/>
                <a:gdLst>
                  <a:gd name="connsiteX0" fmla="*/ 918019 w 924183"/>
                  <a:gd name="connsiteY0" fmla="*/ -70 h 337027"/>
                  <a:gd name="connsiteX1" fmla="*/ 718668 w 924183"/>
                  <a:gd name="connsiteY1" fmla="*/ 148569 h 337027"/>
                  <a:gd name="connsiteX2" fmla="*/ 456365 w 924183"/>
                  <a:gd name="connsiteY2" fmla="*/ 241250 h 337027"/>
                  <a:gd name="connsiteX3" fmla="*/ 324338 w 924183"/>
                  <a:gd name="connsiteY3" fmla="*/ 281469 h 337027"/>
                  <a:gd name="connsiteX4" fmla="*/ 218542 w 924183"/>
                  <a:gd name="connsiteY4" fmla="*/ 317318 h 337027"/>
                  <a:gd name="connsiteX5" fmla="*/ -44 w 924183"/>
                  <a:gd name="connsiteY5" fmla="*/ 317318 h 337027"/>
                  <a:gd name="connsiteX6" fmla="*/ -44 w 924183"/>
                  <a:gd name="connsiteY6" fmla="*/ 317318 h 337027"/>
                  <a:gd name="connsiteX7" fmla="*/ 209799 w 924183"/>
                  <a:gd name="connsiteY7" fmla="*/ 317318 h 337027"/>
                  <a:gd name="connsiteX8" fmla="*/ 316469 w 924183"/>
                  <a:gd name="connsiteY8" fmla="*/ 281469 h 337027"/>
                  <a:gd name="connsiteX9" fmla="*/ 458113 w 924183"/>
                  <a:gd name="connsiteY9" fmla="*/ 237752 h 337027"/>
                  <a:gd name="connsiteX10" fmla="*/ 718668 w 924183"/>
                  <a:gd name="connsiteY10" fmla="*/ 152067 h 337027"/>
                  <a:gd name="connsiteX11" fmla="*/ 924140 w 924183"/>
                  <a:gd name="connsiteY11" fmla="*/ 1679 h 337027"/>
                  <a:gd name="connsiteX12" fmla="*/ 918019 w 924183"/>
                  <a:gd name="connsiteY12" fmla="*/ -70 h 33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183" h="337027">
                    <a:moveTo>
                      <a:pt x="918019" y="-70"/>
                    </a:moveTo>
                    <a:cubicBezTo>
                      <a:pt x="866136" y="66494"/>
                      <a:pt x="797272" y="117836"/>
                      <a:pt x="718668" y="148569"/>
                    </a:cubicBezTo>
                    <a:cubicBezTo>
                      <a:pt x="633096" y="184496"/>
                      <a:pt x="545513" y="215448"/>
                      <a:pt x="456365" y="241250"/>
                    </a:cubicBezTo>
                    <a:cubicBezTo>
                      <a:pt x="412647" y="254365"/>
                      <a:pt x="368930" y="266606"/>
                      <a:pt x="324338" y="281469"/>
                    </a:cubicBezTo>
                    <a:lnTo>
                      <a:pt x="218542" y="317318"/>
                    </a:lnTo>
                    <a:cubicBezTo>
                      <a:pt x="148035" y="343505"/>
                      <a:pt x="70463" y="343505"/>
                      <a:pt x="-44" y="317318"/>
                    </a:cubicBezTo>
                    <a:cubicBezTo>
                      <a:pt x="-44" y="317318"/>
                      <a:pt x="-44" y="317318"/>
                      <a:pt x="-44" y="317318"/>
                    </a:cubicBezTo>
                    <a:cubicBezTo>
                      <a:pt x="67691" y="342202"/>
                      <a:pt x="142063" y="342202"/>
                      <a:pt x="209799" y="317318"/>
                    </a:cubicBezTo>
                    <a:cubicBezTo>
                      <a:pt x="245647" y="306826"/>
                      <a:pt x="281495" y="293710"/>
                      <a:pt x="316469" y="281469"/>
                    </a:cubicBezTo>
                    <a:cubicBezTo>
                      <a:pt x="351443" y="269229"/>
                      <a:pt x="410899" y="251742"/>
                      <a:pt x="458113" y="237752"/>
                    </a:cubicBezTo>
                    <a:cubicBezTo>
                      <a:pt x="546405" y="213769"/>
                      <a:pt x="633376" y="185169"/>
                      <a:pt x="718668" y="152067"/>
                    </a:cubicBezTo>
                    <a:cubicBezTo>
                      <a:pt x="799536" y="121499"/>
                      <a:pt x="870560" y="69520"/>
                      <a:pt x="924140" y="1679"/>
                    </a:cubicBezTo>
                    <a:lnTo>
                      <a:pt x="918019" y="-70"/>
                    </a:lnTo>
                    <a:close/>
                  </a:path>
                </a:pathLst>
              </a:custGeom>
              <a:solidFill>
                <a:srgbClr val="636363">
                  <a:alpha val="60000"/>
                </a:srgbClr>
              </a:solidFill>
              <a:ln w="87213" cap="flat">
                <a:noFill/>
                <a:prstDash val="solid"/>
                <a:miter/>
              </a:ln>
            </p:spPr>
            <p:txBody>
              <a:bodyPr rtlCol="0" anchor="ctr"/>
              <a:lstStyle/>
              <a:p>
                <a:endParaRPr lang="en-IN" dirty="0"/>
              </a:p>
            </p:txBody>
          </p:sp>
          <p:sp>
            <p:nvSpPr>
              <p:cNvPr id="2600" name="Freeform: Shape 2599">
                <a:extLst>
                  <a:ext uri="{FF2B5EF4-FFF2-40B4-BE49-F238E27FC236}">
                    <a16:creationId xmlns:a16="http://schemas.microsoft.com/office/drawing/2014/main" id="{FA68B220-7075-31CF-A78A-72D6306A7C36}"/>
                  </a:ext>
                </a:extLst>
              </p:cNvPr>
              <p:cNvSpPr/>
              <p:nvPr/>
            </p:nvSpPr>
            <p:spPr>
              <a:xfrm>
                <a:off x="1204390" y="4255099"/>
                <a:ext cx="1381466" cy="1024927"/>
              </a:xfrm>
              <a:custGeom>
                <a:avLst/>
                <a:gdLst>
                  <a:gd name="connsiteX0" fmla="*/ 979223 w 1381466"/>
                  <a:gd name="connsiteY0" fmla="*/ 737877 h 1024927"/>
                  <a:gd name="connsiteX1" fmla="*/ 755391 w 1381466"/>
                  <a:gd name="connsiteY1" fmla="*/ 812197 h 1024927"/>
                  <a:gd name="connsiteX2" fmla="*/ 706428 w 1381466"/>
                  <a:gd name="connsiteY2" fmla="*/ 823564 h 1024927"/>
                  <a:gd name="connsiteX3" fmla="*/ 719543 w 1381466"/>
                  <a:gd name="connsiteY3" fmla="*/ 736129 h 1024927"/>
                  <a:gd name="connsiteX4" fmla="*/ 702056 w 1381466"/>
                  <a:gd name="connsiteY4" fmla="*/ 681045 h 1024927"/>
                  <a:gd name="connsiteX5" fmla="*/ 702056 w 1381466"/>
                  <a:gd name="connsiteY5" fmla="*/ 599731 h 1024927"/>
                  <a:gd name="connsiteX6" fmla="*/ 782496 w 1381466"/>
                  <a:gd name="connsiteY6" fmla="*/ 457212 h 1024927"/>
                  <a:gd name="connsiteX7" fmla="*/ 885668 w 1381466"/>
                  <a:gd name="connsiteY7" fmla="*/ 308574 h 1024927"/>
                  <a:gd name="connsiteX8" fmla="*/ 979223 w 1381466"/>
                  <a:gd name="connsiteY8" fmla="*/ 179170 h 1024927"/>
                  <a:gd name="connsiteX9" fmla="*/ 1066658 w 1381466"/>
                  <a:gd name="connsiteY9" fmla="*/ 69877 h 1024927"/>
                  <a:gd name="connsiteX10" fmla="*/ 1184695 w 1381466"/>
                  <a:gd name="connsiteY10" fmla="*/ 30532 h 1024927"/>
                  <a:gd name="connsiteX11" fmla="*/ 1293988 w 1381466"/>
                  <a:gd name="connsiteY11" fmla="*/ 30532 h 1024927"/>
                  <a:gd name="connsiteX12" fmla="*/ 1381423 w 1381466"/>
                  <a:gd name="connsiteY12" fmla="*/ -70 h 1024927"/>
                  <a:gd name="connsiteX13" fmla="*/ 1381423 w 1381466"/>
                  <a:gd name="connsiteY13" fmla="*/ -70 h 1024927"/>
                  <a:gd name="connsiteX14" fmla="*/ 1157590 w 1381466"/>
                  <a:gd name="connsiteY14" fmla="*/ 27034 h 1024927"/>
                  <a:gd name="connsiteX15" fmla="*/ 982721 w 1381466"/>
                  <a:gd name="connsiteY15" fmla="*/ 176548 h 1024927"/>
                  <a:gd name="connsiteX16" fmla="*/ 785118 w 1381466"/>
                  <a:gd name="connsiteY16" fmla="*/ 454590 h 1024927"/>
                  <a:gd name="connsiteX17" fmla="*/ 708176 w 1381466"/>
                  <a:gd name="connsiteY17" fmla="*/ 586616 h 1024927"/>
                  <a:gd name="connsiteX18" fmla="*/ 714297 w 1381466"/>
                  <a:gd name="connsiteY18" fmla="*/ 708150 h 1024927"/>
                  <a:gd name="connsiteX19" fmla="*/ 727412 w 1381466"/>
                  <a:gd name="connsiteY19" fmla="*/ 768480 h 1024927"/>
                  <a:gd name="connsiteX20" fmla="*/ 708176 w 1381466"/>
                  <a:gd name="connsiteY20" fmla="*/ 821815 h 1024927"/>
                  <a:gd name="connsiteX21" fmla="*/ 520192 w 1381466"/>
                  <a:gd name="connsiteY21" fmla="*/ 871653 h 1024927"/>
                  <a:gd name="connsiteX22" fmla="*/ -44 w 1381466"/>
                  <a:gd name="connsiteY22" fmla="*/ 1022914 h 1024927"/>
                  <a:gd name="connsiteX23" fmla="*/ -44 w 1381466"/>
                  <a:gd name="connsiteY23" fmla="*/ 1022914 h 1024927"/>
                  <a:gd name="connsiteX24" fmla="*/ 524563 w 1381466"/>
                  <a:gd name="connsiteY24" fmla="*/ 869904 h 1024927"/>
                  <a:gd name="connsiteX25" fmla="*/ 705553 w 1381466"/>
                  <a:gd name="connsiteY25" fmla="*/ 821815 h 1024927"/>
                  <a:gd name="connsiteX26" fmla="*/ 705553 w 1381466"/>
                  <a:gd name="connsiteY26" fmla="*/ 821815 h 1024927"/>
                  <a:gd name="connsiteX27" fmla="*/ 765009 w 1381466"/>
                  <a:gd name="connsiteY27" fmla="*/ 807825 h 1024927"/>
                  <a:gd name="connsiteX28" fmla="*/ 983595 w 1381466"/>
                  <a:gd name="connsiteY28" fmla="*/ 735254 h 1024927"/>
                  <a:gd name="connsiteX29" fmla="*/ 979223 w 1381466"/>
                  <a:gd name="connsiteY29" fmla="*/ 737877 h 102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81466" h="1024927">
                    <a:moveTo>
                      <a:pt x="979223" y="737877"/>
                    </a:moveTo>
                    <a:cubicBezTo>
                      <a:pt x="908314" y="772642"/>
                      <a:pt x="833015" y="797648"/>
                      <a:pt x="755391" y="812197"/>
                    </a:cubicBezTo>
                    <a:lnTo>
                      <a:pt x="706428" y="823564"/>
                    </a:lnTo>
                    <a:cubicBezTo>
                      <a:pt x="724325" y="798111"/>
                      <a:pt x="729187" y="765717"/>
                      <a:pt x="719543" y="736129"/>
                    </a:cubicBezTo>
                    <a:cubicBezTo>
                      <a:pt x="714297" y="717768"/>
                      <a:pt x="707302" y="699407"/>
                      <a:pt x="702056" y="681045"/>
                    </a:cubicBezTo>
                    <a:cubicBezTo>
                      <a:pt x="695052" y="654395"/>
                      <a:pt x="695052" y="626381"/>
                      <a:pt x="702056" y="599731"/>
                    </a:cubicBezTo>
                    <a:cubicBezTo>
                      <a:pt x="720697" y="548057"/>
                      <a:pt x="747889" y="499880"/>
                      <a:pt x="782496" y="457212"/>
                    </a:cubicBezTo>
                    <a:cubicBezTo>
                      <a:pt x="815721" y="407375"/>
                      <a:pt x="850694" y="357537"/>
                      <a:pt x="885668" y="308574"/>
                    </a:cubicBezTo>
                    <a:cubicBezTo>
                      <a:pt x="920642" y="259611"/>
                      <a:pt x="949496" y="221139"/>
                      <a:pt x="979223" y="179170"/>
                    </a:cubicBezTo>
                    <a:cubicBezTo>
                      <a:pt x="1004230" y="139615"/>
                      <a:pt x="1033555" y="102963"/>
                      <a:pt x="1066658" y="69877"/>
                    </a:cubicBezTo>
                    <a:cubicBezTo>
                      <a:pt x="1099603" y="42283"/>
                      <a:pt x="1141782" y="28224"/>
                      <a:pt x="1184695" y="30532"/>
                    </a:cubicBezTo>
                    <a:cubicBezTo>
                      <a:pt x="1221417" y="30532"/>
                      <a:pt x="1257265" y="36652"/>
                      <a:pt x="1293988" y="30532"/>
                    </a:cubicBezTo>
                    <a:cubicBezTo>
                      <a:pt x="1325604" y="29666"/>
                      <a:pt x="1356171" y="18973"/>
                      <a:pt x="1381423" y="-70"/>
                    </a:cubicBezTo>
                    <a:cubicBezTo>
                      <a:pt x="1381423" y="-70"/>
                      <a:pt x="1381423" y="-70"/>
                      <a:pt x="1381423" y="-70"/>
                    </a:cubicBezTo>
                    <a:cubicBezTo>
                      <a:pt x="1314098" y="49768"/>
                      <a:pt x="1233658" y="19166"/>
                      <a:pt x="1157590" y="27034"/>
                    </a:cubicBezTo>
                    <a:cubicBezTo>
                      <a:pt x="1081522" y="34904"/>
                      <a:pt x="1022941" y="114469"/>
                      <a:pt x="982721" y="176548"/>
                    </a:cubicBezTo>
                    <a:cubicBezTo>
                      <a:pt x="917145" y="270103"/>
                      <a:pt x="848946" y="360160"/>
                      <a:pt x="785118" y="454590"/>
                    </a:cubicBezTo>
                    <a:cubicBezTo>
                      <a:pt x="754499" y="495509"/>
                      <a:pt x="728679" y="539803"/>
                      <a:pt x="708176" y="586616"/>
                    </a:cubicBezTo>
                    <a:cubicBezTo>
                      <a:pt x="695603" y="626556"/>
                      <a:pt x="697771" y="669679"/>
                      <a:pt x="714297" y="708150"/>
                    </a:cubicBezTo>
                    <a:cubicBezTo>
                      <a:pt x="721239" y="727613"/>
                      <a:pt x="725654" y="747889"/>
                      <a:pt x="727412" y="768480"/>
                    </a:cubicBezTo>
                    <a:cubicBezTo>
                      <a:pt x="728111" y="788074"/>
                      <a:pt x="721221" y="807178"/>
                      <a:pt x="708176" y="821815"/>
                    </a:cubicBezTo>
                    <a:cubicBezTo>
                      <a:pt x="645223" y="837553"/>
                      <a:pt x="583145" y="854166"/>
                      <a:pt x="520192" y="871653"/>
                    </a:cubicBezTo>
                    <a:lnTo>
                      <a:pt x="-44" y="1022914"/>
                    </a:lnTo>
                    <a:cubicBezTo>
                      <a:pt x="-44" y="1022914"/>
                      <a:pt x="-44" y="1027286"/>
                      <a:pt x="-44" y="1022914"/>
                    </a:cubicBezTo>
                    <a:cubicBezTo>
                      <a:pt x="174825" y="972202"/>
                      <a:pt x="349694" y="919741"/>
                      <a:pt x="524563" y="869904"/>
                    </a:cubicBezTo>
                    <a:cubicBezTo>
                      <a:pt x="584893" y="853292"/>
                      <a:pt x="645223" y="836679"/>
                      <a:pt x="705553" y="821815"/>
                    </a:cubicBezTo>
                    <a:lnTo>
                      <a:pt x="705553" y="821815"/>
                    </a:lnTo>
                    <a:lnTo>
                      <a:pt x="765009" y="807825"/>
                    </a:lnTo>
                    <a:cubicBezTo>
                      <a:pt x="840771" y="793451"/>
                      <a:pt x="914277" y="769048"/>
                      <a:pt x="983595" y="735254"/>
                    </a:cubicBezTo>
                    <a:cubicBezTo>
                      <a:pt x="983595" y="735254"/>
                      <a:pt x="980972" y="737004"/>
                      <a:pt x="979223" y="737877"/>
                    </a:cubicBezTo>
                    <a:close/>
                  </a:path>
                </a:pathLst>
              </a:custGeom>
              <a:solidFill>
                <a:srgbClr val="636363">
                  <a:alpha val="60000"/>
                </a:srgbClr>
              </a:solidFill>
              <a:ln w="87213" cap="flat">
                <a:noFill/>
                <a:prstDash val="solid"/>
                <a:miter/>
              </a:ln>
            </p:spPr>
            <p:txBody>
              <a:bodyPr rtlCol="0" anchor="ctr"/>
              <a:lstStyle/>
              <a:p>
                <a:endParaRPr lang="en-IN" dirty="0"/>
              </a:p>
            </p:txBody>
          </p:sp>
          <p:sp>
            <p:nvSpPr>
              <p:cNvPr id="2601" name="Freeform: Shape 2600">
                <a:extLst>
                  <a:ext uri="{FF2B5EF4-FFF2-40B4-BE49-F238E27FC236}">
                    <a16:creationId xmlns:a16="http://schemas.microsoft.com/office/drawing/2014/main" id="{82BAEF67-7E06-BEF6-7E53-1CB6192E73A4}"/>
                  </a:ext>
                </a:extLst>
              </p:cNvPr>
              <p:cNvSpPr/>
              <p:nvPr/>
            </p:nvSpPr>
            <p:spPr>
              <a:xfrm rot="18162000">
                <a:off x="2874983" y="3595641"/>
                <a:ext cx="243942" cy="431052"/>
              </a:xfrm>
              <a:custGeom>
                <a:avLst/>
                <a:gdLst>
                  <a:gd name="connsiteX0" fmla="*/ -44 w 243942"/>
                  <a:gd name="connsiteY0" fmla="*/ -70 h 431052"/>
                  <a:gd name="connsiteX1" fmla="*/ 243898 w 243942"/>
                  <a:gd name="connsiteY1" fmla="*/ -70 h 431052"/>
                  <a:gd name="connsiteX2" fmla="*/ 243898 w 243942"/>
                  <a:gd name="connsiteY2" fmla="*/ 430983 h 431052"/>
                  <a:gd name="connsiteX3" fmla="*/ -44 w 243942"/>
                  <a:gd name="connsiteY3" fmla="*/ 430983 h 431052"/>
                </a:gdLst>
                <a:ahLst/>
                <a:cxnLst>
                  <a:cxn ang="0">
                    <a:pos x="connsiteX0" y="connsiteY0"/>
                  </a:cxn>
                  <a:cxn ang="0">
                    <a:pos x="connsiteX1" y="connsiteY1"/>
                  </a:cxn>
                  <a:cxn ang="0">
                    <a:pos x="connsiteX2" y="connsiteY2"/>
                  </a:cxn>
                  <a:cxn ang="0">
                    <a:pos x="connsiteX3" y="connsiteY3"/>
                  </a:cxn>
                </a:cxnLst>
                <a:rect l="l" t="t" r="r" b="b"/>
                <a:pathLst>
                  <a:path w="243942" h="431052">
                    <a:moveTo>
                      <a:pt x="-44" y="-70"/>
                    </a:moveTo>
                    <a:lnTo>
                      <a:pt x="243898" y="-70"/>
                    </a:lnTo>
                    <a:lnTo>
                      <a:pt x="243898" y="430983"/>
                    </a:lnTo>
                    <a:lnTo>
                      <a:pt x="-44" y="430983"/>
                    </a:lnTo>
                    <a:close/>
                  </a:path>
                </a:pathLst>
              </a:custGeom>
              <a:solidFill>
                <a:srgbClr val="FFFFFF"/>
              </a:solidFill>
              <a:ln w="87213" cap="flat">
                <a:noFill/>
                <a:prstDash val="solid"/>
                <a:miter/>
              </a:ln>
            </p:spPr>
            <p:txBody>
              <a:bodyPr rtlCol="0" anchor="ctr"/>
              <a:lstStyle/>
              <a:p>
                <a:endParaRPr lang="en-IN" dirty="0"/>
              </a:p>
            </p:txBody>
          </p:sp>
        </p:grpSp>
      </p:grpSp>
      <p:sp>
        <p:nvSpPr>
          <p:cNvPr id="4" name="TextBox 3">
            <a:extLst>
              <a:ext uri="{FF2B5EF4-FFF2-40B4-BE49-F238E27FC236}">
                <a16:creationId xmlns:a16="http://schemas.microsoft.com/office/drawing/2014/main" id="{72A4B424-558A-A15E-B936-218929F91E5A}"/>
              </a:ext>
            </a:extLst>
          </p:cNvPr>
          <p:cNvSpPr txBox="1"/>
          <p:nvPr/>
        </p:nvSpPr>
        <p:spPr>
          <a:xfrm>
            <a:off x="2265006" y="2882798"/>
            <a:ext cx="6097554" cy="3556102"/>
          </a:xfrm>
          <a:prstGeom prst="rect">
            <a:avLst/>
          </a:prstGeom>
          <a:noFill/>
        </p:spPr>
        <p:txBody>
          <a:bodyPr wrap="square">
            <a:spAutoFit/>
          </a:bodyPr>
          <a:lstStyle/>
          <a:p>
            <a:pPr>
              <a:lnSpc>
                <a:spcPct val="115000"/>
              </a:lnSpc>
              <a:spcAft>
                <a:spcPts val="800"/>
              </a:spcAft>
            </a:pPr>
            <a:r>
              <a:rPr lang="en-IN" sz="1800"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Q2. Rank the teams based on the total number of wins in 2024.alter</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Winner, COUNT(*) AS 'Number of Wins',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RANK() OVER(ORDER BY COUNT(*) DESC) AS RANK_Assigned</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Winner NOT IN ('tied', 'no result')</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Winner;</a:t>
            </a:r>
          </a:p>
        </p:txBody>
      </p:sp>
    </p:spTree>
    <p:extLst>
      <p:ext uri="{BB962C8B-B14F-4D97-AF65-F5344CB8AC3E}">
        <p14:creationId xmlns:p14="http://schemas.microsoft.com/office/powerpoint/2010/main" val="109197317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B40C242A-3D66-47BD-D1B2-5D2B2A9BB8CC}"/>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37710618-5E53-BF34-2AA7-1F01B3EA2794}"/>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74173AA5-7F41-19BC-FA66-64D13D0EA278}"/>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B02CFA67-8441-B5F8-C5D2-EBC1EBA383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pic>
        <p:nvPicPr>
          <p:cNvPr id="2" name="Graphic 1">
            <a:extLst>
              <a:ext uri="{FF2B5EF4-FFF2-40B4-BE49-F238E27FC236}">
                <a16:creationId xmlns:a16="http://schemas.microsoft.com/office/drawing/2014/main" id="{93DE6F9A-FF48-1539-1660-243DA3678F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pic>
        <p:nvPicPr>
          <p:cNvPr id="12" name="Picture 14">
            <a:extLst>
              <a:ext uri="{FF2B5EF4-FFF2-40B4-BE49-F238E27FC236}">
                <a16:creationId xmlns:a16="http://schemas.microsoft.com/office/drawing/2014/main" id="{9D3407FD-11EC-4C06-E1FC-11540003C14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tretch>
            <a:fillRect/>
          </a:stretch>
        </p:blipFill>
        <p:spPr bwMode="auto">
          <a:xfrm>
            <a:off x="9793009" y="47967"/>
            <a:ext cx="2398991" cy="163618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DAA8BC5-56AF-FD60-191A-7C74484817B5}"/>
              </a:ext>
            </a:extLst>
          </p:cNvPr>
          <p:cNvSpPr txBox="1"/>
          <p:nvPr/>
        </p:nvSpPr>
        <p:spPr>
          <a:xfrm>
            <a:off x="2078395" y="2021648"/>
            <a:ext cx="6097554" cy="5240665"/>
          </a:xfrm>
          <a:prstGeom prst="rect">
            <a:avLst/>
          </a:prstGeom>
          <a:noFill/>
        </p:spPr>
        <p:txBody>
          <a:bodyPr wrap="square">
            <a:spAutoFit/>
          </a:bodyPr>
          <a:lstStyle/>
          <a:p>
            <a:pPr>
              <a:lnSpc>
                <a:spcPct val="115000"/>
              </a:lnSpc>
              <a:spcAft>
                <a:spcPts val="800"/>
              </a:spcAft>
            </a:pPr>
            <a:r>
              <a:rPr lang="en-IN" sz="1800"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Q3.Which team had the highest average winning margin (in runs), and what was the average margin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Winner,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AVG(CAST(SUBSTRING_INDEX(Margin, ' ', 1) AS UNSIGNED)) AS Avg_Margin</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Margin LIKE '%runs%'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Winner</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Avg_Margin DESC</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LIMIT 1;</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40157942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BB88D308-CB57-6C20-88A0-12434791D53C}"/>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DFB74E56-5F62-1FEE-DABC-8B419F1C69D1}"/>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E9E23659-3C39-0767-918E-FC7B22AD24FC}"/>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AF9A40F9-4582-2AA5-4841-B6D6F1AF3D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pic>
        <p:nvPicPr>
          <p:cNvPr id="2" name="Graphic 1">
            <a:extLst>
              <a:ext uri="{FF2B5EF4-FFF2-40B4-BE49-F238E27FC236}">
                <a16:creationId xmlns:a16="http://schemas.microsoft.com/office/drawing/2014/main" id="{57D4E906-8552-629D-337D-3B143BF6C5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sp>
        <p:nvSpPr>
          <p:cNvPr id="4" name="TextBox 3">
            <a:extLst>
              <a:ext uri="{FF2B5EF4-FFF2-40B4-BE49-F238E27FC236}">
                <a16:creationId xmlns:a16="http://schemas.microsoft.com/office/drawing/2014/main" id="{3197D842-276A-8D6B-697B-58D4A9216D94}"/>
              </a:ext>
            </a:extLst>
          </p:cNvPr>
          <p:cNvSpPr txBox="1"/>
          <p:nvPr/>
        </p:nvSpPr>
        <p:spPr>
          <a:xfrm>
            <a:off x="2386304" y="1713202"/>
            <a:ext cx="6097554" cy="3977243"/>
          </a:xfrm>
          <a:prstGeom prst="rect">
            <a:avLst/>
          </a:prstGeom>
          <a:noFill/>
        </p:spPr>
        <p:txBody>
          <a:bodyPr wrap="square">
            <a:spAutoFit/>
          </a:bodyPr>
          <a:lstStyle/>
          <a:p>
            <a:pPr>
              <a:lnSpc>
                <a:spcPct val="115000"/>
              </a:lnSpc>
              <a:spcAft>
                <a:spcPts val="800"/>
              </a:spcAft>
            </a:pPr>
            <a:r>
              <a:rPr lang="en-IN" sz="1800"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Q4. Find the average winning margin for each team in matches won by wickets in 2024.</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Winner AS Team,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AVG(CAST(SUBSTRING_INDEX(Margin, ' ', 1) AS UNSIGNED)) AS Avg_Margin_wickets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Margin LIKE '%wickets%' AND YEAR(MatchDate) = 2024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GROUP BY Winner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ORDER BY Avg_Margin_wickets DESC;</a:t>
            </a:r>
          </a:p>
        </p:txBody>
      </p:sp>
    </p:spTree>
    <p:extLst>
      <p:ext uri="{BB962C8B-B14F-4D97-AF65-F5344CB8AC3E}">
        <p14:creationId xmlns:p14="http://schemas.microsoft.com/office/powerpoint/2010/main" val="78141094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3A9FD61E-B26E-53A2-C4F6-83B3C4DBE405}"/>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662EEB87-3989-BDCB-DD00-7E55C62824E9}"/>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595F8195-9692-B291-A6A2-43D037AB6DD2}"/>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B92EFB78-DBC7-D06C-0E1F-0BD482483AE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pic>
        <p:nvPicPr>
          <p:cNvPr id="2" name="Graphic 1">
            <a:extLst>
              <a:ext uri="{FF2B5EF4-FFF2-40B4-BE49-F238E27FC236}">
                <a16:creationId xmlns:a16="http://schemas.microsoft.com/office/drawing/2014/main" id="{56F66ECF-0679-59F5-490B-A733860560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sp>
        <p:nvSpPr>
          <p:cNvPr id="4" name="TextBox 3">
            <a:extLst>
              <a:ext uri="{FF2B5EF4-FFF2-40B4-BE49-F238E27FC236}">
                <a16:creationId xmlns:a16="http://schemas.microsoft.com/office/drawing/2014/main" id="{13F5ED43-CBF0-4527-77ED-7EA4CDB8CE38}"/>
              </a:ext>
            </a:extLst>
          </p:cNvPr>
          <p:cNvSpPr txBox="1"/>
          <p:nvPr/>
        </p:nvSpPr>
        <p:spPr>
          <a:xfrm>
            <a:off x="2218354" y="1586289"/>
            <a:ext cx="6097554" cy="3237553"/>
          </a:xfrm>
          <a:prstGeom prst="rect">
            <a:avLst/>
          </a:prstGeom>
          <a:noFill/>
        </p:spPr>
        <p:txBody>
          <a:bodyPr wrap="square">
            <a:spAutoFit/>
          </a:bodyPr>
          <a:lstStyle/>
          <a:p>
            <a:pPr>
              <a:lnSpc>
                <a:spcPct val="115000"/>
              </a:lnSpc>
              <a:spcAft>
                <a:spcPts val="800"/>
              </a:spcAft>
            </a:pPr>
            <a:r>
              <a:rPr lang="en-IN" sz="1800"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Q5. Identify matches played between two specific teams (e.g., India and South Africa) in 2024 and their results.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((Team1 = 'India' AND Team2 = 'South Africa')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OR (Team1 = 'South Africa' AND Team2 = 'India'))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AND YEAR(MatchDate) = 2024;</a:t>
            </a:r>
          </a:p>
        </p:txBody>
      </p:sp>
    </p:spTree>
    <p:extLst>
      <p:ext uri="{BB962C8B-B14F-4D97-AF65-F5344CB8AC3E}">
        <p14:creationId xmlns:p14="http://schemas.microsoft.com/office/powerpoint/2010/main" val="415145939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38000">
              <a:schemeClr val="accent2"/>
            </a:gs>
            <a:gs pos="100000">
              <a:schemeClr val="accent2"/>
            </a:gs>
          </a:gsLst>
          <a:lin ang="8100000" scaled="1"/>
        </a:gradFill>
        <a:effectLst/>
      </p:bgPr>
    </p:bg>
    <p:spTree>
      <p:nvGrpSpPr>
        <p:cNvPr id="1" name="">
          <a:extLst>
            <a:ext uri="{FF2B5EF4-FFF2-40B4-BE49-F238E27FC236}">
              <a16:creationId xmlns:a16="http://schemas.microsoft.com/office/drawing/2014/main" id="{22F3FEF6-45DF-6ADC-A6D4-5070FDDF0AF6}"/>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62D95940-3179-D3EE-018F-9CADED1BB52A}"/>
              </a:ext>
            </a:extLst>
          </p:cNvPr>
          <p:cNvSpPr/>
          <p:nvPr/>
        </p:nvSpPr>
        <p:spPr>
          <a:xfrm>
            <a:off x="1" y="0"/>
            <a:ext cx="1571623" cy="994292"/>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chemeClr val="accent1"/>
          </a:solidFill>
          <a:ln w="7013" cap="flat">
            <a:noFill/>
            <a:prstDash val="solid"/>
            <a:miter/>
          </a:ln>
        </p:spPr>
        <p:txBody>
          <a:bodyPr rtlCol="0" anchor="ctr"/>
          <a:lstStyle/>
          <a:p>
            <a:endParaRPr lang="en-IN" dirty="0"/>
          </a:p>
        </p:txBody>
      </p:sp>
      <p:sp>
        <p:nvSpPr>
          <p:cNvPr id="10" name="Freeform: Shape 9">
            <a:extLst>
              <a:ext uri="{FF2B5EF4-FFF2-40B4-BE49-F238E27FC236}">
                <a16:creationId xmlns:a16="http://schemas.microsoft.com/office/drawing/2014/main" id="{D90BB0E8-39AC-21DD-316E-4177A49B6688}"/>
              </a:ext>
            </a:extLst>
          </p:cNvPr>
          <p:cNvSpPr/>
          <p:nvPr/>
        </p:nvSpPr>
        <p:spPr>
          <a:xfrm flipH="1" flipV="1">
            <a:off x="10900819" y="6019800"/>
            <a:ext cx="1291179" cy="838200"/>
          </a:xfrm>
          <a:custGeom>
            <a:avLst/>
            <a:gdLst>
              <a:gd name="connsiteX0" fmla="*/ 0 w 2101975"/>
              <a:gd name="connsiteY0" fmla="*/ 0 h 1364548"/>
              <a:gd name="connsiteX1" fmla="*/ 2101975 w 2101975"/>
              <a:gd name="connsiteY1" fmla="*/ 0 h 1364548"/>
              <a:gd name="connsiteX2" fmla="*/ 1921219 w 2101975"/>
              <a:gd name="connsiteY2" fmla="*/ 18235 h 1364548"/>
              <a:gd name="connsiteX3" fmla="*/ 1143240 w 2101975"/>
              <a:gd name="connsiteY3" fmla="*/ 126855 h 1364548"/>
              <a:gd name="connsiteX4" fmla="*/ 1787960 w 2101975"/>
              <a:gd name="connsiteY4" fmla="*/ 491757 h 1364548"/>
              <a:gd name="connsiteX5" fmla="*/ 1014856 w 2101975"/>
              <a:gd name="connsiteY5" fmla="*/ 331625 h 1364548"/>
              <a:gd name="connsiteX6" fmla="*/ 1366232 w 2101975"/>
              <a:gd name="connsiteY6" fmla="*/ 1088095 h 1364548"/>
              <a:gd name="connsiteX7" fmla="*/ 715544 w 2101975"/>
              <a:gd name="connsiteY7" fmla="*/ 564013 h 1364548"/>
              <a:gd name="connsiteX8" fmla="*/ 890661 w 2101975"/>
              <a:gd name="connsiteY8" fmla="*/ 1364548 h 1364548"/>
              <a:gd name="connsiteX9" fmla="*/ 389693 w 2101975"/>
              <a:gd name="connsiteY9" fmla="*/ 627634 h 1364548"/>
              <a:gd name="connsiteX10" fmla="*/ 8029 w 2101975"/>
              <a:gd name="connsiteY10" fmla="*/ 1317881 h 1364548"/>
              <a:gd name="connsiteX11" fmla="*/ 0 w 2101975"/>
              <a:gd name="connsiteY11" fmla="*/ 1231379 h 1364548"/>
              <a:gd name="connsiteX12" fmla="*/ 0 w 2101975"/>
              <a:gd name="connsiteY12" fmla="*/ 0 h 136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1975" h="1364548">
                <a:moveTo>
                  <a:pt x="0" y="0"/>
                </a:moveTo>
                <a:lnTo>
                  <a:pt x="2101975" y="0"/>
                </a:lnTo>
                <a:lnTo>
                  <a:pt x="1921219" y="18235"/>
                </a:lnTo>
                <a:cubicBezTo>
                  <a:pt x="1640772" y="48825"/>
                  <a:pt x="1371224" y="85425"/>
                  <a:pt x="1143240" y="126855"/>
                </a:cubicBezTo>
                <a:cubicBezTo>
                  <a:pt x="1262356" y="252066"/>
                  <a:pt x="1558683" y="372959"/>
                  <a:pt x="1787960" y="491757"/>
                </a:cubicBezTo>
                <a:lnTo>
                  <a:pt x="1014856" y="331625"/>
                </a:lnTo>
                <a:cubicBezTo>
                  <a:pt x="1132021" y="583779"/>
                  <a:pt x="1249149" y="835940"/>
                  <a:pt x="1366232" y="1088095"/>
                </a:cubicBezTo>
                <a:lnTo>
                  <a:pt x="715544" y="564013"/>
                </a:lnTo>
                <a:cubicBezTo>
                  <a:pt x="773958" y="831026"/>
                  <a:pt x="832329" y="1097873"/>
                  <a:pt x="890661" y="1364548"/>
                </a:cubicBezTo>
                <a:lnTo>
                  <a:pt x="389693" y="627634"/>
                </a:lnTo>
                <a:lnTo>
                  <a:pt x="8029" y="1317881"/>
                </a:lnTo>
                <a:lnTo>
                  <a:pt x="0" y="1231379"/>
                </a:lnTo>
                <a:lnTo>
                  <a:pt x="0" y="0"/>
                </a:lnTo>
                <a:close/>
              </a:path>
            </a:pathLst>
          </a:custGeom>
          <a:solidFill>
            <a:srgbClr val="FFEC3E"/>
          </a:solidFill>
          <a:ln w="7013" cap="flat">
            <a:noFill/>
            <a:prstDash val="solid"/>
            <a:miter/>
          </a:ln>
        </p:spPr>
        <p:txBody>
          <a:bodyPr rtlCol="0" anchor="ctr"/>
          <a:lstStyle/>
          <a:p>
            <a:endParaRPr lang="en-IN" dirty="0"/>
          </a:p>
        </p:txBody>
      </p:sp>
      <p:pic>
        <p:nvPicPr>
          <p:cNvPr id="7179" name="Picture 7178" descr="A logo with white text and pink design&#10;&#10;Description automatically generated">
            <a:extLst>
              <a:ext uri="{FF2B5EF4-FFF2-40B4-BE49-F238E27FC236}">
                <a16:creationId xmlns:a16="http://schemas.microsoft.com/office/drawing/2014/main" id="{096EBD65-F91F-CC38-A55B-550FD16FA65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55223" y="180822"/>
            <a:ext cx="481555" cy="527204"/>
          </a:xfrm>
          <a:prstGeom prst="rect">
            <a:avLst/>
          </a:prstGeom>
        </p:spPr>
      </p:pic>
      <p:pic>
        <p:nvPicPr>
          <p:cNvPr id="2" name="Graphic 1">
            <a:extLst>
              <a:ext uri="{FF2B5EF4-FFF2-40B4-BE49-F238E27FC236}">
                <a16:creationId xmlns:a16="http://schemas.microsoft.com/office/drawing/2014/main" id="{465FB441-C5C7-03DE-9A43-53CFC8CD6F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664" y="6572097"/>
            <a:ext cx="561975" cy="209550"/>
          </a:xfrm>
          <a:prstGeom prst="rect">
            <a:avLst/>
          </a:prstGeom>
        </p:spPr>
      </p:pic>
      <p:sp>
        <p:nvSpPr>
          <p:cNvPr id="4" name="TextBox 3">
            <a:extLst>
              <a:ext uri="{FF2B5EF4-FFF2-40B4-BE49-F238E27FC236}">
                <a16:creationId xmlns:a16="http://schemas.microsoft.com/office/drawing/2014/main" id="{D07D0378-9AFD-DC44-5404-C07BD360015B}"/>
              </a:ext>
            </a:extLst>
          </p:cNvPr>
          <p:cNvSpPr txBox="1"/>
          <p:nvPr/>
        </p:nvSpPr>
        <p:spPr>
          <a:xfrm>
            <a:off x="2171700" y="1222433"/>
            <a:ext cx="6097554" cy="5630003"/>
          </a:xfrm>
          <a:prstGeom prst="rect">
            <a:avLst/>
          </a:prstGeom>
          <a:noFill/>
        </p:spPr>
        <p:txBody>
          <a:bodyPr wrap="square">
            <a:spAutoFit/>
          </a:bodyPr>
          <a:lstStyle/>
          <a:p>
            <a:pPr>
              <a:lnSpc>
                <a:spcPct val="115000"/>
              </a:lnSpc>
              <a:spcAft>
                <a:spcPts val="800"/>
              </a:spcAft>
            </a:pPr>
            <a:r>
              <a:rPr lang="en-IN" b="1" kern="100">
                <a:solidFill>
                  <a:schemeClr val="accent6">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Q6. List all matches where the winning margin was greater than the average margin across all matches.</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SELECT T.Team1, T.Team2, T.Winner, T.Margin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FROM T20 T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JOIN (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SELECT AVG(CAST(SUBSTRING_INDEX(Margin, ' ', 1) AS UNSIGNED)) AS Avg_Overall_Margin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FROM T20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WHERE Margin LIKE '%runs%'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 ON 1=1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WHERE T.Margin LIKE '%runs%'  </a:t>
            </a:r>
          </a:p>
          <a:p>
            <a:pPr>
              <a:lnSpc>
                <a:spcPct val="115000"/>
              </a:lnSpc>
              <a:spcAft>
                <a:spcPts val="800"/>
              </a:spcAft>
            </a:pPr>
            <a:r>
              <a:rPr lang="en-IN" sz="18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AND CAST(SUBSTRING_INDEX(T.Margin, ' ', 1) AS UNSIGNED) &gt; A.Avg_Overall_Margin;</a:t>
            </a:r>
          </a:p>
        </p:txBody>
      </p:sp>
    </p:spTree>
    <p:extLst>
      <p:ext uri="{BB962C8B-B14F-4D97-AF65-F5344CB8AC3E}">
        <p14:creationId xmlns:p14="http://schemas.microsoft.com/office/powerpoint/2010/main" val="230237333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a="http://schemas.openxmlformats.org/drawingml/2006/main" name="Office Theme">
  <a:themeElements>
    <a:clrScheme name="Custom 80">
      <a:dk1>
        <a:sysClr val="windowText" lastClr="000000"/>
      </a:dk1>
      <a:lt1>
        <a:sysClr val="window" lastClr="FFFFFF"/>
      </a:lt1>
      <a:dk2>
        <a:srgbClr val="0E2841"/>
      </a:dk2>
      <a:lt2>
        <a:srgbClr val="FF671F"/>
      </a:lt2>
      <a:accent1>
        <a:srgbClr val="FF0288"/>
      </a:accent1>
      <a:accent2>
        <a:srgbClr val="10054B"/>
      </a:accent2>
      <a:accent3>
        <a:srgbClr val="FFEC3E"/>
      </a:accent3>
      <a:accent4>
        <a:srgbClr val="072EAE"/>
      </a:accent4>
      <a:accent5>
        <a:srgbClr val="A02B93"/>
      </a:accent5>
      <a:accent6>
        <a:srgbClr val="4EA72E"/>
      </a:accent6>
      <a:hlink>
        <a:srgbClr val="467886"/>
      </a:hlink>
      <a:folHlink>
        <a:srgbClr val="96607D"/>
      </a:folHlink>
    </a:clrScheme>
    <a:fontScheme name="Office">
      <a:majorFont>
        <a:latin typeface="Aptos Display" panose="0211000402020202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632</TotalTime>
  <Words>725</Words>
  <Application>Microsoft Office PowerPoint</Application>
  <PresentationFormat>Widescreen</PresentationFormat>
  <Paragraphs>80</Paragraphs>
  <Slides>11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ankit shrivas</cp:lastModifiedBy>
  <cp:revision>117</cp:revision>
  <dcterms:created xsi:type="dcterms:W3CDTF">2024-05-06T04:09:46Z</dcterms:created>
  <dcterms:modified xsi:type="dcterms:W3CDTF">2025-02-14T06:25:36Z</dcterms:modified>
</cp:coreProperties>
</file>